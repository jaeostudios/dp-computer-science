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427" r:id="rId5"/>
    <p:sldId id="400" r:id="rId6"/>
    <p:sldId id="428" r:id="rId7"/>
    <p:sldId id="429" r:id="rId8"/>
    <p:sldId id="43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custSel addSld delSld modSld">
      <pc:chgData name="Michael Hill" userId="41dba03d-e58d-4389-9894-554c10310ba4" providerId="ADAL" clId="{EF23FE1D-A042-481E-AFD7-2A9FB0847F54}" dt="2025-10-24T15:48:52.926" v="1683" actId="20577"/>
      <pc:docMkLst>
        <pc:docMk/>
      </pc:docMkLst>
      <pc:sldChg chg="del">
        <pc:chgData name="Michael Hill" userId="41dba03d-e58d-4389-9894-554c10310ba4" providerId="ADAL" clId="{EF23FE1D-A042-481E-AFD7-2A9FB0847F54}" dt="2025-10-02T14:31:51.250" v="1660" actId="47"/>
        <pc:sldMkLst>
          <pc:docMk/>
          <pc:sldMk cId="491706548" sldId="355"/>
        </pc:sldMkLst>
      </pc:sldChg>
      <pc:sldChg chg="addSp delSp modSp mod">
        <pc:chgData name="Michael Hill" userId="41dba03d-e58d-4389-9894-554c10310ba4" providerId="ADAL" clId="{EF23FE1D-A042-481E-AFD7-2A9FB0847F54}" dt="2025-10-01T18:23:47.566" v="20" actId="1076"/>
        <pc:sldMkLst>
          <pc:docMk/>
          <pc:sldMk cId="3941057527" sldId="400"/>
        </pc:sldMkLst>
        <pc:spChg chg="mod">
          <ac:chgData name="Michael Hill" userId="41dba03d-e58d-4389-9894-554c10310ba4" providerId="ADAL" clId="{EF23FE1D-A042-481E-AFD7-2A9FB0847F54}" dt="2025-10-01T18:23:33.663" v="13" actId="20577"/>
          <ac:spMkLst>
            <pc:docMk/>
            <pc:sldMk cId="3941057527" sldId="400"/>
            <ac:spMk id="8" creationId="{34307991-018E-2677-C298-9F1BCC67D929}"/>
          </ac:spMkLst>
        </pc:spChg>
        <pc:picChg chg="add mod">
          <ac:chgData name="Michael Hill" userId="41dba03d-e58d-4389-9894-554c10310ba4" providerId="ADAL" clId="{EF23FE1D-A042-481E-AFD7-2A9FB0847F54}" dt="2025-10-01T18:23:47.566" v="20" actId="1076"/>
          <ac:picMkLst>
            <pc:docMk/>
            <pc:sldMk cId="3941057527" sldId="400"/>
            <ac:picMk id="11" creationId="{D351B777-DF69-F653-0DFB-01D1040EF438}"/>
          </ac:picMkLst>
        </pc:picChg>
      </pc:sldChg>
      <pc:sldChg chg="del">
        <pc:chgData name="Michael Hill" userId="41dba03d-e58d-4389-9894-554c10310ba4" providerId="ADAL" clId="{EF23FE1D-A042-481E-AFD7-2A9FB0847F54}" dt="2025-10-01T18:24:21.935" v="21" actId="47"/>
        <pc:sldMkLst>
          <pc:docMk/>
          <pc:sldMk cId="1474733244" sldId="419"/>
        </pc:sldMkLst>
      </pc:sldChg>
      <pc:sldChg chg="del">
        <pc:chgData name="Michael Hill" userId="41dba03d-e58d-4389-9894-554c10310ba4" providerId="ADAL" clId="{EF23FE1D-A042-481E-AFD7-2A9FB0847F54}" dt="2025-10-01T18:24:21.935" v="21" actId="47"/>
        <pc:sldMkLst>
          <pc:docMk/>
          <pc:sldMk cId="382529306" sldId="428"/>
        </pc:sldMkLst>
      </pc:sldChg>
      <pc:sldChg chg="delSp modSp add mod">
        <pc:chgData name="Michael Hill" userId="41dba03d-e58d-4389-9894-554c10310ba4" providerId="ADAL" clId="{EF23FE1D-A042-481E-AFD7-2A9FB0847F54}" dt="2025-10-01T18:27:25.575" v="523" actId="20577"/>
        <pc:sldMkLst>
          <pc:docMk/>
          <pc:sldMk cId="2889540569" sldId="428"/>
        </pc:sldMkLst>
        <pc:spChg chg="mod">
          <ac:chgData name="Michael Hill" userId="41dba03d-e58d-4389-9894-554c10310ba4" providerId="ADAL" clId="{EF23FE1D-A042-481E-AFD7-2A9FB0847F54}" dt="2025-10-01T18:27:25.575" v="523" actId="20577"/>
          <ac:spMkLst>
            <pc:docMk/>
            <pc:sldMk cId="2889540569" sldId="428"/>
            <ac:spMk id="8" creationId="{BCFD55BF-09F4-2B9F-785D-B0982C18ABE1}"/>
          </ac:spMkLst>
        </pc:spChg>
      </pc:sldChg>
      <pc:sldChg chg="del">
        <pc:chgData name="Michael Hill" userId="41dba03d-e58d-4389-9894-554c10310ba4" providerId="ADAL" clId="{EF23FE1D-A042-481E-AFD7-2A9FB0847F54}" dt="2025-10-01T18:24:21.935" v="21" actId="47"/>
        <pc:sldMkLst>
          <pc:docMk/>
          <pc:sldMk cId="908018216" sldId="429"/>
        </pc:sldMkLst>
      </pc:sldChg>
      <pc:sldChg chg="modSp add mod">
        <pc:chgData name="Michael Hill" userId="41dba03d-e58d-4389-9894-554c10310ba4" providerId="ADAL" clId="{EF23FE1D-A042-481E-AFD7-2A9FB0847F54}" dt="2025-10-24T15:48:52.926" v="1683" actId="20577"/>
        <pc:sldMkLst>
          <pc:docMk/>
          <pc:sldMk cId="1869265436" sldId="429"/>
        </pc:sldMkLst>
        <pc:spChg chg="mod">
          <ac:chgData name="Michael Hill" userId="41dba03d-e58d-4389-9894-554c10310ba4" providerId="ADAL" clId="{EF23FE1D-A042-481E-AFD7-2A9FB0847F54}" dt="2025-10-24T15:48:52.926" v="1683" actId="20577"/>
          <ac:spMkLst>
            <pc:docMk/>
            <pc:sldMk cId="1869265436" sldId="429"/>
            <ac:spMk id="8" creationId="{BE635F36-EDE8-29FA-E831-86AEBA1DCFAB}"/>
          </ac:spMkLst>
        </pc:spChg>
      </pc:sldChg>
      <pc:sldChg chg="modSp add mod">
        <pc:chgData name="Michael Hill" userId="41dba03d-e58d-4389-9894-554c10310ba4" providerId="ADAL" clId="{EF23FE1D-A042-481E-AFD7-2A9FB0847F54}" dt="2025-10-01T19:32:06.990" v="1659" actId="20577"/>
        <pc:sldMkLst>
          <pc:docMk/>
          <pc:sldMk cId="865838760" sldId="430"/>
        </pc:sldMkLst>
        <pc:spChg chg="mod">
          <ac:chgData name="Michael Hill" userId="41dba03d-e58d-4389-9894-554c10310ba4" providerId="ADAL" clId="{EF23FE1D-A042-481E-AFD7-2A9FB0847F54}" dt="2025-10-01T19:30:53.151" v="1412" actId="14100"/>
          <ac:spMkLst>
            <pc:docMk/>
            <pc:sldMk cId="865838760" sldId="430"/>
            <ac:spMk id="5" creationId="{EE21AADE-EF39-DBAB-7BC7-483998B8DE74}"/>
          </ac:spMkLst>
        </pc:spChg>
        <pc:spChg chg="mod">
          <ac:chgData name="Michael Hill" userId="41dba03d-e58d-4389-9894-554c10310ba4" providerId="ADAL" clId="{EF23FE1D-A042-481E-AFD7-2A9FB0847F54}" dt="2025-10-01T19:32:06.990" v="1659" actId="20577"/>
          <ac:spMkLst>
            <pc:docMk/>
            <pc:sldMk cId="865838760" sldId="430"/>
            <ac:spMk id="8" creationId="{AF45BEAC-31DC-CAB3-49E3-1A2810442241}"/>
          </ac:spMkLst>
        </pc:spChg>
      </pc:sldChg>
      <pc:sldChg chg="del">
        <pc:chgData name="Michael Hill" userId="41dba03d-e58d-4389-9894-554c10310ba4" providerId="ADAL" clId="{EF23FE1D-A042-481E-AFD7-2A9FB0847F54}" dt="2025-10-01T18:24:21.935" v="21" actId="47"/>
        <pc:sldMkLst>
          <pc:docMk/>
          <pc:sldMk cId="2676660044" sldId="430"/>
        </pc:sldMkLst>
      </pc:sldChg>
      <pc:sldChg chg="del">
        <pc:chgData name="Michael Hill" userId="41dba03d-e58d-4389-9894-554c10310ba4" providerId="ADAL" clId="{EF23FE1D-A042-481E-AFD7-2A9FB0847F54}" dt="2025-10-01T18:24:21.935" v="21" actId="47"/>
        <pc:sldMkLst>
          <pc:docMk/>
          <pc:sldMk cId="1984688680" sldId="431"/>
        </pc:sldMkLst>
      </pc:sldChg>
      <pc:sldChg chg="del">
        <pc:chgData name="Michael Hill" userId="41dba03d-e58d-4389-9894-554c10310ba4" providerId="ADAL" clId="{EF23FE1D-A042-481E-AFD7-2A9FB0847F54}" dt="2025-10-01T18:24:21.935" v="21" actId="47"/>
        <pc:sldMkLst>
          <pc:docMk/>
          <pc:sldMk cId="3022522073" sldId="432"/>
        </pc:sldMkLst>
      </pc:sldChg>
      <pc:sldChg chg="del">
        <pc:chgData name="Michael Hill" userId="41dba03d-e58d-4389-9894-554c10310ba4" providerId="ADAL" clId="{EF23FE1D-A042-481E-AFD7-2A9FB0847F54}" dt="2025-10-01T18:24:21.935" v="21" actId="47"/>
        <pc:sldMkLst>
          <pc:docMk/>
          <pc:sldMk cId="2127868973" sldId="433"/>
        </pc:sldMkLst>
      </pc:sldChg>
      <pc:sldChg chg="del">
        <pc:chgData name="Michael Hill" userId="41dba03d-e58d-4389-9894-554c10310ba4" providerId="ADAL" clId="{EF23FE1D-A042-481E-AFD7-2A9FB0847F54}" dt="2025-10-01T18:24:21.935" v="21" actId="47"/>
        <pc:sldMkLst>
          <pc:docMk/>
          <pc:sldMk cId="703337607" sldId="434"/>
        </pc:sldMkLst>
      </pc:sldChg>
      <pc:sldChg chg="del">
        <pc:chgData name="Michael Hill" userId="41dba03d-e58d-4389-9894-554c10310ba4" providerId="ADAL" clId="{EF23FE1D-A042-481E-AFD7-2A9FB0847F54}" dt="2025-10-01T18:24:21.935" v="21" actId="47"/>
        <pc:sldMkLst>
          <pc:docMk/>
          <pc:sldMk cId="2740944839" sldId="435"/>
        </pc:sldMkLst>
      </pc:sldChg>
      <pc:sldChg chg="del">
        <pc:chgData name="Michael Hill" userId="41dba03d-e58d-4389-9894-554c10310ba4" providerId="ADAL" clId="{EF23FE1D-A042-481E-AFD7-2A9FB0847F54}" dt="2025-10-01T18:24:21.935" v="21" actId="47"/>
        <pc:sldMkLst>
          <pc:docMk/>
          <pc:sldMk cId="2901069451" sldId="436"/>
        </pc:sldMkLst>
      </pc:sldChg>
      <pc:sldChg chg="del">
        <pc:chgData name="Michael Hill" userId="41dba03d-e58d-4389-9894-554c10310ba4" providerId="ADAL" clId="{EF23FE1D-A042-481E-AFD7-2A9FB0847F54}" dt="2025-10-01T18:24:21.935" v="21" actId="47"/>
        <pc:sldMkLst>
          <pc:docMk/>
          <pc:sldMk cId="2166109791" sldId="437"/>
        </pc:sldMkLst>
      </pc:sldChg>
      <pc:sldChg chg="del">
        <pc:chgData name="Michael Hill" userId="41dba03d-e58d-4389-9894-554c10310ba4" providerId="ADAL" clId="{EF23FE1D-A042-481E-AFD7-2A9FB0847F54}" dt="2025-10-01T18:24:21.935" v="21" actId="47"/>
        <pc:sldMkLst>
          <pc:docMk/>
          <pc:sldMk cId="5660401" sldId="438"/>
        </pc:sldMkLst>
      </pc:sldChg>
      <pc:sldChg chg="del">
        <pc:chgData name="Michael Hill" userId="41dba03d-e58d-4389-9894-554c10310ba4" providerId="ADAL" clId="{EF23FE1D-A042-481E-AFD7-2A9FB0847F54}" dt="2025-10-01T18:24:21.935" v="21" actId="47"/>
        <pc:sldMkLst>
          <pc:docMk/>
          <pc:sldMk cId="3781759123" sldId="439"/>
        </pc:sldMkLst>
      </pc:sldChg>
      <pc:sldChg chg="del">
        <pc:chgData name="Michael Hill" userId="41dba03d-e58d-4389-9894-554c10310ba4" providerId="ADAL" clId="{EF23FE1D-A042-481E-AFD7-2A9FB0847F54}" dt="2025-10-01T18:24:21.935" v="21" actId="47"/>
        <pc:sldMkLst>
          <pc:docMk/>
          <pc:sldMk cId="66932127" sldId="440"/>
        </pc:sldMkLst>
      </pc:sldChg>
      <pc:sldChg chg="del">
        <pc:chgData name="Michael Hill" userId="41dba03d-e58d-4389-9894-554c10310ba4" providerId="ADAL" clId="{EF23FE1D-A042-481E-AFD7-2A9FB0847F54}" dt="2025-10-01T18:24:21.935" v="21" actId="47"/>
        <pc:sldMkLst>
          <pc:docMk/>
          <pc:sldMk cId="2093926337" sldId="441"/>
        </pc:sldMkLst>
      </pc:sldChg>
      <pc:sldChg chg="del">
        <pc:chgData name="Michael Hill" userId="41dba03d-e58d-4389-9894-554c10310ba4" providerId="ADAL" clId="{EF23FE1D-A042-481E-AFD7-2A9FB0847F54}" dt="2025-10-01T18:24:21.935" v="21" actId="47"/>
        <pc:sldMkLst>
          <pc:docMk/>
          <pc:sldMk cId="1749185766" sldId="442"/>
        </pc:sldMkLst>
      </pc:sldChg>
      <pc:sldChg chg="del">
        <pc:chgData name="Michael Hill" userId="41dba03d-e58d-4389-9894-554c10310ba4" providerId="ADAL" clId="{EF23FE1D-A042-481E-AFD7-2A9FB0847F54}" dt="2025-10-01T18:24:21.935" v="21" actId="47"/>
        <pc:sldMkLst>
          <pc:docMk/>
          <pc:sldMk cId="938138168" sldId="443"/>
        </pc:sldMkLst>
      </pc:sldChg>
      <pc:sldChg chg="del">
        <pc:chgData name="Michael Hill" userId="41dba03d-e58d-4389-9894-554c10310ba4" providerId="ADAL" clId="{EF23FE1D-A042-481E-AFD7-2A9FB0847F54}" dt="2025-10-01T18:24:21.935" v="21" actId="47"/>
        <pc:sldMkLst>
          <pc:docMk/>
          <pc:sldMk cId="278355266" sldId="444"/>
        </pc:sldMkLst>
      </pc:sldChg>
      <pc:sldChg chg="del">
        <pc:chgData name="Michael Hill" userId="41dba03d-e58d-4389-9894-554c10310ba4" providerId="ADAL" clId="{EF23FE1D-A042-481E-AFD7-2A9FB0847F54}" dt="2025-10-01T18:24:21.935" v="21" actId="47"/>
        <pc:sldMkLst>
          <pc:docMk/>
          <pc:sldMk cId="599846176" sldId="445"/>
        </pc:sldMkLst>
      </pc:sldChg>
      <pc:sldChg chg="del">
        <pc:chgData name="Michael Hill" userId="41dba03d-e58d-4389-9894-554c10310ba4" providerId="ADAL" clId="{EF23FE1D-A042-481E-AFD7-2A9FB0847F54}" dt="2025-10-01T18:24:21.935" v="21" actId="47"/>
        <pc:sldMkLst>
          <pc:docMk/>
          <pc:sldMk cId="155687819" sldId="446"/>
        </pc:sldMkLst>
      </pc:sldChg>
      <pc:sldChg chg="del">
        <pc:chgData name="Michael Hill" userId="41dba03d-e58d-4389-9894-554c10310ba4" providerId="ADAL" clId="{EF23FE1D-A042-481E-AFD7-2A9FB0847F54}" dt="2025-10-01T18:24:21.935" v="21" actId="47"/>
        <pc:sldMkLst>
          <pc:docMk/>
          <pc:sldMk cId="2067983466" sldId="44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B2: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PROGRAMMING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7121200" y="2714847"/>
            <a:ext cx="2910108" cy="116091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ICA 1-1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5363192" y="3692233"/>
            <a:ext cx="3292341" cy="98412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PITCH DAY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slides open and ready to roll! Speed is key!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60728" y="1213429"/>
            <a:ext cx="4516539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Pitch Day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Write a recursive function to calculate the result of input values a and b when exponentiated as (a</a:t>
            </a:r>
            <a:r>
              <a:rPr lang="en-US" sz="2800" baseline="30000" dirty="0">
                <a:solidFill>
                  <a:schemeClr val="bg1"/>
                </a:solidFill>
                <a:latin typeface="Bahnschrift" panose="020B0502040204020203" pitchFamily="34" charset="0"/>
              </a:rPr>
              <a:t>b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F2867-8E56-228A-A272-D4ED8954C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926B7704-86EF-7FEC-8155-3D847292CD2C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690CDB7F-EB96-D8B0-D3AA-E3CAB1D0AB9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21671FCB-EF5E-A9AE-9B16-D4B88C68617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54A81DB0-35AE-121E-AE82-A4D31AF2D19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3F3785-EC31-8804-47D6-C260A012DD18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A9A261-C404-6850-0145-A6263A349EF9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2E8945-8B7A-5FF6-41CB-3A36AA2FF6DA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Write a recursive function to calculate the result of input values a and b when exponentiated as (a</a:t>
            </a:r>
            <a:r>
              <a:rPr lang="en-US" sz="2800" baseline="30000" dirty="0">
                <a:solidFill>
                  <a:schemeClr val="bg1"/>
                </a:solidFill>
                <a:latin typeface="Bahnschrift" panose="020B0502040204020203" pitchFamily="34" charset="0"/>
              </a:rPr>
              <a:t>b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7B9208-16B9-4FF3-0246-620CA9B1108A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150267B-6788-74B0-B03C-5D096BDF8D8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083C1FE4-D717-FE13-FA70-8EC95E3A3D3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91B051B8-C24A-43E0-0391-560DEA8A9ED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59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CCA34F-B20D-5650-2A20-E178337C2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937C512-6A8A-7707-1ABF-F06EA9C3B6E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6F6DD21-960C-2B98-AEA8-CA250237427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55A6CD3-84B5-FAC9-03D6-BEB7BECF5AC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0A11C8A-9226-167D-8DD3-0EBA2B47AD3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307991-018E-2677-C298-9F1BCC67D929}"/>
              </a:ext>
            </a:extLst>
          </p:cNvPr>
          <p:cNvSpPr/>
          <p:nvPr/>
        </p:nvSpPr>
        <p:spPr>
          <a:xfrm>
            <a:off x="421105" y="1212852"/>
            <a:ext cx="5010431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Welcome to your first day on the job at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TechStartupOverworked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Inc.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We’ve gotten a lot of commissions from customers on our first day of being open, so let’s get into it!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CBD5F0-804C-3A33-77C6-0CBC8E2723EE}"/>
              </a:ext>
            </a:extLst>
          </p:cNvPr>
          <p:cNvSpPr/>
          <p:nvPr/>
        </p:nvSpPr>
        <p:spPr>
          <a:xfrm>
            <a:off x="72911" y="155968"/>
            <a:ext cx="3266342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PITCH DAY</a:t>
            </a:r>
          </a:p>
        </p:txBody>
      </p:sp>
      <p:pic>
        <p:nvPicPr>
          <p:cNvPr id="11" name="Picture 10" descr="A group of people jumping in the air&#10;&#10;AI-generated content may be incorrect.">
            <a:extLst>
              <a:ext uri="{FF2B5EF4-FFF2-40B4-BE49-F238E27FC236}">
                <a16:creationId xmlns:a16="http://schemas.microsoft.com/office/drawing/2014/main" id="{D351B777-DF69-F653-0DFB-01D1040EF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718" y="1217930"/>
            <a:ext cx="6633210" cy="442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057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45BF4B-DBDC-0629-288E-6046FB4C5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807686B-B506-FDC2-2609-009FDC3F196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DFDDBD-530D-514E-7614-10ABC8AF4EF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D5C8719-BA93-DB65-C1F6-3D50A6A7FF6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F61F852-AB95-4E98-2D51-CF5F0BAF0C8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FD55BF-09F4-2B9F-785D-B0982C18ABE1}"/>
              </a:ext>
            </a:extLst>
          </p:cNvPr>
          <p:cNvSpPr/>
          <p:nvPr/>
        </p:nvSpPr>
        <p:spPr>
          <a:xfrm>
            <a:off x="421105" y="1212852"/>
            <a:ext cx="10605882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Everyone will pick one of the problems we need to solve, no two people picking the same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Then, you’ll have the first half of class to come up with a solution for this problem, and present it through the problem specification framework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are free to make the most outlandish solution suggestion possible, but you must ground yourself firmly in reality despite this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Play. The. Character.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Make it sound real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9B1BC9-6A16-CBCC-EEE0-F8E441836AF4}"/>
              </a:ext>
            </a:extLst>
          </p:cNvPr>
          <p:cNvSpPr/>
          <p:nvPr/>
        </p:nvSpPr>
        <p:spPr>
          <a:xfrm>
            <a:off x="72911" y="155968"/>
            <a:ext cx="3266342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PITCH DAY</a:t>
            </a:r>
          </a:p>
        </p:txBody>
      </p:sp>
    </p:spTree>
    <p:extLst>
      <p:ext uri="{BB962C8B-B14F-4D97-AF65-F5344CB8AC3E}">
        <p14:creationId xmlns:p14="http://schemas.microsoft.com/office/powerpoint/2010/main" val="2889540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D6DDDD-7CBA-1B2B-4A20-BED9E3352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53C4370-2C1D-5248-854B-80F9672BC96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2B5C3CB-2840-C3B4-1DAE-A1CD5107D6B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EB15FE-5AF9-A20B-14FA-0A0E2F02C50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23FD927-8B66-AB1A-84DF-BEB0CBF9CB7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635F36-EDE8-29FA-E831-86AEBA1DCFAB}"/>
              </a:ext>
            </a:extLst>
          </p:cNvPr>
          <p:cNvSpPr/>
          <p:nvPr/>
        </p:nvSpPr>
        <p:spPr>
          <a:xfrm>
            <a:off x="421105" y="1212852"/>
            <a:ext cx="10605882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Household robots keep forgetting to do chores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Gamers forget to take off their VR headsets and lose track of time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Mind reading devices read the minds of the wrong people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Virtual meetings keep running over time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Shapeshifters keep throwing off the government surveillance cameras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People keep losing their invisibility cloaks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People’s cats walk across their keyboards and type gibberish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Smart fridges keep being </a:t>
            </a:r>
            <a:r>
              <a:rPr lang="en-US" sz="2400">
                <a:solidFill>
                  <a:schemeClr val="bg1"/>
                </a:solidFill>
                <a:latin typeface="Bahnschrift" panose="020B0502040204020203" pitchFamily="34" charset="0"/>
              </a:rPr>
              <a:t>sassy to their 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owners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Phones buzz nonstop, making it hard to tell what’s important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3F6B7F-CD55-5F98-8D7C-E70D6133C172}"/>
              </a:ext>
            </a:extLst>
          </p:cNvPr>
          <p:cNvSpPr/>
          <p:nvPr/>
        </p:nvSpPr>
        <p:spPr>
          <a:xfrm>
            <a:off x="72911" y="155968"/>
            <a:ext cx="3266342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PITCH DAY</a:t>
            </a:r>
          </a:p>
        </p:txBody>
      </p:sp>
    </p:spTree>
    <p:extLst>
      <p:ext uri="{BB962C8B-B14F-4D97-AF65-F5344CB8AC3E}">
        <p14:creationId xmlns:p14="http://schemas.microsoft.com/office/powerpoint/2010/main" val="1869265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2CB165-7501-366D-A874-B75EE2C53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3846D38-AFB3-2453-FCFC-8E505A1E218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B6F3C13-97A2-C32F-B410-77269E362A2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23BC2D7-9CD3-CDA9-41B1-987B4E2F100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B0ACF9-1877-D426-94CB-44D12701264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45BEAC-31DC-CAB3-49E3-1A2810442241}"/>
              </a:ext>
            </a:extLst>
          </p:cNvPr>
          <p:cNvSpPr/>
          <p:nvPr/>
        </p:nvSpPr>
        <p:spPr>
          <a:xfrm>
            <a:off x="421105" y="1212852"/>
            <a:ext cx="10605882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Shoot for 2-3 minutes, maximum of 5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You need to address the following: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Problem Statement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Stakeholders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Constraints &amp; Limitations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Goals &amp; Objectives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Input &amp; Output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Evaluation Criteria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Good luck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21AADE-EF39-DBAB-7BC7-483998B8DE74}"/>
              </a:ext>
            </a:extLst>
          </p:cNvPr>
          <p:cNvSpPr/>
          <p:nvPr/>
        </p:nvSpPr>
        <p:spPr>
          <a:xfrm>
            <a:off x="72911" y="155968"/>
            <a:ext cx="3469542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LIMITATIONS</a:t>
            </a:r>
          </a:p>
        </p:txBody>
      </p:sp>
    </p:spTree>
    <p:extLst>
      <p:ext uri="{BB962C8B-B14F-4D97-AF65-F5344CB8AC3E}">
        <p14:creationId xmlns:p14="http://schemas.microsoft.com/office/powerpoint/2010/main" val="865838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8804</TotalTime>
  <Words>300</Words>
  <Application>Microsoft Office PowerPoint</Application>
  <PresentationFormat>Widescreen</PresentationFormat>
  <Paragraphs>41</Paragraphs>
  <Slides>8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14</cp:revision>
  <dcterms:created xsi:type="dcterms:W3CDTF">2025-08-11T14:07:39Z</dcterms:created>
  <dcterms:modified xsi:type="dcterms:W3CDTF">2025-10-24T15:48:55Z</dcterms:modified>
</cp:coreProperties>
</file>