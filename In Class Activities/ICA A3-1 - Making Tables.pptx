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427" r:id="rId5"/>
    <p:sldId id="456" r:id="rId6"/>
    <p:sldId id="457" r:id="rId7"/>
    <p:sldId id="45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6215A9-E200-4EC0-94C6-7DFE4C756DF5}" v="1" dt="2025-11-13T18:35:29.5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">
      <pc:chgData name="Michael Hill" userId="41dba03d-e58d-4389-9894-554c10310ba4" providerId="ADAL" clId="{EF23FE1D-A042-481E-AFD7-2A9FB0847F54}" dt="2025-11-13T18:35:35.763" v="788" actId="14100"/>
      <pc:docMkLst>
        <pc:docMk/>
      </pc:docMkLst>
      <pc:sldChg chg="modSp mod">
        <pc:chgData name="Michael Hill" userId="41dba03d-e58d-4389-9894-554c10310ba4" providerId="ADAL" clId="{EF23FE1D-A042-481E-AFD7-2A9FB0847F54}" dt="2025-11-13T18:29:03.668" v="25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5-11-13T18:29:03.668" v="25" actId="1076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5-11-13T18:29:01.050" v="23" actId="14100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5-11-13T18:30:16.873" v="54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11-13T18:30:16.873" v="54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 modShow">
        <pc:chgData name="Michael Hill" userId="41dba03d-e58d-4389-9894-554c10310ba4" providerId="ADAL" clId="{EF23FE1D-A042-481E-AFD7-2A9FB0847F54}" dt="2025-11-13T18:30:23.446" v="55" actId="729"/>
        <pc:sldMkLst>
          <pc:docMk/>
          <pc:sldMk cId="1910594286" sldId="258"/>
        </pc:sldMkLst>
      </pc:sldChg>
      <pc:sldChg chg="mod modShow">
        <pc:chgData name="Michael Hill" userId="41dba03d-e58d-4389-9894-554c10310ba4" providerId="ADAL" clId="{EF23FE1D-A042-481E-AFD7-2A9FB0847F54}" dt="2025-11-13T18:30:23.446" v="55" actId="729"/>
        <pc:sldMkLst>
          <pc:docMk/>
          <pc:sldMk cId="4217859482" sldId="427"/>
        </pc:sldMkLst>
      </pc:sldChg>
      <pc:sldChg chg="modSp del mod">
        <pc:chgData name="Michael Hill" userId="41dba03d-e58d-4389-9894-554c10310ba4" providerId="ADAL" clId="{EF23FE1D-A042-481E-AFD7-2A9FB0847F54}" dt="2025-11-13T18:35:26.666" v="783" actId="47"/>
        <pc:sldMkLst>
          <pc:docMk/>
          <pc:sldMk cId="2358883517" sldId="455"/>
        </pc:sldMkLst>
        <pc:spChg chg="mod">
          <ac:chgData name="Michael Hill" userId="41dba03d-e58d-4389-9894-554c10310ba4" providerId="ADAL" clId="{EF23FE1D-A042-481E-AFD7-2A9FB0847F54}" dt="2025-11-13T18:30:29.481" v="69" actId="14100"/>
          <ac:spMkLst>
            <pc:docMk/>
            <pc:sldMk cId="2358883517" sldId="455"/>
            <ac:spMk id="5" creationId="{C1AAB5C6-C654-7564-5F81-E8EC4783C0EB}"/>
          </ac:spMkLst>
        </pc:spChg>
        <pc:spChg chg="mod">
          <ac:chgData name="Michael Hill" userId="41dba03d-e58d-4389-9894-554c10310ba4" providerId="ADAL" clId="{EF23FE1D-A042-481E-AFD7-2A9FB0847F54}" dt="2025-11-13T18:33:55.840" v="708" actId="20577"/>
          <ac:spMkLst>
            <pc:docMk/>
            <pc:sldMk cId="2358883517" sldId="455"/>
            <ac:spMk id="8" creationId="{AC284222-4860-E182-B319-EF08F8E4B64E}"/>
          </ac:spMkLst>
        </pc:spChg>
      </pc:sldChg>
      <pc:sldChg chg="modSp add mod">
        <pc:chgData name="Michael Hill" userId="41dba03d-e58d-4389-9894-554c10310ba4" providerId="ADAL" clId="{EF23FE1D-A042-481E-AFD7-2A9FB0847F54}" dt="2025-11-13T18:35:18.325" v="782" actId="20577"/>
        <pc:sldMkLst>
          <pc:docMk/>
          <pc:sldMk cId="3060638974" sldId="456"/>
        </pc:sldMkLst>
        <pc:spChg chg="mod">
          <ac:chgData name="Michael Hill" userId="41dba03d-e58d-4389-9894-554c10310ba4" providerId="ADAL" clId="{EF23FE1D-A042-481E-AFD7-2A9FB0847F54}" dt="2025-11-13T18:35:18.325" v="782" actId="20577"/>
          <ac:spMkLst>
            <pc:docMk/>
            <pc:sldMk cId="3060638974" sldId="456"/>
            <ac:spMk id="8" creationId="{971D10A6-6873-83B9-4A7A-C6B9FA36932C}"/>
          </ac:spMkLst>
        </pc:spChg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364364777" sldId="456"/>
        </pc:sldMkLst>
      </pc:sldChg>
      <pc:sldChg chg="modSp add mod">
        <pc:chgData name="Michael Hill" userId="41dba03d-e58d-4389-9894-554c10310ba4" providerId="ADAL" clId="{EF23FE1D-A042-481E-AFD7-2A9FB0847F54}" dt="2025-11-13T18:35:35.763" v="788" actId="14100"/>
        <pc:sldMkLst>
          <pc:docMk/>
          <pc:sldMk cId="1531057688" sldId="457"/>
        </pc:sldMkLst>
        <pc:spChg chg="mod">
          <ac:chgData name="Michael Hill" userId="41dba03d-e58d-4389-9894-554c10310ba4" providerId="ADAL" clId="{EF23FE1D-A042-481E-AFD7-2A9FB0847F54}" dt="2025-11-13T18:35:35.763" v="788" actId="14100"/>
          <ac:spMkLst>
            <pc:docMk/>
            <pc:sldMk cId="1531057688" sldId="457"/>
            <ac:spMk id="8" creationId="{5AB0D216-07F9-15FB-C51E-1CDAB90F78FA}"/>
          </ac:spMkLst>
        </pc:spChg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4163532292" sldId="457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4192814254" sldId="458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2404966" sldId="459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83363712" sldId="460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580943575" sldId="461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600291678" sldId="462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49789772" sldId="463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4292076523" sldId="464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800408075" sldId="465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480970334" sldId="466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305188185" sldId="467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154263371" sldId="468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139126857" sldId="469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416491736" sldId="470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688514963" sldId="471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284917205" sldId="472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944783527" sldId="473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686804356" sldId="474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671220077" sldId="475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777121032" sldId="476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647805130" sldId="477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846673990" sldId="478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62850155" sldId="479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25991553" sldId="480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274624311" sldId="481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572907964" sldId="482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759764845" sldId="483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1129563727" sldId="484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694134893" sldId="485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874112188" sldId="486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094965177" sldId="487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388369445" sldId="488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706455517" sldId="489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353905924" sldId="490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3904272349" sldId="491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314992430" sldId="492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842837057" sldId="493"/>
        </pc:sldMkLst>
      </pc:sldChg>
      <pc:sldChg chg="del">
        <pc:chgData name="Michael Hill" userId="41dba03d-e58d-4389-9894-554c10310ba4" providerId="ADAL" clId="{EF23FE1D-A042-481E-AFD7-2A9FB0847F54}" dt="2025-11-13T18:33:59.857" v="709" actId="47"/>
        <pc:sldMkLst>
          <pc:docMk/>
          <pc:sldMk cId="2321204220" sldId="4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A3: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DATABASES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7451257" y="2714847"/>
            <a:ext cx="3039479" cy="116091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ICA A3-1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4425695" y="3692233"/>
            <a:ext cx="4994715" cy="98412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MAKING TABLES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Access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Making Tables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Identify the cardinality and modality of the following relationships: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Person &amp; Passport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Author &amp; Books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Movies &amp; Actors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Car &amp; License Plate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F2867-8E56-228A-A272-D4ED8954C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26B7704-86EF-7FEC-8155-3D847292CD2C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690CDB7F-EB96-D8B0-D3AA-E3CAB1D0AB9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21671FCB-EF5E-A9AE-9B16-D4B88C68617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54A81DB0-35AE-121E-AE82-A4D31AF2D19B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3F3785-EC31-8804-47D6-C260A012DD18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A9A261-C404-6850-0145-A6263A349EF9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E8945-8B7A-5FF6-41CB-3A36AA2FF6DA}"/>
              </a:ext>
            </a:extLst>
          </p:cNvPr>
          <p:cNvSpPr/>
          <p:nvPr/>
        </p:nvSpPr>
        <p:spPr>
          <a:xfrm>
            <a:off x="1089140" y="1246841"/>
            <a:ext cx="9808033" cy="52925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Person &amp; Passport: One to one, passport must have person (required), person does not need passport (optional)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Author &amp; Books: One to many (arguably many to many), Book must have author and author must have book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Movies &amp; Actors: Many to many, actor must have movie, movies do not always have actors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Car &amp; License Plate: One to one, car must have license plate, license plate must have car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7B9208-16B9-4FF3-0246-620CA9B1108A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150267B-6788-74B0-B03C-5D096BDF8D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083C1FE4-D717-FE13-FA70-8EC95E3A3D3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91B051B8-C24A-43E0-0391-560DEA8A9ED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5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2B2ED3-4EF8-6330-1896-93D426F0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33300CD-DA7F-9CB2-C806-2870D51E42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0E4E65-71FC-1931-9D8E-688C9DADA7D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4EA5CB-05C5-DAE7-8A42-D443CC3BA99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71ADAC-1916-8360-D79E-4AF2FBD9B9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1D10A6-6873-83B9-4A7A-C6B9FA36932C}"/>
              </a:ext>
            </a:extLst>
          </p:cNvPr>
          <p:cNvSpPr/>
          <p:nvPr/>
        </p:nvSpPr>
        <p:spPr>
          <a:xfrm>
            <a:off x="421106" y="1357745"/>
            <a:ext cx="11264926" cy="52467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Today we’ll be making tables in Microsoft Access based on our previous database schemas that we’ve created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Specifically, we’ll be working together to create a database based on the Product/Order/Customer Database from lesson A3-2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 sure to pay attention and follow along, you’ll need to do what I do to make your database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next slide will have the physical schema from last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Before you create a database, I would highly recommend making its physical schema first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D05023-B49D-4826-0558-B56B39E7F0C2}"/>
              </a:ext>
            </a:extLst>
          </p:cNvPr>
          <p:cNvSpPr/>
          <p:nvPr/>
        </p:nvSpPr>
        <p:spPr>
          <a:xfrm>
            <a:off x="163793" y="155968"/>
            <a:ext cx="471910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MAKING TABLES</a:t>
            </a:r>
          </a:p>
        </p:txBody>
      </p:sp>
    </p:spTree>
    <p:extLst>
      <p:ext uri="{BB962C8B-B14F-4D97-AF65-F5344CB8AC3E}">
        <p14:creationId xmlns:p14="http://schemas.microsoft.com/office/powerpoint/2010/main" val="306063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3C76F9-03DE-B868-7162-FEE66057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07B6ACC-384A-D672-86B1-98A5B52E8F2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83ED46-7EAA-2562-7C1E-F16590693FB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BC3E50-EABF-E4D2-829B-56AB0C115A3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9EF7EB-6BBA-2963-0498-66EB642EEB6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B0D216-07F9-15FB-C51E-1CDAB90F78FA}"/>
              </a:ext>
            </a:extLst>
          </p:cNvPr>
          <p:cNvSpPr/>
          <p:nvPr/>
        </p:nvSpPr>
        <p:spPr>
          <a:xfrm>
            <a:off x="421106" y="969265"/>
            <a:ext cx="11264926" cy="563525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ProductName: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Price: REAL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ProductName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Orders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OrderDate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DATE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FOREIGN KEY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and </a:t>
            </a: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ProductID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 for faster access</a:t>
            </a:r>
          </a:p>
          <a:p>
            <a:pPr marL="45720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Customers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CustomerID</a:t>
            </a: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: INT PRIMARY KEY AUTO_INCREMENT 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LastName: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FirstName: VARCHAR(100) NOT NULL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Email Address: VARCHAR(100) NOT NULL UNIQUE</a:t>
            </a:r>
          </a:p>
          <a:p>
            <a:pPr marL="914400" lvl="1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hnschrift" panose="020B0502040204020203" pitchFamily="34" charset="0"/>
              </a:rPr>
              <a:t>Index on LastName for faster access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C0CB57-7038-ED22-6D0C-D792B8C7595E}"/>
              </a:ext>
            </a:extLst>
          </p:cNvPr>
          <p:cNvSpPr/>
          <p:nvPr/>
        </p:nvSpPr>
        <p:spPr>
          <a:xfrm>
            <a:off x="163793" y="155968"/>
            <a:ext cx="4719104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MAKING TABLES</a:t>
            </a:r>
          </a:p>
        </p:txBody>
      </p:sp>
    </p:spTree>
    <p:extLst>
      <p:ext uri="{BB962C8B-B14F-4D97-AF65-F5344CB8AC3E}">
        <p14:creationId xmlns:p14="http://schemas.microsoft.com/office/powerpoint/2010/main" val="1531057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tx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4" y="1034378"/>
            <a:ext cx="2952132" cy="558953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Integer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Boolean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Float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Double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Decimal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Blob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Date/Time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Privacy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15902</TotalTime>
  <Words>353</Words>
  <Application>Microsoft Office PowerPoint</Application>
  <PresentationFormat>Widescreen</PresentationFormat>
  <Paragraphs>53</Paragraphs>
  <Slides>7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21</cp:revision>
  <dcterms:created xsi:type="dcterms:W3CDTF">2025-08-11T14:07:39Z</dcterms:created>
  <dcterms:modified xsi:type="dcterms:W3CDTF">2025-11-13T18:35:46Z</dcterms:modified>
</cp:coreProperties>
</file>