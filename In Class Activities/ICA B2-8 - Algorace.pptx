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400" r:id="rId4"/>
    <p:sldId id="401" r:id="rId5"/>
    <p:sldId id="402" r:id="rId6"/>
    <p:sldId id="403" r:id="rId7"/>
    <p:sldId id="404" r:id="rId8"/>
    <p:sldId id="405" r:id="rId9"/>
    <p:sldId id="406" r:id="rId10"/>
    <p:sldId id="407" r:id="rId11"/>
    <p:sldId id="408" r:id="rId12"/>
    <p:sldId id="409" r:id="rId13"/>
    <p:sldId id="410" r:id="rId14"/>
    <p:sldId id="41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6648"/>
    <a:srgbClr val="2A4C45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AA9430-4A8F-4A42-8B61-0363EC5D9BDA}" v="21" dt="2025-09-25T15:32:22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9" autoAdjust="0"/>
    <p:restoredTop sz="94660"/>
  </p:normalViewPr>
  <p:slideViewPr>
    <p:cSldViewPr snapToGrid="0">
      <p:cViewPr>
        <p:scale>
          <a:sx n="70" d="100"/>
          <a:sy n="70" d="100"/>
        </p:scale>
        <p:origin x="202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5-09-25T15:32:22.376" v="1611" actId="1076"/>
      <pc:docMkLst>
        <pc:docMk/>
      </pc:docMkLst>
      <pc:sldChg chg="delSp modSp mod">
        <pc:chgData name="Michael Hill" userId="41dba03d-e58d-4389-9894-554c10310ba4" providerId="ADAL" clId="{EF23FE1D-A042-481E-AFD7-2A9FB0847F54}" dt="2025-09-25T14:13:51.927" v="23" actId="478"/>
        <pc:sldMkLst>
          <pc:docMk/>
          <pc:sldMk cId="1878848435" sldId="256"/>
        </pc:sldMkLst>
        <pc:spChg chg="del">
          <ac:chgData name="Michael Hill" userId="41dba03d-e58d-4389-9894-554c10310ba4" providerId="ADAL" clId="{EF23FE1D-A042-481E-AFD7-2A9FB0847F54}" dt="2025-09-25T14:13:51.927" v="23" actId="478"/>
          <ac:spMkLst>
            <pc:docMk/>
            <pc:sldMk cId="1878848435" sldId="256"/>
            <ac:spMk id="2" creationId="{BF8076CA-76A1-8CBD-2EC2-C676B82F5E4F}"/>
          </ac:spMkLst>
        </pc:spChg>
        <pc:spChg chg="mod">
          <ac:chgData name="Michael Hill" userId="41dba03d-e58d-4389-9894-554c10310ba4" providerId="ADAL" clId="{EF23FE1D-A042-481E-AFD7-2A9FB0847F54}" dt="2025-09-25T14:11:54.019" v="7" actId="20577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09-25T14:12:01.705" v="22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09-25T14:14:18.666" v="99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25T14:14:03.195" v="35" actId="20577"/>
          <ac:spMkLst>
            <pc:docMk/>
            <pc:sldMk cId="854122100" sldId="257"/>
            <ac:spMk id="8" creationId="{4D7671A2-401B-58C3-4049-2F9F2E07BD91}"/>
          </ac:spMkLst>
        </pc:spChg>
        <pc:spChg chg="mod">
          <ac:chgData name="Michael Hill" userId="41dba03d-e58d-4389-9894-554c10310ba4" providerId="ADAL" clId="{EF23FE1D-A042-481E-AFD7-2A9FB0847F54}" dt="2025-09-25T14:14:18.666" v="99" actId="20577"/>
          <ac:spMkLst>
            <pc:docMk/>
            <pc:sldMk cId="854122100" sldId="257"/>
            <ac:spMk id="11" creationId="{B2D4645F-350F-77B1-036C-D01223EB808D}"/>
          </ac:spMkLst>
        </pc:spChg>
      </pc:sldChg>
      <pc:sldChg chg="del">
        <pc:chgData name="Michael Hill" userId="41dba03d-e58d-4389-9894-554c10310ba4" providerId="ADAL" clId="{EF23FE1D-A042-481E-AFD7-2A9FB0847F54}" dt="2025-09-25T14:14:23.007" v="100" actId="47"/>
        <pc:sldMkLst>
          <pc:docMk/>
          <pc:sldMk cId="1910594286" sldId="258"/>
        </pc:sldMkLst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510623671" sldId="276"/>
        </pc:sldMkLst>
      </pc:sldChg>
      <pc:sldChg chg="del">
        <pc:chgData name="Michael Hill" userId="41dba03d-e58d-4389-9894-554c10310ba4" providerId="ADAL" clId="{EF23FE1D-A042-481E-AFD7-2A9FB0847F54}" dt="2025-09-25T14:14:23.721" v="101" actId="47"/>
        <pc:sldMkLst>
          <pc:docMk/>
          <pc:sldMk cId="2098128014" sldId="287"/>
        </pc:sldMkLst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491706548" sldId="355"/>
        </pc:sldMkLst>
      </pc:sldChg>
      <pc:sldChg chg="addSp delSp modSp mod">
        <pc:chgData name="Michael Hill" userId="41dba03d-e58d-4389-9894-554c10310ba4" providerId="ADAL" clId="{EF23FE1D-A042-481E-AFD7-2A9FB0847F54}" dt="2025-09-25T14:15:41.687" v="110" actId="14100"/>
        <pc:sldMkLst>
          <pc:docMk/>
          <pc:sldMk cId="3941057527" sldId="400"/>
        </pc:sldMkLst>
        <pc:spChg chg="mod">
          <ac:chgData name="Michael Hill" userId="41dba03d-e58d-4389-9894-554c10310ba4" providerId="ADAL" clId="{EF23FE1D-A042-481E-AFD7-2A9FB0847F54}" dt="2025-09-25T14:15:41.687" v="110" actId="14100"/>
          <ac:spMkLst>
            <pc:docMk/>
            <pc:sldMk cId="3941057527" sldId="400"/>
            <ac:spMk id="8" creationId="{34307991-018E-2677-C298-9F1BCC67D929}"/>
          </ac:spMkLst>
        </pc:spChg>
        <pc:picChg chg="add mod">
          <ac:chgData name="Michael Hill" userId="41dba03d-e58d-4389-9894-554c10310ba4" providerId="ADAL" clId="{EF23FE1D-A042-481E-AFD7-2A9FB0847F54}" dt="2025-09-25T14:14:41.733" v="103"/>
          <ac:picMkLst>
            <pc:docMk/>
            <pc:sldMk cId="3941057527" sldId="400"/>
            <ac:picMk id="2" creationId="{94AA6D56-A542-F4CD-9DED-716648B87D52}"/>
          </ac:picMkLst>
        </pc:picChg>
        <pc:picChg chg="del">
          <ac:chgData name="Michael Hill" userId="41dba03d-e58d-4389-9894-554c10310ba4" providerId="ADAL" clId="{EF23FE1D-A042-481E-AFD7-2A9FB0847F54}" dt="2025-09-25T14:14:40.721" v="102" actId="478"/>
          <ac:picMkLst>
            <pc:docMk/>
            <pc:sldMk cId="3941057527" sldId="400"/>
            <ac:picMk id="6" creationId="{74BC11C0-19FE-AB0B-1477-CC02AF866017}"/>
          </ac:picMkLst>
        </pc:picChg>
      </pc:sldChg>
      <pc:sldChg chg="addSp delSp modSp add mod modAnim">
        <pc:chgData name="Michael Hill" userId="41dba03d-e58d-4389-9894-554c10310ba4" providerId="ADAL" clId="{EF23FE1D-A042-481E-AFD7-2A9FB0847F54}" dt="2025-09-25T14:22:37.560" v="148" actId="14100"/>
        <pc:sldMkLst>
          <pc:docMk/>
          <pc:sldMk cId="3095724752" sldId="401"/>
        </pc:sldMkLst>
        <pc:spChg chg="mod">
          <ac:chgData name="Michael Hill" userId="41dba03d-e58d-4389-9894-554c10310ba4" providerId="ADAL" clId="{EF23FE1D-A042-481E-AFD7-2A9FB0847F54}" dt="2025-09-25T14:19:11.031" v="140" actId="1076"/>
          <ac:spMkLst>
            <pc:docMk/>
            <pc:sldMk cId="3095724752" sldId="401"/>
            <ac:spMk id="5" creationId="{C1491FF1-AD40-79FC-D944-AFC6AF73CAF3}"/>
          </ac:spMkLst>
        </pc:spChg>
        <pc:spChg chg="mod">
          <ac:chgData name="Michael Hill" userId="41dba03d-e58d-4389-9894-554c10310ba4" providerId="ADAL" clId="{EF23FE1D-A042-481E-AFD7-2A9FB0847F54}" dt="2025-09-25T14:17:30.082" v="118" actId="207"/>
          <ac:spMkLst>
            <pc:docMk/>
            <pc:sldMk cId="3095724752" sldId="401"/>
            <ac:spMk id="6" creationId="{D8CBB2E5-2122-A35D-B039-51F241D153F9}"/>
          </ac:spMkLst>
        </pc:spChg>
        <pc:spChg chg="mod">
          <ac:chgData name="Michael Hill" userId="41dba03d-e58d-4389-9894-554c10310ba4" providerId="ADAL" clId="{EF23FE1D-A042-481E-AFD7-2A9FB0847F54}" dt="2025-09-25T14:22:37.560" v="148" actId="14100"/>
          <ac:spMkLst>
            <pc:docMk/>
            <pc:sldMk cId="3095724752" sldId="401"/>
            <ac:spMk id="8" creationId="{4F48A3B5-4315-FC0F-3E28-F7C0ABB2D09F}"/>
          </ac:spMkLst>
        </pc:spChg>
        <pc:spChg chg="mod">
          <ac:chgData name="Michael Hill" userId="41dba03d-e58d-4389-9894-554c10310ba4" providerId="ADAL" clId="{EF23FE1D-A042-481E-AFD7-2A9FB0847F54}" dt="2025-09-25T14:17:40.844" v="120" actId="2085"/>
          <ac:spMkLst>
            <pc:docMk/>
            <pc:sldMk cId="3095724752" sldId="401"/>
            <ac:spMk id="10" creationId="{41051848-3485-2494-BEC4-C601B35A1105}"/>
          </ac:spMkLst>
        </pc:spChg>
        <pc:spChg chg="del mod topLvl">
          <ac:chgData name="Michael Hill" userId="41dba03d-e58d-4389-9894-554c10310ba4" providerId="ADAL" clId="{EF23FE1D-A042-481E-AFD7-2A9FB0847F54}" dt="2025-09-25T14:18:54.423" v="126" actId="478"/>
          <ac:spMkLst>
            <pc:docMk/>
            <pc:sldMk cId="3095724752" sldId="401"/>
            <ac:spMk id="13" creationId="{83E49936-311F-D6F2-7FE6-9748DBFF2E07}"/>
          </ac:spMkLst>
        </pc:spChg>
        <pc:spChg chg="del mod topLvl">
          <ac:chgData name="Michael Hill" userId="41dba03d-e58d-4389-9894-554c10310ba4" providerId="ADAL" clId="{EF23FE1D-A042-481E-AFD7-2A9FB0847F54}" dt="2025-09-25T14:18:52.879" v="125" actId="478"/>
          <ac:spMkLst>
            <pc:docMk/>
            <pc:sldMk cId="3095724752" sldId="401"/>
            <ac:spMk id="14" creationId="{4324056A-3D39-CAC8-6BAB-959594933910}"/>
          </ac:spMkLst>
        </pc:spChg>
        <pc:grpChg chg="add mod">
          <ac:chgData name="Michael Hill" userId="41dba03d-e58d-4389-9894-554c10310ba4" providerId="ADAL" clId="{EF23FE1D-A042-481E-AFD7-2A9FB0847F54}" dt="2025-09-25T14:17:30.082" v="118" actId="207"/>
          <ac:grpSpMkLst>
            <pc:docMk/>
            <pc:sldMk cId="3095724752" sldId="401"/>
            <ac:grpSpMk id="3" creationId="{68F38066-9C9A-5937-0ED1-E3D231FB8DEF}"/>
          </ac:grpSpMkLst>
        </pc:grpChg>
        <pc:grpChg chg="add del mod">
          <ac:chgData name="Michael Hill" userId="41dba03d-e58d-4389-9894-554c10310ba4" providerId="ADAL" clId="{EF23FE1D-A042-481E-AFD7-2A9FB0847F54}" dt="2025-09-25T14:18:52.879" v="125" actId="478"/>
          <ac:grpSpMkLst>
            <pc:docMk/>
            <pc:sldMk cId="3095724752" sldId="401"/>
            <ac:grpSpMk id="11" creationId="{C8622C21-396D-9D63-4A8E-552D1EF15D4C}"/>
          </ac:grpSpMkLst>
        </pc:grpChg>
        <pc:picChg chg="del">
          <ac:chgData name="Michael Hill" userId="41dba03d-e58d-4389-9894-554c10310ba4" providerId="ADAL" clId="{EF23FE1D-A042-481E-AFD7-2A9FB0847F54}" dt="2025-09-25T14:17:47.201" v="122" actId="478"/>
          <ac:picMkLst>
            <pc:docMk/>
            <pc:sldMk cId="3095724752" sldId="401"/>
            <ac:picMk id="2" creationId="{8474F21D-A988-FC79-359D-46B77E5E1D27}"/>
          </ac:picMkLst>
        </pc:picChg>
        <pc:picChg chg="add mod">
          <ac:chgData name="Michael Hill" userId="41dba03d-e58d-4389-9894-554c10310ba4" providerId="ADAL" clId="{EF23FE1D-A042-481E-AFD7-2A9FB0847F54}" dt="2025-09-25T14:17:01.141" v="115"/>
          <ac:picMkLst>
            <pc:docMk/>
            <pc:sldMk cId="3095724752" sldId="401"/>
            <ac:picMk id="15" creationId="{FA51C32B-38B0-D8B6-FEA1-1DCA3C97D1FF}"/>
          </ac:picMkLst>
        </pc:picChg>
        <pc:picChg chg="add mod">
          <ac:chgData name="Michael Hill" userId="41dba03d-e58d-4389-9894-554c10310ba4" providerId="ADAL" clId="{EF23FE1D-A042-481E-AFD7-2A9FB0847F54}" dt="2025-09-25T14:17:01.141" v="115"/>
          <ac:picMkLst>
            <pc:docMk/>
            <pc:sldMk cId="3095724752" sldId="401"/>
            <ac:picMk id="16" creationId="{FDF446ED-01EF-47A9-245A-6A198C125703}"/>
          </ac:picMkLst>
        </pc:picChg>
        <pc:picChg chg="add mod">
          <ac:chgData name="Michael Hill" userId="41dba03d-e58d-4389-9894-554c10310ba4" providerId="ADAL" clId="{EF23FE1D-A042-481E-AFD7-2A9FB0847F54}" dt="2025-09-25T14:17:53.777" v="124" actId="167"/>
          <ac:picMkLst>
            <pc:docMk/>
            <pc:sldMk cId="3095724752" sldId="401"/>
            <ac:picMk id="17" creationId="{BFD91E0D-916E-64B2-462E-E36920E7E61D}"/>
          </ac:picMkLst>
        </pc:picChg>
      </pc:sldChg>
      <pc:sldChg chg="add del setBg">
        <pc:chgData name="Michael Hill" userId="41dba03d-e58d-4389-9894-554c10310ba4" providerId="ADAL" clId="{EF23FE1D-A042-481E-AFD7-2A9FB0847F54}" dt="2025-09-25T14:16:53.730" v="114"/>
        <pc:sldMkLst>
          <pc:docMk/>
          <pc:sldMk cId="3555691729" sldId="402"/>
        </pc:sldMkLst>
      </pc:sldChg>
      <pc:sldChg chg="modSp add mod">
        <pc:chgData name="Michael Hill" userId="41dba03d-e58d-4389-9894-554c10310ba4" providerId="ADAL" clId="{EF23FE1D-A042-481E-AFD7-2A9FB0847F54}" dt="2025-09-25T14:23:26.146" v="158" actId="20577"/>
        <pc:sldMkLst>
          <pc:docMk/>
          <pc:sldMk cId="3574455844" sldId="402"/>
        </pc:sldMkLst>
        <pc:spChg chg="mod">
          <ac:chgData name="Michael Hill" userId="41dba03d-e58d-4389-9894-554c10310ba4" providerId="ADAL" clId="{EF23FE1D-A042-481E-AFD7-2A9FB0847F54}" dt="2025-09-25T14:23:08.908" v="149" actId="20577"/>
          <ac:spMkLst>
            <pc:docMk/>
            <pc:sldMk cId="3574455844" sldId="402"/>
            <ac:spMk id="5" creationId="{AC871BD0-1E3F-D187-461A-585DF74C7C66}"/>
          </ac:spMkLst>
        </pc:spChg>
        <pc:spChg chg="mod">
          <ac:chgData name="Michael Hill" userId="41dba03d-e58d-4389-9894-554c10310ba4" providerId="ADAL" clId="{EF23FE1D-A042-481E-AFD7-2A9FB0847F54}" dt="2025-09-25T14:23:26.146" v="158" actId="20577"/>
          <ac:spMkLst>
            <pc:docMk/>
            <pc:sldMk cId="3574455844" sldId="402"/>
            <ac:spMk id="8" creationId="{CE5DB1C4-C7EA-BDCC-51B8-3C33593D3B03}"/>
          </ac:spMkLst>
        </pc:spChg>
        <pc:spChg chg="mod">
          <ac:chgData name="Michael Hill" userId="41dba03d-e58d-4389-9894-554c10310ba4" providerId="ADAL" clId="{EF23FE1D-A042-481E-AFD7-2A9FB0847F54}" dt="2025-09-25T14:23:13.071" v="154" actId="20577"/>
          <ac:spMkLst>
            <pc:docMk/>
            <pc:sldMk cId="3574455844" sldId="402"/>
            <ac:spMk id="10" creationId="{91B05025-FFB7-938A-4064-D1C57882C788}"/>
          </ac:spMkLst>
        </pc:spChg>
      </pc:sldChg>
      <pc:sldChg chg="modSp add mod">
        <pc:chgData name="Michael Hill" userId="41dba03d-e58d-4389-9894-554c10310ba4" providerId="ADAL" clId="{EF23FE1D-A042-481E-AFD7-2A9FB0847F54}" dt="2025-09-25T14:23:51.203" v="171" actId="20577"/>
        <pc:sldMkLst>
          <pc:docMk/>
          <pc:sldMk cId="1817031672" sldId="403"/>
        </pc:sldMkLst>
        <pc:spChg chg="mod">
          <ac:chgData name="Michael Hill" userId="41dba03d-e58d-4389-9894-554c10310ba4" providerId="ADAL" clId="{EF23FE1D-A042-481E-AFD7-2A9FB0847F54}" dt="2025-09-25T14:23:30.828" v="160" actId="20577"/>
          <ac:spMkLst>
            <pc:docMk/>
            <pc:sldMk cId="1817031672" sldId="403"/>
            <ac:spMk id="5" creationId="{72213C3D-7CBE-755A-1EC2-6CD651D2E58B}"/>
          </ac:spMkLst>
        </pc:spChg>
        <pc:spChg chg="mod">
          <ac:chgData name="Michael Hill" userId="41dba03d-e58d-4389-9894-554c10310ba4" providerId="ADAL" clId="{EF23FE1D-A042-481E-AFD7-2A9FB0847F54}" dt="2025-09-25T14:23:51.203" v="171" actId="20577"/>
          <ac:spMkLst>
            <pc:docMk/>
            <pc:sldMk cId="1817031672" sldId="403"/>
            <ac:spMk id="8" creationId="{D64C356A-0D5C-4115-425A-C3023C1956D1}"/>
          </ac:spMkLst>
        </pc:spChg>
        <pc:spChg chg="mod">
          <ac:chgData name="Michael Hill" userId="41dba03d-e58d-4389-9894-554c10310ba4" providerId="ADAL" clId="{EF23FE1D-A042-481E-AFD7-2A9FB0847F54}" dt="2025-09-25T14:23:33.954" v="165" actId="20577"/>
          <ac:spMkLst>
            <pc:docMk/>
            <pc:sldMk cId="1817031672" sldId="403"/>
            <ac:spMk id="10" creationId="{A198651F-C11B-AC82-849A-7CB47EF8719B}"/>
          </ac:spMkLst>
        </pc:spChg>
      </pc:sldChg>
      <pc:sldChg chg="modSp add mod">
        <pc:chgData name="Michael Hill" userId="41dba03d-e58d-4389-9894-554c10310ba4" providerId="ADAL" clId="{EF23FE1D-A042-481E-AFD7-2A9FB0847F54}" dt="2025-09-25T14:24:26.467" v="189" actId="20577"/>
        <pc:sldMkLst>
          <pc:docMk/>
          <pc:sldMk cId="2195532540" sldId="404"/>
        </pc:sldMkLst>
        <pc:spChg chg="mod">
          <ac:chgData name="Michael Hill" userId="41dba03d-e58d-4389-9894-554c10310ba4" providerId="ADAL" clId="{EF23FE1D-A042-481E-AFD7-2A9FB0847F54}" dt="2025-09-25T14:24:03.817" v="173" actId="20577"/>
          <ac:spMkLst>
            <pc:docMk/>
            <pc:sldMk cId="2195532540" sldId="404"/>
            <ac:spMk id="5" creationId="{45681D93-3211-C40D-3F20-449AFFF9BEEB}"/>
          </ac:spMkLst>
        </pc:spChg>
        <pc:spChg chg="mod">
          <ac:chgData name="Michael Hill" userId="41dba03d-e58d-4389-9894-554c10310ba4" providerId="ADAL" clId="{EF23FE1D-A042-481E-AFD7-2A9FB0847F54}" dt="2025-09-25T14:24:15.780" v="177" actId="20577"/>
          <ac:spMkLst>
            <pc:docMk/>
            <pc:sldMk cId="2195532540" sldId="404"/>
            <ac:spMk id="8" creationId="{B990C370-84FC-ADDB-04A9-0C4DFE71BC3D}"/>
          </ac:spMkLst>
        </pc:spChg>
        <pc:spChg chg="mod">
          <ac:chgData name="Michael Hill" userId="41dba03d-e58d-4389-9894-554c10310ba4" providerId="ADAL" clId="{EF23FE1D-A042-481E-AFD7-2A9FB0847F54}" dt="2025-09-25T14:24:26.467" v="189" actId="20577"/>
          <ac:spMkLst>
            <pc:docMk/>
            <pc:sldMk cId="2195532540" sldId="404"/>
            <ac:spMk id="10" creationId="{4591B62C-83C2-1B19-463D-184BD5200E95}"/>
          </ac:spMkLst>
        </pc:spChg>
      </pc:sldChg>
      <pc:sldChg chg="modSp add mod">
        <pc:chgData name="Michael Hill" userId="41dba03d-e58d-4389-9894-554c10310ba4" providerId="ADAL" clId="{EF23FE1D-A042-481E-AFD7-2A9FB0847F54}" dt="2025-09-25T14:24:43.262" v="191" actId="2711"/>
        <pc:sldMkLst>
          <pc:docMk/>
          <pc:sldMk cId="2994393898" sldId="405"/>
        </pc:sldMkLst>
        <pc:spChg chg="mod">
          <ac:chgData name="Michael Hill" userId="41dba03d-e58d-4389-9894-554c10310ba4" providerId="ADAL" clId="{EF23FE1D-A042-481E-AFD7-2A9FB0847F54}" dt="2025-09-25T14:24:20.032" v="179" actId="20577"/>
          <ac:spMkLst>
            <pc:docMk/>
            <pc:sldMk cId="2994393898" sldId="405"/>
            <ac:spMk id="5" creationId="{2129C746-33B5-AB66-4BE9-201C134796E3}"/>
          </ac:spMkLst>
        </pc:spChg>
        <pc:spChg chg="mod">
          <ac:chgData name="Michael Hill" userId="41dba03d-e58d-4389-9894-554c10310ba4" providerId="ADAL" clId="{EF23FE1D-A042-481E-AFD7-2A9FB0847F54}" dt="2025-09-25T14:24:43.262" v="191" actId="2711"/>
          <ac:spMkLst>
            <pc:docMk/>
            <pc:sldMk cId="2994393898" sldId="405"/>
            <ac:spMk id="8" creationId="{B97D0453-C083-F67F-90F0-DB9415D7F3DA}"/>
          </ac:spMkLst>
        </pc:spChg>
        <pc:spChg chg="mod">
          <ac:chgData name="Michael Hill" userId="41dba03d-e58d-4389-9894-554c10310ba4" providerId="ADAL" clId="{EF23FE1D-A042-481E-AFD7-2A9FB0847F54}" dt="2025-09-25T14:24:22.979" v="185" actId="20577"/>
          <ac:spMkLst>
            <pc:docMk/>
            <pc:sldMk cId="2994393898" sldId="405"/>
            <ac:spMk id="10" creationId="{D9E7F31F-5F33-0EB8-BAB2-1997405B9004}"/>
          </ac:spMkLst>
        </pc:spChg>
      </pc:sldChg>
      <pc:sldChg chg="modSp add mod">
        <pc:chgData name="Michael Hill" userId="41dba03d-e58d-4389-9894-554c10310ba4" providerId="ADAL" clId="{EF23FE1D-A042-481E-AFD7-2A9FB0847F54}" dt="2025-09-25T14:30:23.234" v="372" actId="20577"/>
        <pc:sldMkLst>
          <pc:docMk/>
          <pc:sldMk cId="387340685" sldId="406"/>
        </pc:sldMkLst>
        <pc:spChg chg="mod">
          <ac:chgData name="Michael Hill" userId="41dba03d-e58d-4389-9894-554c10310ba4" providerId="ADAL" clId="{EF23FE1D-A042-481E-AFD7-2A9FB0847F54}" dt="2025-09-25T14:30:19.756" v="369" actId="20577"/>
          <ac:spMkLst>
            <pc:docMk/>
            <pc:sldMk cId="387340685" sldId="406"/>
            <ac:spMk id="5" creationId="{0F78FBCA-EA33-45CB-1949-9818DFC37F30}"/>
          </ac:spMkLst>
        </pc:spChg>
        <pc:spChg chg="mod">
          <ac:chgData name="Michael Hill" userId="41dba03d-e58d-4389-9894-554c10310ba4" providerId="ADAL" clId="{EF23FE1D-A042-481E-AFD7-2A9FB0847F54}" dt="2025-09-25T14:29:49.376" v="367" actId="20577"/>
          <ac:spMkLst>
            <pc:docMk/>
            <pc:sldMk cId="387340685" sldId="406"/>
            <ac:spMk id="8" creationId="{23AC2DBF-FF97-C9FE-09B8-A51E918AFAB8}"/>
          </ac:spMkLst>
        </pc:spChg>
        <pc:spChg chg="mod">
          <ac:chgData name="Michael Hill" userId="41dba03d-e58d-4389-9894-554c10310ba4" providerId="ADAL" clId="{EF23FE1D-A042-481E-AFD7-2A9FB0847F54}" dt="2025-09-25T14:30:23.234" v="372" actId="20577"/>
          <ac:spMkLst>
            <pc:docMk/>
            <pc:sldMk cId="387340685" sldId="406"/>
            <ac:spMk id="10" creationId="{BBC2798D-AD35-6039-27BF-D806403027EF}"/>
          </ac:spMkLst>
        </pc:spChg>
      </pc:sldChg>
      <pc:sldChg chg="modSp add mod">
        <pc:chgData name="Michael Hill" userId="41dba03d-e58d-4389-9894-554c10310ba4" providerId="ADAL" clId="{EF23FE1D-A042-481E-AFD7-2A9FB0847F54}" dt="2025-09-25T14:32:36.292" v="638" actId="20577"/>
        <pc:sldMkLst>
          <pc:docMk/>
          <pc:sldMk cId="161386378" sldId="407"/>
        </pc:sldMkLst>
        <pc:spChg chg="mod">
          <ac:chgData name="Michael Hill" userId="41dba03d-e58d-4389-9894-554c10310ba4" providerId="ADAL" clId="{EF23FE1D-A042-481E-AFD7-2A9FB0847F54}" dt="2025-09-25T14:30:41.113" v="374" actId="20577"/>
          <ac:spMkLst>
            <pc:docMk/>
            <pc:sldMk cId="161386378" sldId="407"/>
            <ac:spMk id="5" creationId="{CD257D1C-11F0-0531-8F01-F8816F0FED59}"/>
          </ac:spMkLst>
        </pc:spChg>
        <pc:spChg chg="mod">
          <ac:chgData name="Michael Hill" userId="41dba03d-e58d-4389-9894-554c10310ba4" providerId="ADAL" clId="{EF23FE1D-A042-481E-AFD7-2A9FB0847F54}" dt="2025-09-25T14:32:12.788" v="624" actId="20577"/>
          <ac:spMkLst>
            <pc:docMk/>
            <pc:sldMk cId="161386378" sldId="407"/>
            <ac:spMk id="8" creationId="{9B9EA61D-B298-C6E3-F1DE-CE8623538090}"/>
          </ac:spMkLst>
        </pc:spChg>
        <pc:spChg chg="mod">
          <ac:chgData name="Michael Hill" userId="41dba03d-e58d-4389-9894-554c10310ba4" providerId="ADAL" clId="{EF23FE1D-A042-481E-AFD7-2A9FB0847F54}" dt="2025-09-25T14:32:36.292" v="638" actId="20577"/>
          <ac:spMkLst>
            <pc:docMk/>
            <pc:sldMk cId="161386378" sldId="407"/>
            <ac:spMk id="10" creationId="{99587E2F-C4E9-28FE-E300-8E9D98E403AD}"/>
          </ac:spMkLst>
        </pc:spChg>
      </pc:sldChg>
      <pc:sldChg chg="modSp add mod">
        <pc:chgData name="Michael Hill" userId="41dba03d-e58d-4389-9894-554c10310ba4" providerId="ADAL" clId="{EF23FE1D-A042-481E-AFD7-2A9FB0847F54}" dt="2025-09-25T15:24:42.547" v="1021" actId="20577"/>
        <pc:sldMkLst>
          <pc:docMk/>
          <pc:sldMk cId="1899296372" sldId="408"/>
        </pc:sldMkLst>
        <pc:spChg chg="mod">
          <ac:chgData name="Michael Hill" userId="41dba03d-e58d-4389-9894-554c10310ba4" providerId="ADAL" clId="{EF23FE1D-A042-481E-AFD7-2A9FB0847F54}" dt="2025-09-25T14:32:28.154" v="626" actId="20577"/>
          <ac:spMkLst>
            <pc:docMk/>
            <pc:sldMk cId="1899296372" sldId="408"/>
            <ac:spMk id="5" creationId="{54EFAEBE-8B0F-30E3-ADE0-9B338DF95246}"/>
          </ac:spMkLst>
        </pc:spChg>
        <pc:spChg chg="mod">
          <ac:chgData name="Michael Hill" userId="41dba03d-e58d-4389-9894-554c10310ba4" providerId="ADAL" clId="{EF23FE1D-A042-481E-AFD7-2A9FB0847F54}" dt="2025-09-25T15:24:42.547" v="1021" actId="20577"/>
          <ac:spMkLst>
            <pc:docMk/>
            <pc:sldMk cId="1899296372" sldId="408"/>
            <ac:spMk id="8" creationId="{A3C1BD52-365A-2A17-AAC2-D784479C9D43}"/>
          </ac:spMkLst>
        </pc:spChg>
        <pc:spChg chg="mod">
          <ac:chgData name="Michael Hill" userId="41dba03d-e58d-4389-9894-554c10310ba4" providerId="ADAL" clId="{EF23FE1D-A042-481E-AFD7-2A9FB0847F54}" dt="2025-09-25T14:32:32.423" v="633" actId="20577"/>
          <ac:spMkLst>
            <pc:docMk/>
            <pc:sldMk cId="1899296372" sldId="408"/>
            <ac:spMk id="10" creationId="{790E7DA2-8310-CB24-B614-0F8F8DF56BC6}"/>
          </ac:spMkLst>
        </pc:spChg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3198520212" sldId="408"/>
        </pc:sldMkLst>
      </pc:sldChg>
      <pc:sldChg chg="modSp add mod">
        <pc:chgData name="Michael Hill" userId="41dba03d-e58d-4389-9894-554c10310ba4" providerId="ADAL" clId="{EF23FE1D-A042-481E-AFD7-2A9FB0847F54}" dt="2025-09-25T15:25:57.796" v="1197" actId="20577"/>
        <pc:sldMkLst>
          <pc:docMk/>
          <pc:sldMk cId="1097692453" sldId="409"/>
        </pc:sldMkLst>
        <pc:spChg chg="mod">
          <ac:chgData name="Michael Hill" userId="41dba03d-e58d-4389-9894-554c10310ba4" providerId="ADAL" clId="{EF23FE1D-A042-481E-AFD7-2A9FB0847F54}" dt="2025-09-25T15:24:47.081" v="1023" actId="20577"/>
          <ac:spMkLst>
            <pc:docMk/>
            <pc:sldMk cId="1097692453" sldId="409"/>
            <ac:spMk id="5" creationId="{0EA0AAE7-CBC7-4D87-CAC7-ACC3C1F656B8}"/>
          </ac:spMkLst>
        </pc:spChg>
        <pc:spChg chg="mod">
          <ac:chgData name="Michael Hill" userId="41dba03d-e58d-4389-9894-554c10310ba4" providerId="ADAL" clId="{EF23FE1D-A042-481E-AFD7-2A9FB0847F54}" dt="2025-09-25T15:25:57.796" v="1197" actId="20577"/>
          <ac:spMkLst>
            <pc:docMk/>
            <pc:sldMk cId="1097692453" sldId="409"/>
            <ac:spMk id="8" creationId="{D32F5CF5-BF1D-06CD-95A0-DC0BD406A1DB}"/>
          </ac:spMkLst>
        </pc:spChg>
        <pc:spChg chg="mod">
          <ac:chgData name="Michael Hill" userId="41dba03d-e58d-4389-9894-554c10310ba4" providerId="ADAL" clId="{EF23FE1D-A042-481E-AFD7-2A9FB0847F54}" dt="2025-09-25T15:24:49.903" v="1027" actId="20577"/>
          <ac:spMkLst>
            <pc:docMk/>
            <pc:sldMk cId="1097692453" sldId="409"/>
            <ac:spMk id="10" creationId="{E6187AAA-857F-F0E4-1ACB-759E6C7C6FA1}"/>
          </ac:spMkLst>
        </pc:spChg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2732684361" sldId="409"/>
        </pc:sldMkLst>
      </pc:sldChg>
      <pc:sldChg chg="modSp add mod">
        <pc:chgData name="Michael Hill" userId="41dba03d-e58d-4389-9894-554c10310ba4" providerId="ADAL" clId="{EF23FE1D-A042-481E-AFD7-2A9FB0847F54}" dt="2025-09-25T15:31:20.946" v="1511" actId="20577"/>
        <pc:sldMkLst>
          <pc:docMk/>
          <pc:sldMk cId="2756467498" sldId="410"/>
        </pc:sldMkLst>
        <pc:spChg chg="mod">
          <ac:chgData name="Michael Hill" userId="41dba03d-e58d-4389-9894-554c10310ba4" providerId="ADAL" clId="{EF23FE1D-A042-481E-AFD7-2A9FB0847F54}" dt="2025-09-25T15:29:21.980" v="1201" actId="20577"/>
          <ac:spMkLst>
            <pc:docMk/>
            <pc:sldMk cId="2756467498" sldId="410"/>
            <ac:spMk id="5" creationId="{647B04E8-ED07-0541-68A3-94F480A84483}"/>
          </ac:spMkLst>
        </pc:spChg>
        <pc:spChg chg="mod">
          <ac:chgData name="Michael Hill" userId="41dba03d-e58d-4389-9894-554c10310ba4" providerId="ADAL" clId="{EF23FE1D-A042-481E-AFD7-2A9FB0847F54}" dt="2025-09-25T15:30:25.840" v="1497" actId="15"/>
          <ac:spMkLst>
            <pc:docMk/>
            <pc:sldMk cId="2756467498" sldId="410"/>
            <ac:spMk id="8" creationId="{11907ADA-9D8C-AB23-6DBA-2CCB136FD674}"/>
          </ac:spMkLst>
        </pc:spChg>
        <pc:spChg chg="mod">
          <ac:chgData name="Michael Hill" userId="41dba03d-e58d-4389-9894-554c10310ba4" providerId="ADAL" clId="{EF23FE1D-A042-481E-AFD7-2A9FB0847F54}" dt="2025-09-25T15:31:20.946" v="1511" actId="20577"/>
          <ac:spMkLst>
            <pc:docMk/>
            <pc:sldMk cId="2756467498" sldId="410"/>
            <ac:spMk id="10" creationId="{0F813518-A387-1DB4-A226-17625B9FB54B}"/>
          </ac:spMkLst>
        </pc:spChg>
        <pc:grpChg chg="mod">
          <ac:chgData name="Michael Hill" userId="41dba03d-e58d-4389-9894-554c10310ba4" providerId="ADAL" clId="{EF23FE1D-A042-481E-AFD7-2A9FB0847F54}" dt="2025-09-25T15:31:17.280" v="1499" actId="1076"/>
          <ac:grpSpMkLst>
            <pc:docMk/>
            <pc:sldMk cId="2756467498" sldId="410"/>
            <ac:grpSpMk id="3" creationId="{796B3133-C5D0-4C60-C7D5-DE9412CAE20D}"/>
          </ac:grpSpMkLst>
        </pc:grpChg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4083787807" sldId="410"/>
        </pc:sldMkLst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359975313" sldId="411"/>
        </pc:sldMkLst>
      </pc:sldChg>
      <pc:sldChg chg="addSp delSp modSp add mod ord">
        <pc:chgData name="Michael Hill" userId="41dba03d-e58d-4389-9894-554c10310ba4" providerId="ADAL" clId="{EF23FE1D-A042-481E-AFD7-2A9FB0847F54}" dt="2025-09-25T15:32:22.376" v="1611" actId="1076"/>
        <pc:sldMkLst>
          <pc:docMk/>
          <pc:sldMk cId="472340134" sldId="411"/>
        </pc:sldMkLst>
        <pc:spChg chg="mod">
          <ac:chgData name="Michael Hill" userId="41dba03d-e58d-4389-9894-554c10310ba4" providerId="ADAL" clId="{EF23FE1D-A042-481E-AFD7-2A9FB0847F54}" dt="2025-09-25T15:31:57.352" v="1541" actId="1076"/>
          <ac:spMkLst>
            <pc:docMk/>
            <pc:sldMk cId="472340134" sldId="411"/>
            <ac:spMk id="5" creationId="{9171778A-C845-7534-3E5A-2CDB9341C664}"/>
          </ac:spMkLst>
        </pc:spChg>
        <pc:spChg chg="mod">
          <ac:chgData name="Michael Hill" userId="41dba03d-e58d-4389-9894-554c10310ba4" providerId="ADAL" clId="{EF23FE1D-A042-481E-AFD7-2A9FB0847F54}" dt="2025-09-25T15:32:21.050" v="1610" actId="14100"/>
          <ac:spMkLst>
            <pc:docMk/>
            <pc:sldMk cId="472340134" sldId="411"/>
            <ac:spMk id="8" creationId="{267B683C-DF44-2E9F-4CE4-5B0F012665FD}"/>
          </ac:spMkLst>
        </pc:spChg>
        <pc:picChg chg="del">
          <ac:chgData name="Michael Hill" userId="41dba03d-e58d-4389-9894-554c10310ba4" providerId="ADAL" clId="{EF23FE1D-A042-481E-AFD7-2A9FB0847F54}" dt="2025-09-25T15:32:10.517" v="1606" actId="478"/>
          <ac:picMkLst>
            <pc:docMk/>
            <pc:sldMk cId="472340134" sldId="411"/>
            <ac:picMk id="2" creationId="{50FE98C4-16B8-B8BF-C6EC-79D2B4C8BEE3}"/>
          </ac:picMkLst>
        </pc:picChg>
        <pc:picChg chg="add mod">
          <ac:chgData name="Michael Hill" userId="41dba03d-e58d-4389-9894-554c10310ba4" providerId="ADAL" clId="{EF23FE1D-A042-481E-AFD7-2A9FB0847F54}" dt="2025-09-25T15:32:22.376" v="1611" actId="1076"/>
          <ac:picMkLst>
            <pc:docMk/>
            <pc:sldMk cId="472340134" sldId="411"/>
            <ac:picMk id="3" creationId="{4C178334-BD69-C751-8BC6-3CCB855D37BA}"/>
          </ac:picMkLst>
        </pc:picChg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547522185" sldId="412"/>
        </pc:sldMkLst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771415691" sldId="413"/>
        </pc:sldMkLst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3656614381" sldId="414"/>
        </pc:sldMkLst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2281025764" sldId="415"/>
        </pc:sldMkLst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4040348236" sldId="416"/>
        </pc:sldMkLst>
      </pc:sldChg>
      <pc:sldChg chg="del">
        <pc:chgData name="Michael Hill" userId="41dba03d-e58d-4389-9894-554c10310ba4" providerId="ADAL" clId="{EF23FE1D-A042-481E-AFD7-2A9FB0847F54}" dt="2025-09-25T14:16:42.157" v="111" actId="47"/>
        <pc:sldMkLst>
          <pc:docMk/>
          <pc:sldMk cId="2761944784" sldId="41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206685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ICA B2-8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926418" y="3692233"/>
            <a:ext cx="4651576" cy="98412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ALGORACE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quickly write code based on the slides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THE ALGORACE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CA34F-B20D-5650-2A20-E178337C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37C512-6A8A-7707-1ABF-F06EA9C3B6E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F6DD21-960C-2B98-AEA8-CA25023742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5A6CD3-84B5-FAC9-03D6-BEB7BECF5A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A11C8A-9226-167D-8DD3-0EBA2B47AD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07991-018E-2677-C298-9F1BCC67D929}"/>
              </a:ext>
            </a:extLst>
          </p:cNvPr>
          <p:cNvSpPr/>
          <p:nvPr/>
        </p:nvSpPr>
        <p:spPr>
          <a:xfrm>
            <a:off x="905256" y="1212852"/>
            <a:ext cx="7324344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Today, we’ll be working through a rapid-fire set of programming problems in Python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  <a:cs typeface="Cascadia Code" panose="020B06090200000200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We’ll test and build your knowledge of selection statements, loops, and procedures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  <a:cs typeface="Cascadia Code" panose="020B06090200000200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You will look like this guy when you’re done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(hopefully not blue </a:t>
            </a:r>
            <a:r>
              <a:rPr lang="en-US" sz="2400" dirty="0" err="1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tho</a:t>
            </a: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  <a:cs typeface="Cascadia Code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BD5F0-804C-3A33-77C6-0CBC8E2723EE}"/>
              </a:ext>
            </a:extLst>
          </p:cNvPr>
          <p:cNvSpPr/>
          <p:nvPr/>
        </p:nvSpPr>
        <p:spPr>
          <a:xfrm>
            <a:off x="0" y="142543"/>
            <a:ext cx="3228088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RECURSION</a:t>
            </a:r>
          </a:p>
        </p:txBody>
      </p:sp>
      <p:pic>
        <p:nvPicPr>
          <p:cNvPr id="2" name="Picture 2" descr="Megamind (Megamind) Render by Soul151Killer on DeviantArt">
            <a:extLst>
              <a:ext uri="{FF2B5EF4-FFF2-40B4-BE49-F238E27FC236}">
                <a16:creationId xmlns:a16="http://schemas.microsoft.com/office/drawing/2014/main" id="{94AA6D56-A542-F4CD-9DED-716648B87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047" y="1507067"/>
            <a:ext cx="46116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057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1FC98-178E-9FDF-D2BA-D5667876E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BFD91E0D-916E-64B2-462E-E36920E7E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998A4EC-C02E-D6ED-A1F8-6F0ED0C4394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C4A3159-DB09-647B-08EF-7C219A95530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41493E1-DB00-20F2-452D-18832CC9436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66F58F-68FE-50CC-23A1-32D1C0F8F33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48A3B5-4315-FC0F-3E28-F7C0ABB2D09F}"/>
              </a:ext>
            </a:extLst>
          </p:cNvPr>
          <p:cNvSpPr/>
          <p:nvPr/>
        </p:nvSpPr>
        <p:spPr>
          <a:xfrm>
            <a:off x="1859080" y="1212852"/>
            <a:ext cx="883756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start, let’s take it slow.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takes in an input value of a car speed, and an input value of a speed limit.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car speed is greater than the speed limit, print out (“Slow down! You’re going &lt;however many miles&gt; above the speed limit”) and subtract one from the speed. It should keep printing until the car has slowed down to the speed limit.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491FF1-AD40-79FC-D944-AFC6AF73CAF3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F38066-9C9A-5937-0ED1-E3D231FB8DEF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CBB2E5-2122-A35D-B039-51F241D153F9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051848-3485-2494-BEC4-C601B35A1105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ROUND ONE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FA51C32B-38B0-D8B6-FEA1-1DCA3C97D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FDF446ED-01EF-47A9-245A-6A198C125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572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B7BC30-554C-341C-FF7D-0A14E8ECD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DC8B767A-BBA2-0D4C-C1CA-441558693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2593614-3008-2B9A-0278-C05146FAB02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488BB9-EDB3-6C15-9C6B-58A12455DC5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4A7DAF-29A6-EA87-1670-675C3E6D993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8E76064-C38B-F16F-D296-07F78B8148D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5DB1C4-C7EA-BDCC-51B8-3C33593D3B03}"/>
              </a:ext>
            </a:extLst>
          </p:cNvPr>
          <p:cNvSpPr/>
          <p:nvPr/>
        </p:nvSpPr>
        <p:spPr>
          <a:xfrm>
            <a:off x="1859080" y="1212852"/>
            <a:ext cx="935994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program that lets the use type in as many positive numbers as they’d like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Once they type a negative number, stop asking them for numbers, and find out what the largest number they typed in was.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Print the largest number to the screen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871BD0-1E3F-D187-461A-585DF74C7C66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649A58F-03D8-0098-ACFB-C6D11DD7FCB5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00569B-80DC-B7DA-9474-46FB2B69AFF2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B05025-FFB7-938A-4064-D1C57882C788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ROUND TWO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557CBF89-4F40-22DA-8A75-BA2D85B6E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E8A8EBD3-3E56-8A82-EF24-4C9C3F355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45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5121C-8AEC-B14E-E7D8-B245A8DF1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B3742C18-04FF-A5D7-12ED-0C4DA43CD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17AF570-D77D-1909-8DF9-741D4D3D23E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DCEBF6-3CA2-46AD-04FF-75627A90851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B7F194-C6EA-538F-10FD-7F06ACE1B1C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1653E8-D2AC-0174-0F73-37C9ED43A9F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4C356A-0D5C-4115-425A-C3023C1956D1}"/>
              </a:ext>
            </a:extLst>
          </p:cNvPr>
          <p:cNvSpPr/>
          <p:nvPr/>
        </p:nvSpPr>
        <p:spPr>
          <a:xfrm>
            <a:off x="1859080" y="1212852"/>
            <a:ext cx="935994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company decides to give a bonus to employees based on the following criteria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they’ve worked there for 10 years, 10% bonus,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&gt;= 6 and &lt; 10, 8% bonus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less than 6, 5% bonus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Ask the user for their salary and years of work and calculate their bonus, and print it to the screen.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213C3D-7CBE-755A-1EC2-6CD651D2E58B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3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511B92-22CE-280A-310D-3FF8A54F6FAC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E945C68-0B3B-2EEC-0CB3-C7BEB384200B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98651F-C11B-AC82-849A-7CB47EF8719B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ROUND THREE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0C4A7714-F432-88D8-DF8F-8DD8DC2CC6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70097B68-5EBE-A283-12DB-DD75D7BE2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7031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ADB17-A0E9-F4C9-029F-1BFFA9DF8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E11DF7B4-BA4B-FA42-1645-45CFFA1A0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9D56733-DBE8-8EF7-A592-B1A9469830E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2B3EDA-EF0B-6B7A-9DDB-E65423A2C8B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B5FDE1A-28A0-4223-ED40-116481A8A41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64B020-3B38-E223-0A97-EF876C8271F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90C370-84FC-ADDB-04A9-0C4DFE71BC3D}"/>
              </a:ext>
            </a:extLst>
          </p:cNvPr>
          <p:cNvSpPr/>
          <p:nvPr/>
        </p:nvSpPr>
        <p:spPr>
          <a:xfrm>
            <a:off x="1859080" y="1212852"/>
            <a:ext cx="935994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program that will take in a year and print out whether or not that year is a leap year.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Leap years are every four years, unless that year is divisible by 100, but still happen if that year is divisible by 400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Print out true or false based on if the year would be a leap year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681D93-3211-C40D-3F20-449AFFF9BEEB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E7D4AAB-90AF-8BAF-0B3D-C85C50D19C77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B004F32-A9D3-8512-0AF3-5B441A79D3FA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591B62C-83C2-1B19-463D-184BD5200E95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ROUND FOUR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78ECAE09-2080-B83D-A6BE-BC3893253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3C5318AA-1F00-B128-B74F-CD169A8D6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532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88D4C-11B3-1E21-923E-B8367C8E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4C129306-3BDD-2F8F-38AA-C6A660275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91AFD8A-A9D3-61FE-C2B1-76D55A7D9BD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EAC10BE-8C7C-D6D2-B431-BE4473F868C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8C6834-BDAF-2953-B8F7-FDAFEF99870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F6148C9-0915-4FA2-6B31-E81716919C2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7D0453-C083-F67F-90F0-DB9415D7F3DA}"/>
              </a:ext>
            </a:extLst>
          </p:cNvPr>
          <p:cNvSpPr/>
          <p:nvPr/>
        </p:nvSpPr>
        <p:spPr>
          <a:xfrm>
            <a:off x="1859080" y="1212852"/>
            <a:ext cx="935994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Create a program that will accept three sides of a triangle, and return if it is an equilateral, isosceles, or scalene triangle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29C746-33B5-AB66-4BE9-201C134796E3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5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9B8F91-9A08-939B-7BEB-836DD231A835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053B684-DDE0-BDD3-0FE8-D4D189C74349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9E7F31F-5F33-0EB8-BAB2-1997405B9004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ROUND FIVE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EF1F9380-6B3A-6445-C1F3-8FFE5E661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649C16F6-5C2C-E958-BB52-65677B7B4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439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6D94C4-7BE3-BA78-D5DF-9C62B3BD4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3AD85C58-85A0-BA4C-DF06-2B34E9F5A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E22BF6C-90EF-2FD7-D750-6DCD28D18B6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66EDC1-1112-0638-E4E4-AEC8FCC268E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05C6C9-339F-0C84-781E-3134D52B4A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C2AD5B-5194-9CE5-2986-6857A93532D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AC2DBF-FF97-C9FE-09B8-A51E918AFAB8}"/>
              </a:ext>
            </a:extLst>
          </p:cNvPr>
          <p:cNvSpPr/>
          <p:nvPr/>
        </p:nvSpPr>
        <p:spPr>
          <a:xfrm>
            <a:off x="1859080" y="1212852"/>
            <a:ext cx="935994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outputs the average of a list of integers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list of integers must be hard-coded and is as follows: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[5, 89, 13, 53, 12, 75, 82, 24, 37]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78FBCA-EA33-45CB-1949-9818DFC37F30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6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F6AA4F-A7EF-3301-290F-261EE36A01A2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D97398-F833-5B8C-A3F4-398986C63C00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BC2798D-AD35-6039-27BF-D806403027EF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ROUND SIX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303418EA-67DE-8EC6-D451-1BD044F28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80CA9F3B-9B4C-B36C-30CB-016AEA2A8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340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99C56-1F80-0C17-B52D-7505BB72E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30A0137C-83F9-9ACB-646D-99324A07A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DF8361A-8D3D-A12F-9FF1-2C6E5C626EB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5EBAC1-88C6-DD20-201A-FA8E3EAA22C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61B180D-ABAA-A187-7BF6-A8CFD3F59DA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9471FB-7F74-92FE-1346-5E883CC2697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9EA61D-B298-C6E3-F1DE-CE8623538090}"/>
              </a:ext>
            </a:extLst>
          </p:cNvPr>
          <p:cNvSpPr/>
          <p:nvPr/>
        </p:nvSpPr>
        <p:spPr>
          <a:xfrm>
            <a:off x="1859080" y="1212852"/>
            <a:ext cx="935994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an algorithm that prints out which quadrant of a coordinate grid an x and y value would be 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should take input for the x and y variables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257D1C-11F0-0531-8F01-F8816F0FED59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96D2C-73D0-627D-391E-89A68F5409DA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3E32CA-F936-DC64-8FD4-64CB4C49A447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587E2F-C4E9-28FE-E300-8E9D98E403AD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ROUND SEVEN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FA784F46-0BC4-BCC0-BF4B-D196B971B1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F2EFC003-E6CD-3C30-107B-8BB759D280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38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A6024-9872-A6F2-D9D8-26E31727B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6FAC09B8-A8E2-461C-890B-5ABF78746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6982CD7-5665-AC4E-48DE-7A641793E79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6B2942-CF24-7CAA-2BB1-78B22AA0102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A4F03F1-9E4B-0A41-E238-16B327BB388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C47C0A-0770-0753-6E96-7F5D57BF938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3C1BD52-365A-2A17-AAC2-D784479C9D43}"/>
              </a:ext>
            </a:extLst>
          </p:cNvPr>
          <p:cNvSpPr/>
          <p:nvPr/>
        </p:nvSpPr>
        <p:spPr>
          <a:xfrm>
            <a:off x="1859080" y="1212852"/>
            <a:ext cx="935994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loops to take input for as many strings as the user would like to input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Once the user types in a 0, the program should stop asking for strings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program should then output the number of strings that had even numbers of characters and the number of strings that had odd numbers of characters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EFAEBE-8B0F-30E3-ADE0-9B338DF95246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8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C5BFFFE-DE51-2BA4-92BC-181F3A088E2C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62B7E6-0FFC-E4FB-11A4-FB6F7C3DE09A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90E7DA2-8310-CB24-B614-0F8F8DF56BC6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ROUND EIGHT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F5530989-1836-E94D-89E9-94E13C784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7F4AE6F5-76E7-F674-6F95-BE3C03C40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9296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9951FC-10B8-0C3A-242A-27E9AB6D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0996C3AB-0BF1-5C4F-6F51-48BD5D376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D34A00E-D4FB-25FC-CDA5-05E4CDA4328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A2326A-8BD6-0A01-AB59-FF89338AE1D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C7D468-FD84-9D79-2EF4-B454A69CA0B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15527F-8814-932B-0F69-9D08B2C3F18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2F5CF5-BF1D-06CD-95A0-DC0BD406A1DB}"/>
              </a:ext>
            </a:extLst>
          </p:cNvPr>
          <p:cNvSpPr/>
          <p:nvPr/>
        </p:nvSpPr>
        <p:spPr>
          <a:xfrm>
            <a:off x="1859080" y="1212852"/>
            <a:ext cx="935994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prints a triangle of asterisks that is 30 characters tall and 30 characters wide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may not hard-code this output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A0AAE7-CBC7-4D87-CAC7-ACC3C1F656B8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9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D0808E5-F321-AF80-B08A-F82F23E2B52C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30A32FF-DD19-0DEA-184F-D31A77570EBE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6187AAA-857F-F0E4-1ACB-759E6C7C6FA1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ROUND NINE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DC07E82C-BFC7-54DA-82A0-78F521EED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7D37DA53-7497-BACF-9235-FF3D0CB03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69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62A6C1-ADA0-1458-ECEE-09511D391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4" descr="Super Smash Bros. Boxing Ring Stage Is More Than Meets The Eye">
            <a:extLst>
              <a:ext uri="{FF2B5EF4-FFF2-40B4-BE49-F238E27FC236}">
                <a16:creationId xmlns:a16="http://schemas.microsoft.com/office/drawing/2014/main" id="{1BB60B3B-A1C9-E618-A103-4F0A389C4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" y="0"/>
            <a:ext cx="12191998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EC9D092A-6D51-6CBC-C5DF-50B8F66BFAA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BBF80A-516B-DEDE-B064-80BB7D0C59D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B0F23F-5B3A-6CF3-730C-D0F0E4C44A7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A87E4B2-FD03-7373-88ED-4AB7706782F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907ADA-9D8C-AB23-6DBA-2CCB136FD674}"/>
              </a:ext>
            </a:extLst>
          </p:cNvPr>
          <p:cNvSpPr/>
          <p:nvPr/>
        </p:nvSpPr>
        <p:spPr>
          <a:xfrm>
            <a:off x="1859080" y="1212852"/>
            <a:ext cx="9359946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Recreate the bubble sort algorithm from memory using no external 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list to sort is as follows: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[45, 88, 12, 35, 98, 13, 0, -5, 77]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7B04E8-ED07-0541-68A3-94F480A84483}"/>
              </a:ext>
            </a:extLst>
          </p:cNvPr>
          <p:cNvSpPr/>
          <p:nvPr/>
        </p:nvSpPr>
        <p:spPr>
          <a:xfrm>
            <a:off x="1493431" y="211419"/>
            <a:ext cx="3967574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CHALLENGE 10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96B3133-C5D0-4C60-C7D5-DE9412CAE20D}"/>
              </a:ext>
            </a:extLst>
          </p:cNvPr>
          <p:cNvGrpSpPr/>
          <p:nvPr/>
        </p:nvGrpSpPr>
        <p:grpSpPr>
          <a:xfrm rot="16047838">
            <a:off x="-9743354" y="-2375074"/>
            <a:ext cx="16315123" cy="5958232"/>
            <a:chOff x="-245864" y="-1297344"/>
            <a:chExt cx="16315123" cy="1356107"/>
          </a:xfrm>
          <a:solidFill>
            <a:srgbClr val="2A4C45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A3EB2D0-012C-E234-1358-1444F6FD3834}"/>
                </a:ext>
              </a:extLst>
            </p:cNvPr>
            <p:cNvSpPr/>
            <p:nvPr/>
          </p:nvSpPr>
          <p:spPr>
            <a:xfrm rot="21540000">
              <a:off x="-245864" y="-1297344"/>
              <a:ext cx="12677564" cy="1356107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rgbClr val="8C3FC5"/>
                </a:solidFill>
                <a:latin typeface="Sofachrome Rg" panose="02010507020000020004" pitchFamily="50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813518-A387-1DB4-A226-17625B9FB54B}"/>
                </a:ext>
              </a:extLst>
            </p:cNvPr>
            <p:cNvSpPr txBox="1"/>
            <p:nvPr/>
          </p:nvSpPr>
          <p:spPr>
            <a:xfrm rot="21540000">
              <a:off x="1559711" y="-147047"/>
              <a:ext cx="14509548" cy="175126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4400" b="1" i="1" dirty="0">
                  <a:ln w="19050">
                    <a:noFill/>
                  </a:ln>
                  <a:solidFill>
                    <a:srgbClr val="326648"/>
                  </a:solidFill>
                  <a:latin typeface="Bahnschrift" panose="020B0502040204020203" pitchFamily="34" charset="0"/>
                </a:rPr>
                <a:t>FINAL ROUND</a:t>
              </a:r>
            </a:p>
          </p:txBody>
        </p:sp>
      </p:grpSp>
      <p:pic>
        <p:nvPicPr>
          <p:cNvPr id="15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7B9EF90D-75AC-78C2-1463-5E9FE99D6C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6371968" y="-504412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Boxing glove Sport Stock photography - boxing gloves png download ...">
            <a:extLst>
              <a:ext uri="{FF2B5EF4-FFF2-40B4-BE49-F238E27FC236}">
                <a16:creationId xmlns:a16="http://schemas.microsoft.com/office/drawing/2014/main" id="{ED3F5E6E-66CD-6070-71B5-5972B5CC2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 flipV="1">
            <a:off x="11546853" y="414681"/>
            <a:ext cx="6858000" cy="6288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46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33333E-6 L -4.79167E-6 0.00023 C 0.14206 0.00972 0.28516 0.00277 0.42774 0.00254 C 0.49896 0.00254 0.57006 0.00092 0.64128 3.33333E-6 C 0.63581 -0.00047 0.63073 -0.00116 0.62566 -0.00139 C 0.62474 -0.00139 0.62735 -0.00139 0.62826 -0.00093 L 0.62891 -0.00047 L -4.79167E-6 3.33333E-6 Z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057" y="18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08 -0.03889 L -0.62396 -0.07083 L 0.0608 -0.03889 Z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245" y="-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5AB06-4B5A-C8ED-0E45-1D1FACE2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707902-7FC2-3C11-6419-68FB4C0C14F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BCC412-18C2-5FA4-73FE-792BE8480F8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CF36BF-10AF-C5DD-F6AA-6D0CB270D7A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6AEB66F-1C6C-7EBE-01AC-D49FF0964FD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7B683C-DF44-2E9F-4CE4-5B0F012665FD}"/>
              </a:ext>
            </a:extLst>
          </p:cNvPr>
          <p:cNvSpPr/>
          <p:nvPr/>
        </p:nvSpPr>
        <p:spPr>
          <a:xfrm>
            <a:off x="905255" y="1212852"/>
            <a:ext cx="1020767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  <a:cs typeface="Cascadia Code" panose="020B0609020000020004" pitchFamily="49" charset="0"/>
              </a:rPr>
              <a:t>You’ve all done good work, give yourself a pat on the back!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71778A-C845-7534-3E5A-2CDB9341C664}"/>
              </a:ext>
            </a:extLst>
          </p:cNvPr>
          <p:cNvSpPr/>
          <p:nvPr/>
        </p:nvSpPr>
        <p:spPr>
          <a:xfrm>
            <a:off x="-450377" y="142543"/>
            <a:ext cx="8088047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CONGRATULATIONS FIGHTERS!</a:t>
            </a:r>
          </a:p>
        </p:txBody>
      </p:sp>
      <p:pic>
        <p:nvPicPr>
          <p:cNvPr id="3" name="Picture 2" descr="Image result for little mac doc louis">
            <a:extLst>
              <a:ext uri="{FF2B5EF4-FFF2-40B4-BE49-F238E27FC236}">
                <a16:creationId xmlns:a16="http://schemas.microsoft.com/office/drawing/2014/main" id="{4C178334-BD69-C751-8BC6-3CCB855D3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506" y="2186815"/>
            <a:ext cx="4001170" cy="400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340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7363</TotalTime>
  <Words>606</Words>
  <Application>Microsoft Office PowerPoint</Application>
  <PresentationFormat>Widescreen</PresentationFormat>
  <Paragraphs>83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Bahnschrift</vt:lpstr>
      <vt:lpstr>Bahnschrift SemiBold</vt:lpstr>
      <vt:lpstr>Sofachrome Rg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12</cp:revision>
  <dcterms:created xsi:type="dcterms:W3CDTF">2025-08-11T14:07:39Z</dcterms:created>
  <dcterms:modified xsi:type="dcterms:W3CDTF">2025-09-25T15:32:26Z</dcterms:modified>
</cp:coreProperties>
</file>