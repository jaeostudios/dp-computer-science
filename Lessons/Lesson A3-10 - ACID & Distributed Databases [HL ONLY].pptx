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427" r:id="rId5"/>
    <p:sldId id="473" r:id="rId6"/>
    <p:sldId id="510" r:id="rId7"/>
    <p:sldId id="474" r:id="rId8"/>
    <p:sldId id="513" r:id="rId9"/>
    <p:sldId id="512" r:id="rId10"/>
    <p:sldId id="514" r:id="rId11"/>
    <p:sldId id="515" r:id="rId12"/>
    <p:sldId id="516" r:id="rId13"/>
    <p:sldId id="517" r:id="rId14"/>
    <p:sldId id="518" r:id="rId15"/>
    <p:sldId id="519" r:id="rId16"/>
    <p:sldId id="522" r:id="rId17"/>
    <p:sldId id="521" r:id="rId18"/>
    <p:sldId id="520" r:id="rId19"/>
    <p:sldId id="523" r:id="rId20"/>
    <p:sldId id="524" r:id="rId21"/>
    <p:sldId id="525" r:id="rId22"/>
    <p:sldId id="526" r:id="rId23"/>
    <p:sldId id="491" r:id="rId24"/>
    <p:sldId id="45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4500"/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5EFF97-A4D1-4A04-A3EC-4E121B0925F1}" v="63" dt="2026-01-28T18:54:13.4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napToGrid="0">
      <p:cViewPr varScale="1">
        <p:scale>
          <a:sx n="94" d="100"/>
          <a:sy n="94" d="100"/>
        </p:scale>
        <p:origin x="44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delSld modSld sldOrd">
      <pc:chgData name="Michael Hill" userId="41dba03d-e58d-4389-9894-554c10310ba4" providerId="ADAL" clId="{EF23FE1D-A042-481E-AFD7-2A9FB0847F54}" dt="2026-01-28T19:05:13.386" v="8292" actId="20577"/>
      <pc:docMkLst>
        <pc:docMk/>
      </pc:docMkLst>
      <pc:sldChg chg="modSp mod">
        <pc:chgData name="Michael Hill" userId="41dba03d-e58d-4389-9894-554c10310ba4" providerId="ADAL" clId="{EF23FE1D-A042-481E-AFD7-2A9FB0847F54}" dt="2026-01-28T18:02:11.615" v="42" actId="14100"/>
        <pc:sldMkLst>
          <pc:docMk/>
          <pc:sldMk cId="1878848435" sldId="256"/>
        </pc:sldMkLst>
        <pc:spChg chg="mod">
          <ac:chgData name="Michael Hill" userId="41dba03d-e58d-4389-9894-554c10310ba4" providerId="ADAL" clId="{EF23FE1D-A042-481E-AFD7-2A9FB0847F54}" dt="2026-01-28T18:02:11.615" v="42" actId="14100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EF23FE1D-A042-481E-AFD7-2A9FB0847F54}" dt="2026-01-28T18:02:09.306" v="41" actId="1076"/>
          <ac:spMkLst>
            <pc:docMk/>
            <pc:sldMk cId="1878848435" sldId="256"/>
            <ac:spMk id="6" creationId="{945BB639-AC69-FE40-4352-5D3077A94591}"/>
          </ac:spMkLst>
        </pc:spChg>
      </pc:sldChg>
      <pc:sldChg chg="modSp mod">
        <pc:chgData name="Michael Hill" userId="41dba03d-e58d-4389-9894-554c10310ba4" providerId="ADAL" clId="{EF23FE1D-A042-481E-AFD7-2A9FB0847F54}" dt="2026-01-28T18:04:55.592" v="336" actId="14100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6-01-28T18:04:55.592" v="336" actId="14100"/>
          <ac:spMkLst>
            <pc:docMk/>
            <pc:sldMk cId="854122100" sldId="257"/>
            <ac:spMk id="8" creationId="{4D7671A2-401B-58C3-4049-2F9F2E07BD91}"/>
          </ac:spMkLst>
        </pc:spChg>
      </pc:sldChg>
      <pc:sldChg chg="modSp mod">
        <pc:chgData name="Michael Hill" userId="41dba03d-e58d-4389-9894-554c10310ba4" providerId="ADAL" clId="{EF23FE1D-A042-481E-AFD7-2A9FB0847F54}" dt="2026-01-28T18:08:47.850" v="758"/>
        <pc:sldMkLst>
          <pc:docMk/>
          <pc:sldMk cId="1910594286" sldId="258"/>
        </pc:sldMkLst>
        <pc:spChg chg="mod">
          <ac:chgData name="Michael Hill" userId="41dba03d-e58d-4389-9894-554c10310ba4" providerId="ADAL" clId="{EF23FE1D-A042-481E-AFD7-2A9FB0847F54}" dt="2026-01-28T18:08:47.850" v="758"/>
          <ac:spMkLst>
            <pc:docMk/>
            <pc:sldMk cId="1910594286" sldId="258"/>
            <ac:spMk id="8" creationId="{9D3B4A7A-A70B-0C4A-C7FF-462ADF36D440}"/>
          </ac:spMkLst>
        </pc:spChg>
      </pc:sldChg>
      <pc:sldChg chg="addSp delSp modSp mod">
        <pc:chgData name="Michael Hill" userId="41dba03d-e58d-4389-9894-554c10310ba4" providerId="ADAL" clId="{EF23FE1D-A042-481E-AFD7-2A9FB0847F54}" dt="2026-01-28T18:09:06.966" v="812" actId="20577"/>
        <pc:sldMkLst>
          <pc:docMk/>
          <pc:sldMk cId="4217859482" sldId="427"/>
        </pc:sldMkLst>
        <pc:spChg chg="add mod">
          <ac:chgData name="Michael Hill" userId="41dba03d-e58d-4389-9894-554c10310ba4" providerId="ADAL" clId="{EF23FE1D-A042-481E-AFD7-2A9FB0847F54}" dt="2026-01-28T18:09:06.966" v="812" actId="20577"/>
          <ac:spMkLst>
            <pc:docMk/>
            <pc:sldMk cId="4217859482" sldId="427"/>
            <ac:spMk id="2" creationId="{59F9F4D8-2132-AD15-CEDB-AFE660429BD8}"/>
          </ac:spMkLst>
        </pc:spChg>
        <pc:spChg chg="del">
          <ac:chgData name="Michael Hill" userId="41dba03d-e58d-4389-9894-554c10310ba4" providerId="ADAL" clId="{EF23FE1D-A042-481E-AFD7-2A9FB0847F54}" dt="2026-01-28T18:08:41.877" v="757" actId="478"/>
          <ac:spMkLst>
            <pc:docMk/>
            <pc:sldMk cId="4217859482" sldId="427"/>
            <ac:spMk id="8" creationId="{D12E8945-8B7A-5FF6-41CB-3A36AA2FF6DA}"/>
          </ac:spMkLst>
        </pc:spChg>
      </pc:sldChg>
      <pc:sldChg chg="delSp modSp mod">
        <pc:chgData name="Michael Hill" userId="41dba03d-e58d-4389-9894-554c10310ba4" providerId="ADAL" clId="{EF23FE1D-A042-481E-AFD7-2A9FB0847F54}" dt="2026-01-28T18:10:45.671" v="977" actId="207"/>
        <pc:sldMkLst>
          <pc:docMk/>
          <pc:sldMk cId="1393903321" sldId="473"/>
        </pc:sldMkLst>
        <pc:spChg chg="mod">
          <ac:chgData name="Michael Hill" userId="41dba03d-e58d-4389-9894-554c10310ba4" providerId="ADAL" clId="{EF23FE1D-A042-481E-AFD7-2A9FB0847F54}" dt="2026-01-28T18:09:30.450" v="827" actId="20577"/>
          <ac:spMkLst>
            <pc:docMk/>
            <pc:sldMk cId="1393903321" sldId="473"/>
            <ac:spMk id="5" creationId="{72A18054-BB94-C05D-C7EF-5AD50E6CC9B1}"/>
          </ac:spMkLst>
        </pc:spChg>
        <pc:spChg chg="mod">
          <ac:chgData name="Michael Hill" userId="41dba03d-e58d-4389-9894-554c10310ba4" providerId="ADAL" clId="{EF23FE1D-A042-481E-AFD7-2A9FB0847F54}" dt="2026-01-28T18:10:45.671" v="977" actId="207"/>
          <ac:spMkLst>
            <pc:docMk/>
            <pc:sldMk cId="1393903321" sldId="473"/>
            <ac:spMk id="8" creationId="{82EF2758-F3AE-312F-416D-08E61458A56C}"/>
          </ac:spMkLst>
        </pc:spChg>
        <pc:picChg chg="del">
          <ac:chgData name="Michael Hill" userId="41dba03d-e58d-4389-9894-554c10310ba4" providerId="ADAL" clId="{EF23FE1D-A042-481E-AFD7-2A9FB0847F54}" dt="2026-01-28T18:10:14.338" v="902" actId="478"/>
          <ac:picMkLst>
            <pc:docMk/>
            <pc:sldMk cId="1393903321" sldId="473"/>
            <ac:picMk id="13" creationId="{C98EBEC7-F437-19B5-AC38-D600218E569E}"/>
          </ac:picMkLst>
        </pc:picChg>
      </pc:sldChg>
      <pc:sldChg chg="addSp delSp modSp mod">
        <pc:chgData name="Michael Hill" userId="41dba03d-e58d-4389-9894-554c10310ba4" providerId="ADAL" clId="{EF23FE1D-A042-481E-AFD7-2A9FB0847F54}" dt="2026-01-28T18:16:31.763" v="1842" actId="1076"/>
        <pc:sldMkLst>
          <pc:docMk/>
          <pc:sldMk cId="2576407648" sldId="474"/>
        </pc:sldMkLst>
        <pc:spChg chg="add del mod">
          <ac:chgData name="Michael Hill" userId="41dba03d-e58d-4389-9894-554c10310ba4" providerId="ADAL" clId="{EF23FE1D-A042-481E-AFD7-2A9FB0847F54}" dt="2026-01-28T18:14:33.203" v="1625" actId="478"/>
          <ac:spMkLst>
            <pc:docMk/>
            <pc:sldMk cId="2576407648" sldId="474"/>
            <ac:spMk id="2" creationId="{5EDCBCA9-457C-40A3-F01A-989DEC91128B}"/>
          </ac:spMkLst>
        </pc:spChg>
        <pc:spChg chg="add">
          <ac:chgData name="Michael Hill" userId="41dba03d-e58d-4389-9894-554c10310ba4" providerId="ADAL" clId="{EF23FE1D-A042-481E-AFD7-2A9FB0847F54}" dt="2026-01-28T18:14:40.501" v="1626"/>
          <ac:spMkLst>
            <pc:docMk/>
            <pc:sldMk cId="2576407648" sldId="474"/>
            <ac:spMk id="3" creationId="{AAE437B6-CA34-B32F-7B72-AA9D1DD17A1F}"/>
          </ac:spMkLst>
        </pc:spChg>
        <pc:spChg chg="mod">
          <ac:chgData name="Michael Hill" userId="41dba03d-e58d-4389-9894-554c10310ba4" providerId="ADAL" clId="{EF23FE1D-A042-481E-AFD7-2A9FB0847F54}" dt="2026-01-28T18:11:06.518" v="998" actId="1076"/>
          <ac:spMkLst>
            <pc:docMk/>
            <pc:sldMk cId="2576407648" sldId="474"/>
            <ac:spMk id="6" creationId="{ECBC5ED9-8C19-5354-6BE7-3731ECF1AFF7}"/>
          </ac:spMkLst>
        </pc:spChg>
        <pc:spChg chg="mod">
          <ac:chgData name="Michael Hill" userId="41dba03d-e58d-4389-9894-554c10310ba4" providerId="ADAL" clId="{EF23FE1D-A042-481E-AFD7-2A9FB0847F54}" dt="2026-01-28T18:16:25.700" v="1839" actId="14100"/>
          <ac:spMkLst>
            <pc:docMk/>
            <pc:sldMk cId="2576407648" sldId="474"/>
            <ac:spMk id="8" creationId="{FC785AE7-CB73-68F6-4417-DD18EF27F9BB}"/>
          </ac:spMkLst>
        </pc:spChg>
        <pc:picChg chg="add mod">
          <ac:chgData name="Michael Hill" userId="41dba03d-e58d-4389-9894-554c10310ba4" providerId="ADAL" clId="{EF23FE1D-A042-481E-AFD7-2A9FB0847F54}" dt="2026-01-28T18:16:31.763" v="1842" actId="1076"/>
          <ac:picMkLst>
            <pc:docMk/>
            <pc:sldMk cId="2576407648" sldId="474"/>
            <ac:picMk id="10" creationId="{76652068-EAB7-B114-52A9-CCE1C76521A7}"/>
          </ac:picMkLst>
        </pc:picChg>
        <pc:picChg chg="add del mod">
          <ac:chgData name="Michael Hill" userId="41dba03d-e58d-4389-9894-554c10310ba4" providerId="ADAL" clId="{EF23FE1D-A042-481E-AFD7-2A9FB0847F54}" dt="2026-01-28T18:14:23.496" v="1621" actId="478"/>
          <ac:picMkLst>
            <pc:docMk/>
            <pc:sldMk cId="2576407648" sldId="474"/>
            <ac:picMk id="1026" creationId="{C00F449B-A0F0-3BCC-696C-AFCDAB3FC2F4}"/>
          </ac:picMkLst>
        </pc:picChg>
        <pc:picChg chg="del">
          <ac:chgData name="Michael Hill" userId="41dba03d-e58d-4389-9894-554c10310ba4" providerId="ADAL" clId="{EF23FE1D-A042-481E-AFD7-2A9FB0847F54}" dt="2026-01-28T18:11:07.416" v="999" actId="478"/>
          <ac:picMkLst>
            <pc:docMk/>
            <pc:sldMk cId="2576407648" sldId="474"/>
            <ac:picMk id="1030" creationId="{FD0C1B88-1CC4-66C9-8B3F-900D9AFEDA2C}"/>
          </ac:picMkLst>
        </pc:picChg>
      </pc:sldChg>
      <pc:sldChg chg="modSp mod">
        <pc:chgData name="Michael Hill" userId="41dba03d-e58d-4389-9894-554c10310ba4" providerId="ADAL" clId="{EF23FE1D-A042-481E-AFD7-2A9FB0847F54}" dt="2026-01-28T19:05:13.386" v="8292" actId="20577"/>
        <pc:sldMkLst>
          <pc:docMk/>
          <pc:sldMk cId="4218940969" sldId="491"/>
        </pc:sldMkLst>
        <pc:spChg chg="mod">
          <ac:chgData name="Michael Hill" userId="41dba03d-e58d-4389-9894-554c10310ba4" providerId="ADAL" clId="{EF23FE1D-A042-481E-AFD7-2A9FB0847F54}" dt="2026-01-28T19:01:41.759" v="8206" actId="14100"/>
          <ac:spMkLst>
            <pc:docMk/>
            <pc:sldMk cId="4218940969" sldId="491"/>
            <ac:spMk id="5" creationId="{E4CC646B-4635-6050-D4B0-A67535F846E1}"/>
          </ac:spMkLst>
        </pc:spChg>
        <pc:spChg chg="mod">
          <ac:chgData name="Michael Hill" userId="41dba03d-e58d-4389-9894-554c10310ba4" providerId="ADAL" clId="{EF23FE1D-A042-481E-AFD7-2A9FB0847F54}" dt="2026-01-28T19:05:13.386" v="8292" actId="20577"/>
          <ac:spMkLst>
            <pc:docMk/>
            <pc:sldMk cId="4218940969" sldId="491"/>
            <ac:spMk id="8" creationId="{2AEBA483-932C-0DF3-820A-BA0E92D28961}"/>
          </ac:spMkLst>
        </pc:spChg>
      </pc:sldChg>
      <pc:sldChg chg="del">
        <pc:chgData name="Michael Hill" userId="41dba03d-e58d-4389-9894-554c10310ba4" providerId="ADAL" clId="{EF23FE1D-A042-481E-AFD7-2A9FB0847F54}" dt="2026-01-28T18:31:38.454" v="4346" actId="47"/>
        <pc:sldMkLst>
          <pc:docMk/>
          <pc:sldMk cId="3266859534" sldId="492"/>
        </pc:sldMkLst>
      </pc:sldChg>
      <pc:sldChg chg="del">
        <pc:chgData name="Michael Hill" userId="41dba03d-e58d-4389-9894-554c10310ba4" providerId="ADAL" clId="{EF23FE1D-A042-481E-AFD7-2A9FB0847F54}" dt="2026-01-28T18:31:38.454" v="4346" actId="47"/>
        <pc:sldMkLst>
          <pc:docMk/>
          <pc:sldMk cId="2423538804" sldId="493"/>
        </pc:sldMkLst>
      </pc:sldChg>
      <pc:sldChg chg="del">
        <pc:chgData name="Michael Hill" userId="41dba03d-e58d-4389-9894-554c10310ba4" providerId="ADAL" clId="{EF23FE1D-A042-481E-AFD7-2A9FB0847F54}" dt="2026-01-28T18:31:38.454" v="4346" actId="47"/>
        <pc:sldMkLst>
          <pc:docMk/>
          <pc:sldMk cId="1307410049" sldId="494"/>
        </pc:sldMkLst>
      </pc:sldChg>
      <pc:sldChg chg="del">
        <pc:chgData name="Michael Hill" userId="41dba03d-e58d-4389-9894-554c10310ba4" providerId="ADAL" clId="{EF23FE1D-A042-481E-AFD7-2A9FB0847F54}" dt="2026-01-28T18:31:38.454" v="4346" actId="47"/>
        <pc:sldMkLst>
          <pc:docMk/>
          <pc:sldMk cId="3631406678" sldId="495"/>
        </pc:sldMkLst>
      </pc:sldChg>
      <pc:sldChg chg="del">
        <pc:chgData name="Michael Hill" userId="41dba03d-e58d-4389-9894-554c10310ba4" providerId="ADAL" clId="{EF23FE1D-A042-481E-AFD7-2A9FB0847F54}" dt="2026-01-28T18:31:38.454" v="4346" actId="47"/>
        <pc:sldMkLst>
          <pc:docMk/>
          <pc:sldMk cId="4037451407" sldId="496"/>
        </pc:sldMkLst>
      </pc:sldChg>
      <pc:sldChg chg="del">
        <pc:chgData name="Michael Hill" userId="41dba03d-e58d-4389-9894-554c10310ba4" providerId="ADAL" clId="{EF23FE1D-A042-481E-AFD7-2A9FB0847F54}" dt="2026-01-28T18:31:38.454" v="4346" actId="47"/>
        <pc:sldMkLst>
          <pc:docMk/>
          <pc:sldMk cId="1627190219" sldId="497"/>
        </pc:sldMkLst>
      </pc:sldChg>
      <pc:sldChg chg="del">
        <pc:chgData name="Michael Hill" userId="41dba03d-e58d-4389-9894-554c10310ba4" providerId="ADAL" clId="{EF23FE1D-A042-481E-AFD7-2A9FB0847F54}" dt="2026-01-28T18:31:38.454" v="4346" actId="47"/>
        <pc:sldMkLst>
          <pc:docMk/>
          <pc:sldMk cId="2044529409" sldId="498"/>
        </pc:sldMkLst>
      </pc:sldChg>
      <pc:sldChg chg="del">
        <pc:chgData name="Michael Hill" userId="41dba03d-e58d-4389-9894-554c10310ba4" providerId="ADAL" clId="{EF23FE1D-A042-481E-AFD7-2A9FB0847F54}" dt="2026-01-28T18:31:38.454" v="4346" actId="47"/>
        <pc:sldMkLst>
          <pc:docMk/>
          <pc:sldMk cId="275706551" sldId="499"/>
        </pc:sldMkLst>
      </pc:sldChg>
      <pc:sldChg chg="del">
        <pc:chgData name="Michael Hill" userId="41dba03d-e58d-4389-9894-554c10310ba4" providerId="ADAL" clId="{EF23FE1D-A042-481E-AFD7-2A9FB0847F54}" dt="2026-01-28T18:31:38.454" v="4346" actId="47"/>
        <pc:sldMkLst>
          <pc:docMk/>
          <pc:sldMk cId="1124391626" sldId="500"/>
        </pc:sldMkLst>
      </pc:sldChg>
      <pc:sldChg chg="del">
        <pc:chgData name="Michael Hill" userId="41dba03d-e58d-4389-9894-554c10310ba4" providerId="ADAL" clId="{EF23FE1D-A042-481E-AFD7-2A9FB0847F54}" dt="2026-01-28T18:31:38.454" v="4346" actId="47"/>
        <pc:sldMkLst>
          <pc:docMk/>
          <pc:sldMk cId="3903785388" sldId="501"/>
        </pc:sldMkLst>
      </pc:sldChg>
      <pc:sldChg chg="del">
        <pc:chgData name="Michael Hill" userId="41dba03d-e58d-4389-9894-554c10310ba4" providerId="ADAL" clId="{EF23FE1D-A042-481E-AFD7-2A9FB0847F54}" dt="2026-01-28T18:31:38.454" v="4346" actId="47"/>
        <pc:sldMkLst>
          <pc:docMk/>
          <pc:sldMk cId="3001781421" sldId="502"/>
        </pc:sldMkLst>
      </pc:sldChg>
      <pc:sldChg chg="del">
        <pc:chgData name="Michael Hill" userId="41dba03d-e58d-4389-9894-554c10310ba4" providerId="ADAL" clId="{EF23FE1D-A042-481E-AFD7-2A9FB0847F54}" dt="2026-01-28T18:31:38.454" v="4346" actId="47"/>
        <pc:sldMkLst>
          <pc:docMk/>
          <pc:sldMk cId="3747625186" sldId="503"/>
        </pc:sldMkLst>
      </pc:sldChg>
      <pc:sldChg chg="del">
        <pc:chgData name="Michael Hill" userId="41dba03d-e58d-4389-9894-554c10310ba4" providerId="ADAL" clId="{EF23FE1D-A042-481E-AFD7-2A9FB0847F54}" dt="2026-01-28T18:31:38.454" v="4346" actId="47"/>
        <pc:sldMkLst>
          <pc:docMk/>
          <pc:sldMk cId="942284686" sldId="504"/>
        </pc:sldMkLst>
      </pc:sldChg>
      <pc:sldChg chg="del">
        <pc:chgData name="Michael Hill" userId="41dba03d-e58d-4389-9894-554c10310ba4" providerId="ADAL" clId="{EF23FE1D-A042-481E-AFD7-2A9FB0847F54}" dt="2026-01-28T18:31:38.454" v="4346" actId="47"/>
        <pc:sldMkLst>
          <pc:docMk/>
          <pc:sldMk cId="1297082653" sldId="505"/>
        </pc:sldMkLst>
      </pc:sldChg>
      <pc:sldChg chg="del">
        <pc:chgData name="Michael Hill" userId="41dba03d-e58d-4389-9894-554c10310ba4" providerId="ADAL" clId="{EF23FE1D-A042-481E-AFD7-2A9FB0847F54}" dt="2026-01-28T18:31:38.454" v="4346" actId="47"/>
        <pc:sldMkLst>
          <pc:docMk/>
          <pc:sldMk cId="1679458471" sldId="506"/>
        </pc:sldMkLst>
      </pc:sldChg>
      <pc:sldChg chg="del">
        <pc:chgData name="Michael Hill" userId="41dba03d-e58d-4389-9894-554c10310ba4" providerId="ADAL" clId="{EF23FE1D-A042-481E-AFD7-2A9FB0847F54}" dt="2026-01-28T18:31:38.454" v="4346" actId="47"/>
        <pc:sldMkLst>
          <pc:docMk/>
          <pc:sldMk cId="110740488" sldId="507"/>
        </pc:sldMkLst>
      </pc:sldChg>
      <pc:sldChg chg="del">
        <pc:chgData name="Michael Hill" userId="41dba03d-e58d-4389-9894-554c10310ba4" providerId="ADAL" clId="{EF23FE1D-A042-481E-AFD7-2A9FB0847F54}" dt="2026-01-28T18:31:38.454" v="4346" actId="47"/>
        <pc:sldMkLst>
          <pc:docMk/>
          <pc:sldMk cId="3506636498" sldId="508"/>
        </pc:sldMkLst>
      </pc:sldChg>
      <pc:sldChg chg="del">
        <pc:chgData name="Michael Hill" userId="41dba03d-e58d-4389-9894-554c10310ba4" providerId="ADAL" clId="{EF23FE1D-A042-481E-AFD7-2A9FB0847F54}" dt="2026-01-28T18:31:38.454" v="4346" actId="47"/>
        <pc:sldMkLst>
          <pc:docMk/>
          <pc:sldMk cId="3646813003" sldId="509"/>
        </pc:sldMkLst>
      </pc:sldChg>
      <pc:sldChg chg="add ord">
        <pc:chgData name="Michael Hill" userId="41dba03d-e58d-4389-9894-554c10310ba4" providerId="ADAL" clId="{EF23FE1D-A042-481E-AFD7-2A9FB0847F54}" dt="2026-01-28T18:16:36.116" v="1844"/>
        <pc:sldMkLst>
          <pc:docMk/>
          <pc:sldMk cId="1907986003" sldId="510"/>
        </pc:sldMkLst>
      </pc:sldChg>
      <pc:sldChg chg="delSp modSp add del mod ord">
        <pc:chgData name="Michael Hill" userId="41dba03d-e58d-4389-9894-554c10310ba4" providerId="ADAL" clId="{EF23FE1D-A042-481E-AFD7-2A9FB0847F54}" dt="2026-01-28T18:31:27.586" v="4345" actId="47"/>
        <pc:sldMkLst>
          <pc:docMk/>
          <pc:sldMk cId="2019254660" sldId="511"/>
        </pc:sldMkLst>
        <pc:spChg chg="mod">
          <ac:chgData name="Michael Hill" userId="41dba03d-e58d-4389-9894-554c10310ba4" providerId="ADAL" clId="{EF23FE1D-A042-481E-AFD7-2A9FB0847F54}" dt="2026-01-28T18:16:46.746" v="1859" actId="14100"/>
          <ac:spMkLst>
            <pc:docMk/>
            <pc:sldMk cId="2019254660" sldId="511"/>
            <ac:spMk id="6" creationId="{2B779DEC-EF96-FA9C-5083-9FD8A5E30D76}"/>
          </ac:spMkLst>
        </pc:spChg>
        <pc:spChg chg="mod">
          <ac:chgData name="Michael Hill" userId="41dba03d-e58d-4389-9894-554c10310ba4" providerId="ADAL" clId="{EF23FE1D-A042-481E-AFD7-2A9FB0847F54}" dt="2026-01-28T18:23:15.797" v="3092" actId="20577"/>
          <ac:spMkLst>
            <pc:docMk/>
            <pc:sldMk cId="2019254660" sldId="511"/>
            <ac:spMk id="8" creationId="{EB622228-74AA-282E-BC2D-58ACBEAD016C}"/>
          </ac:spMkLst>
        </pc:spChg>
        <pc:picChg chg="del">
          <ac:chgData name="Michael Hill" userId="41dba03d-e58d-4389-9894-554c10310ba4" providerId="ADAL" clId="{EF23FE1D-A042-481E-AFD7-2A9FB0847F54}" dt="2026-01-28T18:18:56.887" v="2302" actId="478"/>
          <ac:picMkLst>
            <pc:docMk/>
            <pc:sldMk cId="2019254660" sldId="511"/>
            <ac:picMk id="1026" creationId="{1E7C8352-7E80-A8E7-6901-A16770B2990F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1-28T18:22:15.838" v="2878" actId="1076"/>
        <pc:sldMkLst>
          <pc:docMk/>
          <pc:sldMk cId="576407881" sldId="512"/>
        </pc:sldMkLst>
        <pc:spChg chg="mod">
          <ac:chgData name="Michael Hill" userId="41dba03d-e58d-4389-9894-554c10310ba4" providerId="ADAL" clId="{EF23FE1D-A042-481E-AFD7-2A9FB0847F54}" dt="2026-01-28T18:21:50.885" v="2872" actId="207"/>
          <ac:spMkLst>
            <pc:docMk/>
            <pc:sldMk cId="576407881" sldId="512"/>
            <ac:spMk id="8" creationId="{9801CEB3-A7D5-65F3-7115-88D6184C80E4}"/>
          </ac:spMkLst>
        </pc:spChg>
        <pc:picChg chg="add del mod">
          <ac:chgData name="Michael Hill" userId="41dba03d-e58d-4389-9894-554c10310ba4" providerId="ADAL" clId="{EF23FE1D-A042-481E-AFD7-2A9FB0847F54}" dt="2026-01-28T18:21:52.022" v="2873" actId="478"/>
          <ac:picMkLst>
            <pc:docMk/>
            <pc:sldMk cId="576407881" sldId="512"/>
            <ac:picMk id="2050" creationId="{096ABDD8-108F-7BF4-6EF2-A7F15CB8A285}"/>
          </ac:picMkLst>
        </pc:picChg>
        <pc:picChg chg="add mod">
          <ac:chgData name="Michael Hill" userId="41dba03d-e58d-4389-9894-554c10310ba4" providerId="ADAL" clId="{EF23FE1D-A042-481E-AFD7-2A9FB0847F54}" dt="2026-01-28T18:22:15.838" v="2878" actId="1076"/>
          <ac:picMkLst>
            <pc:docMk/>
            <pc:sldMk cId="576407881" sldId="512"/>
            <ac:picMk id="2052" creationId="{0CFE15C1-9ADF-9BA4-B5E7-BBC2C34A5B69}"/>
          </ac:picMkLst>
        </pc:picChg>
      </pc:sldChg>
      <pc:sldChg chg="add ord">
        <pc:chgData name="Michael Hill" userId="41dba03d-e58d-4389-9894-554c10310ba4" providerId="ADAL" clId="{EF23FE1D-A042-481E-AFD7-2A9FB0847F54}" dt="2026-01-28T18:31:22.862" v="4344"/>
        <pc:sldMkLst>
          <pc:docMk/>
          <pc:sldMk cId="1014202561" sldId="513"/>
        </pc:sldMkLst>
      </pc:sldChg>
      <pc:sldChg chg="addSp modSp add mod ord">
        <pc:chgData name="Michael Hill" userId="41dba03d-e58d-4389-9894-554c10310ba4" providerId="ADAL" clId="{EF23FE1D-A042-481E-AFD7-2A9FB0847F54}" dt="2026-01-28T18:28:22.549" v="3916" actId="1076"/>
        <pc:sldMkLst>
          <pc:docMk/>
          <pc:sldMk cId="2778924116" sldId="514"/>
        </pc:sldMkLst>
        <pc:spChg chg="mod">
          <ac:chgData name="Michael Hill" userId="41dba03d-e58d-4389-9894-554c10310ba4" providerId="ADAL" clId="{EF23FE1D-A042-481E-AFD7-2A9FB0847F54}" dt="2026-01-28T18:22:27.875" v="2891" actId="14100"/>
          <ac:spMkLst>
            <pc:docMk/>
            <pc:sldMk cId="2778924116" sldId="514"/>
            <ac:spMk id="6" creationId="{F76B4FCF-8FB5-4D16-D281-F924716E8C3B}"/>
          </ac:spMkLst>
        </pc:spChg>
        <pc:spChg chg="mod">
          <ac:chgData name="Michael Hill" userId="41dba03d-e58d-4389-9894-554c10310ba4" providerId="ADAL" clId="{EF23FE1D-A042-481E-AFD7-2A9FB0847F54}" dt="2026-01-28T18:25:12.509" v="3337" actId="21"/>
          <ac:spMkLst>
            <pc:docMk/>
            <pc:sldMk cId="2778924116" sldId="514"/>
            <ac:spMk id="8" creationId="{2B9515BE-524C-2171-5EBD-F97EC4708D2E}"/>
          </ac:spMkLst>
        </pc:spChg>
        <pc:picChg chg="add mod">
          <ac:chgData name="Michael Hill" userId="41dba03d-e58d-4389-9894-554c10310ba4" providerId="ADAL" clId="{EF23FE1D-A042-481E-AFD7-2A9FB0847F54}" dt="2026-01-28T18:28:22.549" v="3916" actId="1076"/>
          <ac:picMkLst>
            <pc:docMk/>
            <pc:sldMk cId="2778924116" sldId="514"/>
            <ac:picMk id="3074" creationId="{A03E4AE5-9BFE-BC25-6245-2268B11A7C1E}"/>
          </ac:picMkLst>
        </pc:picChg>
      </pc:sldChg>
      <pc:sldChg chg="modSp add mod">
        <pc:chgData name="Michael Hill" userId="41dba03d-e58d-4389-9894-554c10310ba4" providerId="ADAL" clId="{EF23FE1D-A042-481E-AFD7-2A9FB0847F54}" dt="2026-01-28T18:27:52.890" v="3910" actId="14100"/>
        <pc:sldMkLst>
          <pc:docMk/>
          <pc:sldMk cId="2978622352" sldId="515"/>
        </pc:sldMkLst>
        <pc:spChg chg="mod">
          <ac:chgData name="Michael Hill" userId="41dba03d-e58d-4389-9894-554c10310ba4" providerId="ADAL" clId="{EF23FE1D-A042-481E-AFD7-2A9FB0847F54}" dt="2026-01-28T18:27:52.890" v="3910" actId="14100"/>
          <ac:spMkLst>
            <pc:docMk/>
            <pc:sldMk cId="2978622352" sldId="515"/>
            <ac:spMk id="8" creationId="{55D4F456-1041-6E59-8735-AFE58743E14F}"/>
          </ac:spMkLst>
        </pc:spChg>
      </pc:sldChg>
      <pc:sldChg chg="addSp modSp add mod ord">
        <pc:chgData name="Michael Hill" userId="41dba03d-e58d-4389-9894-554c10310ba4" providerId="ADAL" clId="{EF23FE1D-A042-481E-AFD7-2A9FB0847F54}" dt="2026-01-28T18:30:12.081" v="4342" actId="1076"/>
        <pc:sldMkLst>
          <pc:docMk/>
          <pc:sldMk cId="3892089268" sldId="516"/>
        </pc:sldMkLst>
        <pc:spChg chg="mod">
          <ac:chgData name="Michael Hill" userId="41dba03d-e58d-4389-9894-554c10310ba4" providerId="ADAL" clId="{EF23FE1D-A042-481E-AFD7-2A9FB0847F54}" dt="2026-01-28T18:28:32.389" v="3927" actId="14100"/>
          <ac:spMkLst>
            <pc:docMk/>
            <pc:sldMk cId="3892089268" sldId="516"/>
            <ac:spMk id="6" creationId="{D5CBACE1-90C2-96B2-2100-45A8B0C2F3BE}"/>
          </ac:spMkLst>
        </pc:spChg>
        <pc:spChg chg="mod">
          <ac:chgData name="Michael Hill" userId="41dba03d-e58d-4389-9894-554c10310ba4" providerId="ADAL" clId="{EF23FE1D-A042-481E-AFD7-2A9FB0847F54}" dt="2026-01-28T18:29:50.184" v="4339" actId="20577"/>
          <ac:spMkLst>
            <pc:docMk/>
            <pc:sldMk cId="3892089268" sldId="516"/>
            <ac:spMk id="8" creationId="{301437AE-6085-ED81-2168-A49341FABBE6}"/>
          </ac:spMkLst>
        </pc:spChg>
        <pc:picChg chg="add mod">
          <ac:chgData name="Michael Hill" userId="41dba03d-e58d-4389-9894-554c10310ba4" providerId="ADAL" clId="{EF23FE1D-A042-481E-AFD7-2A9FB0847F54}" dt="2026-01-28T18:30:12.081" v="4342" actId="1076"/>
          <ac:picMkLst>
            <pc:docMk/>
            <pc:sldMk cId="3892089268" sldId="516"/>
            <ac:picMk id="4098" creationId="{AEB1D4C2-02D6-D9C0-A55F-E7EAD86FB5E2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1-28T18:33:26.056" v="4649" actId="1076"/>
        <pc:sldMkLst>
          <pc:docMk/>
          <pc:sldMk cId="1959765264" sldId="517"/>
        </pc:sldMkLst>
        <pc:spChg chg="mod">
          <ac:chgData name="Michael Hill" userId="41dba03d-e58d-4389-9894-554c10310ba4" providerId="ADAL" clId="{EF23FE1D-A042-481E-AFD7-2A9FB0847F54}" dt="2026-01-28T18:31:54.301" v="4377" actId="1076"/>
          <ac:spMkLst>
            <pc:docMk/>
            <pc:sldMk cId="1959765264" sldId="517"/>
            <ac:spMk id="6" creationId="{05F8E291-CA86-6FEC-0826-687E5D7AA400}"/>
          </ac:spMkLst>
        </pc:spChg>
        <pc:spChg chg="mod">
          <ac:chgData name="Michael Hill" userId="41dba03d-e58d-4389-9894-554c10310ba4" providerId="ADAL" clId="{EF23FE1D-A042-481E-AFD7-2A9FB0847F54}" dt="2026-01-28T18:32:54.343" v="4646" actId="20577"/>
          <ac:spMkLst>
            <pc:docMk/>
            <pc:sldMk cId="1959765264" sldId="517"/>
            <ac:spMk id="8" creationId="{835EB87E-C10C-B952-5320-BFEF2C066FE7}"/>
          </ac:spMkLst>
        </pc:spChg>
        <pc:picChg chg="del">
          <ac:chgData name="Michael Hill" userId="41dba03d-e58d-4389-9894-554c10310ba4" providerId="ADAL" clId="{EF23FE1D-A042-481E-AFD7-2A9FB0847F54}" dt="2026-01-28T18:32:42.113" v="4637" actId="478"/>
          <ac:picMkLst>
            <pc:docMk/>
            <pc:sldMk cId="1959765264" sldId="517"/>
            <ac:picMk id="4098" creationId="{D0D89A15-4D10-4C14-1DA5-74AB8EB816EA}"/>
          </ac:picMkLst>
        </pc:picChg>
        <pc:picChg chg="add mod">
          <ac:chgData name="Michael Hill" userId="41dba03d-e58d-4389-9894-554c10310ba4" providerId="ADAL" clId="{EF23FE1D-A042-481E-AFD7-2A9FB0847F54}" dt="2026-01-28T18:33:26.056" v="4649" actId="1076"/>
          <ac:picMkLst>
            <pc:docMk/>
            <pc:sldMk cId="1959765264" sldId="517"/>
            <ac:picMk id="5122" creationId="{02A5E774-3F57-A601-849B-49C6839B930C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1-28T18:35:15.901" v="5021" actId="14100"/>
        <pc:sldMkLst>
          <pc:docMk/>
          <pc:sldMk cId="1750948792" sldId="518"/>
        </pc:sldMkLst>
        <pc:spChg chg="mod">
          <ac:chgData name="Michael Hill" userId="41dba03d-e58d-4389-9894-554c10310ba4" providerId="ADAL" clId="{EF23FE1D-A042-481E-AFD7-2A9FB0847F54}" dt="2026-01-28T18:33:45.963" v="4670" actId="1076"/>
          <ac:spMkLst>
            <pc:docMk/>
            <pc:sldMk cId="1750948792" sldId="518"/>
            <ac:spMk id="6" creationId="{8FB24169-EDC2-72BB-AD55-38273C89BE88}"/>
          </ac:spMkLst>
        </pc:spChg>
        <pc:spChg chg="mod">
          <ac:chgData name="Michael Hill" userId="41dba03d-e58d-4389-9894-554c10310ba4" providerId="ADAL" clId="{EF23FE1D-A042-481E-AFD7-2A9FB0847F54}" dt="2026-01-28T18:34:44.958" v="5016" actId="20577"/>
          <ac:spMkLst>
            <pc:docMk/>
            <pc:sldMk cId="1750948792" sldId="518"/>
            <ac:spMk id="8" creationId="{779EDC73-197A-88EC-4A0F-DA4B8F6A855C}"/>
          </ac:spMkLst>
        </pc:spChg>
        <pc:picChg chg="del">
          <ac:chgData name="Michael Hill" userId="41dba03d-e58d-4389-9894-554c10310ba4" providerId="ADAL" clId="{EF23FE1D-A042-481E-AFD7-2A9FB0847F54}" dt="2026-01-28T18:34:16.288" v="4866" actId="478"/>
          <ac:picMkLst>
            <pc:docMk/>
            <pc:sldMk cId="1750948792" sldId="518"/>
            <ac:picMk id="5122" creationId="{8765BE71-1488-1EFB-4A9C-F99784C27610}"/>
          </ac:picMkLst>
        </pc:picChg>
        <pc:picChg chg="add mod">
          <ac:chgData name="Michael Hill" userId="41dba03d-e58d-4389-9894-554c10310ba4" providerId="ADAL" clId="{EF23FE1D-A042-481E-AFD7-2A9FB0847F54}" dt="2026-01-28T18:35:15.901" v="5021" actId="14100"/>
          <ac:picMkLst>
            <pc:docMk/>
            <pc:sldMk cId="1750948792" sldId="518"/>
            <ac:picMk id="6146" creationId="{8DB6557C-9301-C928-1E57-A41529D949FC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1-28T18:36:46.374" v="5391" actId="1076"/>
        <pc:sldMkLst>
          <pc:docMk/>
          <pc:sldMk cId="2996100434" sldId="519"/>
        </pc:sldMkLst>
        <pc:spChg chg="mod">
          <ac:chgData name="Michael Hill" userId="41dba03d-e58d-4389-9894-554c10310ba4" providerId="ADAL" clId="{EF23FE1D-A042-481E-AFD7-2A9FB0847F54}" dt="2026-01-28T18:35:31.329" v="5038" actId="1076"/>
          <ac:spMkLst>
            <pc:docMk/>
            <pc:sldMk cId="2996100434" sldId="519"/>
            <ac:spMk id="6" creationId="{89F7AC79-85E5-2DFC-2CC3-E73E17E180E9}"/>
          </ac:spMkLst>
        </pc:spChg>
        <pc:spChg chg="mod">
          <ac:chgData name="Michael Hill" userId="41dba03d-e58d-4389-9894-554c10310ba4" providerId="ADAL" clId="{EF23FE1D-A042-481E-AFD7-2A9FB0847F54}" dt="2026-01-28T18:36:33.454" v="5388" actId="20577"/>
          <ac:spMkLst>
            <pc:docMk/>
            <pc:sldMk cId="2996100434" sldId="519"/>
            <ac:spMk id="8" creationId="{B08F7CCE-F463-556F-7AFB-E5306336EADF}"/>
          </ac:spMkLst>
        </pc:spChg>
        <pc:picChg chg="del">
          <ac:chgData name="Michael Hill" userId="41dba03d-e58d-4389-9894-554c10310ba4" providerId="ADAL" clId="{EF23FE1D-A042-481E-AFD7-2A9FB0847F54}" dt="2026-01-28T18:36:14.003" v="5307" actId="478"/>
          <ac:picMkLst>
            <pc:docMk/>
            <pc:sldMk cId="2996100434" sldId="519"/>
            <ac:picMk id="6146" creationId="{287CEF27-85D4-56A5-6D95-27A81811E04A}"/>
          </ac:picMkLst>
        </pc:picChg>
        <pc:picChg chg="add mod">
          <ac:chgData name="Michael Hill" userId="41dba03d-e58d-4389-9894-554c10310ba4" providerId="ADAL" clId="{EF23FE1D-A042-481E-AFD7-2A9FB0847F54}" dt="2026-01-28T18:36:46.374" v="5391" actId="1076"/>
          <ac:picMkLst>
            <pc:docMk/>
            <pc:sldMk cId="2996100434" sldId="519"/>
            <ac:picMk id="7170" creationId="{86315069-74F5-668E-61A5-3072BBD9F259}"/>
          </ac:picMkLst>
        </pc:picChg>
      </pc:sldChg>
      <pc:sldChg chg="addSp delSp modSp add mod ord">
        <pc:chgData name="Michael Hill" userId="41dba03d-e58d-4389-9894-554c10310ba4" providerId="ADAL" clId="{EF23FE1D-A042-481E-AFD7-2A9FB0847F54}" dt="2026-01-28T18:40:56.075" v="6011" actId="1076"/>
        <pc:sldMkLst>
          <pc:docMk/>
          <pc:sldMk cId="4150968954" sldId="520"/>
        </pc:sldMkLst>
        <pc:spChg chg="mod">
          <ac:chgData name="Michael Hill" userId="41dba03d-e58d-4389-9894-554c10310ba4" providerId="ADAL" clId="{EF23FE1D-A042-481E-AFD7-2A9FB0847F54}" dt="2026-01-28T18:39:08.095" v="5738" actId="1076"/>
          <ac:spMkLst>
            <pc:docMk/>
            <pc:sldMk cId="4150968954" sldId="520"/>
            <ac:spMk id="6" creationId="{93C91A42-CEC9-4758-B757-9A085BB9A985}"/>
          </ac:spMkLst>
        </pc:spChg>
        <pc:spChg chg="mod">
          <ac:chgData name="Michael Hill" userId="41dba03d-e58d-4389-9894-554c10310ba4" providerId="ADAL" clId="{EF23FE1D-A042-481E-AFD7-2A9FB0847F54}" dt="2026-01-28T18:40:13.273" v="6005" actId="20577"/>
          <ac:spMkLst>
            <pc:docMk/>
            <pc:sldMk cId="4150968954" sldId="520"/>
            <ac:spMk id="8" creationId="{2C564C9C-F4B7-2027-BF51-F9522CBF12FB}"/>
          </ac:spMkLst>
        </pc:spChg>
        <pc:picChg chg="del">
          <ac:chgData name="Michael Hill" userId="41dba03d-e58d-4389-9894-554c10310ba4" providerId="ADAL" clId="{EF23FE1D-A042-481E-AFD7-2A9FB0847F54}" dt="2026-01-28T18:37:53.761" v="5685" actId="478"/>
          <ac:picMkLst>
            <pc:docMk/>
            <pc:sldMk cId="4150968954" sldId="520"/>
            <ac:picMk id="7170" creationId="{7B05A13B-2B16-B5C7-02F2-4B084252F53F}"/>
          </ac:picMkLst>
        </pc:picChg>
        <pc:picChg chg="add del mod">
          <ac:chgData name="Michael Hill" userId="41dba03d-e58d-4389-9894-554c10310ba4" providerId="ADAL" clId="{EF23FE1D-A042-481E-AFD7-2A9FB0847F54}" dt="2026-01-28T18:40:21.272" v="6006" actId="478"/>
          <ac:picMkLst>
            <pc:docMk/>
            <pc:sldMk cId="4150968954" sldId="520"/>
            <ac:picMk id="8194" creationId="{7D403D80-CC0D-4D8B-23CC-CC3EB740030C}"/>
          </ac:picMkLst>
        </pc:picChg>
        <pc:picChg chg="add mod">
          <ac:chgData name="Michael Hill" userId="41dba03d-e58d-4389-9894-554c10310ba4" providerId="ADAL" clId="{EF23FE1D-A042-481E-AFD7-2A9FB0847F54}" dt="2026-01-28T18:40:56.075" v="6011" actId="1076"/>
          <ac:picMkLst>
            <pc:docMk/>
            <pc:sldMk cId="4150968954" sldId="520"/>
            <ac:picMk id="8196" creationId="{807C6E90-15DE-5E76-FD6E-F0319B6F0C86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1-28T18:38:29.983" v="5708" actId="1076"/>
        <pc:sldMkLst>
          <pc:docMk/>
          <pc:sldMk cId="2454319330" sldId="521"/>
        </pc:sldMkLst>
        <pc:spChg chg="mod">
          <ac:chgData name="Michael Hill" userId="41dba03d-e58d-4389-9894-554c10310ba4" providerId="ADAL" clId="{EF23FE1D-A042-481E-AFD7-2A9FB0847F54}" dt="2026-01-28T18:38:29.983" v="5708" actId="1076"/>
          <ac:spMkLst>
            <pc:docMk/>
            <pc:sldMk cId="2454319330" sldId="521"/>
            <ac:spMk id="6" creationId="{82DF3E19-DC73-B51A-B841-C0D4535B18F3}"/>
          </ac:spMkLst>
        </pc:spChg>
        <pc:spChg chg="del">
          <ac:chgData name="Michael Hill" userId="41dba03d-e58d-4389-9894-554c10310ba4" providerId="ADAL" clId="{EF23FE1D-A042-481E-AFD7-2A9FB0847F54}" dt="2026-01-28T18:38:16.376" v="5690" actId="478"/>
          <ac:spMkLst>
            <pc:docMk/>
            <pc:sldMk cId="2454319330" sldId="521"/>
            <ac:spMk id="8" creationId="{AE802933-8CFC-1F64-CAD7-71F286DAC741}"/>
          </ac:spMkLst>
        </pc:spChg>
        <pc:picChg chg="add mod">
          <ac:chgData name="Michael Hill" userId="41dba03d-e58d-4389-9894-554c10310ba4" providerId="ADAL" clId="{EF23FE1D-A042-481E-AFD7-2A9FB0847F54}" dt="2026-01-28T18:38:20.290" v="5694" actId="1076"/>
          <ac:picMkLst>
            <pc:docMk/>
            <pc:sldMk cId="2454319330" sldId="521"/>
            <ac:picMk id="2" creationId="{32EAB769-6E5D-8184-A290-285669B489E8}"/>
          </ac:picMkLst>
        </pc:picChg>
        <pc:picChg chg="del">
          <ac:chgData name="Michael Hill" userId="41dba03d-e58d-4389-9894-554c10310ba4" providerId="ADAL" clId="{EF23FE1D-A042-481E-AFD7-2A9FB0847F54}" dt="2026-01-28T18:38:16.834" v="5691" actId="478"/>
          <ac:picMkLst>
            <pc:docMk/>
            <pc:sldMk cId="2454319330" sldId="521"/>
            <ac:picMk id="8194" creationId="{3597D924-30EC-E08B-B5E6-13CD279D8F9B}"/>
          </ac:picMkLst>
        </pc:picChg>
      </pc:sldChg>
      <pc:sldChg chg="add">
        <pc:chgData name="Michael Hill" userId="41dba03d-e58d-4389-9894-554c10310ba4" providerId="ADAL" clId="{EF23FE1D-A042-481E-AFD7-2A9FB0847F54}" dt="2026-01-28T18:38:55.243" v="5711" actId="2890"/>
        <pc:sldMkLst>
          <pc:docMk/>
          <pc:sldMk cId="104815971" sldId="522"/>
        </pc:sldMkLst>
      </pc:sldChg>
      <pc:sldChg chg="add del">
        <pc:chgData name="Michael Hill" userId="41dba03d-e58d-4389-9894-554c10310ba4" providerId="ADAL" clId="{EF23FE1D-A042-481E-AFD7-2A9FB0847F54}" dt="2026-01-28T18:38:54.002" v="5710" actId="47"/>
        <pc:sldMkLst>
          <pc:docMk/>
          <pc:sldMk cId="3798290276" sldId="522"/>
        </pc:sldMkLst>
      </pc:sldChg>
      <pc:sldChg chg="addSp delSp modSp add mod">
        <pc:chgData name="Michael Hill" userId="41dba03d-e58d-4389-9894-554c10310ba4" providerId="ADAL" clId="{EF23FE1D-A042-481E-AFD7-2A9FB0847F54}" dt="2026-01-28T18:53:52.515" v="6270" actId="478"/>
        <pc:sldMkLst>
          <pc:docMk/>
          <pc:sldMk cId="2567422508" sldId="523"/>
        </pc:sldMkLst>
        <pc:spChg chg="mod">
          <ac:chgData name="Michael Hill" userId="41dba03d-e58d-4389-9894-554c10310ba4" providerId="ADAL" clId="{EF23FE1D-A042-481E-AFD7-2A9FB0847F54}" dt="2026-01-28T18:53:48.591" v="6268" actId="20577"/>
          <ac:spMkLst>
            <pc:docMk/>
            <pc:sldMk cId="2567422508" sldId="523"/>
            <ac:spMk id="8" creationId="{D2304325-348B-CE90-C260-25EBB4C02E83}"/>
          </ac:spMkLst>
        </pc:spChg>
        <pc:picChg chg="add del">
          <ac:chgData name="Michael Hill" userId="41dba03d-e58d-4389-9894-554c10310ba4" providerId="ADAL" clId="{EF23FE1D-A042-481E-AFD7-2A9FB0847F54}" dt="2026-01-28T18:53:52.515" v="6270" actId="478"/>
          <ac:picMkLst>
            <pc:docMk/>
            <pc:sldMk cId="2567422508" sldId="523"/>
            <ac:picMk id="8196" creationId="{CD8E7BE2-0E4C-F3F4-C8D9-A9D25D65401F}"/>
          </ac:picMkLst>
        </pc:picChg>
      </pc:sldChg>
      <pc:sldChg chg="delSp modSp add mod">
        <pc:chgData name="Michael Hill" userId="41dba03d-e58d-4389-9894-554c10310ba4" providerId="ADAL" clId="{EF23FE1D-A042-481E-AFD7-2A9FB0847F54}" dt="2026-01-28T18:56:51.397" v="7062" actId="207"/>
        <pc:sldMkLst>
          <pc:docMk/>
          <pc:sldMk cId="2923763138" sldId="524"/>
        </pc:sldMkLst>
        <pc:spChg chg="mod">
          <ac:chgData name="Michael Hill" userId="41dba03d-e58d-4389-9894-554c10310ba4" providerId="ADAL" clId="{EF23FE1D-A042-481E-AFD7-2A9FB0847F54}" dt="2026-01-28T18:56:51.397" v="7062" actId="207"/>
          <ac:spMkLst>
            <pc:docMk/>
            <pc:sldMk cId="2923763138" sldId="524"/>
            <ac:spMk id="8" creationId="{8D0414B2-ED36-2923-8CC8-948B2CAF49DE}"/>
          </ac:spMkLst>
        </pc:spChg>
        <pc:picChg chg="del">
          <ac:chgData name="Michael Hill" userId="41dba03d-e58d-4389-9894-554c10310ba4" providerId="ADAL" clId="{EF23FE1D-A042-481E-AFD7-2A9FB0847F54}" dt="2026-01-28T18:54:13.454" v="6308" actId="478"/>
          <ac:picMkLst>
            <pc:docMk/>
            <pc:sldMk cId="2923763138" sldId="524"/>
            <ac:picMk id="8196" creationId="{6F412DC5-5690-DE43-DF04-DDA883E4924E}"/>
          </ac:picMkLst>
        </pc:picChg>
      </pc:sldChg>
      <pc:sldChg chg="modSp add mod">
        <pc:chgData name="Michael Hill" userId="41dba03d-e58d-4389-9894-554c10310ba4" providerId="ADAL" clId="{EF23FE1D-A042-481E-AFD7-2A9FB0847F54}" dt="2026-01-28T18:59:13.066" v="7708" actId="114"/>
        <pc:sldMkLst>
          <pc:docMk/>
          <pc:sldMk cId="900923617" sldId="525"/>
        </pc:sldMkLst>
        <pc:spChg chg="mod">
          <ac:chgData name="Michael Hill" userId="41dba03d-e58d-4389-9894-554c10310ba4" providerId="ADAL" clId="{EF23FE1D-A042-481E-AFD7-2A9FB0847F54}" dt="2026-01-28T18:59:13.066" v="7708" actId="114"/>
          <ac:spMkLst>
            <pc:docMk/>
            <pc:sldMk cId="900923617" sldId="525"/>
            <ac:spMk id="8" creationId="{89192AA3-CD85-E417-BA0E-78A410D0858E}"/>
          </ac:spMkLst>
        </pc:spChg>
      </pc:sldChg>
      <pc:sldChg chg="modSp add mod">
        <pc:chgData name="Michael Hill" userId="41dba03d-e58d-4389-9894-554c10310ba4" providerId="ADAL" clId="{EF23FE1D-A042-481E-AFD7-2A9FB0847F54}" dt="2026-01-28T19:00:38.305" v="8162" actId="207"/>
        <pc:sldMkLst>
          <pc:docMk/>
          <pc:sldMk cId="1257219548" sldId="526"/>
        </pc:sldMkLst>
        <pc:spChg chg="mod">
          <ac:chgData name="Michael Hill" userId="41dba03d-e58d-4389-9894-554c10310ba4" providerId="ADAL" clId="{EF23FE1D-A042-481E-AFD7-2A9FB0847F54}" dt="2026-01-28T19:00:38.305" v="8162" actId="207"/>
          <ac:spMkLst>
            <pc:docMk/>
            <pc:sldMk cId="1257219548" sldId="526"/>
            <ac:spMk id="8" creationId="{22029EE5-1CB5-48DE-4CE4-D77134337C1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TOPIC A3:</a:t>
            </a:r>
          </a:p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DATABASES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719147" y="2724998"/>
            <a:ext cx="4179694" cy="116091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A3-10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792944" y="3692233"/>
            <a:ext cx="9359820" cy="98412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ACID &amp; DISTRIBUTED DATABASES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6881567" y="1777234"/>
            <a:ext cx="4516539" cy="22556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Have a way to take notes and a way to write code available for this lesson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255923" y="1213429"/>
            <a:ext cx="6218029" cy="539167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ACID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Atomicity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Consistency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Isolation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Durability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TCL Commands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Begin Transaction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Commit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Rollback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Distributed Databases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ACID in Distributed Databases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Features of Distributed Databases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598031" y="1564953"/>
            <a:ext cx="1708202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In data mining which of the following techniques are used to get the following knowledge: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Group people into groups based on high/low loan risk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Predict what page to load next on a webpage based on where most users go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Economists predict inflation rate in one year from now based on past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4F2867-8E56-228A-A272-D4ED8954C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926B7704-86EF-7FEC-8155-3D847292CD2C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690CDB7F-EB96-D8B0-D3AA-E3CAB1D0AB9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21671FCB-EF5E-A9AE-9B16-D4B88C68617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54A81DB0-35AE-121E-AE82-A4D31AF2D19B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C3F3785-EC31-8804-47D6-C260A012DD18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EA9A261-C404-6850-0145-A6263A349EF9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7B9208-16B9-4FF3-0246-620CA9B1108A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150267B-6788-74B0-B03C-5D096BDF8D8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083C1FE4-D717-FE13-FA70-8EC95E3A3D3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91B051B8-C24A-43E0-0391-560DEA8A9ED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9F9F4D8-2132-AD15-CEDB-AFE660429BD8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Clustering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Sequential Pattern Discovery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Regression</a:t>
            </a:r>
          </a:p>
        </p:txBody>
      </p:sp>
    </p:spTree>
    <p:extLst>
      <p:ext uri="{BB962C8B-B14F-4D97-AF65-F5344CB8AC3E}">
        <p14:creationId xmlns:p14="http://schemas.microsoft.com/office/powerpoint/2010/main" val="4217859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7F49A4-B1F9-49BD-43B5-78DB9955C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40C03F9-9C0E-3C40-7F20-0E529916897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420F4BD-3F94-9A0B-AC80-D3EAA63D012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56B8FB7-6D57-529A-5728-70563F70FFC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5E94BEA-2319-7709-9589-D5E10173E53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EF2758-F3AE-312F-416D-08E61458A56C}"/>
              </a:ext>
            </a:extLst>
          </p:cNvPr>
          <p:cNvSpPr/>
          <p:nvPr/>
        </p:nvSpPr>
        <p:spPr>
          <a:xfrm>
            <a:off x="421106" y="1357745"/>
            <a:ext cx="10341382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Databases are governed by a set of principles known as </a:t>
            </a: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ACID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– Atomicity 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 – Consistency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 – Isolation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 - Durability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A18054-BB94-C05D-C7EF-5AD50E6CC9B1}"/>
              </a:ext>
            </a:extLst>
          </p:cNvPr>
          <p:cNvSpPr/>
          <p:nvPr/>
        </p:nvSpPr>
        <p:spPr>
          <a:xfrm>
            <a:off x="-142430" y="155968"/>
            <a:ext cx="497960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ACID PROPERTIES</a:t>
            </a:r>
          </a:p>
        </p:txBody>
      </p:sp>
    </p:spTree>
    <p:extLst>
      <p:ext uri="{BB962C8B-B14F-4D97-AF65-F5344CB8AC3E}">
        <p14:creationId xmlns:p14="http://schemas.microsoft.com/office/powerpoint/2010/main" val="1393903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497F3E-D650-B185-B43C-4C8483EC2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F163ABB-14CE-AA5B-385A-ADADC9877F71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BA508DF-C4CC-F8B2-1FC5-4B0DF1CB512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27DCF88-1D7B-8A37-6862-1FC8D9ADFBD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75D79A3-E6C3-6E32-B39C-5DC89E2E034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47DC6E-2CC7-37BF-9787-FD643C0EA93A}"/>
              </a:ext>
            </a:extLst>
          </p:cNvPr>
          <p:cNvSpPr/>
          <p:nvPr/>
        </p:nvSpPr>
        <p:spPr>
          <a:xfrm>
            <a:off x="421105" y="1357745"/>
            <a:ext cx="7680747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Atomicity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– a database transaction (adding, removing, changing data) is all-or-nothing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Either every part of the transaction succeeds, or none are applied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there is a failure, the entire transaction is rolled back to its previous state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is done for database consistency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Why called atomicity?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0BC623-AA3F-7D81-4716-58E2F4B50780}"/>
              </a:ext>
            </a:extLst>
          </p:cNvPr>
          <p:cNvSpPr/>
          <p:nvPr/>
        </p:nvSpPr>
        <p:spPr>
          <a:xfrm>
            <a:off x="64287" y="155968"/>
            <a:ext cx="3046995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ATOMICITY</a:t>
            </a:r>
          </a:p>
        </p:txBody>
      </p:sp>
      <p:pic>
        <p:nvPicPr>
          <p:cNvPr id="1026" name="Picture 2" descr="Diagram of Atom | Quizlet">
            <a:extLst>
              <a:ext uri="{FF2B5EF4-FFF2-40B4-BE49-F238E27FC236}">
                <a16:creationId xmlns:a16="http://schemas.microsoft.com/office/drawing/2014/main" id="{A4273CD8-3658-D7FE-9E96-1EFFD6543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8959" y="1936377"/>
            <a:ext cx="3341936" cy="3336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7986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918F38-025C-A5ED-EA55-4B1E4FDA9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DA30707-3919-3549-5E43-A11E68D149B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17704D4-769A-8F00-BE0F-004287B1854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6ED3699-4ADA-0DA5-FF7D-B26DA9B9795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428DC1C-0E37-9986-985D-C8E52DBA89F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785AE7-CB73-68F6-4417-DD18EF27F9BB}"/>
              </a:ext>
            </a:extLst>
          </p:cNvPr>
          <p:cNvSpPr/>
          <p:nvPr/>
        </p:nvSpPr>
        <p:spPr>
          <a:xfrm>
            <a:off x="3726191" y="230293"/>
            <a:ext cx="7508826" cy="637422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With atomicity, each transaction has two options: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Commit: if the transaction has no errors, changes are applied permanently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Abort/Rollback: If any part of the transaction fails, any changes made as part of the transaction are reverted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transaction T, if T1 is successful, but T2 fails, the database would be left in an inconsistent state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Because of atomicity, T1 would be rolled back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BC5ED9-8C19-5354-6BE7-3731ECF1AFF7}"/>
              </a:ext>
            </a:extLst>
          </p:cNvPr>
          <p:cNvSpPr/>
          <p:nvPr/>
        </p:nvSpPr>
        <p:spPr>
          <a:xfrm>
            <a:off x="64287" y="155968"/>
            <a:ext cx="3046995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ATOMICITY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652068-EAB7-B114-52A9-CCE1C7652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85" y="2084384"/>
            <a:ext cx="3931980" cy="2000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407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F99E77-431F-2547-D82B-D0BA6C220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DA9B719-1163-3AC5-2455-8DF0543C2346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40D3C0B-6CE1-4639-7FED-DE814B85BD5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009A33C-33F0-9224-1F2E-CC1F434DCC7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C4FFE62-1FC4-8E85-3465-8831454BA5D4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470337-5B84-8CB8-E889-A0110A81EC53}"/>
              </a:ext>
            </a:extLst>
          </p:cNvPr>
          <p:cNvSpPr/>
          <p:nvPr/>
        </p:nvSpPr>
        <p:spPr>
          <a:xfrm>
            <a:off x="421106" y="1357745"/>
            <a:ext cx="7496922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Consistency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– the database must remain in a valid state before and after a transaction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valid state follows all defined rules, constraints, relationships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 integers in varchar field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 missing primary keys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 foreign key values that don’t exist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a transaction violates any of this, it is rolled back to prevent corrupt/invalid data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F94794-E6E5-38D4-E798-F62F772AED47}"/>
              </a:ext>
            </a:extLst>
          </p:cNvPr>
          <p:cNvSpPr/>
          <p:nvPr/>
        </p:nvSpPr>
        <p:spPr>
          <a:xfrm>
            <a:off x="64287" y="155968"/>
            <a:ext cx="3761401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CONSISTENCY</a:t>
            </a:r>
          </a:p>
        </p:txBody>
      </p:sp>
      <p:pic>
        <p:nvPicPr>
          <p:cNvPr id="2050" name="Picture 2" descr="Consistency Equals to Success vector illustration graphic 21899079 ...">
            <a:extLst>
              <a:ext uri="{FF2B5EF4-FFF2-40B4-BE49-F238E27FC236}">
                <a16:creationId xmlns:a16="http://schemas.microsoft.com/office/drawing/2014/main" id="{CB70A9C7-808B-9047-9B28-436B0662C7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7624" y="1770277"/>
            <a:ext cx="3758453" cy="3758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4202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EBE43E-C891-3B45-26B0-BAA36B3AC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6BAEC2A-EC54-349D-EFD8-64C15C59CF6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7BB7858-B81A-A615-454F-B5C33B67C62E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3B3C356-9015-8B4B-FA64-BD3F3BF86BCD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74412F7-8297-AA31-3E8C-DCB8FE822B9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01CEB3-A7D5-65F3-7115-88D6184C80E4}"/>
              </a:ext>
            </a:extLst>
          </p:cNvPr>
          <p:cNvSpPr/>
          <p:nvPr/>
        </p:nvSpPr>
        <p:spPr>
          <a:xfrm>
            <a:off x="421106" y="1357745"/>
            <a:ext cx="7496922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Example: The amount of money in a bank system should always be constant.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Before a transfer, the total balance is $700. 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After the transfer, the balance should still be $700, just in a different part of the system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the transaction fails in the middle, the total will not be $700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computer sees this, and rolls the transaction back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74D2EF-8C21-F9A6-1B79-6C3539D0EC05}"/>
              </a:ext>
            </a:extLst>
          </p:cNvPr>
          <p:cNvSpPr/>
          <p:nvPr/>
        </p:nvSpPr>
        <p:spPr>
          <a:xfrm>
            <a:off x="64287" y="155968"/>
            <a:ext cx="3761401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CONSISTENCY</a:t>
            </a:r>
          </a:p>
        </p:txBody>
      </p:sp>
      <p:pic>
        <p:nvPicPr>
          <p:cNvPr id="2052" name="Picture 4" descr="25 Facts About Bank Of America - OhMyFacts">
            <a:extLst>
              <a:ext uri="{FF2B5EF4-FFF2-40B4-BE49-F238E27FC236}">
                <a16:creationId xmlns:a16="http://schemas.microsoft.com/office/drawing/2014/main" id="{0CFE15C1-9ADF-9BA4-B5E7-BBC2C34A5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8028" y="2033002"/>
            <a:ext cx="4196395" cy="2791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6407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32C698-8B17-54FC-2277-70B18B12C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FD2C7AA-0214-D05F-8DD6-52FA73A1B96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8007318-0964-93D2-0CF7-CF8DDF9D923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5813316-D9F6-DFB4-AC2B-AE066A7F9DC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6D4BC28-5392-FF2B-7367-EC9199A1F91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9515BE-524C-2171-5EBD-F97EC4708D2E}"/>
              </a:ext>
            </a:extLst>
          </p:cNvPr>
          <p:cNvSpPr/>
          <p:nvPr/>
        </p:nvSpPr>
        <p:spPr>
          <a:xfrm>
            <a:off x="421105" y="1357745"/>
            <a:ext cx="11607289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Isolation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– transactions run independently without impacting each other. Changes made by one transaction are not visible to others until they are committed. (completed)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Even if two people run a transaction at the same time, the database will choose one to go first, and the other to go after.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6B4FCF-8FB5-4D16-D281-F924716E8C3B}"/>
              </a:ext>
            </a:extLst>
          </p:cNvPr>
          <p:cNvSpPr/>
          <p:nvPr/>
        </p:nvSpPr>
        <p:spPr>
          <a:xfrm>
            <a:off x="64288" y="155968"/>
            <a:ext cx="319368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ISOLATION</a:t>
            </a:r>
          </a:p>
        </p:txBody>
      </p:sp>
      <p:pic>
        <p:nvPicPr>
          <p:cNvPr id="3074" name="Picture 2" descr="Depression and Isolation — Restoring Balance Counseling">
            <a:extLst>
              <a:ext uri="{FF2B5EF4-FFF2-40B4-BE49-F238E27FC236}">
                <a16:creationId xmlns:a16="http://schemas.microsoft.com/office/drawing/2014/main" id="{A03E4AE5-9BFE-BC25-6245-2268B11A7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5875" y="3917630"/>
            <a:ext cx="3120249" cy="2340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8924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6F7B45-6415-27ED-D492-4C0395243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DFE3EAE-9448-7C9F-7C5B-1662D063BE9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10FEA07-9E1F-4DC1-70AA-6D4DDEBF057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DC485B7-17A0-6807-C3B4-FCB4839DD70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41A8CA8-6011-413C-4D54-B73A3D39EF4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D4F456-1041-6E59-8735-AFE58743E14F}"/>
              </a:ext>
            </a:extLst>
          </p:cNvPr>
          <p:cNvSpPr/>
          <p:nvPr/>
        </p:nvSpPr>
        <p:spPr>
          <a:xfrm>
            <a:off x="64289" y="1357745"/>
            <a:ext cx="1196410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Example: Transaction 1 removes $200 from account A, while Transaction 2 adds $400 to account A. Account A begins with $500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Transaction 1 reads the value stored in Account A: $500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Transaction 2 reads the value stored in Account A: $200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Transaction 1 subtracts from this value in memory: $700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Transaction 2 adds to this value in memory: $1100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Transaction 1 writes the new value to Account A: $700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Transaction 2 writes the new value to Account A: $1100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Transaction 1 was totally negated! Doing each separately prevents this.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EFDD15-3269-8A16-E44F-0E358CA6DA48}"/>
              </a:ext>
            </a:extLst>
          </p:cNvPr>
          <p:cNvSpPr/>
          <p:nvPr/>
        </p:nvSpPr>
        <p:spPr>
          <a:xfrm>
            <a:off x="64288" y="155968"/>
            <a:ext cx="3193686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ISOLATION</a:t>
            </a:r>
          </a:p>
        </p:txBody>
      </p:sp>
    </p:spTree>
    <p:extLst>
      <p:ext uri="{BB962C8B-B14F-4D97-AF65-F5344CB8AC3E}">
        <p14:creationId xmlns:p14="http://schemas.microsoft.com/office/powerpoint/2010/main" val="2978622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2390BE-7D86-3686-378C-B83280FAA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92BBD7D-46B3-2DB0-CF42-18ADF71B9DD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C218ED2-4D0E-1FB6-B8D6-CF92621B4F7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5A008D8-8708-D85D-9B05-883BEB516A3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563C1E5-FD3D-1444-A6AF-B3024F009054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1437AE-6085-ED81-2168-A49341FABBE6}"/>
              </a:ext>
            </a:extLst>
          </p:cNvPr>
          <p:cNvSpPr/>
          <p:nvPr/>
        </p:nvSpPr>
        <p:spPr>
          <a:xfrm>
            <a:off x="421105" y="1357745"/>
            <a:ext cx="11607289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Durability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– once a transaction is committed, its changes are permanently saved, even if the system crashes.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is stored in non-volatile memory (more on this in Topic A2)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database can recover from this without losing data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Even if a crash happens after a commit of money to a bank account, that data is stored and will not be lost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CBACE1-90C2-96B2-2100-45A8B0C2F3BE}"/>
              </a:ext>
            </a:extLst>
          </p:cNvPr>
          <p:cNvSpPr/>
          <p:nvPr/>
        </p:nvSpPr>
        <p:spPr>
          <a:xfrm>
            <a:off x="64287" y="155968"/>
            <a:ext cx="3484939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DURABILITY</a:t>
            </a:r>
          </a:p>
        </p:txBody>
      </p:sp>
      <p:pic>
        <p:nvPicPr>
          <p:cNvPr id="4098" name="Picture 2" descr="Durability Helps Achieve a Goal - Pictured As Word Durability in Clouds ...">
            <a:extLst>
              <a:ext uri="{FF2B5EF4-FFF2-40B4-BE49-F238E27FC236}">
                <a16:creationId xmlns:a16="http://schemas.microsoft.com/office/drawing/2014/main" id="{AEB1D4C2-02D6-D9C0-A55F-E7EAD86FB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8240" y="4092787"/>
            <a:ext cx="38100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2089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9C9BAB-28E2-573D-A5DF-23BBC47BF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B9223DC-1CB2-32E1-F42D-917406FFB51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89B60A5-0CA6-B4AC-C68A-F29A6E4741E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318612A-498C-F20D-7D8B-BF17DE7F4E2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F635459-8FF3-5B1C-2153-56B60B20AA5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5EB87E-C10C-B952-5320-BFEF2C066FE7}"/>
              </a:ext>
            </a:extLst>
          </p:cNvPr>
          <p:cNvSpPr/>
          <p:nvPr/>
        </p:nvSpPr>
        <p:spPr>
          <a:xfrm>
            <a:off x="421105" y="1357745"/>
            <a:ext cx="11607289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Because everything in this topic gets its own language…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Transaction control language (TCL)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is how we manage these database transactions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There are three main commands to know: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BEGIN TRANSACTION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COMMIT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ROLLBACK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F8E291-CA86-6FEC-0826-687E5D7AA400}"/>
              </a:ext>
            </a:extLst>
          </p:cNvPr>
          <p:cNvSpPr/>
          <p:nvPr/>
        </p:nvSpPr>
        <p:spPr>
          <a:xfrm>
            <a:off x="-590892" y="155968"/>
            <a:ext cx="9384513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TRANSACTION CONTROL LANGUAGE</a:t>
            </a:r>
          </a:p>
        </p:txBody>
      </p:sp>
      <p:pic>
        <p:nvPicPr>
          <p:cNvPr id="5122" name="Picture 2" descr="TCL 55’’ QM6K Series QD-Mini LED QLED 4K UHD Smart TV with Google TV ...">
            <a:extLst>
              <a:ext uri="{FF2B5EF4-FFF2-40B4-BE49-F238E27FC236}">
                <a16:creationId xmlns:a16="http://schemas.microsoft.com/office/drawing/2014/main" id="{02A5E774-3F57-A601-849B-49C6839B93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2534" y="3679375"/>
            <a:ext cx="5459307" cy="2661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9765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BA5D79-111D-5226-F1F6-3302B9F6E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3078A80-9A99-2B9D-FE0E-0FDAB0BB001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356A801-A343-CF2F-9A88-09AAE60DD1CE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224FC70-BDF2-64EC-E0FA-9B0E24676C8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4EB552A-ED01-49F3-DC05-25A2BD03007C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9EDC73-197A-88EC-4A0F-DA4B8F6A855C}"/>
              </a:ext>
            </a:extLst>
          </p:cNvPr>
          <p:cNvSpPr/>
          <p:nvPr/>
        </p:nvSpPr>
        <p:spPr>
          <a:xfrm>
            <a:off x="421105" y="1357745"/>
            <a:ext cx="11607289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BEGIN TRANSACTION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– the keyword used when a full, new transaction is started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transaction can contain more than one query, and requires that all steps be executed together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One transaction would contain the SQL UPDATE statements to add money to one bank account, while subtracting it from another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B24169-EDC2-72BB-AD55-38273C89BE88}"/>
              </a:ext>
            </a:extLst>
          </p:cNvPr>
          <p:cNvSpPr/>
          <p:nvPr/>
        </p:nvSpPr>
        <p:spPr>
          <a:xfrm>
            <a:off x="-211585" y="155968"/>
            <a:ext cx="5664119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BEGIN TRANSACTION</a:t>
            </a:r>
          </a:p>
        </p:txBody>
      </p:sp>
      <p:pic>
        <p:nvPicPr>
          <p:cNvPr id="6146" name="Picture 2" descr="What Is a Transaction Database? Industry Essentials &amp; FAQs [2024 ...">
            <a:extLst>
              <a:ext uri="{FF2B5EF4-FFF2-40B4-BE49-F238E27FC236}">
                <a16:creationId xmlns:a16="http://schemas.microsoft.com/office/drawing/2014/main" id="{8DB6557C-9301-C928-1E57-A41529D94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9199" y="4364875"/>
            <a:ext cx="4273973" cy="2404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09487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03CD6D-415D-0094-017B-9A03C1B84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ED3B146-ED4D-0DF9-CF08-3488CB6C1956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BDA3A40-81BE-A01A-DBE4-EE606CCD9BA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E37826B-2DFB-1AD3-6251-FF7E1C6F967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0832EA6-F77A-DCA1-9254-31290D30053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8F7CCE-F463-556F-7AFB-E5306336EADF}"/>
              </a:ext>
            </a:extLst>
          </p:cNvPr>
          <p:cNvSpPr/>
          <p:nvPr/>
        </p:nvSpPr>
        <p:spPr>
          <a:xfrm>
            <a:off x="421105" y="1357745"/>
            <a:ext cx="11607289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COMMIT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– the keyword used when a transaction is completed, and the changes should be permanently saved to the database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COMMIT should only execute if there were no errors in the transaction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any error is made, a ROLLBACK should occur instead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any of you are familiar with GitHub personally, this should ring a bell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F7AC79-85E5-2DFC-2CC3-E73E17E180E9}"/>
              </a:ext>
            </a:extLst>
          </p:cNvPr>
          <p:cNvSpPr/>
          <p:nvPr/>
        </p:nvSpPr>
        <p:spPr>
          <a:xfrm>
            <a:off x="106599" y="112328"/>
            <a:ext cx="2318092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COMMIT</a:t>
            </a:r>
          </a:p>
        </p:txBody>
      </p:sp>
      <p:pic>
        <p:nvPicPr>
          <p:cNvPr id="7170" name="Picture 2" descr="Commit trên git">
            <a:extLst>
              <a:ext uri="{FF2B5EF4-FFF2-40B4-BE49-F238E27FC236}">
                <a16:creationId xmlns:a16="http://schemas.microsoft.com/office/drawing/2014/main" id="{86315069-74F5-668E-61A5-3072BBD9F2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2841" y="4662872"/>
            <a:ext cx="2778031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61004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A149D0-C4A9-8FF4-3EA5-88E210B2A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52AE51A-6EF5-A440-C71F-91D5BC181A4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0AEF685-5F1C-5989-6E11-B50439FF7AEA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2FCB5A9-D814-79BA-B22F-64DA405BE86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9172107-93A9-73F2-36FB-3AE600B93F0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DFA954-292D-A53D-7F6B-33CD8E84E4A7}"/>
              </a:ext>
            </a:extLst>
          </p:cNvPr>
          <p:cNvSpPr/>
          <p:nvPr/>
        </p:nvSpPr>
        <p:spPr>
          <a:xfrm>
            <a:off x="421105" y="1357745"/>
            <a:ext cx="11607289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ROLLBACK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– the keyword used when a transaction has, in part, failed, and the changes should be reverted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ROLLBACKs occur if ANY part of the transaction has failed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explanation is simple, we ROLL BACK the changes to the previous database state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Changes were never made to the real database yet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6B9EDA-9391-FA40-8FAD-24AE92BCADB6}"/>
              </a:ext>
            </a:extLst>
          </p:cNvPr>
          <p:cNvSpPr/>
          <p:nvPr/>
        </p:nvSpPr>
        <p:spPr>
          <a:xfrm>
            <a:off x="106599" y="112328"/>
            <a:ext cx="2975268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ROLLBACK</a:t>
            </a:r>
          </a:p>
        </p:txBody>
      </p:sp>
      <p:pic>
        <p:nvPicPr>
          <p:cNvPr id="8194" name="Picture 2" descr="Medium Duty Rollback by Ledwell | Rollback Tow Trucks for Sale">
            <a:extLst>
              <a:ext uri="{FF2B5EF4-FFF2-40B4-BE49-F238E27FC236}">
                <a16:creationId xmlns:a16="http://schemas.microsoft.com/office/drawing/2014/main" id="{957B8174-674A-8F44-24B3-5A9B23F2C1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1396" y="4561860"/>
            <a:ext cx="3277235" cy="2183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8159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3F1803-DE68-0552-9598-FC4B0C167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A40EA70-F973-1BDD-8B9F-7FD9ECFBD5B1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3AA623B-3794-B39D-872A-864A2793754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44304CD-55D4-4856-3141-C450D5D9288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71B95F3-735C-1A78-397B-19D349F9D52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DF3E19-DC73-B51A-B841-C0D4535B18F3}"/>
              </a:ext>
            </a:extLst>
          </p:cNvPr>
          <p:cNvSpPr/>
          <p:nvPr/>
        </p:nvSpPr>
        <p:spPr>
          <a:xfrm>
            <a:off x="0" y="155736"/>
            <a:ext cx="4411613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TCL COMMANDS</a:t>
            </a:r>
          </a:p>
        </p:txBody>
      </p:sp>
      <p:pic>
        <p:nvPicPr>
          <p:cNvPr id="2" name="Picture 2" descr="What Is a Transaction Database? Industry Essentials &amp; FAQs [2024 ...">
            <a:extLst>
              <a:ext uri="{FF2B5EF4-FFF2-40B4-BE49-F238E27FC236}">
                <a16:creationId xmlns:a16="http://schemas.microsoft.com/office/drawing/2014/main" id="{32EAB769-6E5D-8184-A290-285669B48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492" y="1444561"/>
            <a:ext cx="9069422" cy="510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43193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23577E-02EA-5830-6462-13457601A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121638-327A-5068-9F43-60FBAB740CE9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1439AED-570B-81CC-F522-6CD4E3812E0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BE0D66B-B87A-6BE8-063F-CCB3DB0701B5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BF6B1F6-66E1-DFC8-45FB-C3957304F55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564C9C-F4B7-2027-BF51-F9522CBF12FB}"/>
              </a:ext>
            </a:extLst>
          </p:cNvPr>
          <p:cNvSpPr/>
          <p:nvPr/>
        </p:nvSpPr>
        <p:spPr>
          <a:xfrm>
            <a:off x="421105" y="1357745"/>
            <a:ext cx="11607289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Distributed Database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– collection of multiple databases spread across different physical locations, connected via a network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distributed database manages data across various sites, but makes it appear as a single database to users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C91A42-CEC9-4758-B757-9A085BB9A985}"/>
              </a:ext>
            </a:extLst>
          </p:cNvPr>
          <p:cNvSpPr/>
          <p:nvPr/>
        </p:nvSpPr>
        <p:spPr>
          <a:xfrm>
            <a:off x="-362680" y="129275"/>
            <a:ext cx="6947924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DISTRIBUTED DATABASES</a:t>
            </a:r>
          </a:p>
        </p:txBody>
      </p:sp>
      <p:pic>
        <p:nvPicPr>
          <p:cNvPr id="8196" name="Picture 4" descr="Difference between Centralized Database and Distributed Database ...">
            <a:extLst>
              <a:ext uri="{FF2B5EF4-FFF2-40B4-BE49-F238E27FC236}">
                <a16:creationId xmlns:a16="http://schemas.microsoft.com/office/drawing/2014/main" id="{807C6E90-15DE-5E76-FD6E-F0319B6F0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0998" y="3481068"/>
            <a:ext cx="4471707" cy="3123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09689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8B7013-4ABB-D111-5F41-F27A9884D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C79B43A-D949-75FA-AF4F-A793A6F6679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5724543-567D-8B6E-C24A-CE712EE7677A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90AF28A-D1EC-01F4-12ED-A1CABE6E12F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34AB4C2-B7A5-EEBA-D4CF-5440C193037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304325-348B-CE90-C260-25EBB4C02E83}"/>
              </a:ext>
            </a:extLst>
          </p:cNvPr>
          <p:cNvSpPr/>
          <p:nvPr/>
        </p:nvSpPr>
        <p:spPr>
          <a:xfrm>
            <a:off x="421105" y="1357745"/>
            <a:ext cx="11607289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Because this data must be accessible at multiple locations, we must ensure that data is consistent between locations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ACID properties are used doing transactions to update the other databases in the distributed database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CBB3A4-EF86-9935-44B0-29356781D327}"/>
              </a:ext>
            </a:extLst>
          </p:cNvPr>
          <p:cNvSpPr/>
          <p:nvPr/>
        </p:nvSpPr>
        <p:spPr>
          <a:xfrm>
            <a:off x="-362680" y="129275"/>
            <a:ext cx="6947924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DISTRIBUTED DATABASES</a:t>
            </a:r>
          </a:p>
        </p:txBody>
      </p:sp>
      <p:pic>
        <p:nvPicPr>
          <p:cNvPr id="8196" name="Picture 4" descr="Difference between Centralized Database and Distributed Database ...">
            <a:extLst>
              <a:ext uri="{FF2B5EF4-FFF2-40B4-BE49-F238E27FC236}">
                <a16:creationId xmlns:a16="http://schemas.microsoft.com/office/drawing/2014/main" id="{CD8E7BE2-0E4C-F3F4-C8D9-A9D25D654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0998" y="3481068"/>
            <a:ext cx="4471707" cy="3123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74225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5E415D-0B19-37BF-CA0D-BA0B65757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9AA77A0-989B-2249-FC4D-896DB34234B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FA06A47-E28D-2C68-25F2-1E9F4374187C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727B3E3-22B9-97F6-C76D-6237C738460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8B9E688-A839-695B-93F5-FFDA2398A58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414B2-ED36-2923-8CC8-948B2CAF49DE}"/>
              </a:ext>
            </a:extLst>
          </p:cNvPr>
          <p:cNvSpPr/>
          <p:nvPr/>
        </p:nvSpPr>
        <p:spPr>
          <a:xfrm>
            <a:off x="421105" y="1357745"/>
            <a:ext cx="11607289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Features: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Concurrency Control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: because there are multiple databases, we must keep a tighter grip on isolation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Parallel transactions need to act as if they are run by one database</a:t>
            </a:r>
          </a:p>
          <a:p>
            <a:pPr marL="1828800" lvl="3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One database can ‘lock’ the others until it is done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Data Consistency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: Distributed databases will often sync with each other to ensure data is consistent across the world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Data Partitioning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: data from one regional or country branch can be stored on a local database, but still link to others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54CDBD-7BC5-52B3-C6B8-5E8FB283AA2E}"/>
              </a:ext>
            </a:extLst>
          </p:cNvPr>
          <p:cNvSpPr/>
          <p:nvPr/>
        </p:nvSpPr>
        <p:spPr>
          <a:xfrm>
            <a:off x="-362680" y="129275"/>
            <a:ext cx="6947924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DISTRIBUTED DATABASES</a:t>
            </a:r>
          </a:p>
        </p:txBody>
      </p:sp>
    </p:spTree>
    <p:extLst>
      <p:ext uri="{BB962C8B-B14F-4D97-AF65-F5344CB8AC3E}">
        <p14:creationId xmlns:p14="http://schemas.microsoft.com/office/powerpoint/2010/main" val="29237631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D3B0B4-4F40-A223-39F8-D38BF5B0E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87128CD-ACA7-9DD3-F337-2455C8F45183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A03B86C-72BF-EF9C-3CD4-AB46023156A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A031728-EB69-CB9B-4835-C9C55D6A3E5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608F494-054A-8D9F-BAAB-977436B4DAF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192AA3-CD85-E417-BA0E-78A410D0858E}"/>
              </a:ext>
            </a:extLst>
          </p:cNvPr>
          <p:cNvSpPr/>
          <p:nvPr/>
        </p:nvSpPr>
        <p:spPr>
          <a:xfrm>
            <a:off x="421105" y="1357745"/>
            <a:ext cx="11607289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Features: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Data Security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– because databases are distributed, data does not need to be stored all at one location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 ‘pot of honey’ for potential hackers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Fault Tolerance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– if one regional database goes down, another can step in while they get the first up and running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a database is destroyed, they can restore it from another database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Global Query Processing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– queries can be run on databases nearby the person making the query, improving performance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27F70B-8E93-F9A9-F7B9-9EBB4999B9B4}"/>
              </a:ext>
            </a:extLst>
          </p:cNvPr>
          <p:cNvSpPr/>
          <p:nvPr/>
        </p:nvSpPr>
        <p:spPr>
          <a:xfrm>
            <a:off x="-362680" y="129275"/>
            <a:ext cx="6947924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DISTRIBUTED DATABASES</a:t>
            </a:r>
          </a:p>
        </p:txBody>
      </p:sp>
    </p:spTree>
    <p:extLst>
      <p:ext uri="{BB962C8B-B14F-4D97-AF65-F5344CB8AC3E}">
        <p14:creationId xmlns:p14="http://schemas.microsoft.com/office/powerpoint/2010/main" val="9009236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050412-C8FC-791F-1FDC-D8299FB83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B77F699-CA92-6B36-370E-5E275B90D02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484263F-25C0-866E-48B4-2DDAF74A3941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6606FFA-F32D-8739-3DE5-5BCBD372909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A6A615-AA69-0BF3-E18F-F5C2B514C45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029EE5-1CB5-48DE-4CE4-D77134337C14}"/>
              </a:ext>
            </a:extLst>
          </p:cNvPr>
          <p:cNvSpPr/>
          <p:nvPr/>
        </p:nvSpPr>
        <p:spPr>
          <a:xfrm>
            <a:off x="421105" y="1357745"/>
            <a:ext cx="11607289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Features: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Location Transparency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– people can be told where their data is being stored, and be more confident in it being local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Governments also like this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Replication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– a clone of a database can easily be made for restoration or testing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4"/>
                </a:solidFill>
                <a:latin typeface="Bahnschrift" panose="020B0502040204020203" pitchFamily="34" charset="0"/>
              </a:rPr>
              <a:t>Scalability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– if a company wants to expand, they don’t have to make their existing databases bigger, they can just add more to the network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AEC850-4F1E-EB54-A9E9-007D9C258E19}"/>
              </a:ext>
            </a:extLst>
          </p:cNvPr>
          <p:cNvSpPr/>
          <p:nvPr/>
        </p:nvSpPr>
        <p:spPr>
          <a:xfrm>
            <a:off x="-362680" y="129275"/>
            <a:ext cx="6947924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DISTRIBUTED DATABASES</a:t>
            </a:r>
          </a:p>
        </p:txBody>
      </p:sp>
    </p:spTree>
    <p:extLst>
      <p:ext uri="{BB962C8B-B14F-4D97-AF65-F5344CB8AC3E}">
        <p14:creationId xmlns:p14="http://schemas.microsoft.com/office/powerpoint/2010/main" val="12572195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4CAC33-ABC2-32C4-3A07-8314730CF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6B9E3A1-B5B4-6976-6A81-8D8425A5062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D40C6A0-B01B-C609-E650-D790EB1C3A46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CCE1C78-05F1-6596-E430-3F7F7D82924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8ED360D-EBE9-78E2-9C36-830EADEB28E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EBA483-932C-0DF3-820A-BA0E92D28961}"/>
              </a:ext>
            </a:extLst>
          </p:cNvPr>
          <p:cNvSpPr/>
          <p:nvPr/>
        </p:nvSpPr>
        <p:spPr>
          <a:xfrm>
            <a:off x="421106" y="1357745"/>
            <a:ext cx="11109478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You can find PA A3-3 (labeled correctly in </a:t>
            </a:r>
            <a:r>
              <a:rPr lang="en-US" sz="2800" dirty="0" err="1"/>
              <a:t>ManageBac</a:t>
            </a:r>
            <a:r>
              <a:rPr lang="en-US" sz="2800" dirty="0"/>
              <a:t> this time) on </a:t>
            </a:r>
            <a:r>
              <a:rPr lang="en-US" sz="2800" dirty="0" err="1"/>
              <a:t>Github</a:t>
            </a:r>
            <a:r>
              <a:rPr lang="en-US" sz="2800"/>
              <a:t>!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CC646B-4635-6050-D4B0-A67535F846E1}"/>
              </a:ext>
            </a:extLst>
          </p:cNvPr>
          <p:cNvSpPr/>
          <p:nvPr/>
        </p:nvSpPr>
        <p:spPr>
          <a:xfrm>
            <a:off x="-252158" y="155968"/>
            <a:ext cx="8237918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BROGRAMMING BASSIGNMENT</a:t>
            </a:r>
          </a:p>
        </p:txBody>
      </p:sp>
    </p:spTree>
    <p:extLst>
      <p:ext uri="{BB962C8B-B14F-4D97-AF65-F5344CB8AC3E}">
        <p14:creationId xmlns:p14="http://schemas.microsoft.com/office/powerpoint/2010/main" val="42189409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C4770D-2655-8C26-4D48-F4A031986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21F651E-4940-E318-A076-228E3B8C31C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1209F0-0749-0516-0209-4407FCF4677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8966181-5CE2-6722-3350-E00B8140334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E2CE7C8-7F63-E472-2606-75A39E14A58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5BA143-CA8C-162E-8EE1-5979D9C12717}"/>
              </a:ext>
            </a:extLst>
          </p:cNvPr>
          <p:cNvSpPr/>
          <p:nvPr/>
        </p:nvSpPr>
        <p:spPr>
          <a:xfrm>
            <a:off x="604883" y="1034378"/>
            <a:ext cx="6280549" cy="55895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JOIN Statement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WHERE Clause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Relational Operators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Filtering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Pattern Matching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Insert Queries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Delete Queries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Update Queries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4C4382-6508-C8FE-9226-90B3DD641032}"/>
              </a:ext>
            </a:extLst>
          </p:cNvPr>
          <p:cNvSpPr/>
          <p:nvPr/>
        </p:nvSpPr>
        <p:spPr>
          <a:xfrm>
            <a:off x="-383840" y="155968"/>
            <a:ext cx="7699040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VOCABULARY TO REMEMBER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DF2185-2444-3B34-8D77-C197EB877E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0" b="640"/>
          <a:stretch>
            <a:fillRect/>
          </a:stretch>
        </p:blipFill>
        <p:spPr>
          <a:xfrm flipH="1">
            <a:off x="8394191" y="3429000"/>
            <a:ext cx="3278463" cy="298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115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5 0.0507 L 0.0095 0.0507 C 0.00833 -0.0368 0.00755 -0.09444 0.00729 -0.19467 C 0.00716 -0.23079 0.00781 -0.26667 0.00794 -0.30278 C 0.00729 -0.32986 0.00794 -0.35717 0.00573 -0.38403 C 0.00442 -0.40116 0.00065 -0.41713 -0.00248 -0.43333 C -0.00625 -0.45301 -0.01211 -0.47708 -0.02045 -0.49213 C -0.02591 -0.50185 -0.05482 -0.53241 -0.06029 -0.53611 C -0.07761 -0.54815 -0.09336 -0.55116 -0.1112 -0.55602 C -0.11602 -0.55463 -0.1211 -0.55532 -0.12552 -0.55208 C -0.13477 -0.54537 -0.14362 -0.53704 -0.1517 -0.52662 C -0.16341 -0.51204 -0.17578 -0.48588 -0.18555 -0.46667 C -0.18776 -0.45648 -0.19024 -0.44653 -0.19219 -0.43611 C -0.1974 -0.40856 -0.2056 -0.35486 -0.20873 -0.32801 C -0.21172 -0.30278 -0.21368 -0.27731 -0.21628 -0.25208 C -0.22071 -0.15972 -0.21966 -0.19884 -0.21771 -0.04815 C -0.21758 -0.03426 -0.21641 -0.02801 -0.21472 -0.01597 C -0.20951 -0.04838 -0.21146 -0.03194 -0.21849 -0.1 C -0.21966 -0.11204 -0.22227 -0.12338 -0.22448 -0.13472 C -0.2362 -0.19375 -0.23464 -0.18796 -0.253 -0.24005 C -0.25365 -0.2419 -0.26771 -0.28032 -0.27175 -0.28796 C -0.2737 -0.29167 -0.27618 -0.29421 -0.27852 -0.29745 C -0.28946 -0.28981 -0.30078 -0.28356 -0.31146 -0.27477 C -0.32591 -0.26296 -0.34375 -0.22292 -0.34974 -0.2081 C -0.35222 -0.20185 -0.35521 -0.19606 -0.35729 -0.18935 C -0.35977 -0.18102 -0.3612 -0.17153 -0.36328 -0.16273 C -0.36446 -0.14838 -0.36576 -0.13472 -0.36628 -0.12014 C -0.36719 -0.08403 -0.36745 -0.04815 -0.36849 -0.01204 C -0.36914 0.01412 -0.36836 0.00857 -0.37071 0.0213 C -0.37344 0.00648 -0.36966 0.02894 -0.36993 -0.01204 C -0.37019 -0.03032 -0.36953 -0.04907 -0.37227 -0.06667 C -0.37396 -0.07755 -0.37878 -0.08611 -0.38269 -0.09467 C -0.39284 -0.11643 -0.40443 -0.13125 -0.41875 -0.14398 C -0.42657 -0.15092 -0.42253 -0.14884 -0.43073 -0.15069 C -0.44427 -0.14977 -0.44584 -0.15393 -0.45469 -0.14398 C -0.45964 -0.13866 -0.46901 -0.12685 -0.46901 -0.12685 C -0.47149 -0.11875 -0.47487 -0.11134 -0.47644 -0.10278 C -0.47696 -0.1 -0.47761 -0.09745 -0.478 -0.09467 C -0.47904 -0.08634 -0.47956 -0.07662 -0.48021 -0.06805 C -0.47943 -0.05301 -0.48008 -0.0375 -0.478 -0.02268 C -0.47748 -0.01921 -0.47696 -0.01574 -0.47644 -0.01204 C -0.47487 0.00139 -0.47448 0.00833 -0.47344 0.02269 C -0.47396 0.0257 -0.47383 0.0294 -0.475 0.03195 C -0.47552 0.0331 -0.47644 0.03102 -0.47722 0.03056 C -0.47852 0.02963 -0.47969 0.0287 -0.48099 0.02801 C -0.48399 0.0213 -0.48828 0.01597 -0.48998 0.00787 C -0.49349 -0.00833 -0.49479 -0.01319 -0.49753 -0.03079 C -0.49857 -0.03819 -0.49948 -0.04583 -0.50052 -0.05347 C -0.49857 -0.07106 -0.49636 -0.10116 -0.49076 -0.11736 C -0.48516 -0.13333 -0.47839 -0.14768 -0.47123 -0.16134 C -0.46654 -0.17037 -0.46159 -0.17963 -0.45547 -0.18542 C -0.45078 -0.18981 -0.44493 -0.18889 -0.43972 -0.19074 C -0.42826 -0.1868 -0.41589 -0.1875 -0.40521 -0.1787 C -0.39987 -0.1743 -0.39714 -0.16296 -0.39466 -0.15347 C -0.38959 -0.13333 -0.38685 -0.09444 -0.38503 -0.07338 C -0.38594 -0.06551 -0.38568 -0.05648 -0.38802 -0.0493 C -0.39453 -0.02963 -0.40313 -0.0338 -0.4142 -0.03217 C -0.44675 -0.0419 -0.45834 -0.03773 -0.48477 -0.07338 C -0.49154 -0.08264 -0.49571 -0.09653 -0.50118 -0.1081 C -0.50378 -0.12222 -0.50808 -0.13588 -0.50873 -0.15069 C -0.51055 -0.19375 -0.50026 -0.21944 -0.4862 -0.25347 C -0.4694 -0.29398 -0.44662 -0.33333 -0.42175 -0.35741 C -0.40795 -0.3706 -0.39271 -0.3794 -0.37748 -0.38542 C -0.36472 -0.39051 -0.35144 -0.38889 -0.33854 -0.39074 C -0.32878 -0.3831 -0.31745 -0.37986 -0.30925 -0.36805 C -0.28464 -0.33287 -0.28425 -0.31458 -0.27552 -0.26944 C -0.27852 -0.24907 -0.27774 -0.22546 -0.28451 -0.2081 C -0.30417 -0.15764 -0.32318 -0.16366 -0.35274 -0.15602 C -0.36823 -0.1662 -0.38711 -0.16667 -0.39922 -0.1868 C -0.41237 -0.20833 -0.42045 -0.24074 -0.42318 -0.27199 C -0.42748 -0.31898 -0.4056 -0.37546 -0.38724 -0.40278 C -0.36602 -0.43426 -0.32552 -0.4588 -0.30026 -0.47083 C -0.28256 -0.47893 -0.2642 -0.4831 -0.24623 -0.48935 L -0.16224 -0.4868 C -0.11055 -0.47731 -0.09909 -0.46319 -0.05573 -0.43079 C -0.04974 -0.41597 -0.04089 -0.40393 -0.03776 -0.3868 C -0.03334 -0.3625 -0.03047 -0.33542 -0.03399 -0.31065 C -0.04466 -0.23518 -0.08073 -0.18565 -0.11875 -0.15602 C -0.13112 -0.1463 -0.14571 -0.15162 -0.15925 -0.1493 C -0.16771 -0.16852 -0.17891 -0.18472 -0.18477 -0.20671 C -0.19375 -0.2412 -0.19961 -0.27847 -0.20274 -0.31597 C -0.20508 -0.34467 -0.20534 -0.37477 -0.20118 -0.40278 C -0.19766 -0.42778 -0.18841 -0.4493 -0.18021 -0.47083 C -0.16302 -0.5162 -0.1487 -0.5375 -0.12019 -0.56134 C -0.11172 -0.56852 -0.07578 -0.58333 -0.06472 -0.58796 C -0.05821 -0.58727 -0.05131 -0.58958 -0.04519 -0.58542 C -0.03555 -0.57893 -0.01407 -0.55185 -0.00326 -0.53866 C 0.00026 -0.52893 0.0039 -0.51921 0.00729 -0.50949 C 0.01041 -0.50023 0.01302 -0.49051 0.01627 -0.48148 C 0.02578 -0.45509 0.01914 -0.48148 0.02669 -0.45347 C 0.02838 -0.44722 0.02968 -0.44097 0.03125 -0.43472 C 0.03242 -0.43032 0.03372 -0.42592 0.03502 -0.4213 C 0.03776 -0.41111 0.03932 -0.39977 0.04323 -0.39074 C 0.04674 -0.38264 0.05039 -0.37477 0.05377 -0.36667 C 0.05638 -0.36065 0.06562 -0.33495 0.06875 -0.33079 C 0.07513 -0.32199 0.08229 -0.31505 0.08971 -0.30949 C 0.09661 -0.30417 0.10416 -0.30185 0.11146 -0.29884 C 0.12304 -0.29398 0.13424 -0.29213 0.14596 -0.28935 C 0.16523 -0.2956 0.18489 -0.29907 0.20377 -0.3081 C 0.24127 -0.32616 0.26302 -0.33217 0.29752 -0.36667 C 0.3289 -0.39838 0.35833 -0.43565 0.38893 -0.46944 C 0.40208 -0.4838 0.41432 -0.50162 0.42877 -0.51065 C 0.44544 -0.5213 0.4625 -0.53102 0.47903 -0.54282 C 0.50494 -0.56111 0.52994 -0.58449 0.55625 -0.60139 C 0.57356 -0.6125 0.57031 -0.6088 0.58476 -0.62407 C 0.58698 -0.62662 0.59153 -0.63194 0.59153 -0.63194 " pathEditMode="relative" ptsTypes="AAAAAAAAAAAAAAAAAAAAAAAAAAAAAAAAAAAAAAAAAAAAAAAAAAAAAAAAAAAAAAAAAAAAAAAAAAAAAAAAAAAAAAAAAAAAAAAAAAAAAAAAAA">
                                      <p:cBhvr>
                                        <p:cTn id="6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30468</TotalTime>
  <Words>1209</Words>
  <Application>Microsoft Office PowerPoint</Application>
  <PresentationFormat>Widescreen</PresentationFormat>
  <Paragraphs>135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Arial</vt:lpstr>
      <vt:lpstr>Bahnschrift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28</cp:revision>
  <dcterms:created xsi:type="dcterms:W3CDTF">2025-08-11T14:07:39Z</dcterms:created>
  <dcterms:modified xsi:type="dcterms:W3CDTF">2026-01-28T19:05:20Z</dcterms:modified>
</cp:coreProperties>
</file>