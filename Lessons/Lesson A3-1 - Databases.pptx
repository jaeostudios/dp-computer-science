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427" r:id="rId5"/>
    <p:sldId id="428" r:id="rId6"/>
    <p:sldId id="429" r:id="rId7"/>
    <p:sldId id="430" r:id="rId8"/>
    <p:sldId id="431" r:id="rId9"/>
    <p:sldId id="432" r:id="rId10"/>
    <p:sldId id="433" r:id="rId11"/>
    <p:sldId id="434" r:id="rId12"/>
    <p:sldId id="455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6" r:id="rId25"/>
    <p:sldId id="447" r:id="rId26"/>
    <p:sldId id="448" r:id="rId27"/>
    <p:sldId id="449" r:id="rId28"/>
    <p:sldId id="450" r:id="rId29"/>
    <p:sldId id="451" r:id="rId30"/>
    <p:sldId id="452" r:id="rId31"/>
    <p:sldId id="453" r:id="rId32"/>
    <p:sldId id="45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50766-0661-4F0C-B016-12C8A4834F38}" v="16" dt="2025-11-10T15:30:39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addSld delSld modSld sldOrd">
      <pc:chgData name="Michael Hill" userId="41dba03d-e58d-4389-9894-554c10310ba4" providerId="ADAL" clId="{EF23FE1D-A042-481E-AFD7-2A9FB0847F54}" dt="2025-11-10T20:54:28.118" v="8257"/>
      <pc:docMkLst>
        <pc:docMk/>
      </pc:docMkLst>
      <pc:sldChg chg="modSp mod">
        <pc:chgData name="Michael Hill" userId="41dba03d-e58d-4389-9894-554c10310ba4" providerId="ADAL" clId="{EF23FE1D-A042-481E-AFD7-2A9FB0847F54}" dt="2025-11-07T19:17:27.993" v="25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1-07T19:17:14.472" v="11" actId="20577"/>
          <ac:spMkLst>
            <pc:docMk/>
            <pc:sldMk cId="1878848435" sldId="256"/>
            <ac:spMk id="4" creationId="{E2B883CE-936E-CB73-2B3E-56A618536A26}"/>
          </ac:spMkLst>
        </pc:spChg>
        <pc:spChg chg="mod">
          <ac:chgData name="Michael Hill" userId="41dba03d-e58d-4389-9894-554c10310ba4" providerId="ADAL" clId="{EF23FE1D-A042-481E-AFD7-2A9FB0847F54}" dt="2025-11-07T19:17:20.711" v="15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1-07T19:17:27.993" v="25" actId="14100"/>
          <ac:spMkLst>
            <pc:docMk/>
            <pc:sldMk cId="1878848435" sldId="256"/>
            <ac:spMk id="6" creationId="{945BB639-AC69-FE40-4352-5D3077A94591}"/>
          </ac:spMkLst>
        </pc:spChg>
        <pc:spChg chg="mod">
          <ac:chgData name="Michael Hill" userId="41dba03d-e58d-4389-9894-554c10310ba4" providerId="ADAL" clId="{EF23FE1D-A042-481E-AFD7-2A9FB0847F54}" dt="2025-11-07T19:16:54.387" v="0" actId="208"/>
          <ac:spMkLst>
            <pc:docMk/>
            <pc:sldMk cId="1878848435" sldId="256"/>
            <ac:spMk id="7" creationId="{9BBF4B62-D7BF-1C6A-40E3-7B807FA87977}"/>
          </ac:spMkLst>
        </pc:spChg>
      </pc:sldChg>
      <pc:sldChg chg="modSp mod">
        <pc:chgData name="Michael Hill" userId="41dba03d-e58d-4389-9894-554c10310ba4" providerId="ADAL" clId="{EF23FE1D-A042-481E-AFD7-2A9FB0847F54}" dt="2025-11-07T19:30:10.215" v="26" actId="208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1-07T19:30:10.215" v="26" actId="208"/>
          <ac:spMkLst>
            <pc:docMk/>
            <pc:sldMk cId="854122100" sldId="257"/>
            <ac:spMk id="7" creationId="{E03133FC-E875-8442-9063-C305CC0BFB20}"/>
          </ac:spMkLst>
        </pc:spChg>
        <pc:spChg chg="mod">
          <ac:chgData name="Michael Hill" userId="41dba03d-e58d-4389-9894-554c10310ba4" providerId="ADAL" clId="{EF23FE1D-A042-481E-AFD7-2A9FB0847F54}" dt="2025-11-07T19:30:10.215" v="26" actId="208"/>
          <ac:spMkLst>
            <pc:docMk/>
            <pc:sldMk cId="854122100" sldId="257"/>
            <ac:spMk id="9" creationId="{39CF6B3F-1F6D-7800-03EB-3D197914A30A}"/>
          </ac:spMkLst>
        </pc:spChg>
        <pc:spChg chg="mod">
          <ac:chgData name="Michael Hill" userId="41dba03d-e58d-4389-9894-554c10310ba4" providerId="ADAL" clId="{EF23FE1D-A042-481E-AFD7-2A9FB0847F54}" dt="2025-11-07T19:30:10.215" v="26" actId="208"/>
          <ac:spMkLst>
            <pc:docMk/>
            <pc:sldMk cId="854122100" sldId="257"/>
            <ac:spMk id="12" creationId="{86893419-8B7B-38C3-2D89-D4BB95E0AB27}"/>
          </ac:spMkLst>
        </pc:spChg>
      </pc:sldChg>
      <pc:sldChg chg="modSp mod modShow">
        <pc:chgData name="Michael Hill" userId="41dba03d-e58d-4389-9894-554c10310ba4" providerId="ADAL" clId="{EF23FE1D-A042-481E-AFD7-2A9FB0847F54}" dt="2025-11-10T18:19:16.496" v="8003" actId="729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1-07T20:34:15.814" v="33" actId="208"/>
          <ac:spMkLst>
            <pc:docMk/>
            <pc:sldMk cId="1910594286" sldId="258"/>
            <ac:spMk id="7" creationId="{A3C7B8BA-8B31-7B2C-E2AB-60712C1F61E8}"/>
          </ac:spMkLst>
        </pc:spChg>
        <pc:spChg chg="mod">
          <ac:chgData name="Michael Hill" userId="41dba03d-e58d-4389-9894-554c10310ba4" providerId="ADAL" clId="{EF23FE1D-A042-481E-AFD7-2A9FB0847F54}" dt="2025-11-07T19:30:15.463" v="27" actId="208"/>
          <ac:spMkLst>
            <pc:docMk/>
            <pc:sldMk cId="1910594286" sldId="258"/>
            <ac:spMk id="9" creationId="{6ADCA5AE-052C-5076-411F-06E5A022CDA7}"/>
          </ac:spMkLst>
        </pc:spChg>
        <pc:spChg chg="mod">
          <ac:chgData name="Michael Hill" userId="41dba03d-e58d-4389-9894-554c10310ba4" providerId="ADAL" clId="{EF23FE1D-A042-481E-AFD7-2A9FB0847F54}" dt="2025-11-07T19:30:15.463" v="27" actId="208"/>
          <ac:spMkLst>
            <pc:docMk/>
            <pc:sldMk cId="1910594286" sldId="258"/>
            <ac:spMk id="21" creationId="{CA8483F3-9D91-69C6-DAE4-E819F0292C96}"/>
          </ac:spMkLst>
        </pc:spChg>
        <pc:picChg chg="mod">
          <ac:chgData name="Michael Hill" userId="41dba03d-e58d-4389-9894-554c10310ba4" providerId="ADAL" clId="{EF23FE1D-A042-481E-AFD7-2A9FB0847F54}" dt="2025-11-07T20:34:08.779" v="31" actId="2085"/>
          <ac:picMkLst>
            <pc:docMk/>
            <pc:sldMk cId="1910594286" sldId="258"/>
            <ac:picMk id="20" creationId="{9103A45C-BE5A-478E-4718-72C97F147BDD}"/>
          </ac:picMkLst>
        </pc:picChg>
      </pc:sldChg>
      <pc:sldChg chg="modSp mod modShow">
        <pc:chgData name="Michael Hill" userId="41dba03d-e58d-4389-9894-554c10310ba4" providerId="ADAL" clId="{EF23FE1D-A042-481E-AFD7-2A9FB0847F54}" dt="2025-11-10T18:19:16.496" v="8003" actId="729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5-11-07T19:30:22.262" v="28" actId="208"/>
          <ac:spMkLst>
            <pc:docMk/>
            <pc:sldMk cId="4217859482" sldId="427"/>
            <ac:spMk id="7" creationId="{7EA9A261-C404-6850-0145-A6263A349EF9}"/>
          </ac:spMkLst>
        </pc:spChg>
        <pc:spChg chg="mod">
          <ac:chgData name="Michael Hill" userId="41dba03d-e58d-4389-9894-554c10310ba4" providerId="ADAL" clId="{EF23FE1D-A042-481E-AFD7-2A9FB0847F54}" dt="2025-11-07T19:30:22.262" v="28" actId="208"/>
          <ac:spMkLst>
            <pc:docMk/>
            <pc:sldMk cId="4217859482" sldId="427"/>
            <ac:spMk id="9" creationId="{7C3F3785-EC31-8804-47D6-C260A012DD18}"/>
          </ac:spMkLst>
        </pc:spChg>
        <pc:spChg chg="mod">
          <ac:chgData name="Michael Hill" userId="41dba03d-e58d-4389-9894-554c10310ba4" providerId="ADAL" clId="{EF23FE1D-A042-481E-AFD7-2A9FB0847F54}" dt="2025-11-07T19:30:22.262" v="28" actId="208"/>
          <ac:spMkLst>
            <pc:docMk/>
            <pc:sldMk cId="4217859482" sldId="427"/>
            <ac:spMk id="21" creationId="{926B7704-86EF-7FEC-8155-3D847292CD2C}"/>
          </ac:spMkLst>
        </pc:spChg>
      </pc:sldChg>
      <pc:sldChg chg="delSp modSp mod">
        <pc:chgData name="Michael Hill" userId="41dba03d-e58d-4389-9894-554c10310ba4" providerId="ADAL" clId="{EF23FE1D-A042-481E-AFD7-2A9FB0847F54}" dt="2025-11-07T20:46:00.676" v="53" actId="14100"/>
        <pc:sldMkLst>
          <pc:docMk/>
          <pc:sldMk cId="382529306" sldId="428"/>
        </pc:sldMkLst>
        <pc:spChg chg="mod">
          <ac:chgData name="Michael Hill" userId="41dba03d-e58d-4389-9894-554c10310ba4" providerId="ADAL" clId="{EF23FE1D-A042-481E-AFD7-2A9FB0847F54}" dt="2025-11-07T20:37:40.729" v="34" actId="208"/>
          <ac:spMkLst>
            <pc:docMk/>
            <pc:sldMk cId="382529306" sldId="428"/>
            <ac:spMk id="4" creationId="{01895F04-90E0-19D4-D694-808C7F67C3AF}"/>
          </ac:spMkLst>
        </pc:spChg>
        <pc:spChg chg="mod">
          <ac:chgData name="Michael Hill" userId="41dba03d-e58d-4389-9894-554c10310ba4" providerId="ADAL" clId="{EF23FE1D-A042-481E-AFD7-2A9FB0847F54}" dt="2025-11-07T20:45:49.284" v="50" actId="14100"/>
          <ac:spMkLst>
            <pc:docMk/>
            <pc:sldMk cId="382529306" sldId="428"/>
            <ac:spMk id="5" creationId="{C9A51895-9F56-8F74-763F-789F4C4EED1D}"/>
          </ac:spMkLst>
        </pc:spChg>
        <pc:spChg chg="mod">
          <ac:chgData name="Michael Hill" userId="41dba03d-e58d-4389-9894-554c10310ba4" providerId="ADAL" clId="{EF23FE1D-A042-481E-AFD7-2A9FB0847F54}" dt="2025-11-07T19:30:26.594" v="29" actId="208"/>
          <ac:spMkLst>
            <pc:docMk/>
            <pc:sldMk cId="382529306" sldId="428"/>
            <ac:spMk id="7" creationId="{3696737B-54A4-D9CC-D9F7-B185372877D3}"/>
          </ac:spMkLst>
        </pc:spChg>
        <pc:spChg chg="mod">
          <ac:chgData name="Michael Hill" userId="41dba03d-e58d-4389-9894-554c10310ba4" providerId="ADAL" clId="{EF23FE1D-A042-481E-AFD7-2A9FB0847F54}" dt="2025-11-07T20:46:00.676" v="53" actId="14100"/>
          <ac:spMkLst>
            <pc:docMk/>
            <pc:sldMk cId="382529306" sldId="428"/>
            <ac:spMk id="8" creationId="{FC388EB5-D6C0-907D-64F9-21E4846E9D13}"/>
          </ac:spMkLst>
        </pc:spChg>
        <pc:spChg chg="mod">
          <ac:chgData name="Michael Hill" userId="41dba03d-e58d-4389-9894-554c10310ba4" providerId="ADAL" clId="{EF23FE1D-A042-481E-AFD7-2A9FB0847F54}" dt="2025-11-07T19:30:26.594" v="29" actId="208"/>
          <ac:spMkLst>
            <pc:docMk/>
            <pc:sldMk cId="382529306" sldId="428"/>
            <ac:spMk id="9" creationId="{CBE1784C-161D-E703-76B5-637528A17682}"/>
          </ac:spMkLst>
        </pc:spChg>
        <pc:spChg chg="mod">
          <ac:chgData name="Michael Hill" userId="41dba03d-e58d-4389-9894-554c10310ba4" providerId="ADAL" clId="{EF23FE1D-A042-481E-AFD7-2A9FB0847F54}" dt="2025-11-07T19:30:26.594" v="29" actId="208"/>
          <ac:spMkLst>
            <pc:docMk/>
            <pc:sldMk cId="382529306" sldId="428"/>
            <ac:spMk id="12" creationId="{A28F18C0-8BDE-8703-F30C-7376AB89FFD2}"/>
          </ac:spMkLst>
        </pc:spChg>
      </pc:sldChg>
      <pc:sldChg chg="modSp add mod">
        <pc:chgData name="Michael Hill" userId="41dba03d-e58d-4389-9894-554c10310ba4" providerId="ADAL" clId="{EF23FE1D-A042-481E-AFD7-2A9FB0847F54}" dt="2025-11-07T20:48:35.262" v="225" actId="207"/>
        <pc:sldMkLst>
          <pc:docMk/>
          <pc:sldMk cId="2571736692" sldId="429"/>
        </pc:sldMkLst>
        <pc:spChg chg="mod">
          <ac:chgData name="Michael Hill" userId="41dba03d-e58d-4389-9894-554c10310ba4" providerId="ADAL" clId="{EF23FE1D-A042-481E-AFD7-2A9FB0847F54}" dt="2025-11-07T20:48:08.619" v="65" actId="20577"/>
          <ac:spMkLst>
            <pc:docMk/>
            <pc:sldMk cId="2571736692" sldId="429"/>
            <ac:spMk id="5" creationId="{84D5F9C8-75AD-CFE8-FC7F-08F4EFB5D9BC}"/>
          </ac:spMkLst>
        </pc:spChg>
        <pc:spChg chg="mod">
          <ac:chgData name="Michael Hill" userId="41dba03d-e58d-4389-9894-554c10310ba4" providerId="ADAL" clId="{EF23FE1D-A042-481E-AFD7-2A9FB0847F54}" dt="2025-11-07T20:48:35.262" v="225" actId="207"/>
          <ac:spMkLst>
            <pc:docMk/>
            <pc:sldMk cId="2571736692" sldId="429"/>
            <ac:spMk id="8" creationId="{6751E357-0A54-7701-5FD6-AD223D3AD85B}"/>
          </ac:spMkLst>
        </pc:spChg>
      </pc:sldChg>
      <pc:sldChg chg="modSp add mod">
        <pc:chgData name="Michael Hill" userId="41dba03d-e58d-4389-9894-554c10310ba4" providerId="ADAL" clId="{EF23FE1D-A042-481E-AFD7-2A9FB0847F54}" dt="2025-11-07T20:49:08.443" v="379" actId="20577"/>
        <pc:sldMkLst>
          <pc:docMk/>
          <pc:sldMk cId="3930847056" sldId="430"/>
        </pc:sldMkLst>
        <pc:spChg chg="mod">
          <ac:chgData name="Michael Hill" userId="41dba03d-e58d-4389-9894-554c10310ba4" providerId="ADAL" clId="{EF23FE1D-A042-481E-AFD7-2A9FB0847F54}" dt="2025-11-07T20:48:51.116" v="246" actId="14100"/>
          <ac:spMkLst>
            <pc:docMk/>
            <pc:sldMk cId="3930847056" sldId="430"/>
            <ac:spMk id="5" creationId="{BA6EDD8E-F38E-18A6-3AA5-2DD8139EBAD3}"/>
          </ac:spMkLst>
        </pc:spChg>
        <pc:spChg chg="mod">
          <ac:chgData name="Michael Hill" userId="41dba03d-e58d-4389-9894-554c10310ba4" providerId="ADAL" clId="{EF23FE1D-A042-481E-AFD7-2A9FB0847F54}" dt="2025-11-07T20:49:08.443" v="379" actId="20577"/>
          <ac:spMkLst>
            <pc:docMk/>
            <pc:sldMk cId="3930847056" sldId="430"/>
            <ac:spMk id="8" creationId="{C2B068FB-A6B1-29DD-3346-6C059EABEE2E}"/>
          </ac:spMkLst>
        </pc:spChg>
      </pc:sldChg>
      <pc:sldChg chg="addSp delSp modSp add mod">
        <pc:chgData name="Michael Hill" userId="41dba03d-e58d-4389-9894-554c10310ba4" providerId="ADAL" clId="{EF23FE1D-A042-481E-AFD7-2A9FB0847F54}" dt="2025-11-07T21:23:55.484" v="1940" actId="1076"/>
        <pc:sldMkLst>
          <pc:docMk/>
          <pc:sldMk cId="2297160948" sldId="431"/>
        </pc:sldMkLst>
        <pc:spChg chg="mod">
          <ac:chgData name="Michael Hill" userId="41dba03d-e58d-4389-9894-554c10310ba4" providerId="ADAL" clId="{EF23FE1D-A042-481E-AFD7-2A9FB0847F54}" dt="2025-11-07T20:51:35.185" v="509" actId="20577"/>
          <ac:spMkLst>
            <pc:docMk/>
            <pc:sldMk cId="2297160948" sldId="431"/>
            <ac:spMk id="8" creationId="{5961CF27-E74E-E896-E88B-975C0E8E9179}"/>
          </ac:spMkLst>
        </pc:spChg>
        <pc:picChg chg="add mod">
          <ac:chgData name="Michael Hill" userId="41dba03d-e58d-4389-9894-554c10310ba4" providerId="ADAL" clId="{EF23FE1D-A042-481E-AFD7-2A9FB0847F54}" dt="2025-11-07T21:23:55.484" v="1940" actId="1076"/>
          <ac:picMkLst>
            <pc:docMk/>
            <pc:sldMk cId="2297160948" sldId="431"/>
            <ac:picMk id="11" creationId="{4FCDA279-5091-CAC4-6722-1B4196D9BB3C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07T21:23:52.796" v="1937" actId="1076"/>
        <pc:sldMkLst>
          <pc:docMk/>
          <pc:sldMk cId="1368827716" sldId="432"/>
        </pc:sldMkLst>
        <pc:spChg chg="mod">
          <ac:chgData name="Michael Hill" userId="41dba03d-e58d-4389-9894-554c10310ba4" providerId="ADAL" clId="{EF23FE1D-A042-481E-AFD7-2A9FB0847F54}" dt="2025-11-07T21:16:50.891" v="1380" actId="20577"/>
          <ac:spMkLst>
            <pc:docMk/>
            <pc:sldMk cId="1368827716" sldId="432"/>
            <ac:spMk id="8" creationId="{2C406FD2-B6A0-004D-30F5-99373F357D90}"/>
          </ac:spMkLst>
        </pc:spChg>
        <pc:picChg chg="add mod">
          <ac:chgData name="Michael Hill" userId="41dba03d-e58d-4389-9894-554c10310ba4" providerId="ADAL" clId="{EF23FE1D-A042-481E-AFD7-2A9FB0847F54}" dt="2025-11-07T21:23:52.796" v="1937" actId="1076"/>
          <ac:picMkLst>
            <pc:docMk/>
            <pc:sldMk cId="1368827716" sldId="432"/>
            <ac:picMk id="10" creationId="{0657AB63-3409-53DC-4D66-C6809D45698D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07T21:23:49.955" v="1934" actId="1076"/>
        <pc:sldMkLst>
          <pc:docMk/>
          <pc:sldMk cId="696384249" sldId="433"/>
        </pc:sldMkLst>
        <pc:spChg chg="mod">
          <ac:chgData name="Michael Hill" userId="41dba03d-e58d-4389-9894-554c10310ba4" providerId="ADAL" clId="{EF23FE1D-A042-481E-AFD7-2A9FB0847F54}" dt="2025-11-07T21:13:16.755" v="1060" actId="20577"/>
          <ac:spMkLst>
            <pc:docMk/>
            <pc:sldMk cId="696384249" sldId="433"/>
            <ac:spMk id="8" creationId="{E45ADC9D-89F9-BA01-B3B4-7C7170654E1A}"/>
          </ac:spMkLst>
        </pc:spChg>
        <pc:picChg chg="add mod">
          <ac:chgData name="Michael Hill" userId="41dba03d-e58d-4389-9894-554c10310ba4" providerId="ADAL" clId="{EF23FE1D-A042-481E-AFD7-2A9FB0847F54}" dt="2025-11-07T21:23:49.955" v="1934" actId="1076"/>
          <ac:picMkLst>
            <pc:docMk/>
            <pc:sldMk cId="696384249" sldId="433"/>
            <ac:picMk id="10" creationId="{EAA3F940-5DC6-A999-48EA-541DD0A3EEF7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07T21:23:45.764" v="1931" actId="1076"/>
        <pc:sldMkLst>
          <pc:docMk/>
          <pc:sldMk cId="210442906" sldId="434"/>
        </pc:sldMkLst>
        <pc:spChg chg="mod">
          <ac:chgData name="Michael Hill" userId="41dba03d-e58d-4389-9894-554c10310ba4" providerId="ADAL" clId="{EF23FE1D-A042-481E-AFD7-2A9FB0847F54}" dt="2025-11-07T21:15:46.398" v="1294" actId="20577"/>
          <ac:spMkLst>
            <pc:docMk/>
            <pc:sldMk cId="210442906" sldId="434"/>
            <ac:spMk id="8" creationId="{551CD254-5B49-C794-CA32-035D5B8CA62F}"/>
          </ac:spMkLst>
        </pc:spChg>
        <pc:picChg chg="add mod">
          <ac:chgData name="Michael Hill" userId="41dba03d-e58d-4389-9894-554c10310ba4" providerId="ADAL" clId="{EF23FE1D-A042-481E-AFD7-2A9FB0847F54}" dt="2025-11-07T21:23:45.764" v="1931" actId="1076"/>
          <ac:picMkLst>
            <pc:docMk/>
            <pc:sldMk cId="210442906" sldId="434"/>
            <ac:picMk id="11" creationId="{F4D1E05B-AB00-7F04-8FFD-BFD81F0E18F2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07T21:32:12.382" v="2141" actId="1076"/>
        <pc:sldMkLst>
          <pc:docMk/>
          <pc:sldMk cId="1623589196" sldId="435"/>
        </pc:sldMkLst>
        <pc:spChg chg="mod">
          <ac:chgData name="Michael Hill" userId="41dba03d-e58d-4389-9894-554c10310ba4" providerId="ADAL" clId="{EF23FE1D-A042-481E-AFD7-2A9FB0847F54}" dt="2025-11-07T21:28:48.940" v="2101" actId="114"/>
          <ac:spMkLst>
            <pc:docMk/>
            <pc:sldMk cId="1623589196" sldId="435"/>
            <ac:spMk id="8" creationId="{E209E357-2C69-78C2-58D9-755C587B9974}"/>
          </ac:spMkLst>
        </pc:spChg>
        <pc:picChg chg="add mod">
          <ac:chgData name="Michael Hill" userId="41dba03d-e58d-4389-9894-554c10310ba4" providerId="ADAL" clId="{EF23FE1D-A042-481E-AFD7-2A9FB0847F54}" dt="2025-11-07T21:31:05.639" v="2102" actId="1076"/>
          <ac:picMkLst>
            <pc:docMk/>
            <pc:sldMk cId="1623589196" sldId="435"/>
            <ac:picMk id="14" creationId="{D92030F9-D291-CF2C-D990-1B1FEFF63C25}"/>
          </ac:picMkLst>
        </pc:picChg>
        <pc:picChg chg="add mod">
          <ac:chgData name="Michael Hill" userId="41dba03d-e58d-4389-9894-554c10310ba4" providerId="ADAL" clId="{EF23FE1D-A042-481E-AFD7-2A9FB0847F54}" dt="2025-11-07T21:32:12.382" v="2141" actId="1076"/>
          <ac:picMkLst>
            <pc:docMk/>
            <pc:sldMk cId="1623589196" sldId="435"/>
            <ac:picMk id="18" creationId="{55E2DF8C-6555-71DB-7FC9-C0485A144A03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07T21:32:53.837" v="2318" actId="20577"/>
        <pc:sldMkLst>
          <pc:docMk/>
          <pc:sldMk cId="2280116783" sldId="436"/>
        </pc:sldMkLst>
        <pc:spChg chg="mod">
          <ac:chgData name="Michael Hill" userId="41dba03d-e58d-4389-9894-554c10310ba4" providerId="ADAL" clId="{EF23FE1D-A042-481E-AFD7-2A9FB0847F54}" dt="2025-11-07T21:32:53.837" v="2318" actId="20577"/>
          <ac:spMkLst>
            <pc:docMk/>
            <pc:sldMk cId="2280116783" sldId="436"/>
            <ac:spMk id="8" creationId="{A45B4550-4990-900D-E2B4-AAE9047514AE}"/>
          </ac:spMkLst>
        </pc:spChg>
        <pc:picChg chg="add mod">
          <ac:chgData name="Michael Hill" userId="41dba03d-e58d-4389-9894-554c10310ba4" providerId="ADAL" clId="{EF23FE1D-A042-481E-AFD7-2A9FB0847F54}" dt="2025-11-07T21:32:21.544" v="2146" actId="1076"/>
          <ac:picMkLst>
            <pc:docMk/>
            <pc:sldMk cId="2280116783" sldId="436"/>
            <ac:picMk id="3" creationId="{FCECA9C9-75D2-03A2-6450-C419AC61E2CD}"/>
          </ac:picMkLst>
        </pc:picChg>
        <pc:picChg chg="add mod">
          <ac:chgData name="Michael Hill" userId="41dba03d-e58d-4389-9894-554c10310ba4" providerId="ADAL" clId="{EF23FE1D-A042-481E-AFD7-2A9FB0847F54}" dt="2025-11-07T21:32:22.606" v="2147" actId="1076"/>
          <ac:picMkLst>
            <pc:docMk/>
            <pc:sldMk cId="2280116783" sldId="436"/>
            <ac:picMk id="6" creationId="{9A3DEAE1-4323-D527-1F3A-D350D6E428E2}"/>
          </ac:picMkLst>
        </pc:picChg>
        <pc:picChg chg="mod">
          <ac:chgData name="Michael Hill" userId="41dba03d-e58d-4389-9894-554c10310ba4" providerId="ADAL" clId="{EF23FE1D-A042-481E-AFD7-2A9FB0847F54}" dt="2025-11-07T21:32:20.220" v="2145" actId="14100"/>
          <ac:picMkLst>
            <pc:docMk/>
            <pc:sldMk cId="2280116783" sldId="436"/>
            <ac:picMk id="14" creationId="{2FED2EC7-784D-079B-0BE5-1AC477993D4F}"/>
          </ac:picMkLst>
        </pc:picChg>
      </pc:sldChg>
      <pc:sldChg chg="modSp add mod">
        <pc:chgData name="Michael Hill" userId="41dba03d-e58d-4389-9894-554c10310ba4" providerId="ADAL" clId="{EF23FE1D-A042-481E-AFD7-2A9FB0847F54}" dt="2025-11-07T21:33:57.258" v="2665" actId="20577"/>
        <pc:sldMkLst>
          <pc:docMk/>
          <pc:sldMk cId="3090264753" sldId="437"/>
        </pc:sldMkLst>
        <pc:spChg chg="mod">
          <ac:chgData name="Michael Hill" userId="41dba03d-e58d-4389-9894-554c10310ba4" providerId="ADAL" clId="{EF23FE1D-A042-481E-AFD7-2A9FB0847F54}" dt="2025-11-07T21:33:57.258" v="2665" actId="20577"/>
          <ac:spMkLst>
            <pc:docMk/>
            <pc:sldMk cId="3090264753" sldId="437"/>
            <ac:spMk id="8" creationId="{FFFD6D08-274F-75E3-4D0A-05CAC204FAD3}"/>
          </ac:spMkLst>
        </pc:spChg>
      </pc:sldChg>
      <pc:sldChg chg="modSp add mod">
        <pc:chgData name="Michael Hill" userId="41dba03d-e58d-4389-9894-554c10310ba4" providerId="ADAL" clId="{EF23FE1D-A042-481E-AFD7-2A9FB0847F54}" dt="2025-11-07T21:34:59.595" v="3011" actId="20577"/>
        <pc:sldMkLst>
          <pc:docMk/>
          <pc:sldMk cId="2003511206" sldId="438"/>
        </pc:sldMkLst>
        <pc:spChg chg="mod">
          <ac:chgData name="Michael Hill" userId="41dba03d-e58d-4389-9894-554c10310ba4" providerId="ADAL" clId="{EF23FE1D-A042-481E-AFD7-2A9FB0847F54}" dt="2025-11-07T21:34:59.595" v="3011" actId="20577"/>
          <ac:spMkLst>
            <pc:docMk/>
            <pc:sldMk cId="2003511206" sldId="438"/>
            <ac:spMk id="8" creationId="{D6B2D67F-C852-0E10-A4F2-61DBE3D569A7}"/>
          </ac:spMkLst>
        </pc:spChg>
      </pc:sldChg>
      <pc:sldChg chg="delSp modSp add mod">
        <pc:chgData name="Michael Hill" userId="41dba03d-e58d-4389-9894-554c10310ba4" providerId="ADAL" clId="{EF23FE1D-A042-481E-AFD7-2A9FB0847F54}" dt="2025-11-07T21:36:08.302" v="3242" actId="20577"/>
        <pc:sldMkLst>
          <pc:docMk/>
          <pc:sldMk cId="1205377977" sldId="439"/>
        </pc:sldMkLst>
        <pc:spChg chg="mod">
          <ac:chgData name="Michael Hill" userId="41dba03d-e58d-4389-9894-554c10310ba4" providerId="ADAL" clId="{EF23FE1D-A042-481E-AFD7-2A9FB0847F54}" dt="2025-11-07T21:36:08.302" v="3242" actId="20577"/>
          <ac:spMkLst>
            <pc:docMk/>
            <pc:sldMk cId="1205377977" sldId="439"/>
            <ac:spMk id="8" creationId="{BB497C47-D84C-003F-9C66-361124859E11}"/>
          </ac:spMkLst>
        </pc:spChg>
      </pc:sldChg>
      <pc:sldChg chg="modSp add mod">
        <pc:chgData name="Michael Hill" userId="41dba03d-e58d-4389-9894-554c10310ba4" providerId="ADAL" clId="{EF23FE1D-A042-481E-AFD7-2A9FB0847F54}" dt="2025-11-07T21:38:44.883" v="3881" actId="207"/>
        <pc:sldMkLst>
          <pc:docMk/>
          <pc:sldMk cId="787909866" sldId="440"/>
        </pc:sldMkLst>
        <pc:spChg chg="mod">
          <ac:chgData name="Michael Hill" userId="41dba03d-e58d-4389-9894-554c10310ba4" providerId="ADAL" clId="{EF23FE1D-A042-481E-AFD7-2A9FB0847F54}" dt="2025-11-07T21:38:44.883" v="3881" actId="207"/>
          <ac:spMkLst>
            <pc:docMk/>
            <pc:sldMk cId="787909866" sldId="440"/>
            <ac:spMk id="8" creationId="{2E5FEA38-4A1E-EA03-6830-F8541B08DA7D}"/>
          </ac:spMkLst>
        </pc:spChg>
      </pc:sldChg>
      <pc:sldChg chg="addSp modSp add mod">
        <pc:chgData name="Michael Hill" userId="41dba03d-e58d-4389-9894-554c10310ba4" providerId="ADAL" clId="{EF23FE1D-A042-481E-AFD7-2A9FB0847F54}" dt="2025-11-07T21:46:20.632" v="4246" actId="20577"/>
        <pc:sldMkLst>
          <pc:docMk/>
          <pc:sldMk cId="2068422303" sldId="441"/>
        </pc:sldMkLst>
        <pc:spChg chg="mod">
          <ac:chgData name="Michael Hill" userId="41dba03d-e58d-4389-9894-554c10310ba4" providerId="ADAL" clId="{EF23FE1D-A042-481E-AFD7-2A9FB0847F54}" dt="2025-11-07T21:46:20.632" v="4246" actId="20577"/>
          <ac:spMkLst>
            <pc:docMk/>
            <pc:sldMk cId="2068422303" sldId="441"/>
            <ac:spMk id="8" creationId="{8F572EA0-0A19-EA75-E8E2-1E3F6512C346}"/>
          </ac:spMkLst>
        </pc:spChg>
        <pc:picChg chg="add mod">
          <ac:chgData name="Michael Hill" userId="41dba03d-e58d-4389-9894-554c10310ba4" providerId="ADAL" clId="{EF23FE1D-A042-481E-AFD7-2A9FB0847F54}" dt="2025-11-07T21:45:25.971" v="3973" actId="1076"/>
          <ac:picMkLst>
            <pc:docMk/>
            <pc:sldMk cId="2068422303" sldId="441"/>
            <ac:picMk id="3" creationId="{1D6B43E7-C8B2-7632-793A-D509826F8D54}"/>
          </ac:picMkLst>
        </pc:picChg>
      </pc:sldChg>
      <pc:sldChg chg="modSp add mod">
        <pc:chgData name="Michael Hill" userId="41dba03d-e58d-4389-9894-554c10310ba4" providerId="ADAL" clId="{EF23FE1D-A042-481E-AFD7-2A9FB0847F54}" dt="2025-11-07T21:47:04.848" v="4362" actId="1076"/>
        <pc:sldMkLst>
          <pc:docMk/>
          <pc:sldMk cId="2545570870" sldId="442"/>
        </pc:sldMkLst>
        <pc:spChg chg="mod">
          <ac:chgData name="Michael Hill" userId="41dba03d-e58d-4389-9894-554c10310ba4" providerId="ADAL" clId="{EF23FE1D-A042-481E-AFD7-2A9FB0847F54}" dt="2025-11-07T21:47:03.323" v="4361" actId="114"/>
          <ac:spMkLst>
            <pc:docMk/>
            <pc:sldMk cId="2545570870" sldId="442"/>
            <ac:spMk id="8" creationId="{8EC6CDB9-B21E-393A-FBC6-8387BB351FB4}"/>
          </ac:spMkLst>
        </pc:spChg>
        <pc:picChg chg="mod">
          <ac:chgData name="Michael Hill" userId="41dba03d-e58d-4389-9894-554c10310ba4" providerId="ADAL" clId="{EF23FE1D-A042-481E-AFD7-2A9FB0847F54}" dt="2025-11-07T21:47:04.848" v="4362" actId="1076"/>
          <ac:picMkLst>
            <pc:docMk/>
            <pc:sldMk cId="2545570870" sldId="442"/>
            <ac:picMk id="3" creationId="{6A2A2D90-EFCF-E817-FB1D-F58D59C3F6CF}"/>
          </ac:picMkLst>
        </pc:picChg>
      </pc:sldChg>
      <pc:sldChg chg="delSp modSp add mod">
        <pc:chgData name="Michael Hill" userId="41dba03d-e58d-4389-9894-554c10310ba4" providerId="ADAL" clId="{EF23FE1D-A042-481E-AFD7-2A9FB0847F54}" dt="2025-11-07T21:47:49.501" v="4491" actId="20577"/>
        <pc:sldMkLst>
          <pc:docMk/>
          <pc:sldMk cId="507893243" sldId="443"/>
        </pc:sldMkLst>
        <pc:spChg chg="mod">
          <ac:chgData name="Michael Hill" userId="41dba03d-e58d-4389-9894-554c10310ba4" providerId="ADAL" clId="{EF23FE1D-A042-481E-AFD7-2A9FB0847F54}" dt="2025-11-07T21:47:24.921" v="4384" actId="1076"/>
          <ac:spMkLst>
            <pc:docMk/>
            <pc:sldMk cId="507893243" sldId="443"/>
            <ac:spMk id="5" creationId="{B18CE019-3FD4-C251-D6DE-FC993C9159D5}"/>
          </ac:spMkLst>
        </pc:spChg>
        <pc:spChg chg="mod">
          <ac:chgData name="Michael Hill" userId="41dba03d-e58d-4389-9894-554c10310ba4" providerId="ADAL" clId="{EF23FE1D-A042-481E-AFD7-2A9FB0847F54}" dt="2025-11-07T21:47:49.501" v="4491" actId="20577"/>
          <ac:spMkLst>
            <pc:docMk/>
            <pc:sldMk cId="507893243" sldId="443"/>
            <ac:spMk id="8" creationId="{682E850B-8D0D-B3FE-2A7B-885F4C9EC581}"/>
          </ac:spMkLst>
        </pc:spChg>
      </pc:sldChg>
      <pc:sldChg chg="modSp add mod">
        <pc:chgData name="Michael Hill" userId="41dba03d-e58d-4389-9894-554c10310ba4" providerId="ADAL" clId="{EF23FE1D-A042-481E-AFD7-2A9FB0847F54}" dt="2025-11-07T21:49:00.700" v="4836" actId="20577"/>
        <pc:sldMkLst>
          <pc:docMk/>
          <pc:sldMk cId="3802472319" sldId="444"/>
        </pc:sldMkLst>
        <pc:spChg chg="mod">
          <ac:chgData name="Michael Hill" userId="41dba03d-e58d-4389-9894-554c10310ba4" providerId="ADAL" clId="{EF23FE1D-A042-481E-AFD7-2A9FB0847F54}" dt="2025-11-07T21:48:11.035" v="4521" actId="20577"/>
          <ac:spMkLst>
            <pc:docMk/>
            <pc:sldMk cId="3802472319" sldId="444"/>
            <ac:spMk id="5" creationId="{780E47AD-FDA3-199A-38C5-CD38B4CC5E40}"/>
          </ac:spMkLst>
        </pc:spChg>
        <pc:spChg chg="mod">
          <ac:chgData name="Michael Hill" userId="41dba03d-e58d-4389-9894-554c10310ba4" providerId="ADAL" clId="{EF23FE1D-A042-481E-AFD7-2A9FB0847F54}" dt="2025-11-07T21:49:00.700" v="4836" actId="20577"/>
          <ac:spMkLst>
            <pc:docMk/>
            <pc:sldMk cId="3802472319" sldId="444"/>
            <ac:spMk id="8" creationId="{010C0D83-F75D-DA26-6B67-E6ED86F02B9E}"/>
          </ac:spMkLst>
        </pc:spChg>
      </pc:sldChg>
      <pc:sldChg chg="addSp modSp add mod">
        <pc:chgData name="Michael Hill" userId="41dba03d-e58d-4389-9894-554c10310ba4" providerId="ADAL" clId="{EF23FE1D-A042-481E-AFD7-2A9FB0847F54}" dt="2025-11-07T21:53:37.260" v="6017" actId="207"/>
        <pc:sldMkLst>
          <pc:docMk/>
          <pc:sldMk cId="173033937" sldId="445"/>
        </pc:sldMkLst>
        <pc:spChg chg="mod">
          <ac:chgData name="Michael Hill" userId="41dba03d-e58d-4389-9894-554c10310ba4" providerId="ADAL" clId="{EF23FE1D-A042-481E-AFD7-2A9FB0847F54}" dt="2025-11-07T21:49:10.564" v="4857" actId="14100"/>
          <ac:spMkLst>
            <pc:docMk/>
            <pc:sldMk cId="173033937" sldId="445"/>
            <ac:spMk id="5" creationId="{CBAB9D0E-C2A1-E355-1C0B-8CA585F64E0E}"/>
          </ac:spMkLst>
        </pc:spChg>
        <pc:spChg chg="mod">
          <ac:chgData name="Michael Hill" userId="41dba03d-e58d-4389-9894-554c10310ba4" providerId="ADAL" clId="{EF23FE1D-A042-481E-AFD7-2A9FB0847F54}" dt="2025-11-07T21:53:37.260" v="6017" actId="207"/>
          <ac:spMkLst>
            <pc:docMk/>
            <pc:sldMk cId="173033937" sldId="445"/>
            <ac:spMk id="8" creationId="{73305520-E781-6398-D390-505C822CFEBB}"/>
          </ac:spMkLst>
        </pc:spChg>
        <pc:picChg chg="add mod">
          <ac:chgData name="Michael Hill" userId="41dba03d-e58d-4389-9894-554c10310ba4" providerId="ADAL" clId="{EF23FE1D-A042-481E-AFD7-2A9FB0847F54}" dt="2025-11-07T21:51:30.067" v="5527" actId="1076"/>
          <ac:picMkLst>
            <pc:docMk/>
            <pc:sldMk cId="173033937" sldId="445"/>
            <ac:picMk id="3" creationId="{3F4680BC-BF33-B2E9-4DDF-CE245482B953}"/>
          </ac:picMkLst>
        </pc:picChg>
      </pc:sldChg>
      <pc:sldChg chg="delSp modSp add mod">
        <pc:chgData name="Michael Hill" userId="41dba03d-e58d-4389-9894-554c10310ba4" providerId="ADAL" clId="{EF23FE1D-A042-481E-AFD7-2A9FB0847F54}" dt="2025-11-07T21:53:29.885" v="6014" actId="14100"/>
        <pc:sldMkLst>
          <pc:docMk/>
          <pc:sldMk cId="1069586604" sldId="446"/>
        </pc:sldMkLst>
        <pc:spChg chg="mod">
          <ac:chgData name="Michael Hill" userId="41dba03d-e58d-4389-9894-554c10310ba4" providerId="ADAL" clId="{EF23FE1D-A042-481E-AFD7-2A9FB0847F54}" dt="2025-11-07T21:52:01.707" v="5556" actId="14100"/>
          <ac:spMkLst>
            <pc:docMk/>
            <pc:sldMk cId="1069586604" sldId="446"/>
            <ac:spMk id="5" creationId="{16210FDE-104F-BB4D-73CB-31A8EB09A25C}"/>
          </ac:spMkLst>
        </pc:spChg>
        <pc:spChg chg="mod">
          <ac:chgData name="Michael Hill" userId="41dba03d-e58d-4389-9894-554c10310ba4" providerId="ADAL" clId="{EF23FE1D-A042-481E-AFD7-2A9FB0847F54}" dt="2025-11-07T21:53:29.885" v="6014" actId="14100"/>
          <ac:spMkLst>
            <pc:docMk/>
            <pc:sldMk cId="1069586604" sldId="446"/>
            <ac:spMk id="8" creationId="{CB52E268-3DE0-B4A7-C1B6-D724CEE4ADB2}"/>
          </ac:spMkLst>
        </pc:spChg>
      </pc:sldChg>
      <pc:sldChg chg="addSp delSp modSp add mod">
        <pc:chgData name="Michael Hill" userId="41dba03d-e58d-4389-9894-554c10310ba4" providerId="ADAL" clId="{EF23FE1D-A042-481E-AFD7-2A9FB0847F54}" dt="2025-11-07T21:54:21.056" v="6034" actId="1076"/>
        <pc:sldMkLst>
          <pc:docMk/>
          <pc:sldMk cId="1683927045" sldId="447"/>
        </pc:sldMkLst>
        <pc:spChg chg="mod">
          <ac:chgData name="Michael Hill" userId="41dba03d-e58d-4389-9894-554c10310ba4" providerId="ADAL" clId="{EF23FE1D-A042-481E-AFD7-2A9FB0847F54}" dt="2025-11-07T21:52:57.517" v="5853" actId="14100"/>
          <ac:spMkLst>
            <pc:docMk/>
            <pc:sldMk cId="1683927045" sldId="447"/>
            <ac:spMk id="5" creationId="{01501A0C-9FC1-EB3B-A5F2-6879D32104BC}"/>
          </ac:spMkLst>
        </pc:spChg>
        <pc:spChg chg="mod">
          <ac:chgData name="Michael Hill" userId="41dba03d-e58d-4389-9894-554c10310ba4" providerId="ADAL" clId="{EF23FE1D-A042-481E-AFD7-2A9FB0847F54}" dt="2025-11-07T21:54:19.305" v="6033" actId="14100"/>
          <ac:spMkLst>
            <pc:docMk/>
            <pc:sldMk cId="1683927045" sldId="447"/>
            <ac:spMk id="8" creationId="{2D0CD0BD-4758-25EA-93E5-1E83BB8C9F9F}"/>
          </ac:spMkLst>
        </pc:spChg>
        <pc:picChg chg="add mod">
          <ac:chgData name="Michael Hill" userId="41dba03d-e58d-4389-9894-554c10310ba4" providerId="ADAL" clId="{EF23FE1D-A042-481E-AFD7-2A9FB0847F54}" dt="2025-11-07T21:54:21.056" v="6034" actId="1076"/>
          <ac:picMkLst>
            <pc:docMk/>
            <pc:sldMk cId="1683927045" sldId="447"/>
            <ac:picMk id="14" creationId="{E210B039-E8CE-8A98-1E3A-71F454B56A8C}"/>
          </ac:picMkLst>
        </pc:picChg>
      </pc:sldChg>
      <pc:sldChg chg="delSp modSp add mod">
        <pc:chgData name="Michael Hill" userId="41dba03d-e58d-4389-9894-554c10310ba4" providerId="ADAL" clId="{EF23FE1D-A042-481E-AFD7-2A9FB0847F54}" dt="2025-11-07T21:55:38.764" v="6337" actId="478"/>
        <pc:sldMkLst>
          <pc:docMk/>
          <pc:sldMk cId="3265027769" sldId="448"/>
        </pc:sldMkLst>
        <pc:spChg chg="mod">
          <ac:chgData name="Michael Hill" userId="41dba03d-e58d-4389-9894-554c10310ba4" providerId="ADAL" clId="{EF23FE1D-A042-481E-AFD7-2A9FB0847F54}" dt="2025-11-07T21:54:41.899" v="6072" actId="1076"/>
          <ac:spMkLst>
            <pc:docMk/>
            <pc:sldMk cId="3265027769" sldId="448"/>
            <ac:spMk id="5" creationId="{7ED9808C-6709-D761-71D9-E63D052D6351}"/>
          </ac:spMkLst>
        </pc:spChg>
        <pc:spChg chg="mod">
          <ac:chgData name="Michael Hill" userId="41dba03d-e58d-4389-9894-554c10310ba4" providerId="ADAL" clId="{EF23FE1D-A042-481E-AFD7-2A9FB0847F54}" dt="2025-11-07T21:55:37.724" v="6336" actId="207"/>
          <ac:spMkLst>
            <pc:docMk/>
            <pc:sldMk cId="3265027769" sldId="448"/>
            <ac:spMk id="8" creationId="{38089DCB-4138-5920-EE82-7FCAC3A4D7E3}"/>
          </ac:spMkLst>
        </pc:spChg>
      </pc:sldChg>
      <pc:sldChg chg="modSp add mod">
        <pc:chgData name="Michael Hill" userId="41dba03d-e58d-4389-9894-554c10310ba4" providerId="ADAL" clId="{EF23FE1D-A042-481E-AFD7-2A9FB0847F54}" dt="2025-11-07T21:56:27.901" v="6487" actId="20577"/>
        <pc:sldMkLst>
          <pc:docMk/>
          <pc:sldMk cId="4084462268" sldId="449"/>
        </pc:sldMkLst>
        <pc:spChg chg="mod">
          <ac:chgData name="Michael Hill" userId="41dba03d-e58d-4389-9894-554c10310ba4" providerId="ADAL" clId="{EF23FE1D-A042-481E-AFD7-2A9FB0847F54}" dt="2025-11-07T21:55:51.643" v="6361" actId="1076"/>
          <ac:spMkLst>
            <pc:docMk/>
            <pc:sldMk cId="4084462268" sldId="449"/>
            <ac:spMk id="5" creationId="{AC171422-9FF9-641C-5623-E8307BB36797}"/>
          </ac:spMkLst>
        </pc:spChg>
        <pc:spChg chg="mod">
          <ac:chgData name="Michael Hill" userId="41dba03d-e58d-4389-9894-554c10310ba4" providerId="ADAL" clId="{EF23FE1D-A042-481E-AFD7-2A9FB0847F54}" dt="2025-11-07T21:56:27.901" v="6487" actId="20577"/>
          <ac:spMkLst>
            <pc:docMk/>
            <pc:sldMk cId="4084462268" sldId="449"/>
            <ac:spMk id="8" creationId="{54C724F8-5EA9-88AC-1243-6AE1C30C7234}"/>
          </ac:spMkLst>
        </pc:spChg>
      </pc:sldChg>
      <pc:sldChg chg="modSp add mod">
        <pc:chgData name="Michael Hill" userId="41dba03d-e58d-4389-9894-554c10310ba4" providerId="ADAL" clId="{EF23FE1D-A042-481E-AFD7-2A9FB0847F54}" dt="2025-11-07T21:57:11.923" v="6719" actId="20577"/>
        <pc:sldMkLst>
          <pc:docMk/>
          <pc:sldMk cId="3604175510" sldId="450"/>
        </pc:sldMkLst>
        <pc:spChg chg="mod">
          <ac:chgData name="Michael Hill" userId="41dba03d-e58d-4389-9894-554c10310ba4" providerId="ADAL" clId="{EF23FE1D-A042-481E-AFD7-2A9FB0847F54}" dt="2025-11-07T21:56:45.998" v="6514" actId="20577"/>
          <ac:spMkLst>
            <pc:docMk/>
            <pc:sldMk cId="3604175510" sldId="450"/>
            <ac:spMk id="5" creationId="{6BCDC032-B0AF-6D68-13C7-D0039FCC8C3E}"/>
          </ac:spMkLst>
        </pc:spChg>
        <pc:spChg chg="mod">
          <ac:chgData name="Michael Hill" userId="41dba03d-e58d-4389-9894-554c10310ba4" providerId="ADAL" clId="{EF23FE1D-A042-481E-AFD7-2A9FB0847F54}" dt="2025-11-07T21:57:11.923" v="6719" actId="20577"/>
          <ac:spMkLst>
            <pc:docMk/>
            <pc:sldMk cId="3604175510" sldId="450"/>
            <ac:spMk id="8" creationId="{D072FD24-5BD3-582E-BEAB-202B6B0A3BE0}"/>
          </ac:spMkLst>
        </pc:spChg>
      </pc:sldChg>
      <pc:sldChg chg="modSp add mod">
        <pc:chgData name="Michael Hill" userId="41dba03d-e58d-4389-9894-554c10310ba4" providerId="ADAL" clId="{EF23FE1D-A042-481E-AFD7-2A9FB0847F54}" dt="2025-11-07T21:59:16.489" v="7279" actId="207"/>
        <pc:sldMkLst>
          <pc:docMk/>
          <pc:sldMk cId="2764279384" sldId="451"/>
        </pc:sldMkLst>
        <pc:spChg chg="mod">
          <ac:chgData name="Michael Hill" userId="41dba03d-e58d-4389-9894-554c10310ba4" providerId="ADAL" clId="{EF23FE1D-A042-481E-AFD7-2A9FB0847F54}" dt="2025-11-07T21:57:24.496" v="6747" actId="14100"/>
          <ac:spMkLst>
            <pc:docMk/>
            <pc:sldMk cId="2764279384" sldId="451"/>
            <ac:spMk id="5" creationId="{E8D33683-FEB2-7A12-B67A-DA9B23339923}"/>
          </ac:spMkLst>
        </pc:spChg>
        <pc:spChg chg="mod">
          <ac:chgData name="Michael Hill" userId="41dba03d-e58d-4389-9894-554c10310ba4" providerId="ADAL" clId="{EF23FE1D-A042-481E-AFD7-2A9FB0847F54}" dt="2025-11-07T21:59:16.489" v="7279" actId="207"/>
          <ac:spMkLst>
            <pc:docMk/>
            <pc:sldMk cId="2764279384" sldId="451"/>
            <ac:spMk id="8" creationId="{DF2A3F04-06EF-705B-8DF6-7FC060CA9B56}"/>
          </ac:spMkLst>
        </pc:spChg>
      </pc:sldChg>
      <pc:sldChg chg="modSp add mod">
        <pc:chgData name="Michael Hill" userId="41dba03d-e58d-4389-9894-554c10310ba4" providerId="ADAL" clId="{EF23FE1D-A042-481E-AFD7-2A9FB0847F54}" dt="2025-11-07T22:00:04.188" v="7537" actId="313"/>
        <pc:sldMkLst>
          <pc:docMk/>
          <pc:sldMk cId="3043752339" sldId="452"/>
        </pc:sldMkLst>
        <pc:spChg chg="mod">
          <ac:chgData name="Michael Hill" userId="41dba03d-e58d-4389-9894-554c10310ba4" providerId="ADAL" clId="{EF23FE1D-A042-481E-AFD7-2A9FB0847F54}" dt="2025-11-07T22:00:04.188" v="7537" actId="313"/>
          <ac:spMkLst>
            <pc:docMk/>
            <pc:sldMk cId="3043752339" sldId="452"/>
            <ac:spMk id="8" creationId="{B50A6ABB-9EC1-62DC-0A85-DF5FB6F59CAA}"/>
          </ac:spMkLst>
        </pc:spChg>
      </pc:sldChg>
      <pc:sldChg chg="modSp add mod">
        <pc:chgData name="Michael Hill" userId="41dba03d-e58d-4389-9894-554c10310ba4" providerId="ADAL" clId="{EF23FE1D-A042-481E-AFD7-2A9FB0847F54}" dt="2025-11-07T22:00:47" v="7678" actId="20577"/>
        <pc:sldMkLst>
          <pc:docMk/>
          <pc:sldMk cId="3331078616" sldId="453"/>
        </pc:sldMkLst>
        <pc:spChg chg="mod">
          <ac:chgData name="Michael Hill" userId="41dba03d-e58d-4389-9894-554c10310ba4" providerId="ADAL" clId="{EF23FE1D-A042-481E-AFD7-2A9FB0847F54}" dt="2025-11-07T22:00:14.230" v="7543" actId="1076"/>
          <ac:spMkLst>
            <pc:docMk/>
            <pc:sldMk cId="3331078616" sldId="453"/>
            <ac:spMk id="5" creationId="{B34104A8-0D3A-87BE-DC53-037F33D38C28}"/>
          </ac:spMkLst>
        </pc:spChg>
        <pc:spChg chg="mod">
          <ac:chgData name="Michael Hill" userId="41dba03d-e58d-4389-9894-554c10310ba4" providerId="ADAL" clId="{EF23FE1D-A042-481E-AFD7-2A9FB0847F54}" dt="2025-11-07T22:00:47" v="7678" actId="20577"/>
          <ac:spMkLst>
            <pc:docMk/>
            <pc:sldMk cId="3331078616" sldId="453"/>
            <ac:spMk id="8" creationId="{A5DCE3F2-2088-5350-0448-6E31B680BC83}"/>
          </ac:spMkLst>
        </pc:spChg>
      </pc:sldChg>
      <pc:sldChg chg="addSp modSp add mod ord modAnim">
        <pc:chgData name="Michael Hill" userId="41dba03d-e58d-4389-9894-554c10310ba4" providerId="ADAL" clId="{EF23FE1D-A042-481E-AFD7-2A9FB0847F54}" dt="2025-11-10T20:54:28.118" v="8257"/>
        <pc:sldMkLst>
          <pc:docMk/>
          <pc:sldMk cId="782115972" sldId="454"/>
        </pc:sldMkLst>
        <pc:spChg chg="add mod">
          <ac:chgData name="Michael Hill" userId="41dba03d-e58d-4389-9894-554c10310ba4" providerId="ADAL" clId="{EF23FE1D-A042-481E-AFD7-2A9FB0847F54}" dt="2025-11-10T15:29:20.843" v="7978" actId="20577"/>
          <ac:spMkLst>
            <pc:docMk/>
            <pc:sldMk cId="782115972" sldId="454"/>
            <ac:spMk id="2" creationId="{3487C51D-471E-EED6-E265-71C71E68A186}"/>
          </ac:spMkLst>
        </pc:spChg>
        <pc:spChg chg="mod">
          <ac:chgData name="Michael Hill" userId="41dba03d-e58d-4389-9894-554c10310ba4" providerId="ADAL" clId="{EF23FE1D-A042-481E-AFD7-2A9FB0847F54}" dt="2025-11-10T15:25:32.797" v="7704" actId="1076"/>
          <ac:spMkLst>
            <pc:docMk/>
            <pc:sldMk cId="782115972" sldId="454"/>
            <ac:spMk id="5" creationId="{114C4382-6508-C8FE-9226-90B3DD641032}"/>
          </ac:spMkLst>
        </pc:spChg>
        <pc:spChg chg="mod">
          <ac:chgData name="Michael Hill" userId="41dba03d-e58d-4389-9894-554c10310ba4" providerId="ADAL" clId="{EF23FE1D-A042-481E-AFD7-2A9FB0847F54}" dt="2025-11-10T15:27:37.398" v="7898" actId="14100"/>
          <ac:spMkLst>
            <pc:docMk/>
            <pc:sldMk cId="782115972" sldId="454"/>
            <ac:spMk id="8" creationId="{F65BA143-CA8C-162E-8EE1-5979D9C12717}"/>
          </ac:spMkLst>
        </pc:spChg>
        <pc:picChg chg="add mod modCrop">
          <ac:chgData name="Michael Hill" userId="41dba03d-e58d-4389-9894-554c10310ba4" providerId="ADAL" clId="{EF23FE1D-A042-481E-AFD7-2A9FB0847F54}" dt="2025-11-10T15:30:16.632" v="7989" actId="1076"/>
          <ac:picMkLst>
            <pc:docMk/>
            <pc:sldMk cId="782115972" sldId="454"/>
            <ac:picMk id="6" creationId="{9ADF2185-2444-3B34-8D77-C197EB877EBB}"/>
          </ac:picMkLst>
        </pc:picChg>
      </pc:sldChg>
      <pc:sldChg chg="modSp add mod">
        <pc:chgData name="Michael Hill" userId="41dba03d-e58d-4389-9894-554c10310ba4" providerId="ADAL" clId="{EF23FE1D-A042-481E-AFD7-2A9FB0847F54}" dt="2025-11-10T20:54:21.972" v="8255" actId="207"/>
        <pc:sldMkLst>
          <pc:docMk/>
          <pc:sldMk cId="1711224257" sldId="455"/>
        </pc:sldMkLst>
        <pc:spChg chg="mod">
          <ac:chgData name="Michael Hill" userId="41dba03d-e58d-4389-9894-554c10310ba4" providerId="ADAL" clId="{EF23FE1D-A042-481E-AFD7-2A9FB0847F54}" dt="2025-11-10T20:54:21.972" v="8255" actId="207"/>
          <ac:spMkLst>
            <pc:docMk/>
            <pc:sldMk cId="1711224257" sldId="455"/>
            <ac:spMk id="8" creationId="{AAD28269-27B9-E6BC-FB93-99FAA0FFF4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Iylat463c5wrgJVlwR3AgOrwAVyIDjRuXRRn4TrTPaQ/edit?usp=sharing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405159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713768" y="3692233"/>
            <a:ext cx="3834486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Flowcharts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Flowchart Symbols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plain text algorithm for how you get ready for school in the morning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Snooze my alarm (x6)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Roll out of bed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Turn on the shower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Feed my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snorlax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Pokemon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Sleep (shower warms up)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shower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Get Dressed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Pack Lunch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Leave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77615-EFF9-4FA2-C328-B8FB0B19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895F04-90E0-19D4-D694-808C7F67C3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8F18C0-8BDE-8703-F30C-7376AB89FF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E1784C-161D-E703-76B5-637528A176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96737B-54A4-D9CC-D9F7-B185372877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88EB5-D6C0-907D-64F9-21E4846E9D13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  <a:hlinkClick r:id="rId2"/>
              </a:rPr>
              <a:t>https://docs.google.com/spreadsheets/d/1Iylat463c5wrgJVlwR3AgOrwAVyIDjRuXRRn4TrTPaQ/edit?usp=sharing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51895-9F56-8F74-763F-789F4C4EED1D}"/>
              </a:ext>
            </a:extLst>
          </p:cNvPr>
          <p:cNvSpPr/>
          <p:nvPr/>
        </p:nvSpPr>
        <p:spPr>
          <a:xfrm>
            <a:off x="-1" y="155968"/>
            <a:ext cx="535442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MY COMPANY RN</a:t>
            </a:r>
          </a:p>
        </p:txBody>
      </p:sp>
    </p:spTree>
    <p:extLst>
      <p:ext uri="{BB962C8B-B14F-4D97-AF65-F5344CB8AC3E}">
        <p14:creationId xmlns:p14="http://schemas.microsoft.com/office/powerpoint/2010/main" val="38252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94D6A-5BD8-C0CE-415F-DA0A3E4E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2DE12FE-90D1-54A7-AB78-CCF1439AC6E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1DE5E8-10EC-50B9-A427-711B564C439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7E56A4-F0B7-9409-EC31-ABECE824F56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9C2C57-7BE9-A292-5DF7-2FDD4945BEE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1E357-0A54-7701-5FD6-AD223D3AD85B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issues do we run into when multiple people try to manage large sets of related information using simple files or spreadsheets?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D5F9C8-75AD-CFE8-FC7F-08F4EFB5D9BC}"/>
              </a:ext>
            </a:extLst>
          </p:cNvPr>
          <p:cNvSpPr/>
          <p:nvPr/>
        </p:nvSpPr>
        <p:spPr>
          <a:xfrm>
            <a:off x="-1" y="155968"/>
            <a:ext cx="535442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SUMMARIZING</a:t>
            </a:r>
          </a:p>
        </p:txBody>
      </p:sp>
    </p:spTree>
    <p:extLst>
      <p:ext uri="{BB962C8B-B14F-4D97-AF65-F5344CB8AC3E}">
        <p14:creationId xmlns:p14="http://schemas.microsoft.com/office/powerpoint/2010/main" val="257173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B453A-D122-8D26-F17F-A55B8D27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BB69854-C4D7-7A53-2D8E-7F8F67143AC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B51577-CB1C-7CBE-C802-6AD0809BD8A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24D7E8-7F80-E711-620C-D3F24CB5A75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FFF1FF-4AFB-6E8A-30CA-4322201E460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068FB-A6B1-29DD-3346-6C059EABEE2E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the problems that databases were created to solve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as with anything in this world, they have their own set of issues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6EDD8E-F38E-18A6-3AA5-2DD8139EBAD3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393084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F613C-5BAF-4469-F646-C2E49593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436685B-82D0-E48C-53DB-C1527B606D3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C83081-14BC-B999-DBC1-4587444FDC2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82A720-F365-439B-A34D-E9E6DC3B900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538615-96FD-C039-88D9-11D8956AC5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1CF27-E74E-E896-E88B-975C0E8E9179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look and work a lot like spreadsheets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have a few more requirements that help to keep data organized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E7507B-1E59-C71B-1E3C-6295CD586B0A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CDA279-5091-CAC4-6722-1B4196D9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" y="4268703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6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DC5D7-CBE3-A001-0EF6-B590668E6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5628BED-326A-71C0-7BC7-3FFD515B0E3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024280-F0FB-7B69-97C7-30114F05D21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5EDAD4-E7C7-ACE6-C993-1BA75729931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8481CB-F5A7-81D7-9ABC-89D8E8BC6E6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406FD2-B6A0-004D-30F5-99373F357D90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table in a database is called an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entity or table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specific row from a table is called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record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represents a specific instance of an entity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F03B1-6A37-3883-6572-E4A310CC41A7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57AB63-3409-53DC-4D66-C6809D456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8" y="4031954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27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CCD67-AFC3-2EF4-C487-2807777F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B141017-BE1D-A937-229F-D9240DF86F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810234-A200-5092-222C-528E9A123AD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9D92C9-2111-3DFC-2611-D5A941E5AE9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E7A6C7-FCEB-7EFE-EC2F-FF94BD0BD95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5ADC9D-89F9-BA01-B3B4-7C7170654E1A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column in a database is called an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attribute or field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a specific record’s attribute is called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81DB9D-A4E0-F3BF-D830-8659BB706F22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3F940-5DC6-A999-48EA-541DD0A3E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06" y="4130664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8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8403B-77B3-7B0C-790D-52A63B16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03BBC13-D199-4F03-CEF0-EF4D97392E5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5A0952-888D-9A89-C5B5-229AEE6857D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A9676F-88A3-C1D5-B3B2-0153F87BFBD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9ADD8E-8E6F-4FC5-D3FF-68751B644D8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1CD254-5B49-C794-CA32-035D5B8CA62F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Certain attributes can be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candidate key attributes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candidate key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be used to uniquely identify a record in an entity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entity, the candidate keys are ID and SSN, as those two values should never be the same for two people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1B48CC-C844-5EF1-77FF-ED94EEC7F8F7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D1E05B-AB00-7F04-8FFD-BFD81F0E1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28" y="4404349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9AE11-4642-C125-34F4-5EB061DDA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0B700E4-309B-56A1-9CB9-737C8E56D33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7E64B3-CF02-55E3-C977-E101DB8E46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74477-BC5C-B8B8-A096-6D691EF79A9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E9F780-B4B0-7DD4-BA16-1308126824C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28269-27B9-E6BC-FB93-99FAA0FFF4A0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of the two candidate keys is then selected to be the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primary key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 the entity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used as the main way to access a specific record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candidate key that isn’t selected as the primary key is known as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secondary key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6B40B7-2CB9-6B2A-AFF7-970A9F51939C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1A46C2-50A5-0F30-2DB8-6FBFF8B85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28" y="4404349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24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3FF22-DDF7-EDA2-FF57-D44EFF22F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C43BED1-EF52-A2D1-8B33-C131685130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A32452-3A3E-859A-39D8-F365BA478E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2E3616-38C5-C347-7D2B-2D7936531A4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1EB53D-E059-B07A-0477-BA73AD7E2E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9E357-2C69-78C2-58D9-755C587B9974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unique cases, we may not have a field that can be a primary key for an entity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these cases, if a combination of two (or more) attributes can uniquely identify a record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Bahnschrift" panose="020B0502040204020203" pitchFamily="34" charset="0"/>
              </a:rPr>
              <a:t>Students can’t be enrolled in the same class twice, so the unique combo of </a:t>
            </a:r>
            <a:r>
              <a:rPr lang="en-US" sz="2800" dirty="0" err="1">
                <a:solidFill>
                  <a:schemeClr val="bg2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2"/>
                </a:solidFill>
                <a:latin typeface="Bahnschrift" panose="020B0502040204020203" pitchFamily="34" charset="0"/>
              </a:rPr>
              <a:t> and ClassID create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composite key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0B0847-F60C-0317-CF1B-A9DC8D19A6B1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2030F9-D291-CF2C-D990-1B1FEFF63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23" y="4062390"/>
            <a:ext cx="3501198" cy="25514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E2DF8C-6555-71DB-7FC9-C0485A144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416" y="4415947"/>
            <a:ext cx="4819898" cy="16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89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399C6-7636-871A-C4E5-8D60FC8E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A3ADEDC-FDB0-B51A-0541-F107BE458C0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2351D3-1B06-71F9-1B1A-768672CD5BB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C764BC-9A68-4D8C-114E-88E9B591AD6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745747-5014-2DB9-0C21-3355AA0CD5E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5B4550-4990-900D-E2B4-AAE9047514AE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You’ll notice that across our entities there are some shared values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ClassID both appear in Enrollment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MajorID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appears in both Student and Classes </a:t>
            </a:r>
            <a:endParaRPr lang="en-US" sz="2800" b="1" i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AD9FB-F70B-4EF9-77BD-919A0B228908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ED2EC7-784D-079B-0BE5-1AC47799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51" y="4871598"/>
            <a:ext cx="2400373" cy="17492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ECA9C9-75D2-03A2-6450-C419AC61E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592" y="4871598"/>
            <a:ext cx="4819898" cy="1663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3DEAE1-4323-D527-1F3A-D350D6E42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" y="3119894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16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AB596-9ABE-08CB-B553-84BBCC35E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486F0E-14EC-F68A-8A09-5BE8F2324CC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4E4A94-5969-53B3-D644-44F6D6D7EF5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9B7ADE-A3E8-ADCA-5156-A37C88644E3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862012-DF50-5869-0364-15B2DDC561F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FD6D08-274F-75E3-4D0A-05CAC204FAD3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While we can’t see the Majors entity, we can assume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MajorID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its primary key, and we know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ClassID are primary keys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a primary key from one entity appears in another entity it’s known as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foreign key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that entity, as it is from another entity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DABD24-6532-1CAC-B24B-FE6F748B26B4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B5AE7D-3D36-85B1-A662-1F1459D78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51" y="4871598"/>
            <a:ext cx="2400373" cy="17492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61F54B-3C75-6C4D-7D38-CDB70F5C4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592" y="4871598"/>
            <a:ext cx="4819898" cy="1663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E7505F-888B-CD83-0275-825D490E2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" y="3119894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64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CD7E0-E464-C80E-4D3B-488678DE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2D8CA63-1A10-9952-CEA2-7979B3A9102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46522B-55DD-55F7-7AB1-C3A1289041C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79D31E-F0E9-B7BF-EE8F-603DEDB3331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91744C-BBB7-DAA8-89D3-31992445B05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2D67F-C852-0E10-A4F2-61DBE3D569A7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a field is a foreign key, it can only have values that appear in the original table’s records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 try to make an enrollment with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of 6 and ClassID of 5 it would fail because there is not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of 6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9588D-A1E6-CA0F-3DA2-81819DC67C4D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131597-0528-F69B-6C2C-1E3DFA68F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51" y="4871598"/>
            <a:ext cx="2400373" cy="17492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2BFA70-B684-1525-229D-6F10666E4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592" y="4871598"/>
            <a:ext cx="4819898" cy="1663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2FBF46-2FBF-43A2-0B89-2438B190F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" y="3119894"/>
            <a:ext cx="10960663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511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062F2-B248-7ED5-6DC9-7551C2BF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33B79E9-C61A-00B3-65BC-6AC275C06BC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ADBC0C-1359-D0B8-4D8A-4088D3D26B8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7B91D5-B22C-8E45-A7A2-EAE481063C1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093B23-77C2-8F78-60F6-28B96174AC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497C47-D84C-003F-9C66-361124859E11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relational database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entities are linked using these foreign keys to create relationships (creative name, huh?)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Relationships can fall into three categories: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to one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Many to one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Many to many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0854B-D757-E2ED-E23E-F13FEE47D1E8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1205377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81095-8C06-89A9-E9FC-22868C3E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9DC2B2-E5AE-1AD4-7E81-7364D58857F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80C1C9-F345-824A-DAD8-182080C62A4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D4D6BC-7E5C-4BC1-3C31-42B1208CA93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DED46D-D8B3-31ED-5071-8656B57A0D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5FEA38-4A1E-EA03-6830-F8541B08DA7D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we’ve been looking at is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many to many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Many students are enrolled in Many classes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one to many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 in this setup might be teachers and classes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teacher teaches many classes, but each class is taught by only one teacher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800" dirty="0">
                <a:solidFill>
                  <a:schemeClr val="accent4"/>
                </a:solidFill>
                <a:latin typeface="Bahnschrift" panose="020B0502040204020203" pitchFamily="34" charset="0"/>
              </a:rPr>
              <a:t>one to one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 in this setup is a bit harder to find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student may have a one to one relationship with parking passes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student gets one parking pass, each parking pass may only be used by one student</a:t>
            </a: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452260-4943-6BF2-A776-A5DE75079D10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787909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6C54B-EFCE-8954-F9B9-4AA60B82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DC0D98-69C1-F250-ACF9-E563766186E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7129E0-F5DF-14D1-380A-7CABFB94B65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97E4CA-EF74-1E87-63BA-CCC128AD823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39E9C6-88A2-4B3D-0391-E71A470A4DF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572EA0-0A19-EA75-E8E2-1E3F6512C346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Crow’s foot for many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Single line for 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the lack of enrollment here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Enrollment is a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helper table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Helper tables are required for any many to many relationship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Helper tables join the many of one to the many of another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Helper tables often use composite keys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3C730E-BBED-5F85-01B3-D6D7D3E8B2D2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B43E7-C8B2-7632-793A-D509826F8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374" y="253477"/>
            <a:ext cx="4804555" cy="340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22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2ABCB-A914-E32A-CD94-A7A7E0D1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C4C821F-D7C7-E51F-896B-8F7A65E48F5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230A75-CF9B-CD28-B686-63BA50FAFE8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4E960E-BABB-DED1-3766-5FF0F955CED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76D9E1-E20E-6319-01E6-8714F506858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C6CDB9-B21E-393A-FBC6-8387BB351FB4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small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Entity Relationship Diagram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 a small system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Library, school, online shop,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8D5F7-C458-98AA-5DF4-C41EC872EAFE}"/>
              </a:ext>
            </a:extLst>
          </p:cNvPr>
          <p:cNvSpPr/>
          <p:nvPr/>
        </p:nvSpPr>
        <p:spPr>
          <a:xfrm>
            <a:off x="-1" y="155968"/>
            <a:ext cx="340156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A2D90-EFCF-E817-FB1D-F58D59C3F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851" y="2486722"/>
            <a:ext cx="4804555" cy="340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70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BAFEF-E83F-1E74-289E-069A765A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8CFF532-547E-F64B-2C98-734B13E50D4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6E93EB-9796-0FE1-81D2-76F43F3E603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05E543-12B2-5ED2-D65E-619BF6401DD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E4F092-7258-28B8-5E0F-5CE3DB9215C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E850B-8D0D-B3FE-2A7B-885F4C9EC581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provide lots of features other than just storing data of course, let’s look at some of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CE019-3FD4-C251-D6DE-FC993C9159D5}"/>
              </a:ext>
            </a:extLst>
          </p:cNvPr>
          <p:cNvSpPr/>
          <p:nvPr/>
        </p:nvSpPr>
        <p:spPr>
          <a:xfrm>
            <a:off x="-151286" y="147759"/>
            <a:ext cx="595274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FEATURES</a:t>
            </a:r>
          </a:p>
        </p:txBody>
      </p:sp>
    </p:spTree>
    <p:extLst>
      <p:ext uri="{BB962C8B-B14F-4D97-AF65-F5344CB8AC3E}">
        <p14:creationId xmlns:p14="http://schemas.microsoft.com/office/powerpoint/2010/main" val="507893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342E0-F482-7430-8365-5A909706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D14327-3F60-8433-DEDE-E3372EC69B3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C55A85-96DA-D36F-3E57-985179F292A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12D88C-C1AE-57B5-E5B0-BF0625271B2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F2ABA4-F7FA-81F1-032D-FE8F529EFF3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0C0D83-F75D-DA26-6B67-E6ED86F02B9E}"/>
              </a:ext>
            </a:extLst>
          </p:cNvPr>
          <p:cNvSpPr/>
          <p:nvPr/>
        </p:nvSpPr>
        <p:spPr>
          <a:xfrm>
            <a:off x="421106" y="1014985"/>
            <a:ext cx="11264926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Many database programs are widely used and have large followings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Programs like Microsoft Access (what we’ll be using), MySQL, SQLite, and PostgreSQL have massive communities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Tons of documentation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Walkthroughs &amp; guides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Professional resources and 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E47AD-FDA3-199A-38C5-CD38B4CC5E40}"/>
              </a:ext>
            </a:extLst>
          </p:cNvPr>
          <p:cNvSpPr/>
          <p:nvPr/>
        </p:nvSpPr>
        <p:spPr>
          <a:xfrm>
            <a:off x="-151286" y="147759"/>
            <a:ext cx="595274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3802472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99C3E-6A85-04C7-4376-DCCEA62F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9688343-369B-F9C6-8067-6A576208AEE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6F9354-C5CE-2BFF-8FB3-CD66222980B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4A10F0-6EB2-9A97-3369-B475A8671E4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FBDDD6-C53F-AC56-482B-5E62A5FC7CF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305520-E781-6398-D390-505C822CFEBB}"/>
              </a:ext>
            </a:extLst>
          </p:cNvPr>
          <p:cNvSpPr/>
          <p:nvPr/>
        </p:nvSpPr>
        <p:spPr>
          <a:xfrm>
            <a:off x="421106" y="1014985"/>
            <a:ext cx="7086118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provide concurrency control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Concurrency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allows for multiple users to access and enter data safely without messing with each other’s edits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usually occurs by deciding a definitive order that changes are made in using the system clock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I try to modify a database at the same time as you, the computer will store this information so nobody’s data is lost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B9D0E-C2A1-E355-1C0B-8CA585F64E0E}"/>
              </a:ext>
            </a:extLst>
          </p:cNvPr>
          <p:cNvSpPr/>
          <p:nvPr/>
        </p:nvSpPr>
        <p:spPr>
          <a:xfrm>
            <a:off x="-151286" y="147759"/>
            <a:ext cx="681726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CONCURRENCY CONTROL</a:t>
            </a:r>
          </a:p>
        </p:txBody>
      </p:sp>
      <p:pic>
        <p:nvPicPr>
          <p:cNvPr id="3" name="Picture 2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3F4680BC-BF33-B2E9-4DDF-CE245482B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776" y="2135257"/>
            <a:ext cx="3935118" cy="25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3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B4292-DE69-B8B8-0480-EF0018D8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0C48D0-600A-7058-D5D2-6DF83A444DA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12407C-7DF7-7BDA-1C41-DD5818F613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2C8FCC-2D86-EFB1-5FFD-91AC847BCB1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D320E6-A93D-AD65-36A5-16F3D07A18F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52E268-3DE0-B4A7-C1B6-D724CEE4ADB2}"/>
              </a:ext>
            </a:extLst>
          </p:cNvPr>
          <p:cNvSpPr/>
          <p:nvPr/>
        </p:nvSpPr>
        <p:spPr>
          <a:xfrm>
            <a:off x="421106" y="1014985"/>
            <a:ext cx="10880878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Unlike a spreadsheet, you can’t just type whatever you want in a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require data to meet certain formatting requirements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can’t type a date as “joe” for example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Keys also ensure that no data is added to a database that would be duplicate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10FDE-104F-BB4D-73CB-31A8EB09A25C}"/>
              </a:ext>
            </a:extLst>
          </p:cNvPr>
          <p:cNvSpPr/>
          <p:nvPr/>
        </p:nvSpPr>
        <p:spPr>
          <a:xfrm>
            <a:off x="-151286" y="147759"/>
            <a:ext cx="798706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CONSISTENCY AND INTEGRITY</a:t>
            </a:r>
          </a:p>
        </p:txBody>
      </p:sp>
    </p:spTree>
    <p:extLst>
      <p:ext uri="{BB962C8B-B14F-4D97-AF65-F5344CB8AC3E}">
        <p14:creationId xmlns:p14="http://schemas.microsoft.com/office/powerpoint/2010/main" val="1069586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21A1F-94B8-5D60-992A-9D3F0FB8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C89DDB-0D71-051C-0F19-59DFC0AA7E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422784-840A-DFC6-1617-BBEE9851509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8247C6-F613-9332-7B4A-C31CBEB1405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FF17DB-3D6A-CE75-2D05-670E41C7F45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0CD0BD-4758-25EA-93E5-1E83BB8C9F9F}"/>
              </a:ext>
            </a:extLst>
          </p:cNvPr>
          <p:cNvSpPr/>
          <p:nvPr/>
        </p:nvSpPr>
        <p:spPr>
          <a:xfrm>
            <a:off x="421106" y="1014985"/>
            <a:ext cx="1059741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obtain data from a database by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querying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it using SQL (structured query language)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More on this to come in later lessons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01A0C-9FC1-EB3B-A5F2-6879D32104BC}"/>
              </a:ext>
            </a:extLst>
          </p:cNvPr>
          <p:cNvSpPr/>
          <p:nvPr/>
        </p:nvSpPr>
        <p:spPr>
          <a:xfrm>
            <a:off x="-151286" y="147759"/>
            <a:ext cx="462270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RETRIEVAL</a:t>
            </a:r>
          </a:p>
        </p:txBody>
      </p:sp>
      <p:pic>
        <p:nvPicPr>
          <p:cNvPr id="14" name="Picture 13" descr="A blue and red text&#10;&#10;AI-generated content may be incorrect.">
            <a:extLst>
              <a:ext uri="{FF2B5EF4-FFF2-40B4-BE49-F238E27FC236}">
                <a16:creationId xmlns:a16="http://schemas.microsoft.com/office/drawing/2014/main" id="{E210B039-E8CE-8A98-1E3A-71F454B56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061" y="2738628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27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69088-D071-ACED-EA1F-64B3B28F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DCBD2D5-E696-B6C5-D3F2-D787090A606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29A328-A3ED-1155-4E54-AA3A4C7881C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2A9FFB-6692-EDF6-4806-2395669C335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9FC9CD-F7A0-BC10-F1ED-CB8CFC570C7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089DCB-4138-5920-EE82-7FCAC3A4D7E3}"/>
              </a:ext>
            </a:extLst>
          </p:cNvPr>
          <p:cNvSpPr/>
          <p:nvPr/>
        </p:nvSpPr>
        <p:spPr>
          <a:xfrm>
            <a:off x="421106" y="1014985"/>
            <a:ext cx="1059741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we can store data using multiple tables that relate to each other, we can reduce how much data is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duplicated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therefore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redundant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Our spreadsheet had lots of repeated information that our database doesn’t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9808C-6709-D761-71D9-E63D052D6351}"/>
              </a:ext>
            </a:extLst>
          </p:cNvPr>
          <p:cNvSpPr/>
          <p:nvPr/>
        </p:nvSpPr>
        <p:spPr>
          <a:xfrm>
            <a:off x="-791366" y="169565"/>
            <a:ext cx="1059741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REDUCED DUPLICATION &amp; REDUNDANCY</a:t>
            </a:r>
          </a:p>
        </p:txBody>
      </p:sp>
    </p:spTree>
    <p:extLst>
      <p:ext uri="{BB962C8B-B14F-4D97-AF65-F5344CB8AC3E}">
        <p14:creationId xmlns:p14="http://schemas.microsoft.com/office/powerpoint/2010/main" val="3265027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092CA-190A-586E-34BA-DE4D35A3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C8479DC-5BAE-15A8-5D4B-6C3FA856876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BFE582-C3DF-90C7-45C7-AA055B84F73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DB691B-23EE-518F-C945-F3886BEEAE2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1029BE-B983-012B-715C-32E4A949968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C724F8-5EA9-88AC-1243-6AE1C30C7234}"/>
              </a:ext>
            </a:extLst>
          </p:cNvPr>
          <p:cNvSpPr/>
          <p:nvPr/>
        </p:nvSpPr>
        <p:spPr>
          <a:xfrm>
            <a:off x="421106" y="1014985"/>
            <a:ext cx="1059741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adding something to a database goes wrong, the database can roll back to a previous state to prevent disaster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171422-9FF9-641C-5623-E8307BB36797}"/>
              </a:ext>
            </a:extLst>
          </p:cNvPr>
          <p:cNvSpPr/>
          <p:nvPr/>
        </p:nvSpPr>
        <p:spPr>
          <a:xfrm>
            <a:off x="-288446" y="147759"/>
            <a:ext cx="707329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RELIABLE TRANSACTIONS</a:t>
            </a:r>
          </a:p>
        </p:txBody>
      </p:sp>
    </p:spTree>
    <p:extLst>
      <p:ext uri="{BB962C8B-B14F-4D97-AF65-F5344CB8AC3E}">
        <p14:creationId xmlns:p14="http://schemas.microsoft.com/office/powerpoint/2010/main" val="4084462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DCB1D-CE12-EB1F-474E-B1AA3639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937F198-76F0-1C76-831A-83AD1AE34EC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AF5FCC-5759-1E29-5E1E-79E1E59D6D1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8A10B0-A843-2429-D638-742823E7717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64ED6D-2C47-9D69-AF23-C82252A316D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72FD24-5BD3-582E-BEAB-202B6B0A3BE0}"/>
              </a:ext>
            </a:extLst>
          </p:cNvPr>
          <p:cNvSpPr/>
          <p:nvPr/>
        </p:nvSpPr>
        <p:spPr>
          <a:xfrm>
            <a:off x="421106" y="1014985"/>
            <a:ext cx="1059741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can get a whole lot bigger than a spreadsheet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also lock certain data behind different user accounts to protect information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Much more on this to come later down the 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DC032-B0AF-6D68-13C7-D0039FCC8C3E}"/>
              </a:ext>
            </a:extLst>
          </p:cNvPr>
          <p:cNvSpPr/>
          <p:nvPr/>
        </p:nvSpPr>
        <p:spPr>
          <a:xfrm>
            <a:off x="-288446" y="147759"/>
            <a:ext cx="707329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SCALABILITY &amp; SECURITY</a:t>
            </a:r>
          </a:p>
        </p:txBody>
      </p:sp>
    </p:spTree>
    <p:extLst>
      <p:ext uri="{BB962C8B-B14F-4D97-AF65-F5344CB8AC3E}">
        <p14:creationId xmlns:p14="http://schemas.microsoft.com/office/powerpoint/2010/main" val="3604175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D4AA3-EA76-B954-3936-512CAA9B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FFFB3B6-80A2-9A46-BA1B-5CFAD6F848C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3183A6-7DC2-DFEA-B193-6FB43DA153B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3C719D-C808-FC99-D5D2-E626016BEC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116858-86B4-7ABF-1221-844BC89889D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A3F04-06EF-705B-8DF6-7FC060CA9B56}"/>
              </a:ext>
            </a:extLst>
          </p:cNvPr>
          <p:cNvSpPr/>
          <p:nvPr/>
        </p:nvSpPr>
        <p:spPr>
          <a:xfrm>
            <a:off x="421106" y="1014985"/>
            <a:ext cx="1059741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can’t do everything though…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Lots of companies have so much data that keeping it all on one database would be impossible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known as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BIG DATA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solve this companies often use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NoSQL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distributed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that take multiple computers at multiple locations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have rigid layouts, also known as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schemas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very difficult to change when created, and so databases may not be flexible for every organization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33683-FEB2-7A12-B67A-DA9B23339923}"/>
              </a:ext>
            </a:extLst>
          </p:cNvPr>
          <p:cNvSpPr/>
          <p:nvPr/>
        </p:nvSpPr>
        <p:spPr>
          <a:xfrm>
            <a:off x="-288446" y="147759"/>
            <a:ext cx="764022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LIMITATIONS OF DATABASES</a:t>
            </a:r>
          </a:p>
        </p:txBody>
      </p:sp>
    </p:spTree>
    <p:extLst>
      <p:ext uri="{BB962C8B-B14F-4D97-AF65-F5344CB8AC3E}">
        <p14:creationId xmlns:p14="http://schemas.microsoft.com/office/powerpoint/2010/main" val="2764279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2FA46-B43C-D374-A48D-8EFEDD9E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2E53772-A48F-703F-BAB9-43B59584876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AB70A9-EBE0-9013-C99F-8CE9D6ECE9D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830B60-3350-869C-53DB-8BE2241B7D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4F35DF-C615-C49F-FA3F-BA2730FB6D6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0A6ABB-9EC1-62DC-0A85-DF5FB6F59CAA}"/>
              </a:ext>
            </a:extLst>
          </p:cNvPr>
          <p:cNvSpPr/>
          <p:nvPr/>
        </p:nvSpPr>
        <p:spPr>
          <a:xfrm>
            <a:off x="421106" y="1014985"/>
            <a:ext cx="1059741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Object-oriented data layouts do not always match perfectly with databases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More information about this in the OOP unit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 design can be complicated and expensive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isn’t always the best option, especially for a small business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7DF23-8BF6-77D5-364B-9BDF4D06E376}"/>
              </a:ext>
            </a:extLst>
          </p:cNvPr>
          <p:cNvSpPr/>
          <p:nvPr/>
        </p:nvSpPr>
        <p:spPr>
          <a:xfrm>
            <a:off x="-288446" y="147759"/>
            <a:ext cx="764022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LIMITATIONS OF DATABASES</a:t>
            </a:r>
          </a:p>
        </p:txBody>
      </p:sp>
    </p:spTree>
    <p:extLst>
      <p:ext uri="{BB962C8B-B14F-4D97-AF65-F5344CB8AC3E}">
        <p14:creationId xmlns:p14="http://schemas.microsoft.com/office/powerpoint/2010/main" val="3043752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F65BD-45FC-7612-A183-989A0FA0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DA0B2BE-2FD3-1066-8DFF-B52753A2739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BBF2A8-AB4C-F8BD-D274-2B4EADB7E2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ADC61F-6890-0FEC-410D-7A08B96965D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3ED7D4-209B-0C56-9E3D-03B2FA9EE00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CE3F2-2088-5350-0448-6E31B680BC83}"/>
              </a:ext>
            </a:extLst>
          </p:cNvPr>
          <p:cNvSpPr/>
          <p:nvPr/>
        </p:nvSpPr>
        <p:spPr>
          <a:xfrm>
            <a:off x="421106" y="1014985"/>
            <a:ext cx="1059741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Design a small relational database for a hospital appointment system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Entities and keys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Define relationships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4104A8-0D3A-87BE-DC53-037F33D38C28}"/>
              </a:ext>
            </a:extLst>
          </p:cNvPr>
          <p:cNvSpPr/>
          <p:nvPr/>
        </p:nvSpPr>
        <p:spPr>
          <a:xfrm>
            <a:off x="137368" y="155968"/>
            <a:ext cx="137658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3331078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4" y="1034378"/>
            <a:ext cx="3125868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Record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Attribute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Value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Primary Key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Secondary Key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Candidate Key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Composite Key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87C51D-471E-EED6-E265-71C71E68A186}"/>
              </a:ext>
            </a:extLst>
          </p:cNvPr>
          <p:cNvSpPr/>
          <p:nvPr/>
        </p:nvSpPr>
        <p:spPr>
          <a:xfrm>
            <a:off x="3893165" y="994646"/>
            <a:ext cx="5415427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to One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to Many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Many to Many Relationship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Entity Relationship Diagram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BIG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Concurrency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Redundancy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Schema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13478</TotalTime>
  <Words>1176</Words>
  <Application>Microsoft Office PowerPoint</Application>
  <PresentationFormat>Widescreen</PresentationFormat>
  <Paragraphs>150</Paragraphs>
  <Slides>32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17</cp:revision>
  <dcterms:created xsi:type="dcterms:W3CDTF">2025-08-11T14:07:39Z</dcterms:created>
  <dcterms:modified xsi:type="dcterms:W3CDTF">2025-11-10T20:54:34Z</dcterms:modified>
</cp:coreProperties>
</file>