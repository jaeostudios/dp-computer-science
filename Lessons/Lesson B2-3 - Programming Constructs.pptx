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7" r:id="rId5"/>
    <p:sldId id="261" r:id="rId6"/>
    <p:sldId id="277" r:id="rId7"/>
    <p:sldId id="291" r:id="rId8"/>
    <p:sldId id="288" r:id="rId9"/>
    <p:sldId id="289" r:id="rId10"/>
    <p:sldId id="278" r:id="rId11"/>
    <p:sldId id="290" r:id="rId12"/>
    <p:sldId id="292" r:id="rId13"/>
    <p:sldId id="293" r:id="rId14"/>
    <p:sldId id="295" r:id="rId15"/>
    <p:sldId id="294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6648"/>
    <a:srgbClr val="388049"/>
    <a:srgbClr val="274F3F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F8FE57-D4E6-4B5B-B0D1-088E19307AD3}" v="114" dt="2025-08-14T18:10:52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A8F8FE57-D4E6-4B5B-B0D1-088E19307AD3}"/>
    <pc:docChg chg="undo redo custSel addSld delSld modSld sldOrd">
      <pc:chgData name="Michael Hill" userId="41dba03d-e58d-4389-9894-554c10310ba4" providerId="ADAL" clId="{A8F8FE57-D4E6-4B5B-B0D1-088E19307AD3}" dt="2025-08-14T18:10:52.509" v="3985"/>
      <pc:docMkLst>
        <pc:docMk/>
      </pc:docMkLst>
      <pc:sldChg chg="modSp mod modAnim">
        <pc:chgData name="Michael Hill" userId="41dba03d-e58d-4389-9894-554c10310ba4" providerId="ADAL" clId="{A8F8FE57-D4E6-4B5B-B0D1-088E19307AD3}" dt="2025-08-14T18:10:05.876" v="3970"/>
        <pc:sldMkLst>
          <pc:docMk/>
          <pc:sldMk cId="1878848435" sldId="256"/>
        </pc:sldMkLst>
        <pc:spChg chg="mod">
          <ac:chgData name="Michael Hill" userId="41dba03d-e58d-4389-9894-554c10310ba4" providerId="ADAL" clId="{A8F8FE57-D4E6-4B5B-B0D1-088E19307AD3}" dt="2025-08-11T19:44:23.099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A8F8FE57-D4E6-4B5B-B0D1-088E19307AD3}" dt="2025-08-11T19:44:33.802" v="26" actId="14100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 modAnim">
        <pc:chgData name="Michael Hill" userId="41dba03d-e58d-4389-9894-554c10310ba4" providerId="ADAL" clId="{A8F8FE57-D4E6-4B5B-B0D1-088E19307AD3}" dt="2025-08-14T18:10:08.735" v="3971"/>
        <pc:sldMkLst>
          <pc:docMk/>
          <pc:sldMk cId="854122100" sldId="257"/>
        </pc:sldMkLst>
        <pc:spChg chg="mod">
          <ac:chgData name="Michael Hill" userId="41dba03d-e58d-4389-9894-554c10310ba4" providerId="ADAL" clId="{A8F8FE57-D4E6-4B5B-B0D1-088E19307AD3}" dt="2025-08-11T19:55:03.767" v="218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addSp delSp modSp mod modAnim">
        <pc:chgData name="Michael Hill" userId="41dba03d-e58d-4389-9894-554c10310ba4" providerId="ADAL" clId="{A8F8FE57-D4E6-4B5B-B0D1-088E19307AD3}" dt="2025-08-14T18:10:11.147" v="3972"/>
        <pc:sldMkLst>
          <pc:docMk/>
          <pc:sldMk cId="1910594286" sldId="258"/>
        </pc:sldMkLst>
        <pc:spChg chg="mod">
          <ac:chgData name="Michael Hill" userId="41dba03d-e58d-4389-9894-554c10310ba4" providerId="ADAL" clId="{A8F8FE57-D4E6-4B5B-B0D1-088E19307AD3}" dt="2025-08-11T19:58:07.230" v="270" actId="1076"/>
          <ac:spMkLst>
            <pc:docMk/>
            <pc:sldMk cId="1910594286" sldId="258"/>
            <ac:spMk id="5" creationId="{3050233D-41DE-6588-7EB0-97A3A19FFCB8}"/>
          </ac:spMkLst>
        </pc:spChg>
        <pc:spChg chg="mod">
          <ac:chgData name="Michael Hill" userId="41dba03d-e58d-4389-9894-554c10310ba4" providerId="ADAL" clId="{A8F8FE57-D4E6-4B5B-B0D1-088E19307AD3}" dt="2025-08-11T20:00:47.837" v="674" actId="1076"/>
          <ac:spMkLst>
            <pc:docMk/>
            <pc:sldMk cId="1910594286" sldId="258"/>
            <ac:spMk id="7" creationId="{A3C7B8BA-8B31-7B2C-E2AB-60712C1F61E8}"/>
          </ac:spMkLst>
        </pc:spChg>
        <pc:spChg chg="mod">
          <ac:chgData name="Michael Hill" userId="41dba03d-e58d-4389-9894-554c10310ba4" providerId="ADAL" clId="{A8F8FE57-D4E6-4B5B-B0D1-088E19307AD3}" dt="2025-08-11T20:00:23.306" v="664" actId="20577"/>
          <ac:spMkLst>
            <pc:docMk/>
            <pc:sldMk cId="1910594286" sldId="258"/>
            <ac:spMk id="8" creationId="{9D3B4A7A-A70B-0C4A-C7FF-462ADF36D440}"/>
          </ac:spMkLst>
        </pc:spChg>
        <pc:spChg chg="mod">
          <ac:chgData name="Michael Hill" userId="41dba03d-e58d-4389-9894-554c10310ba4" providerId="ADAL" clId="{A8F8FE57-D4E6-4B5B-B0D1-088E19307AD3}" dt="2025-08-11T20:00:52.299" v="677" actId="1076"/>
          <ac:spMkLst>
            <pc:docMk/>
            <pc:sldMk cId="1910594286" sldId="258"/>
            <ac:spMk id="9" creationId="{6ADCA5AE-052C-5076-411F-06E5A022CDA7}"/>
          </ac:spMkLst>
        </pc:spChg>
        <pc:spChg chg="add mod ord">
          <ac:chgData name="Michael Hill" userId="41dba03d-e58d-4389-9894-554c10310ba4" providerId="ADAL" clId="{A8F8FE57-D4E6-4B5B-B0D1-088E19307AD3}" dt="2025-08-11T20:00:57.420" v="681" actId="167"/>
          <ac:spMkLst>
            <pc:docMk/>
            <pc:sldMk cId="1910594286" sldId="258"/>
            <ac:spMk id="21" creationId="{CA8483F3-9D91-69C6-DAE4-E819F0292C96}"/>
          </ac:spMkLst>
        </pc:spChg>
        <pc:picChg chg="add mod modCrop">
          <ac:chgData name="Michael Hill" userId="41dba03d-e58d-4389-9894-554c10310ba4" providerId="ADAL" clId="{A8F8FE57-D4E6-4B5B-B0D1-088E19307AD3}" dt="2025-08-11T19:57:37.532" v="230" actId="1076"/>
          <ac:picMkLst>
            <pc:docMk/>
            <pc:sldMk cId="1910594286" sldId="258"/>
            <ac:picMk id="15" creationId="{0572BAA1-AB30-2A31-99DA-E2636EF78735}"/>
          </ac:picMkLst>
        </pc:picChg>
        <pc:picChg chg="add mod">
          <ac:chgData name="Michael Hill" userId="41dba03d-e58d-4389-9894-554c10310ba4" providerId="ADAL" clId="{A8F8FE57-D4E6-4B5B-B0D1-088E19307AD3}" dt="2025-08-11T19:58:09.947" v="272" actId="1076"/>
          <ac:picMkLst>
            <pc:docMk/>
            <pc:sldMk cId="1910594286" sldId="258"/>
            <ac:picMk id="17" creationId="{F9670370-72F4-78E6-7DE3-64A5614A0062}"/>
          </ac:picMkLst>
        </pc:picChg>
        <pc:picChg chg="add mod">
          <ac:chgData name="Michael Hill" userId="41dba03d-e58d-4389-9894-554c10310ba4" providerId="ADAL" clId="{A8F8FE57-D4E6-4B5B-B0D1-088E19307AD3}" dt="2025-08-11T20:00:49.289" v="676" actId="1076"/>
          <ac:picMkLst>
            <pc:docMk/>
            <pc:sldMk cId="1910594286" sldId="258"/>
            <ac:picMk id="18" creationId="{21F28121-5FF8-B768-E483-38897AA8B765}"/>
          </ac:picMkLst>
        </pc:picChg>
        <pc:picChg chg="add mod ord">
          <ac:chgData name="Michael Hill" userId="41dba03d-e58d-4389-9894-554c10310ba4" providerId="ADAL" clId="{A8F8FE57-D4E6-4B5B-B0D1-088E19307AD3}" dt="2025-08-11T20:00:41.862" v="670" actId="1076"/>
          <ac:picMkLst>
            <pc:docMk/>
            <pc:sldMk cId="1910594286" sldId="258"/>
            <ac:picMk id="19" creationId="{59044FD4-E5CB-7F72-D4E0-B3FF57F10D64}"/>
          </ac:picMkLst>
        </pc:picChg>
        <pc:picChg chg="add mod ord">
          <ac:chgData name="Michael Hill" userId="41dba03d-e58d-4389-9894-554c10310ba4" providerId="ADAL" clId="{A8F8FE57-D4E6-4B5B-B0D1-088E19307AD3}" dt="2025-08-11T20:00:45.448" v="673" actId="167"/>
          <ac:picMkLst>
            <pc:docMk/>
            <pc:sldMk cId="1910594286" sldId="258"/>
            <ac:picMk id="20" creationId="{9103A45C-BE5A-478E-4718-72C97F147BDD}"/>
          </ac:picMkLst>
        </pc:picChg>
      </pc:sldChg>
      <pc:sldChg chg="addSp delSp modSp mod modAnim">
        <pc:chgData name="Michael Hill" userId="41dba03d-e58d-4389-9894-554c10310ba4" providerId="ADAL" clId="{A8F8FE57-D4E6-4B5B-B0D1-088E19307AD3}" dt="2025-08-14T18:10:16.990" v="3974"/>
        <pc:sldMkLst>
          <pc:docMk/>
          <pc:sldMk cId="3307172092" sldId="261"/>
        </pc:sldMkLst>
        <pc:spChg chg="mod">
          <ac:chgData name="Michael Hill" userId="41dba03d-e58d-4389-9894-554c10310ba4" providerId="ADAL" clId="{A8F8FE57-D4E6-4B5B-B0D1-088E19307AD3}" dt="2025-08-11T20:16:44.072" v="929" actId="2711"/>
          <ac:spMkLst>
            <pc:docMk/>
            <pc:sldMk cId="3307172092" sldId="261"/>
            <ac:spMk id="2" creationId="{03F0E0BD-BC9F-778B-2DC3-BCBBC6899E4A}"/>
          </ac:spMkLst>
        </pc:spChg>
        <pc:spChg chg="mod">
          <ac:chgData name="Michael Hill" userId="41dba03d-e58d-4389-9894-554c10310ba4" providerId="ADAL" clId="{A8F8FE57-D4E6-4B5B-B0D1-088E19307AD3}" dt="2025-08-11T20:06:56.072" v="716" actId="14100"/>
          <ac:spMkLst>
            <pc:docMk/>
            <pc:sldMk cId="3307172092" sldId="261"/>
            <ac:spMk id="5" creationId="{403C02FC-7E07-3A7E-6B2B-FD078F0B388B}"/>
          </ac:spMkLst>
        </pc:spChg>
        <pc:spChg chg="mod">
          <ac:chgData name="Michael Hill" userId="41dba03d-e58d-4389-9894-554c10310ba4" providerId="ADAL" clId="{A8F8FE57-D4E6-4B5B-B0D1-088E19307AD3}" dt="2025-08-11T20:19:11.068" v="998" actId="20577"/>
          <ac:spMkLst>
            <pc:docMk/>
            <pc:sldMk cId="3307172092" sldId="261"/>
            <ac:spMk id="8" creationId="{376C31C9-62DC-3675-D099-2F45431523AD}"/>
          </ac:spMkLst>
        </pc:spChg>
      </pc:sldChg>
      <pc:sldChg chg="addSp delSp modSp mod modAnim">
        <pc:chgData name="Michael Hill" userId="41dba03d-e58d-4389-9894-554c10310ba4" providerId="ADAL" clId="{A8F8FE57-D4E6-4B5B-B0D1-088E19307AD3}" dt="2025-08-14T18:10:52.509" v="3985"/>
        <pc:sldMkLst>
          <pc:docMk/>
          <pc:sldMk cId="510623671" sldId="276"/>
        </pc:sldMkLst>
        <pc:spChg chg="add del mod">
          <ac:chgData name="Michael Hill" userId="41dba03d-e58d-4389-9894-554c10310ba4" providerId="ADAL" clId="{A8F8FE57-D4E6-4B5B-B0D1-088E19307AD3}" dt="2025-08-11T21:01:04.073" v="3969" actId="20577"/>
          <ac:spMkLst>
            <pc:docMk/>
            <pc:sldMk cId="510623671" sldId="276"/>
            <ac:spMk id="8" creationId="{0D1FA388-F44C-0D62-E127-5DAA237B2FBA}"/>
          </ac:spMkLst>
        </pc:spChg>
      </pc:sldChg>
      <pc:sldChg chg="addSp delSp modSp mod modAnim">
        <pc:chgData name="Michael Hill" userId="41dba03d-e58d-4389-9894-554c10310ba4" providerId="ADAL" clId="{A8F8FE57-D4E6-4B5B-B0D1-088E19307AD3}" dt="2025-08-14T18:10:19.381" v="3975"/>
        <pc:sldMkLst>
          <pc:docMk/>
          <pc:sldMk cId="1427619156" sldId="277"/>
        </pc:sldMkLst>
        <pc:spChg chg="mod">
          <ac:chgData name="Michael Hill" userId="41dba03d-e58d-4389-9894-554c10310ba4" providerId="ADAL" clId="{A8F8FE57-D4E6-4B5B-B0D1-088E19307AD3}" dt="2025-08-11T20:21:11.354" v="1285" actId="2711"/>
          <ac:spMkLst>
            <pc:docMk/>
            <pc:sldMk cId="1427619156" sldId="277"/>
            <ac:spMk id="2" creationId="{7831E5B5-EBAE-8AAB-EA8B-A6E4C548C0D8}"/>
          </ac:spMkLst>
        </pc:spChg>
        <pc:spChg chg="mod">
          <ac:chgData name="Michael Hill" userId="41dba03d-e58d-4389-9894-554c10310ba4" providerId="ADAL" clId="{A8F8FE57-D4E6-4B5B-B0D1-088E19307AD3}" dt="2025-08-11T20:19:22.639" v="1011" actId="14100"/>
          <ac:spMkLst>
            <pc:docMk/>
            <pc:sldMk cId="1427619156" sldId="277"/>
            <ac:spMk id="5" creationId="{4CD674A8-D224-2DB1-5A2A-15A3048FC598}"/>
          </ac:spMkLst>
        </pc:spChg>
        <pc:spChg chg="mod">
          <ac:chgData name="Michael Hill" userId="41dba03d-e58d-4389-9894-554c10310ba4" providerId="ADAL" clId="{A8F8FE57-D4E6-4B5B-B0D1-088E19307AD3}" dt="2025-08-11T20:21:04.728" v="1284" actId="20577"/>
          <ac:spMkLst>
            <pc:docMk/>
            <pc:sldMk cId="1427619156" sldId="277"/>
            <ac:spMk id="8" creationId="{D312D47B-2998-DDEE-40F9-18FAE493C6FB}"/>
          </ac:spMkLst>
        </pc:spChg>
      </pc:sldChg>
      <pc:sldChg chg="addSp delSp modSp mod modAnim">
        <pc:chgData name="Michael Hill" userId="41dba03d-e58d-4389-9894-554c10310ba4" providerId="ADAL" clId="{A8F8FE57-D4E6-4B5B-B0D1-088E19307AD3}" dt="2025-08-14T18:10:31.026" v="3979"/>
        <pc:sldMkLst>
          <pc:docMk/>
          <pc:sldMk cId="3967522526" sldId="278"/>
        </pc:sldMkLst>
        <pc:spChg chg="mod">
          <ac:chgData name="Michael Hill" userId="41dba03d-e58d-4389-9894-554c10310ba4" providerId="ADAL" clId="{A8F8FE57-D4E6-4B5B-B0D1-088E19307AD3}" dt="2025-08-11T20:37:26.349" v="1849" actId="404"/>
          <ac:spMkLst>
            <pc:docMk/>
            <pc:sldMk cId="3967522526" sldId="278"/>
            <ac:spMk id="2" creationId="{90A58BDB-DA01-DF54-C827-70B511F54CF4}"/>
          </ac:spMkLst>
        </pc:spChg>
        <pc:spChg chg="mod">
          <ac:chgData name="Michael Hill" userId="41dba03d-e58d-4389-9894-554c10310ba4" providerId="ADAL" clId="{A8F8FE57-D4E6-4B5B-B0D1-088E19307AD3}" dt="2025-08-11T20:47:25.070" v="2724" actId="20577"/>
          <ac:spMkLst>
            <pc:docMk/>
            <pc:sldMk cId="3967522526" sldId="278"/>
            <ac:spMk id="5" creationId="{49BCD76C-AFEF-4515-7E8B-D29D662A3D8E}"/>
          </ac:spMkLst>
        </pc:spChg>
        <pc:spChg chg="mod">
          <ac:chgData name="Michael Hill" userId="41dba03d-e58d-4389-9894-554c10310ba4" providerId="ADAL" clId="{A8F8FE57-D4E6-4B5B-B0D1-088E19307AD3}" dt="2025-08-11T20:37:47.503" v="1945" actId="20577"/>
          <ac:spMkLst>
            <pc:docMk/>
            <pc:sldMk cId="3967522526" sldId="278"/>
            <ac:spMk id="8" creationId="{C21BF6B5-6730-BE0C-DEFE-432474DD8338}"/>
          </ac:spMkLst>
        </pc:spChg>
      </pc:sldChg>
      <pc:sldChg chg="del">
        <pc:chgData name="Michael Hill" userId="41dba03d-e58d-4389-9894-554c10310ba4" providerId="ADAL" clId="{A8F8FE57-D4E6-4B5B-B0D1-088E19307AD3}" dt="2025-08-11T20:40:54.908" v="2072" actId="47"/>
        <pc:sldMkLst>
          <pc:docMk/>
          <pc:sldMk cId="3462163814" sldId="279"/>
        </pc:sldMkLst>
      </pc:sldChg>
      <pc:sldChg chg="del">
        <pc:chgData name="Michael Hill" userId="41dba03d-e58d-4389-9894-554c10310ba4" providerId="ADAL" clId="{A8F8FE57-D4E6-4B5B-B0D1-088E19307AD3}" dt="2025-08-11T20:40:54.908" v="2072" actId="47"/>
        <pc:sldMkLst>
          <pc:docMk/>
          <pc:sldMk cId="2183096914" sldId="280"/>
        </pc:sldMkLst>
      </pc:sldChg>
      <pc:sldChg chg="del">
        <pc:chgData name="Michael Hill" userId="41dba03d-e58d-4389-9894-554c10310ba4" providerId="ADAL" clId="{A8F8FE57-D4E6-4B5B-B0D1-088E19307AD3}" dt="2025-08-11T20:40:54.908" v="2072" actId="47"/>
        <pc:sldMkLst>
          <pc:docMk/>
          <pc:sldMk cId="549474843" sldId="281"/>
        </pc:sldMkLst>
      </pc:sldChg>
      <pc:sldChg chg="del">
        <pc:chgData name="Michael Hill" userId="41dba03d-e58d-4389-9894-554c10310ba4" providerId="ADAL" clId="{A8F8FE57-D4E6-4B5B-B0D1-088E19307AD3}" dt="2025-08-11T20:40:54.908" v="2072" actId="47"/>
        <pc:sldMkLst>
          <pc:docMk/>
          <pc:sldMk cId="3935686285" sldId="282"/>
        </pc:sldMkLst>
      </pc:sldChg>
      <pc:sldChg chg="del">
        <pc:chgData name="Michael Hill" userId="41dba03d-e58d-4389-9894-554c10310ba4" providerId="ADAL" clId="{A8F8FE57-D4E6-4B5B-B0D1-088E19307AD3}" dt="2025-08-11T20:40:54.908" v="2072" actId="47"/>
        <pc:sldMkLst>
          <pc:docMk/>
          <pc:sldMk cId="2847504206" sldId="283"/>
        </pc:sldMkLst>
      </pc:sldChg>
      <pc:sldChg chg="del">
        <pc:chgData name="Michael Hill" userId="41dba03d-e58d-4389-9894-554c10310ba4" providerId="ADAL" clId="{A8F8FE57-D4E6-4B5B-B0D1-088E19307AD3}" dt="2025-08-11T20:40:54.908" v="2072" actId="47"/>
        <pc:sldMkLst>
          <pc:docMk/>
          <pc:sldMk cId="3460191061" sldId="284"/>
        </pc:sldMkLst>
      </pc:sldChg>
      <pc:sldChg chg="del">
        <pc:chgData name="Michael Hill" userId="41dba03d-e58d-4389-9894-554c10310ba4" providerId="ADAL" clId="{A8F8FE57-D4E6-4B5B-B0D1-088E19307AD3}" dt="2025-08-11T20:40:54.908" v="2072" actId="47"/>
        <pc:sldMkLst>
          <pc:docMk/>
          <pc:sldMk cId="1573765285" sldId="285"/>
        </pc:sldMkLst>
      </pc:sldChg>
      <pc:sldChg chg="del">
        <pc:chgData name="Michael Hill" userId="41dba03d-e58d-4389-9894-554c10310ba4" providerId="ADAL" clId="{A8F8FE57-D4E6-4B5B-B0D1-088E19307AD3}" dt="2025-08-11T20:40:54.908" v="2072" actId="47"/>
        <pc:sldMkLst>
          <pc:docMk/>
          <pc:sldMk cId="1825389464" sldId="286"/>
        </pc:sldMkLst>
      </pc:sldChg>
      <pc:sldChg chg="addSp delSp modSp add mod modAnim">
        <pc:chgData name="Michael Hill" userId="41dba03d-e58d-4389-9894-554c10310ba4" providerId="ADAL" clId="{A8F8FE57-D4E6-4B5B-B0D1-088E19307AD3}" dt="2025-08-14T18:10:14.215" v="3973"/>
        <pc:sldMkLst>
          <pc:docMk/>
          <pc:sldMk cId="2098128014" sldId="287"/>
        </pc:sldMkLst>
        <pc:spChg chg="add mod ord">
          <ac:chgData name="Michael Hill" userId="41dba03d-e58d-4389-9894-554c10310ba4" providerId="ADAL" clId="{A8F8FE57-D4E6-4B5B-B0D1-088E19307AD3}" dt="2025-08-11T20:05:56.846" v="696" actId="1076"/>
          <ac:spMkLst>
            <pc:docMk/>
            <pc:sldMk cId="2098128014" sldId="287"/>
            <ac:spMk id="2" creationId="{C08FB888-0AB5-FFCE-3B03-42E730CCD99C}"/>
          </ac:spMkLst>
        </pc:spChg>
        <pc:spChg chg="mod">
          <ac:chgData name="Michael Hill" userId="41dba03d-e58d-4389-9894-554c10310ba4" providerId="ADAL" clId="{A8F8FE57-D4E6-4B5B-B0D1-088E19307AD3}" dt="2025-08-11T20:06:00.750" v="702" actId="20577"/>
          <ac:spMkLst>
            <pc:docMk/>
            <pc:sldMk cId="2098128014" sldId="287"/>
            <ac:spMk id="5" creationId="{9F7FEA21-E6C0-9AC9-9EB8-E7528ED5B6C8}"/>
          </ac:spMkLst>
        </pc:spChg>
        <pc:spChg chg="ord">
          <ac:chgData name="Michael Hill" userId="41dba03d-e58d-4389-9894-554c10310ba4" providerId="ADAL" clId="{A8F8FE57-D4E6-4B5B-B0D1-088E19307AD3}" dt="2025-08-11T20:04:24.373" v="693" actId="167"/>
          <ac:spMkLst>
            <pc:docMk/>
            <pc:sldMk cId="2098128014" sldId="287"/>
            <ac:spMk id="7" creationId="{B292782C-EA7B-F0D2-017B-9D6E5AEE03FA}"/>
          </ac:spMkLst>
        </pc:spChg>
        <pc:spChg chg="ord">
          <ac:chgData name="Michael Hill" userId="41dba03d-e58d-4389-9894-554c10310ba4" providerId="ADAL" clId="{A8F8FE57-D4E6-4B5B-B0D1-088E19307AD3}" dt="2025-08-11T20:04:24.373" v="693" actId="167"/>
          <ac:spMkLst>
            <pc:docMk/>
            <pc:sldMk cId="2098128014" sldId="287"/>
            <ac:spMk id="9" creationId="{477F076D-4943-0214-F6EE-FF302EBEC62C}"/>
          </ac:spMkLst>
        </pc:spChg>
        <pc:spChg chg="mod ord">
          <ac:chgData name="Michael Hill" userId="41dba03d-e58d-4389-9894-554c10310ba4" providerId="ADAL" clId="{A8F8FE57-D4E6-4B5B-B0D1-088E19307AD3}" dt="2025-08-11T20:04:24.373" v="693" actId="167"/>
          <ac:spMkLst>
            <pc:docMk/>
            <pc:sldMk cId="2098128014" sldId="287"/>
            <ac:spMk id="12" creationId="{08A1CF06-772E-FF2C-3839-78AAEFA0A11B}"/>
          </ac:spMkLst>
        </pc:spChg>
        <pc:spChg chg="ord">
          <ac:chgData name="Michael Hill" userId="41dba03d-e58d-4389-9894-554c10310ba4" providerId="ADAL" clId="{A8F8FE57-D4E6-4B5B-B0D1-088E19307AD3}" dt="2025-08-11T20:04:24.373" v="693" actId="167"/>
          <ac:spMkLst>
            <pc:docMk/>
            <pc:sldMk cId="2098128014" sldId="287"/>
            <ac:spMk id="21" creationId="{4E6D3C1D-2FC9-5A8F-0680-C3AF2E643DB5}"/>
          </ac:spMkLst>
        </pc:spChg>
      </pc:sldChg>
      <pc:sldChg chg="addSp delSp modSp add mod modAnim">
        <pc:chgData name="Michael Hill" userId="41dba03d-e58d-4389-9894-554c10310ba4" providerId="ADAL" clId="{A8F8FE57-D4E6-4B5B-B0D1-088E19307AD3}" dt="2025-08-14T18:10:25.193" v="3977"/>
        <pc:sldMkLst>
          <pc:docMk/>
          <pc:sldMk cId="3906770352" sldId="288"/>
        </pc:sldMkLst>
        <pc:spChg chg="mod">
          <ac:chgData name="Michael Hill" userId="41dba03d-e58d-4389-9894-554c10310ba4" providerId="ADAL" clId="{A8F8FE57-D4E6-4B5B-B0D1-088E19307AD3}" dt="2025-08-11T20:26:12.932" v="1558" actId="2711"/>
          <ac:spMkLst>
            <pc:docMk/>
            <pc:sldMk cId="3906770352" sldId="288"/>
            <ac:spMk id="2" creationId="{BDB4AC72-A326-B0C3-D838-E30E423C34A6}"/>
          </ac:spMkLst>
        </pc:spChg>
        <pc:spChg chg="mod">
          <ac:chgData name="Michael Hill" userId="41dba03d-e58d-4389-9894-554c10310ba4" providerId="ADAL" clId="{A8F8FE57-D4E6-4B5B-B0D1-088E19307AD3}" dt="2025-08-11T20:24:57.608" v="1514" actId="5793"/>
          <ac:spMkLst>
            <pc:docMk/>
            <pc:sldMk cId="3906770352" sldId="288"/>
            <ac:spMk id="8" creationId="{F1CFE3E5-D1A9-A529-F941-0054110EC63B}"/>
          </ac:spMkLst>
        </pc:spChg>
      </pc:sldChg>
      <pc:sldChg chg="addSp modSp add mod modAnim">
        <pc:chgData name="Michael Hill" userId="41dba03d-e58d-4389-9894-554c10310ba4" providerId="ADAL" clId="{A8F8FE57-D4E6-4B5B-B0D1-088E19307AD3}" dt="2025-08-14T18:10:27.838" v="3978"/>
        <pc:sldMkLst>
          <pc:docMk/>
          <pc:sldMk cId="3389016344" sldId="289"/>
        </pc:sldMkLst>
        <pc:spChg chg="mod">
          <ac:chgData name="Michael Hill" userId="41dba03d-e58d-4389-9894-554c10310ba4" providerId="ADAL" clId="{A8F8FE57-D4E6-4B5B-B0D1-088E19307AD3}" dt="2025-08-11T20:35:27.222" v="1673" actId="20577"/>
          <ac:spMkLst>
            <pc:docMk/>
            <pc:sldMk cId="3389016344" sldId="289"/>
            <ac:spMk id="2" creationId="{BFBDC52F-9BFF-1E10-B6E2-8AEABD79A793}"/>
          </ac:spMkLst>
        </pc:spChg>
        <pc:spChg chg="add mod">
          <ac:chgData name="Michael Hill" userId="41dba03d-e58d-4389-9894-554c10310ba4" providerId="ADAL" clId="{A8F8FE57-D4E6-4B5B-B0D1-088E19307AD3}" dt="2025-08-11T20:32:55.962" v="1635" actId="21"/>
          <ac:spMkLst>
            <pc:docMk/>
            <pc:sldMk cId="3389016344" sldId="289"/>
            <ac:spMk id="4" creationId="{1C405DD8-1195-D68F-9208-079219338FB6}"/>
          </ac:spMkLst>
        </pc:spChg>
        <pc:spChg chg="mod">
          <ac:chgData name="Michael Hill" userId="41dba03d-e58d-4389-9894-554c10310ba4" providerId="ADAL" clId="{A8F8FE57-D4E6-4B5B-B0D1-088E19307AD3}" dt="2025-08-11T20:33:27.278" v="1650" actId="1076"/>
          <ac:spMkLst>
            <pc:docMk/>
            <pc:sldMk cId="3389016344" sldId="289"/>
            <ac:spMk id="8" creationId="{A457302E-1475-0F63-B798-3C7132FC71A3}"/>
          </ac:spMkLst>
        </pc:spChg>
        <pc:spChg chg="mod">
          <ac:chgData name="Michael Hill" userId="41dba03d-e58d-4389-9894-554c10310ba4" providerId="ADAL" clId="{A8F8FE57-D4E6-4B5B-B0D1-088E19307AD3}" dt="2025-08-11T20:33:28.424" v="1651" actId="1076"/>
          <ac:spMkLst>
            <pc:docMk/>
            <pc:sldMk cId="3389016344" sldId="289"/>
            <ac:spMk id="12" creationId="{B189F45C-DDDF-8476-2EEB-3D538735C547}"/>
          </ac:spMkLst>
        </pc:spChg>
      </pc:sldChg>
      <pc:sldChg chg="addSp delSp modSp add mod modAnim">
        <pc:chgData name="Michael Hill" userId="41dba03d-e58d-4389-9894-554c10310ba4" providerId="ADAL" clId="{A8F8FE57-D4E6-4B5B-B0D1-088E19307AD3}" dt="2025-08-14T18:10:35.518" v="3980"/>
        <pc:sldMkLst>
          <pc:docMk/>
          <pc:sldMk cId="1215668918" sldId="290"/>
        </pc:sldMkLst>
        <pc:spChg chg="mod">
          <ac:chgData name="Michael Hill" userId="41dba03d-e58d-4389-9894-554c10310ba4" providerId="ADAL" clId="{A8F8FE57-D4E6-4B5B-B0D1-088E19307AD3}" dt="2025-08-11T20:47:28.502" v="2730" actId="20577"/>
          <ac:spMkLst>
            <pc:docMk/>
            <pc:sldMk cId="1215668918" sldId="290"/>
            <ac:spMk id="5" creationId="{D476A5E3-4BE0-94BE-7DC6-9569CE9995E3}"/>
          </ac:spMkLst>
        </pc:spChg>
        <pc:spChg chg="mod">
          <ac:chgData name="Michael Hill" userId="41dba03d-e58d-4389-9894-554c10310ba4" providerId="ADAL" clId="{A8F8FE57-D4E6-4B5B-B0D1-088E19307AD3}" dt="2025-08-11T20:38:30.657" v="2008" actId="14100"/>
          <ac:spMkLst>
            <pc:docMk/>
            <pc:sldMk cId="1215668918" sldId="290"/>
            <ac:spMk id="8" creationId="{A92149FD-0104-C9FE-B2D4-A42D307CF843}"/>
          </ac:spMkLst>
        </pc:spChg>
        <pc:picChg chg="add mod">
          <ac:chgData name="Michael Hill" userId="41dba03d-e58d-4389-9894-554c10310ba4" providerId="ADAL" clId="{A8F8FE57-D4E6-4B5B-B0D1-088E19307AD3}" dt="2025-08-11T20:39:04.801" v="2014" actId="962"/>
          <ac:picMkLst>
            <pc:docMk/>
            <pc:sldMk cId="1215668918" sldId="290"/>
            <ac:picMk id="6" creationId="{342FED16-6B20-0D74-0BB6-5643891D340F}"/>
          </ac:picMkLst>
        </pc:picChg>
      </pc:sldChg>
      <pc:sldChg chg="addSp delSp modSp add mod modAnim">
        <pc:chgData name="Michael Hill" userId="41dba03d-e58d-4389-9894-554c10310ba4" providerId="ADAL" clId="{A8F8FE57-D4E6-4B5B-B0D1-088E19307AD3}" dt="2025-08-14T18:10:22.257" v="3976"/>
        <pc:sldMkLst>
          <pc:docMk/>
          <pc:sldMk cId="2527467720" sldId="291"/>
        </pc:sldMkLst>
        <pc:spChg chg="mod">
          <ac:chgData name="Michael Hill" userId="41dba03d-e58d-4389-9894-554c10310ba4" providerId="ADAL" clId="{A8F8FE57-D4E6-4B5B-B0D1-088E19307AD3}" dt="2025-08-11T20:39:32.296" v="2062" actId="20577"/>
          <ac:spMkLst>
            <pc:docMk/>
            <pc:sldMk cId="2527467720" sldId="291"/>
            <ac:spMk id="8" creationId="{59BBBBE1-DF35-1F47-88C5-6BFF9F74DAAB}"/>
          </ac:spMkLst>
        </pc:spChg>
        <pc:picChg chg="add mod">
          <ac:chgData name="Michael Hill" userId="41dba03d-e58d-4389-9894-554c10310ba4" providerId="ADAL" clId="{A8F8FE57-D4E6-4B5B-B0D1-088E19307AD3}" dt="2025-08-11T20:39:59.781" v="2070" actId="1076"/>
          <ac:picMkLst>
            <pc:docMk/>
            <pc:sldMk cId="2527467720" sldId="291"/>
            <ac:picMk id="10" creationId="{02CC8490-EBE4-F3C0-D4EA-E005113C8387}"/>
          </ac:picMkLst>
        </pc:picChg>
      </pc:sldChg>
      <pc:sldChg chg="add del">
        <pc:chgData name="Michael Hill" userId="41dba03d-e58d-4389-9894-554c10310ba4" providerId="ADAL" clId="{A8F8FE57-D4E6-4B5B-B0D1-088E19307AD3}" dt="2025-08-11T20:40:54.908" v="2072" actId="47"/>
        <pc:sldMkLst>
          <pc:docMk/>
          <pc:sldMk cId="173835402" sldId="292"/>
        </pc:sldMkLst>
      </pc:sldChg>
      <pc:sldChg chg="delSp modSp add mod modAnim">
        <pc:chgData name="Michael Hill" userId="41dba03d-e58d-4389-9894-554c10310ba4" providerId="ADAL" clId="{A8F8FE57-D4E6-4B5B-B0D1-088E19307AD3}" dt="2025-08-14T18:10:39.351" v="3981"/>
        <pc:sldMkLst>
          <pc:docMk/>
          <pc:sldMk cId="4163780656" sldId="292"/>
        </pc:sldMkLst>
        <pc:spChg chg="mod">
          <ac:chgData name="Michael Hill" userId="41dba03d-e58d-4389-9894-554c10310ba4" providerId="ADAL" clId="{A8F8FE57-D4E6-4B5B-B0D1-088E19307AD3}" dt="2025-08-11T20:41:04.600" v="2104" actId="20577"/>
          <ac:spMkLst>
            <pc:docMk/>
            <pc:sldMk cId="4163780656" sldId="292"/>
            <ac:spMk id="5" creationId="{35EBE8C6-FEA0-E8B6-64E0-A381389B0EF3}"/>
          </ac:spMkLst>
        </pc:spChg>
        <pc:spChg chg="mod">
          <ac:chgData name="Michael Hill" userId="41dba03d-e58d-4389-9894-554c10310ba4" providerId="ADAL" clId="{A8F8FE57-D4E6-4B5B-B0D1-088E19307AD3}" dt="2025-08-11T20:44:31.971" v="2299" actId="20577"/>
          <ac:spMkLst>
            <pc:docMk/>
            <pc:sldMk cId="4163780656" sldId="292"/>
            <ac:spMk id="8" creationId="{83ED05D0-D65E-F89F-B502-A89BC2F08C75}"/>
          </ac:spMkLst>
        </pc:spChg>
      </pc:sldChg>
      <pc:sldChg chg="addSp delSp modSp add mod modAnim">
        <pc:chgData name="Michael Hill" userId="41dba03d-e58d-4389-9894-554c10310ba4" providerId="ADAL" clId="{A8F8FE57-D4E6-4B5B-B0D1-088E19307AD3}" dt="2025-08-14T18:10:42.197" v="3982"/>
        <pc:sldMkLst>
          <pc:docMk/>
          <pc:sldMk cId="1886635001" sldId="293"/>
        </pc:sldMkLst>
        <pc:spChg chg="add mod">
          <ac:chgData name="Michael Hill" userId="41dba03d-e58d-4389-9894-554c10310ba4" providerId="ADAL" clId="{A8F8FE57-D4E6-4B5B-B0D1-088E19307AD3}" dt="2025-08-11T20:56:47.135" v="3103" actId="20577"/>
          <ac:spMkLst>
            <pc:docMk/>
            <pc:sldMk cId="1886635001" sldId="293"/>
            <ac:spMk id="4" creationId="{07FCF8FA-CBF6-390F-131E-E4E7FF51A23D}"/>
          </ac:spMkLst>
        </pc:spChg>
        <pc:spChg chg="add mod">
          <ac:chgData name="Michael Hill" userId="41dba03d-e58d-4389-9894-554c10310ba4" providerId="ADAL" clId="{A8F8FE57-D4E6-4B5B-B0D1-088E19307AD3}" dt="2025-08-11T20:56:49.713" v="3104" actId="1076"/>
          <ac:spMkLst>
            <pc:docMk/>
            <pc:sldMk cId="1886635001" sldId="293"/>
            <ac:spMk id="6" creationId="{FD98A265-AA22-0195-6908-A64DB3CD9DE1}"/>
          </ac:spMkLst>
        </pc:spChg>
        <pc:spChg chg="mod">
          <ac:chgData name="Michael Hill" userId="41dba03d-e58d-4389-9894-554c10310ba4" providerId="ADAL" clId="{A8F8FE57-D4E6-4B5B-B0D1-088E19307AD3}" dt="2025-08-11T20:56:38.572" v="3069" actId="20577"/>
          <ac:spMkLst>
            <pc:docMk/>
            <pc:sldMk cId="1886635001" sldId="293"/>
            <ac:spMk id="8" creationId="{DCE26AC9-3CC6-27B4-0C2B-18A9C66F4756}"/>
          </ac:spMkLst>
        </pc:spChg>
      </pc:sldChg>
      <pc:sldChg chg="addSp delSp modSp add mod ord modAnim">
        <pc:chgData name="Michael Hill" userId="41dba03d-e58d-4389-9894-554c10310ba4" providerId="ADAL" clId="{A8F8FE57-D4E6-4B5B-B0D1-088E19307AD3}" dt="2025-08-14T18:10:49.477" v="3984"/>
        <pc:sldMkLst>
          <pc:docMk/>
          <pc:sldMk cId="159126419" sldId="294"/>
        </pc:sldMkLst>
        <pc:spChg chg="mod">
          <ac:chgData name="Michael Hill" userId="41dba03d-e58d-4389-9894-554c10310ba4" providerId="ADAL" clId="{A8F8FE57-D4E6-4B5B-B0D1-088E19307AD3}" dt="2025-08-11T20:53:04.903" v="2856" actId="1076"/>
          <ac:spMkLst>
            <pc:docMk/>
            <pc:sldMk cId="159126419" sldId="294"/>
            <ac:spMk id="2" creationId="{EA115F39-FFD4-3765-1137-ACFB0BAB2015}"/>
          </ac:spMkLst>
        </pc:spChg>
        <pc:spChg chg="add mod ord">
          <ac:chgData name="Michael Hill" userId="41dba03d-e58d-4389-9894-554c10310ba4" providerId="ADAL" clId="{A8F8FE57-D4E6-4B5B-B0D1-088E19307AD3}" dt="2025-08-11T20:56:27.480" v="3067" actId="167"/>
          <ac:spMkLst>
            <pc:docMk/>
            <pc:sldMk cId="159126419" sldId="294"/>
            <ac:spMk id="4" creationId="{343D2D3E-266C-E983-FAAC-54C24AD5F252}"/>
          </ac:spMkLst>
        </pc:spChg>
        <pc:spChg chg="mod">
          <ac:chgData name="Michael Hill" userId="41dba03d-e58d-4389-9894-554c10310ba4" providerId="ADAL" clId="{A8F8FE57-D4E6-4B5B-B0D1-088E19307AD3}" dt="2025-08-11T20:47:33.610" v="2747" actId="20577"/>
          <ac:spMkLst>
            <pc:docMk/>
            <pc:sldMk cId="159126419" sldId="294"/>
            <ac:spMk id="5" creationId="{A9F54CF6-5F8E-26A5-4029-AE17B7E68E67}"/>
          </ac:spMkLst>
        </pc:spChg>
        <pc:spChg chg="mod">
          <ac:chgData name="Michael Hill" userId="41dba03d-e58d-4389-9894-554c10310ba4" providerId="ADAL" clId="{A8F8FE57-D4E6-4B5B-B0D1-088E19307AD3}" dt="2025-08-11T20:58:13.333" v="3396" actId="20577"/>
          <ac:spMkLst>
            <pc:docMk/>
            <pc:sldMk cId="159126419" sldId="294"/>
            <ac:spMk id="8" creationId="{DC6366E0-BE6A-A2B6-1433-DB409DCCD6B3}"/>
          </ac:spMkLst>
        </pc:spChg>
        <pc:spChg chg="mod">
          <ac:chgData name="Michael Hill" userId="41dba03d-e58d-4389-9894-554c10310ba4" providerId="ADAL" clId="{A8F8FE57-D4E6-4B5B-B0D1-088E19307AD3}" dt="2025-08-11T20:53:22.026" v="2861" actId="1076"/>
          <ac:spMkLst>
            <pc:docMk/>
            <pc:sldMk cId="159126419" sldId="294"/>
            <ac:spMk id="9" creationId="{70C6C4B7-A05E-B653-645F-B41727C82DA3}"/>
          </ac:spMkLst>
        </pc:spChg>
      </pc:sldChg>
      <pc:sldChg chg="addSp modSp add mod modAnim">
        <pc:chgData name="Michael Hill" userId="41dba03d-e58d-4389-9894-554c10310ba4" providerId="ADAL" clId="{A8F8FE57-D4E6-4B5B-B0D1-088E19307AD3}" dt="2025-08-14T18:10:46.592" v="3983"/>
        <pc:sldMkLst>
          <pc:docMk/>
          <pc:sldMk cId="1730217754" sldId="295"/>
        </pc:sldMkLst>
        <pc:spChg chg="add mod">
          <ac:chgData name="Michael Hill" userId="41dba03d-e58d-4389-9894-554c10310ba4" providerId="ADAL" clId="{A8F8FE57-D4E6-4B5B-B0D1-088E19307AD3}" dt="2025-08-11T20:55:43.681" v="2985" actId="14100"/>
          <ac:spMkLst>
            <pc:docMk/>
            <pc:sldMk cId="1730217754" sldId="295"/>
            <ac:spMk id="3" creationId="{6751B3C3-C9A7-BE8A-9659-7E20E0EE58DD}"/>
          </ac:spMkLst>
        </pc:spChg>
        <pc:spChg chg="add mod">
          <ac:chgData name="Michael Hill" userId="41dba03d-e58d-4389-9894-554c10310ba4" providerId="ADAL" clId="{A8F8FE57-D4E6-4B5B-B0D1-088E19307AD3}" dt="2025-08-11T20:55:36.435" v="2982" actId="21"/>
          <ac:spMkLst>
            <pc:docMk/>
            <pc:sldMk cId="1730217754" sldId="295"/>
            <ac:spMk id="4" creationId="{7F7D3FAD-0DB3-1890-DC92-041909398AEA}"/>
          </ac:spMkLst>
        </pc:spChg>
        <pc:spChg chg="mod">
          <ac:chgData name="Michael Hill" userId="41dba03d-e58d-4389-9894-554c10310ba4" providerId="ADAL" clId="{A8F8FE57-D4E6-4B5B-B0D1-088E19307AD3}" dt="2025-08-11T20:54:25.876" v="2978" actId="1076"/>
          <ac:spMkLst>
            <pc:docMk/>
            <pc:sldMk cId="1730217754" sldId="295"/>
            <ac:spMk id="5" creationId="{0AA3A5D5-1CE2-3445-CCA9-58925CC5499C}"/>
          </ac:spMkLst>
        </pc:spChg>
        <pc:spChg chg="mod">
          <ac:chgData name="Michael Hill" userId="41dba03d-e58d-4389-9894-554c10310ba4" providerId="ADAL" clId="{A8F8FE57-D4E6-4B5B-B0D1-088E19307AD3}" dt="2025-08-11T20:57:14.882" v="3192" actId="20577"/>
          <ac:spMkLst>
            <pc:docMk/>
            <pc:sldMk cId="1730217754" sldId="295"/>
            <ac:spMk id="8" creationId="{11495D98-8E10-86B1-1F1D-5EDB1959A62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B2-3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2204484" y="3606998"/>
            <a:ext cx="8374517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PROGRAMMING CONSTRUCTS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Warm-up Question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Sequencing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If Statements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Else Statements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Else If Statements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Nested If Statements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Lab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474132"/>
            <a:ext cx="29034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733476" y="1244357"/>
            <a:ext cx="9066029" cy="383050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 program that will take a word as input from the user, and output a number representing half of how many characters are in the user’s word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output if the number of characters is even or not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8FB888-0AB5-FFCE-3B03-42E730CCD99C}"/>
              </a:ext>
            </a:extLst>
          </p:cNvPr>
          <p:cNvSpPr/>
          <p:nvPr/>
        </p:nvSpPr>
        <p:spPr>
          <a:xfrm>
            <a:off x="358687" y="1810576"/>
            <a:ext cx="11107786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input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"Type a word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plzz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: 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length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len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(word)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(length/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"The word is even: "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+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str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((length %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 ==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0268E-D364-4D9D-29AB-04704D35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EC97D9B-BE6D-4324-3769-54ADF5CA3B3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C1AA49-2B88-3995-C07D-E9ED1874AD8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70EB3C-7074-C649-E10E-F6D225ED098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6C31C9-62DC-3675-D099-2F45431523AD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Even if the code we have is correct, that doesn’t mean it won’t do the right thing if we don’t do it in the right order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Take a look at this code on the right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Look familiar?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are we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trying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do here?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wrong with it?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3C02FC-7E07-3A7E-6B2B-FD078F0B388B}"/>
              </a:ext>
            </a:extLst>
          </p:cNvPr>
          <p:cNvSpPr/>
          <p:nvPr/>
        </p:nvSpPr>
        <p:spPr>
          <a:xfrm>
            <a:off x="2" y="63619"/>
            <a:ext cx="4009216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SEQUENCING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F0E0BD-BC9F-778B-2DC3-BCBBC6899E4A}"/>
              </a:ext>
            </a:extLst>
          </p:cNvPr>
          <p:cNvSpPr/>
          <p:nvPr/>
        </p:nvSpPr>
        <p:spPr>
          <a:xfrm>
            <a:off x="5992933" y="1972801"/>
            <a:ext cx="5744945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b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 = b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temp = a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b = temp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172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69228-63D0-9B39-4438-3E55D266A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FDA2338-AB9D-45C5-3D49-0742F54F1CA5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3011C5-03F2-786E-3745-54CFFC884C4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8E8ED1-5036-6CF8-EEE8-0E7B978B890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12D47B-2998-DDEE-40F9-18FAE493C6FB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if statement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also known as a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selection structure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is a structure that allows us to execute code based on one or more conditions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condition inside of the if is evaluated, and if it is True, the indented code below it will run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D674A8-D224-2DB1-5A2A-15A3048FC598}"/>
              </a:ext>
            </a:extLst>
          </p:cNvPr>
          <p:cNvSpPr/>
          <p:nvPr/>
        </p:nvSpPr>
        <p:spPr>
          <a:xfrm>
            <a:off x="1" y="63619"/>
            <a:ext cx="5056632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IF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31E5B5-EBAE-8AAB-EA8B-A6E4C548C0D8}"/>
              </a:ext>
            </a:extLst>
          </p:cNvPr>
          <p:cNvSpPr/>
          <p:nvPr/>
        </p:nvSpPr>
        <p:spPr>
          <a:xfrm>
            <a:off x="5992933" y="1972801"/>
            <a:ext cx="5744945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(a 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a = a 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(a)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619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FE7CE-A47A-0C32-C8A9-CBF127EE5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5BFFD6B-2DFA-5950-543E-0A4AFDAAF21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71B16B-767C-8F31-439F-CE55706B67B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EBF854-84B5-1FBD-35C4-202FF4DE630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BBBBE1-DF35-1F47-88C5-6BFF9F74DAAB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Think of the structure in terms of a flowchart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780B7D-A9BF-467E-F91A-3B7D6190A330}"/>
              </a:ext>
            </a:extLst>
          </p:cNvPr>
          <p:cNvSpPr/>
          <p:nvPr/>
        </p:nvSpPr>
        <p:spPr>
          <a:xfrm>
            <a:off x="1" y="63619"/>
            <a:ext cx="5056632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IF STATEMENT</a:t>
            </a:r>
          </a:p>
        </p:txBody>
      </p:sp>
      <p:pic>
        <p:nvPicPr>
          <p:cNvPr id="10" name="Picture 9" descr="A diagram of a test expression&#10;&#10;AI-generated content may be incorrect.">
            <a:extLst>
              <a:ext uri="{FF2B5EF4-FFF2-40B4-BE49-F238E27FC236}">
                <a16:creationId xmlns:a16="http://schemas.microsoft.com/office/drawing/2014/main" id="{02CC8490-EBE4-F3C0-D4EA-E005113C8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317" y="353327"/>
            <a:ext cx="3799219" cy="591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467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92156-C260-AFDE-FCD8-869E212B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7F6B96E7-2C1F-010C-9FB0-A019FAC7D3B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213B1B-402A-8A45-8DE6-E0DD57A59E9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D964A3-B86E-D130-5DE7-64E56609917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FE3E5-D1A9-A529-F941-0054110EC63B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evaluate all sorts of expressions in the if statement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Feel free to use functions and operators as you see fit to accomplish your goals</a:t>
            </a:r>
          </a:p>
          <a:p>
            <a:pPr>
              <a:spcBef>
                <a:spcPts val="1200"/>
              </a:spcBef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31BE2A-3F08-19C4-83C7-037FB779DFB8}"/>
              </a:ext>
            </a:extLst>
          </p:cNvPr>
          <p:cNvSpPr/>
          <p:nvPr/>
        </p:nvSpPr>
        <p:spPr>
          <a:xfrm>
            <a:off x="1" y="63619"/>
            <a:ext cx="5056632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IF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B4AC72-A326-B0C3-D838-E30E423C34A6}"/>
              </a:ext>
            </a:extLst>
          </p:cNvPr>
          <p:cNvSpPr/>
          <p:nvPr/>
        </p:nvSpPr>
        <p:spPr>
          <a:xfrm>
            <a:off x="5992933" y="1972801"/>
            <a:ext cx="5744945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word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input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'enter a word'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len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(word) 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"Word is too long man"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770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61DABC-2E0D-DB6F-5353-E040A815F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189F45C-DDDF-8476-2EEB-3D538735C547}"/>
              </a:ext>
            </a:extLst>
          </p:cNvPr>
          <p:cNvSpPr/>
          <p:nvPr/>
        </p:nvSpPr>
        <p:spPr>
          <a:xfrm>
            <a:off x="9906556" y="69625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30913B7-2B36-EEAB-4182-952269957C7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E87C07-B581-51DC-F319-DB1B705CE41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57302E-1475-0F63-B798-3C7132FC71A3}"/>
              </a:ext>
            </a:extLst>
          </p:cNvPr>
          <p:cNvSpPr/>
          <p:nvPr/>
        </p:nvSpPr>
        <p:spPr>
          <a:xfrm>
            <a:off x="943079" y="1525519"/>
            <a:ext cx="9507263" cy="890516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 and, or, &amp; not to create complex logical conditions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7AAF94-552C-072E-BA91-C4AA928DD610}"/>
              </a:ext>
            </a:extLst>
          </p:cNvPr>
          <p:cNvSpPr/>
          <p:nvPr/>
        </p:nvSpPr>
        <p:spPr>
          <a:xfrm>
            <a:off x="1" y="63619"/>
            <a:ext cx="5056632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IF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BDC52F-9BFF-1E10-B6E2-8AEABD79A793}"/>
              </a:ext>
            </a:extLst>
          </p:cNvPr>
          <p:cNvSpPr/>
          <p:nvPr/>
        </p:nvSpPr>
        <p:spPr>
          <a:xfrm>
            <a:off x="184731" y="2949358"/>
            <a:ext cx="11682983" cy="20194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name =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input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'enter a name'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age =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input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'enter an age'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b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if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(((age &gt;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18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and not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(name ==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“Jeremy"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))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or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name==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"Fritz“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"Look at that! You can vote!"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C405DD8-1195-D68F-9208-079219338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161C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016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E47DE-CB55-7B69-E42A-3A8B81A84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75E813F-1C0A-2415-926E-F55D4EC3456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510AABF-11BB-2831-D4CD-42912E9879B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6BCC25-DF98-0C97-3DCE-688381EC941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BF6B5-6730-BE0C-DEFE-432474DD8338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if we want different code to execute based on if a statement is true or not?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use the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else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addition to the if statement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else will run ONLY when the condition for the if statement is NOT met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BCD76C-AFEF-4515-7E8B-D29D662A3D8E}"/>
              </a:ext>
            </a:extLst>
          </p:cNvPr>
          <p:cNvSpPr/>
          <p:nvPr/>
        </p:nvSpPr>
        <p:spPr>
          <a:xfrm>
            <a:off x="0" y="63619"/>
            <a:ext cx="6812279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IF ELSE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A58BDB-DA01-DF54-C827-70B511F54CF4}"/>
              </a:ext>
            </a:extLst>
          </p:cNvPr>
          <p:cNvSpPr/>
          <p:nvPr/>
        </p:nvSpPr>
        <p:spPr>
          <a:xfrm>
            <a:off x="6007110" y="1890170"/>
            <a:ext cx="5752074" cy="36553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age 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17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(age &gt;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16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"yeah you can drive"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yeahh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... you can't drive"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522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391C7-7FF1-116F-85E2-ECCA734F1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0D56D2F-664C-938A-3948-FE7AED789BA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B0800F0-EC75-673D-DD53-E9B2D32866B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7C9FF8-2757-19FD-C4D6-D3270A4D235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149FD-0104-C9FE-B2D4-A42D307CF843}"/>
              </a:ext>
            </a:extLst>
          </p:cNvPr>
          <p:cNvSpPr/>
          <p:nvPr/>
        </p:nvSpPr>
        <p:spPr>
          <a:xfrm>
            <a:off x="761449" y="1212852"/>
            <a:ext cx="4395767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also think of this in terms of a flowchart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76A5E3-4BE0-94BE-7DC6-9569CE9995E3}"/>
              </a:ext>
            </a:extLst>
          </p:cNvPr>
          <p:cNvSpPr/>
          <p:nvPr/>
        </p:nvSpPr>
        <p:spPr>
          <a:xfrm>
            <a:off x="0" y="63619"/>
            <a:ext cx="6812279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IF ELSE STATEMENT</a:t>
            </a:r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342FED16-6B20-0D74-0BB6-5643891D3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814" y="1336603"/>
            <a:ext cx="524827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668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514D7F-B208-096A-74FB-6B493468C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9242670-1E99-4F7E-20FD-A7311C13646A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B8E5CF-DFBA-F0FB-4BD6-F12BF7B3AAF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FAED7E-A2E6-92A6-BAE0-7015E34005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ED05D0-D65E-F89F-B502-A89BC2F08C75}"/>
              </a:ext>
            </a:extLst>
          </p:cNvPr>
          <p:cNvSpPr/>
          <p:nvPr/>
        </p:nvSpPr>
        <p:spPr>
          <a:xfrm>
            <a:off x="761449" y="1212852"/>
            <a:ext cx="4395767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program that will take input for the price of an item, and discount the price by 20% if it is over $100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program should then print out the price of that item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EBE8C6-FEA0-E8B6-64E0-A381389B0EF3}"/>
              </a:ext>
            </a:extLst>
          </p:cNvPr>
          <p:cNvSpPr/>
          <p:nvPr/>
        </p:nvSpPr>
        <p:spPr>
          <a:xfrm>
            <a:off x="0" y="63619"/>
            <a:ext cx="6812279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PRACTICE QUESTION</a:t>
            </a:r>
          </a:p>
        </p:txBody>
      </p:sp>
    </p:spTree>
    <p:extLst>
      <p:ext uri="{BB962C8B-B14F-4D97-AF65-F5344CB8AC3E}">
        <p14:creationId xmlns:p14="http://schemas.microsoft.com/office/powerpoint/2010/main" val="4163780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C2D8D-4522-5E8B-26F4-A30B72593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F34B5ED-A0F2-8E0B-0E6D-92D5F37B874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A36591B-19F7-52A8-E89C-7257DDA21E6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D135F0-E788-2E29-B51D-231E4B6C5AB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E26AC9-3CC6-27B4-0C2B-18A9C66F4756}"/>
              </a:ext>
            </a:extLst>
          </p:cNvPr>
          <p:cNvSpPr/>
          <p:nvPr/>
        </p:nvSpPr>
        <p:spPr>
          <a:xfrm>
            <a:off x="806409" y="1240466"/>
            <a:ext cx="6005870" cy="5553915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expand our program now. Now, if it’s over $100, and the user is a member of the store, they get a 30% discount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they spent over $100, but the user isn’t a member, the discount remains at 30%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Using our current tools, since there are three possible outcomes, what do we need to do?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87BB46-CA69-4CD2-CEE7-E304E444D9A8}"/>
              </a:ext>
            </a:extLst>
          </p:cNvPr>
          <p:cNvSpPr/>
          <p:nvPr/>
        </p:nvSpPr>
        <p:spPr>
          <a:xfrm>
            <a:off x="0" y="63619"/>
            <a:ext cx="6812279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PRACTICE QUESTION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FCF8FA-CBF6-390F-131E-E4E7FF51A23D}"/>
              </a:ext>
            </a:extLst>
          </p:cNvPr>
          <p:cNvSpPr/>
          <p:nvPr/>
        </p:nvSpPr>
        <p:spPr>
          <a:xfrm>
            <a:off x="7452132" y="992196"/>
            <a:ext cx="4516539" cy="339692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the </a:t>
            </a:r>
            <a:r>
              <a:rPr lang="en-US" sz="2800" b="1" i="1" dirty="0">
                <a:latin typeface="Bahnschrift" panose="020B0502040204020203" pitchFamily="34" charset="0"/>
              </a:rPr>
              <a:t>eval( )</a:t>
            </a:r>
            <a:r>
              <a:rPr lang="en-US" sz="2800" dirty="0">
                <a:latin typeface="Bahnschrift" panose="020B0502040204020203" pitchFamily="34" charset="0"/>
              </a:rPr>
              <a:t> function will evaluate if the input is true or false and store it as a Boolean, use this to check membership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98A265-AA22-0195-6908-A64DB3CD9DE1}"/>
              </a:ext>
            </a:extLst>
          </p:cNvPr>
          <p:cNvSpPr/>
          <p:nvPr/>
        </p:nvSpPr>
        <p:spPr>
          <a:xfrm>
            <a:off x="7122876" y="675975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</p:spTree>
    <p:extLst>
      <p:ext uri="{BB962C8B-B14F-4D97-AF65-F5344CB8AC3E}">
        <p14:creationId xmlns:p14="http://schemas.microsoft.com/office/powerpoint/2010/main" val="1886635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A57CE2-E26A-DF3C-DB83-67B96C848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DAE3831-559A-2897-AFDA-4FA11A5EFFB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0FB0F9-4476-C3B7-C6A8-224FA8206DA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7164EF-BD0C-AD47-F85D-E8A19311608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495D98-8E10-86B1-1F1D-5EDB1959A622}"/>
              </a:ext>
            </a:extLst>
          </p:cNvPr>
          <p:cNvSpPr/>
          <p:nvPr/>
        </p:nvSpPr>
        <p:spPr>
          <a:xfrm>
            <a:off x="806409" y="1240466"/>
            <a:ext cx="4259367" cy="5553915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inner if statement will only be checked if the outer one is true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works, but can quickly spiral out of control the more conditions you need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3A5D5-1CE2-3445-CCA9-58925CC5499C}"/>
              </a:ext>
            </a:extLst>
          </p:cNvPr>
          <p:cNvSpPr/>
          <p:nvPr/>
        </p:nvSpPr>
        <p:spPr>
          <a:xfrm>
            <a:off x="-256032" y="107205"/>
            <a:ext cx="7260336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NESTED IF STATEMENTS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51B3C3-C9A7-BE8A-9659-7E20E0EE58DD}"/>
              </a:ext>
            </a:extLst>
          </p:cNvPr>
          <p:cNvSpPr/>
          <p:nvPr/>
        </p:nvSpPr>
        <p:spPr>
          <a:xfrm>
            <a:off x="5754251" y="1212234"/>
            <a:ext cx="6064483" cy="553856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toPay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cost 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float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input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"Enter the price of the item: 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member 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eval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input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"Do you have a membership? (true/false"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(cost &gt;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100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(member ==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toPay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cost *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0.7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toPay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cost *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0.8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toPay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cost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"The price is "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+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str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toPay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F7D3FAD-0DB3-1890-DC92-041909398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161C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217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60B36-5F75-53E0-EE96-05F14785B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43D2D3E-266C-E983-FAAC-54C24AD5F252}"/>
              </a:ext>
            </a:extLst>
          </p:cNvPr>
          <p:cNvSpPr/>
          <p:nvPr/>
        </p:nvSpPr>
        <p:spPr>
          <a:xfrm>
            <a:off x="4820045" y="2802468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2B0774C-D98C-146F-058E-F3F17A9A584A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C6C4B7-A05E-B653-645F-B41727C82DA3}"/>
              </a:ext>
            </a:extLst>
          </p:cNvPr>
          <p:cNvSpPr/>
          <p:nvPr/>
        </p:nvSpPr>
        <p:spPr>
          <a:xfrm>
            <a:off x="-564711" y="41326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AF911D-7544-420F-8B40-7E23CDA73AF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6366E0-BE6A-A2B6-1433-DB409DCCD6B3}"/>
              </a:ext>
            </a:extLst>
          </p:cNvPr>
          <p:cNvSpPr/>
          <p:nvPr/>
        </p:nvSpPr>
        <p:spPr>
          <a:xfrm>
            <a:off x="761449" y="1212852"/>
            <a:ext cx="4685128" cy="5231882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we want to have a conditional structure with more than two outcomes, we’ll use the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else if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statement, called </a:t>
            </a:r>
            <a:r>
              <a:rPr lang="en-US" sz="2800" b="1" i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elif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Python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elif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will only be checked if the if statement above it was not true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Otherwise, these function just as the if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54CF6-5F8E-26A5-4029-AE17B7E68E67}"/>
              </a:ext>
            </a:extLst>
          </p:cNvPr>
          <p:cNvSpPr/>
          <p:nvPr/>
        </p:nvSpPr>
        <p:spPr>
          <a:xfrm>
            <a:off x="0" y="63619"/>
            <a:ext cx="6812279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ELSE IF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115F39-FFD4-3765-1137-ACFB0BAB2015}"/>
              </a:ext>
            </a:extLst>
          </p:cNvPr>
          <p:cNvSpPr/>
          <p:nvPr/>
        </p:nvSpPr>
        <p:spPr>
          <a:xfrm>
            <a:off x="5754251" y="1212234"/>
            <a:ext cx="6064483" cy="501123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toPay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cost =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float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input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"Enter the price of the item: "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member =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eval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input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"Do you have a membership? (true/false"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if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(cost &gt;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100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and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member ==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True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toPay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cost *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0.7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elif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(cost &gt;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100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and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member ==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False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):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toPay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cost *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0.8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else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toPay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cost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"The price is "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+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str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toPay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26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Problem 1: Write a program that asks the user for a number and a Boolean variable. If the Boolean is true, output double the number. If it is false, output the square of the number.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Problem 2: Assume the retirement age for men is 65 and women is 62. Write a program that asks the user’s age and gender to determine if they are eligible for retirement. If not, tell them how many more years they have.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Problem 3: Write a program to ask the user for two numbers and then output the larger of the two. Tell the user also if they are equal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148856" y="94904"/>
            <a:ext cx="2601433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1021</Words>
  <Application>Microsoft Office PowerPoint</Application>
  <PresentationFormat>Widescreen</PresentationFormat>
  <Paragraphs>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Bahnschrift</vt:lpstr>
      <vt:lpstr>Bahnschrift SemiBold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</cp:revision>
  <dcterms:created xsi:type="dcterms:W3CDTF">2025-08-11T14:07:39Z</dcterms:created>
  <dcterms:modified xsi:type="dcterms:W3CDTF">2025-08-14T18:10:55Z</dcterms:modified>
</cp:coreProperties>
</file>