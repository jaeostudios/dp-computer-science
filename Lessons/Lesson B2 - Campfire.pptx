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87" r:id="rId5"/>
    <p:sldId id="427" r:id="rId6"/>
    <p:sldId id="428" r:id="rId7"/>
    <p:sldId id="429" r:id="rId8"/>
    <p:sldId id="430" r:id="rId9"/>
    <p:sldId id="431" r:id="rId10"/>
    <p:sldId id="432" r:id="rId11"/>
    <p:sldId id="434" r:id="rId12"/>
    <p:sldId id="43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4AC490-1499-4F69-A238-F93F3B2C4282}" v="651" dt="2025-09-29T18:09:16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67" autoAdjust="0"/>
    <p:restoredTop sz="94660"/>
  </p:normalViewPr>
  <p:slideViewPr>
    <p:cSldViewPr snapToGrid="0">
      <p:cViewPr varScale="1">
        <p:scale>
          <a:sx n="97" d="100"/>
          <a:sy n="97" d="100"/>
        </p:scale>
        <p:origin x="-7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5-09-29T18:09:21.758" v="872" actId="1076"/>
      <pc:docMkLst>
        <pc:docMk/>
      </pc:docMkLst>
      <pc:sldChg chg="delSp modSp mod">
        <pc:chgData name="Michael Hill" userId="41dba03d-e58d-4389-9894-554c10310ba4" providerId="ADAL" clId="{EF23FE1D-A042-481E-AFD7-2A9FB0847F54}" dt="2025-09-29T17:59:12.795" v="32" actId="1076"/>
        <pc:sldMkLst>
          <pc:docMk/>
          <pc:sldMk cId="1878848435" sldId="256"/>
        </pc:sldMkLst>
        <pc:spChg chg="del">
          <ac:chgData name="Michael Hill" userId="41dba03d-e58d-4389-9894-554c10310ba4" providerId="ADAL" clId="{EF23FE1D-A042-481E-AFD7-2A9FB0847F54}" dt="2025-09-29T17:59:07.484" v="30" actId="478"/>
          <ac:spMkLst>
            <pc:docMk/>
            <pc:sldMk cId="1878848435" sldId="256"/>
            <ac:spMk id="2" creationId="{BF8076CA-76A1-8CBD-2EC2-C676B82F5E4F}"/>
          </ac:spMkLst>
        </pc:spChg>
        <pc:spChg chg="mod">
          <ac:chgData name="Michael Hill" userId="41dba03d-e58d-4389-9894-554c10310ba4" providerId="ADAL" clId="{EF23FE1D-A042-481E-AFD7-2A9FB0847F54}" dt="2025-09-29T17:58:56.084" v="4" actId="14100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09-29T17:59:12.795" v="32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 modTransition">
        <pc:chgData name="Michael Hill" userId="41dba03d-e58d-4389-9894-554c10310ba4" providerId="ADAL" clId="{EF23FE1D-A042-481E-AFD7-2A9FB0847F54}" dt="2025-09-29T18:07:37.130" v="838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29T17:59:41.415" v="78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5-09-29T17:59:34.391" v="56" actId="20577"/>
          <ac:spMkLst>
            <pc:docMk/>
            <pc:sldMk cId="854122100" sldId="257"/>
            <ac:spMk id="11" creationId="{B2D4645F-350F-77B1-036C-D01223EB808D}"/>
          </ac:spMkLst>
        </pc:spChg>
      </pc:sldChg>
      <pc:sldChg chg="mod modShow">
        <pc:chgData name="Michael Hill" userId="41dba03d-e58d-4389-9894-554c10310ba4" providerId="ADAL" clId="{EF23FE1D-A042-481E-AFD7-2A9FB0847F54}" dt="2025-09-29T17:59:46.132" v="79" actId="729"/>
        <pc:sldMkLst>
          <pc:docMk/>
          <pc:sldMk cId="1910594286" sldId="258"/>
        </pc:sldMkLst>
      </pc:sldChg>
      <pc:sldChg chg="del">
        <pc:chgData name="Michael Hill" userId="41dba03d-e58d-4389-9894-554c10310ba4" providerId="ADAL" clId="{EF23FE1D-A042-481E-AFD7-2A9FB0847F54}" dt="2025-09-29T18:07:23.030" v="835" actId="47"/>
        <pc:sldMkLst>
          <pc:docMk/>
          <pc:sldMk cId="510623671" sldId="276"/>
        </pc:sldMkLst>
      </pc:sldChg>
      <pc:sldChg chg="mod modShow">
        <pc:chgData name="Michael Hill" userId="41dba03d-e58d-4389-9894-554c10310ba4" providerId="ADAL" clId="{EF23FE1D-A042-481E-AFD7-2A9FB0847F54}" dt="2025-09-29T17:59:46.132" v="79" actId="729"/>
        <pc:sldMkLst>
          <pc:docMk/>
          <pc:sldMk cId="2098128014" sldId="287"/>
        </pc:sldMkLst>
      </pc:sldChg>
      <pc:sldChg chg="del">
        <pc:chgData name="Michael Hill" userId="41dba03d-e58d-4389-9894-554c10310ba4" providerId="ADAL" clId="{EF23FE1D-A042-481E-AFD7-2A9FB0847F54}" dt="2025-09-29T18:07:23.030" v="835" actId="47"/>
        <pc:sldMkLst>
          <pc:docMk/>
          <pc:sldMk cId="491706548" sldId="355"/>
        </pc:sldMkLst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3941057527" sldId="400"/>
        </pc:sldMkLst>
      </pc:sldChg>
      <pc:sldChg chg="addSp delSp modSp mod modTransition modAnim">
        <pc:chgData name="Michael Hill" userId="41dba03d-e58d-4389-9894-554c10310ba4" providerId="ADAL" clId="{EF23FE1D-A042-481E-AFD7-2A9FB0847F54}" dt="2025-09-29T18:08:00.202" v="840" actId="1076"/>
        <pc:sldMkLst>
          <pc:docMk/>
          <pc:sldMk cId="1130154061" sldId="427"/>
        </pc:sldMkLst>
        <pc:spChg chg="del">
          <ac:chgData name="Michael Hill" userId="41dba03d-e58d-4389-9894-554c10310ba4" providerId="ADAL" clId="{EF23FE1D-A042-481E-AFD7-2A9FB0847F54}" dt="2025-09-29T18:01:27.963" v="100" actId="478"/>
          <ac:spMkLst>
            <pc:docMk/>
            <pc:sldMk cId="1130154061" sldId="427"/>
            <ac:spMk id="4" creationId="{FEB27DBE-4BD8-74BA-A4D1-1E6F373BD65F}"/>
          </ac:spMkLst>
        </pc:spChg>
        <pc:spChg chg="del">
          <ac:chgData name="Michael Hill" userId="41dba03d-e58d-4389-9894-554c10310ba4" providerId="ADAL" clId="{EF23FE1D-A042-481E-AFD7-2A9FB0847F54}" dt="2025-09-29T18:01:31.322" v="102" actId="478"/>
          <ac:spMkLst>
            <pc:docMk/>
            <pc:sldMk cId="1130154061" sldId="427"/>
            <ac:spMk id="5" creationId="{EDF8136E-C238-023A-BF28-A24F91E9B2E9}"/>
          </ac:spMkLst>
        </pc:spChg>
        <pc:spChg chg="del">
          <ac:chgData name="Michael Hill" userId="41dba03d-e58d-4389-9894-554c10310ba4" providerId="ADAL" clId="{EF23FE1D-A042-481E-AFD7-2A9FB0847F54}" dt="2025-09-29T18:01:27.963" v="100" actId="478"/>
          <ac:spMkLst>
            <pc:docMk/>
            <pc:sldMk cId="1130154061" sldId="427"/>
            <ac:spMk id="7" creationId="{4649D808-D35A-5005-E93F-7B955B4EF457}"/>
          </ac:spMkLst>
        </pc:spChg>
        <pc:spChg chg="del mod">
          <ac:chgData name="Michael Hill" userId="41dba03d-e58d-4389-9894-554c10310ba4" providerId="ADAL" clId="{EF23FE1D-A042-481E-AFD7-2A9FB0847F54}" dt="2025-09-29T18:01:32.491" v="103" actId="478"/>
          <ac:spMkLst>
            <pc:docMk/>
            <pc:sldMk cId="1130154061" sldId="427"/>
            <ac:spMk id="8" creationId="{AF1CA44C-AE94-D7FF-BBD2-290E208D24D3}"/>
          </ac:spMkLst>
        </pc:spChg>
        <pc:spChg chg="del">
          <ac:chgData name="Michael Hill" userId="41dba03d-e58d-4389-9894-554c10310ba4" providerId="ADAL" clId="{EF23FE1D-A042-481E-AFD7-2A9FB0847F54}" dt="2025-09-29T18:01:27.963" v="100" actId="478"/>
          <ac:spMkLst>
            <pc:docMk/>
            <pc:sldMk cId="1130154061" sldId="427"/>
            <ac:spMk id="9" creationId="{558FEA22-C3CE-9B28-BB5A-850FCB9F0875}"/>
          </ac:spMkLst>
        </pc:spChg>
        <pc:spChg chg="del">
          <ac:chgData name="Michael Hill" userId="41dba03d-e58d-4389-9894-554c10310ba4" providerId="ADAL" clId="{EF23FE1D-A042-481E-AFD7-2A9FB0847F54}" dt="2025-09-29T18:01:27.963" v="100" actId="478"/>
          <ac:spMkLst>
            <pc:docMk/>
            <pc:sldMk cId="1130154061" sldId="427"/>
            <ac:spMk id="12" creationId="{FC69D6E3-7CD1-A25A-DAFF-E8D31A7CDDD8}"/>
          </ac:spMkLst>
        </pc:spChg>
        <pc:spChg chg="del">
          <ac:chgData name="Michael Hill" userId="41dba03d-e58d-4389-9894-554c10310ba4" providerId="ADAL" clId="{EF23FE1D-A042-481E-AFD7-2A9FB0847F54}" dt="2025-09-29T18:00:09.914" v="81" actId="478"/>
          <ac:spMkLst>
            <pc:docMk/>
            <pc:sldMk cId="1130154061" sldId="427"/>
            <ac:spMk id="13" creationId="{6204C7D2-79A0-A507-77FD-E8EA9B74A714}"/>
          </ac:spMkLst>
        </pc:spChg>
        <pc:spChg chg="add mod">
          <ac:chgData name="Michael Hill" userId="41dba03d-e58d-4389-9894-554c10310ba4" providerId="ADAL" clId="{EF23FE1D-A042-481E-AFD7-2A9FB0847F54}" dt="2025-09-29T18:07:56.419" v="839" actId="1076"/>
          <ac:spMkLst>
            <pc:docMk/>
            <pc:sldMk cId="1130154061" sldId="427"/>
            <ac:spMk id="18" creationId="{DC6DC4D6-BC4A-505E-D16E-1DF1634BBC2D}"/>
          </ac:spMkLst>
        </pc:spChg>
        <pc:picChg chg="add del mod">
          <ac:chgData name="Michael Hill" userId="41dba03d-e58d-4389-9894-554c10310ba4" providerId="ADAL" clId="{EF23FE1D-A042-481E-AFD7-2A9FB0847F54}" dt="2025-09-29T18:00:30.345" v="84" actId="478"/>
          <ac:picMkLst>
            <pc:docMk/>
            <pc:sldMk cId="1130154061" sldId="427"/>
            <ac:picMk id="3" creationId="{92BA6187-C0AD-8E85-A551-FEB242302166}"/>
          </ac:picMkLst>
        </pc:picChg>
        <pc:picChg chg="add del mod">
          <ac:chgData name="Michael Hill" userId="41dba03d-e58d-4389-9894-554c10310ba4" providerId="ADAL" clId="{EF23FE1D-A042-481E-AFD7-2A9FB0847F54}" dt="2025-09-29T18:00:38.919" v="90" actId="478"/>
          <ac:picMkLst>
            <pc:docMk/>
            <pc:sldMk cId="1130154061" sldId="427"/>
            <ac:picMk id="10" creationId="{A2894C71-5062-C7F7-69D8-6325D25CBC97}"/>
          </ac:picMkLst>
        </pc:picChg>
        <pc:picChg chg="del">
          <ac:chgData name="Michael Hill" userId="41dba03d-e58d-4389-9894-554c10310ba4" providerId="ADAL" clId="{EF23FE1D-A042-481E-AFD7-2A9FB0847F54}" dt="2025-09-29T17:59:48.447" v="80" actId="478"/>
          <ac:picMkLst>
            <pc:docMk/>
            <pc:sldMk cId="1130154061" sldId="427"/>
            <ac:picMk id="11" creationId="{73154E5D-F2CD-51B3-BAE6-543004D2F230}"/>
          </ac:picMkLst>
        </pc:picChg>
        <pc:picChg chg="add del mod">
          <ac:chgData name="Michael Hill" userId="41dba03d-e58d-4389-9894-554c10310ba4" providerId="ADAL" clId="{EF23FE1D-A042-481E-AFD7-2A9FB0847F54}" dt="2025-09-29T18:00:42.457" v="92" actId="478"/>
          <ac:picMkLst>
            <pc:docMk/>
            <pc:sldMk cId="1130154061" sldId="427"/>
            <ac:picMk id="15" creationId="{31FD4B64-8590-A25B-88F3-48453BB8F749}"/>
          </ac:picMkLst>
        </pc:picChg>
        <pc:picChg chg="add mod">
          <ac:chgData name="Michael Hill" userId="41dba03d-e58d-4389-9894-554c10310ba4" providerId="ADAL" clId="{EF23FE1D-A042-481E-AFD7-2A9FB0847F54}" dt="2025-09-29T18:08:00.202" v="840" actId="1076"/>
          <ac:picMkLst>
            <pc:docMk/>
            <pc:sldMk cId="1130154061" sldId="427"/>
            <ac:picMk id="17" creationId="{7D28E0CB-1ED2-C2AF-96FB-1A5C3A48EA00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29T18:08:35.551" v="846" actId="1076"/>
        <pc:sldMkLst>
          <pc:docMk/>
          <pc:sldMk cId="797987124" sldId="428"/>
        </pc:sldMkLst>
        <pc:spChg chg="mod">
          <ac:chgData name="Michael Hill" userId="41dba03d-e58d-4389-9894-554c10310ba4" providerId="ADAL" clId="{EF23FE1D-A042-481E-AFD7-2A9FB0847F54}" dt="2025-09-29T18:08:35.551" v="846" actId="1076"/>
          <ac:spMkLst>
            <pc:docMk/>
            <pc:sldMk cId="797987124" sldId="428"/>
            <ac:spMk id="18" creationId="{63E39E84-55D9-D714-6B8B-EF1C4A76D201}"/>
          </ac:spMkLst>
        </pc:spChg>
        <pc:picChg chg="add mod ord">
          <ac:chgData name="Michael Hill" userId="41dba03d-e58d-4389-9894-554c10310ba4" providerId="ADAL" clId="{EF23FE1D-A042-481E-AFD7-2A9FB0847F54}" dt="2025-09-29T18:08:30.227" v="845" actId="167"/>
          <ac:picMkLst>
            <pc:docMk/>
            <pc:sldMk cId="797987124" sldId="428"/>
            <ac:picMk id="2" creationId="{43F76B85-1E6A-3DE9-6D79-DFA063BB1733}"/>
          </ac:picMkLst>
        </pc:picChg>
        <pc:picChg chg="del mod">
          <ac:chgData name="Michael Hill" userId="41dba03d-e58d-4389-9894-554c10310ba4" providerId="ADAL" clId="{EF23FE1D-A042-481E-AFD7-2A9FB0847F54}" dt="2025-09-29T18:08:25.307" v="843" actId="478"/>
          <ac:picMkLst>
            <pc:docMk/>
            <pc:sldMk cId="797987124" sldId="428"/>
            <ac:picMk id="17" creationId="{E47B552E-480A-815A-1FA6-BDE9CD992ED4}"/>
          </ac:picMkLst>
        </pc:picChg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1809290864" sldId="428"/>
        </pc:sldMkLst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2337178502" sldId="429"/>
        </pc:sldMkLst>
      </pc:sldChg>
      <pc:sldChg chg="addSp delSp modSp add mod modAnim">
        <pc:chgData name="Michael Hill" userId="41dba03d-e58d-4389-9894-554c10310ba4" providerId="ADAL" clId="{EF23FE1D-A042-481E-AFD7-2A9FB0847F54}" dt="2025-09-29T18:08:41.677" v="850" actId="1076"/>
        <pc:sldMkLst>
          <pc:docMk/>
          <pc:sldMk cId="2640190174" sldId="429"/>
        </pc:sldMkLst>
        <pc:spChg chg="mod">
          <ac:chgData name="Michael Hill" userId="41dba03d-e58d-4389-9894-554c10310ba4" providerId="ADAL" clId="{EF23FE1D-A042-481E-AFD7-2A9FB0847F54}" dt="2025-09-29T18:08:41.677" v="850" actId="1076"/>
          <ac:spMkLst>
            <pc:docMk/>
            <pc:sldMk cId="2640190174" sldId="429"/>
            <ac:spMk id="18" creationId="{28786954-5DD3-8172-44F3-FA9AD0269FCD}"/>
          </ac:spMkLst>
        </pc:spChg>
        <pc:picChg chg="add mod ord">
          <ac:chgData name="Michael Hill" userId="41dba03d-e58d-4389-9894-554c10310ba4" providerId="ADAL" clId="{EF23FE1D-A042-481E-AFD7-2A9FB0847F54}" dt="2025-09-29T18:08:38.858" v="849" actId="167"/>
          <ac:picMkLst>
            <pc:docMk/>
            <pc:sldMk cId="2640190174" sldId="429"/>
            <ac:picMk id="2" creationId="{C207926B-9EF0-9082-31A3-F9DD36EF9A56}"/>
          </ac:picMkLst>
        </pc:picChg>
        <pc:picChg chg="del">
          <ac:chgData name="Michael Hill" userId="41dba03d-e58d-4389-9894-554c10310ba4" providerId="ADAL" clId="{EF23FE1D-A042-481E-AFD7-2A9FB0847F54}" dt="2025-09-29T18:08:37.180" v="847" actId="478"/>
          <ac:picMkLst>
            <pc:docMk/>
            <pc:sldMk cId="2640190174" sldId="429"/>
            <ac:picMk id="17" creationId="{3577FC33-1848-19F5-0870-D857ECB379FC}"/>
          </ac:picMkLst>
        </pc:picChg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2825577514" sldId="430"/>
        </pc:sldMkLst>
      </pc:sldChg>
      <pc:sldChg chg="addSp delSp modSp add mod">
        <pc:chgData name="Michael Hill" userId="41dba03d-e58d-4389-9894-554c10310ba4" providerId="ADAL" clId="{EF23FE1D-A042-481E-AFD7-2A9FB0847F54}" dt="2025-09-29T18:08:49.732" v="856" actId="1076"/>
        <pc:sldMkLst>
          <pc:docMk/>
          <pc:sldMk cId="3390092820" sldId="430"/>
        </pc:sldMkLst>
        <pc:spChg chg="mod">
          <ac:chgData name="Michael Hill" userId="41dba03d-e58d-4389-9894-554c10310ba4" providerId="ADAL" clId="{EF23FE1D-A042-481E-AFD7-2A9FB0847F54}" dt="2025-09-29T18:08:49.732" v="856" actId="1076"/>
          <ac:spMkLst>
            <pc:docMk/>
            <pc:sldMk cId="3390092820" sldId="430"/>
            <ac:spMk id="18" creationId="{8B062CFD-143B-6B3A-C276-0E9234F017B6}"/>
          </ac:spMkLst>
        </pc:spChg>
        <pc:picChg chg="add mod ord">
          <ac:chgData name="Michael Hill" userId="41dba03d-e58d-4389-9894-554c10310ba4" providerId="ADAL" clId="{EF23FE1D-A042-481E-AFD7-2A9FB0847F54}" dt="2025-09-29T18:08:47.821" v="855" actId="1076"/>
          <ac:picMkLst>
            <pc:docMk/>
            <pc:sldMk cId="3390092820" sldId="430"/>
            <ac:picMk id="2" creationId="{7BAFA634-B384-AB13-B7BB-2C6FA30786A2}"/>
          </ac:picMkLst>
        </pc:picChg>
        <pc:picChg chg="del">
          <ac:chgData name="Michael Hill" userId="41dba03d-e58d-4389-9894-554c10310ba4" providerId="ADAL" clId="{EF23FE1D-A042-481E-AFD7-2A9FB0847F54}" dt="2025-09-29T18:08:43.131" v="851" actId="478"/>
          <ac:picMkLst>
            <pc:docMk/>
            <pc:sldMk cId="3390092820" sldId="430"/>
            <ac:picMk id="17" creationId="{5C58D716-07A5-4C46-14C4-8DDD3682B359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29T18:08:59.957" v="860" actId="1076"/>
        <pc:sldMkLst>
          <pc:docMk/>
          <pc:sldMk cId="2896937219" sldId="431"/>
        </pc:sldMkLst>
        <pc:spChg chg="mod">
          <ac:chgData name="Michael Hill" userId="41dba03d-e58d-4389-9894-554c10310ba4" providerId="ADAL" clId="{EF23FE1D-A042-481E-AFD7-2A9FB0847F54}" dt="2025-09-29T18:08:59.957" v="860" actId="1076"/>
          <ac:spMkLst>
            <pc:docMk/>
            <pc:sldMk cId="2896937219" sldId="431"/>
            <ac:spMk id="18" creationId="{7F814EA8-E9A7-64D5-AA95-E8ABBE16B3FF}"/>
          </ac:spMkLst>
        </pc:spChg>
        <pc:picChg chg="add mod ord">
          <ac:chgData name="Michael Hill" userId="41dba03d-e58d-4389-9894-554c10310ba4" providerId="ADAL" clId="{EF23FE1D-A042-481E-AFD7-2A9FB0847F54}" dt="2025-09-29T18:08:55.883" v="859" actId="167"/>
          <ac:picMkLst>
            <pc:docMk/>
            <pc:sldMk cId="2896937219" sldId="431"/>
            <ac:picMk id="2" creationId="{0BDFAEA7-63BC-F2CE-80E7-02C5DD2533B1}"/>
          </ac:picMkLst>
        </pc:picChg>
        <pc:picChg chg="del">
          <ac:chgData name="Michael Hill" userId="41dba03d-e58d-4389-9894-554c10310ba4" providerId="ADAL" clId="{EF23FE1D-A042-481E-AFD7-2A9FB0847F54}" dt="2025-09-29T18:08:53.066" v="857" actId="478"/>
          <ac:picMkLst>
            <pc:docMk/>
            <pc:sldMk cId="2896937219" sldId="431"/>
            <ac:picMk id="17" creationId="{62795E40-7C7B-F9C5-7C8B-2037F5A5F116}"/>
          </ac:picMkLst>
        </pc:picChg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833618435" sldId="432"/>
        </pc:sldMkLst>
      </pc:sldChg>
      <pc:sldChg chg="addSp delSp modSp add mod">
        <pc:chgData name="Michael Hill" userId="41dba03d-e58d-4389-9894-554c10310ba4" providerId="ADAL" clId="{EF23FE1D-A042-481E-AFD7-2A9FB0847F54}" dt="2025-09-29T18:09:06.732" v="864" actId="1076"/>
        <pc:sldMkLst>
          <pc:docMk/>
          <pc:sldMk cId="2323984435" sldId="432"/>
        </pc:sldMkLst>
        <pc:spChg chg="mod">
          <ac:chgData name="Michael Hill" userId="41dba03d-e58d-4389-9894-554c10310ba4" providerId="ADAL" clId="{EF23FE1D-A042-481E-AFD7-2A9FB0847F54}" dt="2025-09-29T18:09:06.732" v="864" actId="1076"/>
          <ac:spMkLst>
            <pc:docMk/>
            <pc:sldMk cId="2323984435" sldId="432"/>
            <ac:spMk id="18" creationId="{D51D3BED-E249-B2D8-EB16-F42FBCE2277F}"/>
          </ac:spMkLst>
        </pc:spChg>
        <pc:picChg chg="add mod ord">
          <ac:chgData name="Michael Hill" userId="41dba03d-e58d-4389-9894-554c10310ba4" providerId="ADAL" clId="{EF23FE1D-A042-481E-AFD7-2A9FB0847F54}" dt="2025-09-29T18:09:04.138" v="863" actId="167"/>
          <ac:picMkLst>
            <pc:docMk/>
            <pc:sldMk cId="2323984435" sldId="432"/>
            <ac:picMk id="2" creationId="{A1EFFE95-3A2F-5C4F-2926-05C8213FE2BC}"/>
          </ac:picMkLst>
        </pc:picChg>
        <pc:picChg chg="del">
          <ac:chgData name="Michael Hill" userId="41dba03d-e58d-4389-9894-554c10310ba4" providerId="ADAL" clId="{EF23FE1D-A042-481E-AFD7-2A9FB0847F54}" dt="2025-09-29T18:09:01.884" v="861" actId="478"/>
          <ac:picMkLst>
            <pc:docMk/>
            <pc:sldMk cId="2323984435" sldId="432"/>
            <ac:picMk id="17" creationId="{73E41BF1-AE96-B893-1D14-80EDE2A2533B}"/>
          </ac:picMkLst>
        </pc:picChg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1879360230" sldId="433"/>
        </pc:sldMkLst>
      </pc:sldChg>
      <pc:sldChg chg="addSp delSp modSp add mod modAnim">
        <pc:chgData name="Michael Hill" userId="41dba03d-e58d-4389-9894-554c10310ba4" providerId="ADAL" clId="{EF23FE1D-A042-481E-AFD7-2A9FB0847F54}" dt="2025-09-29T18:09:21.758" v="872" actId="1076"/>
        <pc:sldMkLst>
          <pc:docMk/>
          <pc:sldMk cId="4033308905" sldId="433"/>
        </pc:sldMkLst>
        <pc:spChg chg="mod">
          <ac:chgData name="Michael Hill" userId="41dba03d-e58d-4389-9894-554c10310ba4" providerId="ADAL" clId="{EF23FE1D-A042-481E-AFD7-2A9FB0847F54}" dt="2025-09-29T18:09:21.758" v="872" actId="1076"/>
          <ac:spMkLst>
            <pc:docMk/>
            <pc:sldMk cId="4033308905" sldId="433"/>
            <ac:spMk id="18" creationId="{516DFB18-5E23-EA7A-F8A9-1AAD22C16F7B}"/>
          </ac:spMkLst>
        </pc:spChg>
        <pc:picChg chg="add mod ord">
          <ac:chgData name="Michael Hill" userId="41dba03d-e58d-4389-9894-554c10310ba4" providerId="ADAL" clId="{EF23FE1D-A042-481E-AFD7-2A9FB0847F54}" dt="2025-09-29T18:09:19.078" v="871" actId="167"/>
          <ac:picMkLst>
            <pc:docMk/>
            <pc:sldMk cId="4033308905" sldId="433"/>
            <ac:picMk id="2" creationId="{2AE3536E-D080-8E42-127D-3D5AA6C56413}"/>
          </ac:picMkLst>
        </pc:picChg>
        <pc:picChg chg="del">
          <ac:chgData name="Michael Hill" userId="41dba03d-e58d-4389-9894-554c10310ba4" providerId="ADAL" clId="{EF23FE1D-A042-481E-AFD7-2A9FB0847F54}" dt="2025-09-29T18:09:16.227" v="869" actId="478"/>
          <ac:picMkLst>
            <pc:docMk/>
            <pc:sldMk cId="4033308905" sldId="433"/>
            <ac:picMk id="17" creationId="{F97BCD00-2997-A5D8-59DE-E8E5C368382C}"/>
          </ac:picMkLst>
        </pc:picChg>
      </pc:sldChg>
      <pc:sldChg chg="addSp delSp modSp add mod ord">
        <pc:chgData name="Michael Hill" userId="41dba03d-e58d-4389-9894-554c10310ba4" providerId="ADAL" clId="{EF23FE1D-A042-481E-AFD7-2A9FB0847F54}" dt="2025-09-29T18:09:14.198" v="868" actId="1076"/>
        <pc:sldMkLst>
          <pc:docMk/>
          <pc:sldMk cId="1730474554" sldId="434"/>
        </pc:sldMkLst>
        <pc:spChg chg="mod">
          <ac:chgData name="Michael Hill" userId="41dba03d-e58d-4389-9894-554c10310ba4" providerId="ADAL" clId="{EF23FE1D-A042-481E-AFD7-2A9FB0847F54}" dt="2025-09-29T18:09:14.198" v="868" actId="1076"/>
          <ac:spMkLst>
            <pc:docMk/>
            <pc:sldMk cId="1730474554" sldId="434"/>
            <ac:spMk id="18" creationId="{7D437DA6-2C99-BC8D-0AD1-5BFF60B1BC14}"/>
          </ac:spMkLst>
        </pc:spChg>
        <pc:picChg chg="add mod ord">
          <ac:chgData name="Michael Hill" userId="41dba03d-e58d-4389-9894-554c10310ba4" providerId="ADAL" clId="{EF23FE1D-A042-481E-AFD7-2A9FB0847F54}" dt="2025-09-29T18:09:11.765" v="867" actId="167"/>
          <ac:picMkLst>
            <pc:docMk/>
            <pc:sldMk cId="1730474554" sldId="434"/>
            <ac:picMk id="2" creationId="{C88F948D-F689-8FC1-311D-1A5CA4DFD96E}"/>
          </ac:picMkLst>
        </pc:picChg>
        <pc:picChg chg="del">
          <ac:chgData name="Michael Hill" userId="41dba03d-e58d-4389-9894-554c10310ba4" providerId="ADAL" clId="{EF23FE1D-A042-481E-AFD7-2A9FB0847F54}" dt="2025-09-29T18:09:09.102" v="865" actId="478"/>
          <ac:picMkLst>
            <pc:docMk/>
            <pc:sldMk cId="1730474554" sldId="434"/>
            <ac:picMk id="17" creationId="{5904F679-402A-3DEC-D7AE-4EF591EA9694}"/>
          </ac:picMkLst>
        </pc:picChg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4013665335" sldId="434"/>
        </pc:sldMkLst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618410271" sldId="435"/>
        </pc:sldMkLst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2644577929" sldId="436"/>
        </pc:sldMkLst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3681834977" sldId="437"/>
        </pc:sldMkLst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3901269398" sldId="438"/>
        </pc:sldMkLst>
      </pc:sldChg>
      <pc:sldChg chg="del">
        <pc:chgData name="Michael Hill" userId="41dba03d-e58d-4389-9894-554c10310ba4" providerId="ADAL" clId="{EF23FE1D-A042-481E-AFD7-2A9FB0847F54}" dt="2025-09-29T18:02:25.810" v="197" actId="47"/>
        <pc:sldMkLst>
          <pc:docMk/>
          <pc:sldMk cId="376880956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55738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B2-🔥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566160" y="3692233"/>
            <a:ext cx="5779008" cy="98412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B2 CAMPFIRE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Enjoy the campfire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Campfire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Review/Work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 your best to, from memory, recreate the selection sort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may reference the previous lessons if you get stuck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1183710" y="1780701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D81634-986F-4974-A0A9-4D21FA765446}"/>
              </a:ext>
            </a:extLst>
          </p:cNvPr>
          <p:cNvSpPr/>
          <p:nvPr/>
        </p:nvSpPr>
        <p:spPr>
          <a:xfrm>
            <a:off x="618767" y="1537358"/>
            <a:ext cx="10821545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56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88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44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66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)-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min =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(i+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)):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[j] &lt;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[min]: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min = j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temp =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[min]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[min] = temp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58C55-F278-5552-E22A-ED50F970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fire in a bowl&#10;&#10;AI-generated content may be incorrect.">
            <a:extLst>
              <a:ext uri="{FF2B5EF4-FFF2-40B4-BE49-F238E27FC236}">
                <a16:creationId xmlns:a16="http://schemas.microsoft.com/office/drawing/2014/main" id="{7D28E0CB-1ED2-C2AF-96FB-1A5C3A48E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6DC4D6-BC4A-505E-D16E-1DF1634BBC2D}"/>
              </a:ext>
            </a:extLst>
          </p:cNvPr>
          <p:cNvSpPr txBox="1"/>
          <p:nvPr/>
        </p:nvSpPr>
        <p:spPr>
          <a:xfrm>
            <a:off x="1942690" y="1325880"/>
            <a:ext cx="81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Welcome to the campfire, weary traveler.</a:t>
            </a:r>
          </a:p>
        </p:txBody>
      </p:sp>
    </p:spTree>
    <p:extLst>
      <p:ext uri="{BB962C8B-B14F-4D97-AF65-F5344CB8AC3E}">
        <p14:creationId xmlns:p14="http://schemas.microsoft.com/office/powerpoint/2010/main" val="1130154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D5F83-8BF1-9896-CB3A-18F9EA2E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fire in a bowl&#10;&#10;AI-generated content may be incorrect.">
            <a:extLst>
              <a:ext uri="{FF2B5EF4-FFF2-40B4-BE49-F238E27FC236}">
                <a16:creationId xmlns:a16="http://schemas.microsoft.com/office/drawing/2014/main" id="{43F76B85-1E6A-3DE9-6D79-DFA063BB1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E39E84-55D9-D714-6B8B-EF1C4A76D201}"/>
              </a:ext>
            </a:extLst>
          </p:cNvPr>
          <p:cNvSpPr txBox="1"/>
          <p:nvPr/>
        </p:nvSpPr>
        <p:spPr>
          <a:xfrm>
            <a:off x="2036064" y="1289304"/>
            <a:ext cx="81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The campfire is a brief moment of respite, of calm, before the storm.</a:t>
            </a:r>
          </a:p>
        </p:txBody>
      </p:sp>
    </p:spTree>
    <p:extLst>
      <p:ext uri="{BB962C8B-B14F-4D97-AF65-F5344CB8AC3E}">
        <p14:creationId xmlns:p14="http://schemas.microsoft.com/office/powerpoint/2010/main" val="79798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3737C-75BE-0D90-69D7-76DAFAAB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fire in a bowl&#10;&#10;AI-generated content may be incorrect.">
            <a:extLst>
              <a:ext uri="{FF2B5EF4-FFF2-40B4-BE49-F238E27FC236}">
                <a16:creationId xmlns:a16="http://schemas.microsoft.com/office/drawing/2014/main" id="{C207926B-9EF0-9082-31A3-F9DD36EF9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786954-5DD3-8172-44F3-FA9AD0269FCD}"/>
              </a:ext>
            </a:extLst>
          </p:cNvPr>
          <p:cNvSpPr txBox="1"/>
          <p:nvPr/>
        </p:nvSpPr>
        <p:spPr>
          <a:xfrm>
            <a:off x="2036064" y="1271016"/>
            <a:ext cx="8119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We’ll be doing a bit of reflecting on our work during this unit and then leave some time for preparation for the task ahead.</a:t>
            </a:r>
          </a:p>
        </p:txBody>
      </p:sp>
    </p:spTree>
    <p:extLst>
      <p:ext uri="{BB962C8B-B14F-4D97-AF65-F5344CB8AC3E}">
        <p14:creationId xmlns:p14="http://schemas.microsoft.com/office/powerpoint/2010/main" val="264019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39214-984F-13AE-C020-E19064D9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fire in a bowl&#10;&#10;AI-generated content may be incorrect.">
            <a:extLst>
              <a:ext uri="{FF2B5EF4-FFF2-40B4-BE49-F238E27FC236}">
                <a16:creationId xmlns:a16="http://schemas.microsoft.com/office/drawing/2014/main" id="{7BAFA634-B384-AB13-B7BB-2C6FA3078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062CFD-143B-6B3A-C276-0E9234F017B6}"/>
              </a:ext>
            </a:extLst>
          </p:cNvPr>
          <p:cNvSpPr txBox="1"/>
          <p:nvPr/>
        </p:nvSpPr>
        <p:spPr>
          <a:xfrm>
            <a:off x="2036064" y="1298448"/>
            <a:ext cx="8119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Ask yourself, deep down, what did we learn this topic that we’re the most confident in?</a:t>
            </a:r>
          </a:p>
        </p:txBody>
      </p:sp>
    </p:spTree>
    <p:extLst>
      <p:ext uri="{BB962C8B-B14F-4D97-AF65-F5344CB8AC3E}">
        <p14:creationId xmlns:p14="http://schemas.microsoft.com/office/powerpoint/2010/main" val="339009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62A85-84C6-A96B-78BD-8349B51E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fire in a bowl&#10;&#10;AI-generated content may be incorrect.">
            <a:extLst>
              <a:ext uri="{FF2B5EF4-FFF2-40B4-BE49-F238E27FC236}">
                <a16:creationId xmlns:a16="http://schemas.microsoft.com/office/drawing/2014/main" id="{0BDFAEA7-63BC-F2CE-80E7-02C5DD253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F814EA8-E9A7-64D5-AA95-E8ABBE16B3FF}"/>
              </a:ext>
            </a:extLst>
          </p:cNvPr>
          <p:cNvSpPr txBox="1"/>
          <p:nvPr/>
        </p:nvSpPr>
        <p:spPr>
          <a:xfrm>
            <a:off x="2036064" y="1316736"/>
            <a:ext cx="8119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Now, to the other hand, as no coin is one-sided. What are we the least confident in for this topic?</a:t>
            </a:r>
          </a:p>
        </p:txBody>
      </p:sp>
    </p:spTree>
    <p:extLst>
      <p:ext uri="{BB962C8B-B14F-4D97-AF65-F5344CB8AC3E}">
        <p14:creationId xmlns:p14="http://schemas.microsoft.com/office/powerpoint/2010/main" val="289693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AF77C-3AAF-ED7A-2C6D-423230A3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fire in a bowl&#10;&#10;AI-generated content may be incorrect.">
            <a:extLst>
              <a:ext uri="{FF2B5EF4-FFF2-40B4-BE49-F238E27FC236}">
                <a16:creationId xmlns:a16="http://schemas.microsoft.com/office/drawing/2014/main" id="{A1EFFE95-3A2F-5C4F-2926-05C8213FE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51D3BED-E249-B2D8-EB16-F42FBCE2277F}"/>
              </a:ext>
            </a:extLst>
          </p:cNvPr>
          <p:cNvSpPr txBox="1"/>
          <p:nvPr/>
        </p:nvSpPr>
        <p:spPr>
          <a:xfrm>
            <a:off x="2036064" y="1308280"/>
            <a:ext cx="8119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Now, to the other hand, as no coin is one-sided. What are we the least confident in for this topic?</a:t>
            </a:r>
          </a:p>
        </p:txBody>
      </p:sp>
    </p:spTree>
    <p:extLst>
      <p:ext uri="{BB962C8B-B14F-4D97-AF65-F5344CB8AC3E}">
        <p14:creationId xmlns:p14="http://schemas.microsoft.com/office/powerpoint/2010/main" val="232398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512DE-F853-3EFA-929F-782D2CD0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fire in a bowl&#10;&#10;AI-generated content may be incorrect.">
            <a:extLst>
              <a:ext uri="{FF2B5EF4-FFF2-40B4-BE49-F238E27FC236}">
                <a16:creationId xmlns:a16="http://schemas.microsoft.com/office/drawing/2014/main" id="{C88F948D-F689-8FC1-311D-1A5CA4DFD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D437DA6-2C99-BC8D-0AD1-5BFF60B1BC14}"/>
              </a:ext>
            </a:extLst>
          </p:cNvPr>
          <p:cNvSpPr txBox="1"/>
          <p:nvPr/>
        </p:nvSpPr>
        <p:spPr>
          <a:xfrm>
            <a:off x="2036064" y="1298448"/>
            <a:ext cx="81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Perhaps future campfires will link our stories together.</a:t>
            </a:r>
          </a:p>
        </p:txBody>
      </p:sp>
    </p:spTree>
    <p:extLst>
      <p:ext uri="{BB962C8B-B14F-4D97-AF65-F5344CB8AC3E}">
        <p14:creationId xmlns:p14="http://schemas.microsoft.com/office/powerpoint/2010/main" val="173047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BB85D-3F6C-B3A7-241B-A1757267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fire in a bowl&#10;&#10;AI-generated content may be incorrect.">
            <a:extLst>
              <a:ext uri="{FF2B5EF4-FFF2-40B4-BE49-F238E27FC236}">
                <a16:creationId xmlns:a16="http://schemas.microsoft.com/office/drawing/2014/main" id="{2AE3536E-D080-8E42-127D-3D5AA6C56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6DFB18-5E23-EA7A-F8A9-1AAD22C16F7B}"/>
              </a:ext>
            </a:extLst>
          </p:cNvPr>
          <p:cNvSpPr txBox="1"/>
          <p:nvPr/>
        </p:nvSpPr>
        <p:spPr>
          <a:xfrm>
            <a:off x="2036064" y="1298448"/>
            <a:ext cx="81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Reflect upon these points, seek guidance where necessary, and prepare.</a:t>
            </a:r>
          </a:p>
        </p:txBody>
      </p:sp>
    </p:spTree>
    <p:extLst>
      <p:ext uri="{BB962C8B-B14F-4D97-AF65-F5344CB8AC3E}">
        <p14:creationId xmlns:p14="http://schemas.microsoft.com/office/powerpoint/2010/main" val="403330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8065</TotalTime>
  <Words>296</Words>
  <Application>Microsoft Office PowerPoint</Application>
  <PresentationFormat>Widescreen</PresentationFormat>
  <Paragraphs>22</Paragraphs>
  <Slides>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14</cp:revision>
  <dcterms:created xsi:type="dcterms:W3CDTF">2025-08-11T14:07:39Z</dcterms:created>
  <dcterms:modified xsi:type="dcterms:W3CDTF">2025-09-29T18:09:28Z</dcterms:modified>
</cp:coreProperties>
</file>