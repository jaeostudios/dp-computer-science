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427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1" r:id="rId22"/>
    <p:sldId id="45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7F72B-CE5B-4639-88BF-894BCC3C67BE}" v="49" dt="2025-11-11T14:48:50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redo custSel addSld delSld modSld modMainMaster">
      <pc:chgData name="Michael Hill" userId="41dba03d-e58d-4389-9894-554c10310ba4" providerId="ADAL" clId="{EF23FE1D-A042-481E-AFD7-2A9FB0847F54}" dt="2025-11-11T15:28:35.854" v="1220" actId="20577"/>
      <pc:docMkLst>
        <pc:docMk/>
      </pc:docMkLst>
      <pc:sldChg chg="modSp mod setBg">
        <pc:chgData name="Michael Hill" userId="41dba03d-e58d-4389-9894-554c10310ba4" providerId="ADAL" clId="{EF23FE1D-A042-481E-AFD7-2A9FB0847F54}" dt="2025-11-11T14:38:50.870" v="142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1-10T21:43:34.747" v="3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1-10T21:43:49.172" v="44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 setBg">
        <pc:chgData name="Michael Hill" userId="41dba03d-e58d-4389-9894-554c10310ba4" providerId="ADAL" clId="{EF23FE1D-A042-481E-AFD7-2A9FB0847F54}" dt="2025-11-11T14:38:50.870" v="142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1-11T14:33:42.720" v="109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setBg">
        <pc:chgData name="Michael Hill" userId="41dba03d-e58d-4389-9894-554c10310ba4" providerId="ADAL" clId="{EF23FE1D-A042-481E-AFD7-2A9FB0847F54}" dt="2025-11-11T14:38:50.870" v="142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11-11T14:33:54.539" v="110"/>
          <ac:spMkLst>
            <pc:docMk/>
            <pc:sldMk cId="1910594286" sldId="258"/>
            <ac:spMk id="8" creationId="{9D3B4A7A-A70B-0C4A-C7FF-462ADF36D440}"/>
          </ac:spMkLst>
        </pc:spChg>
      </pc:sldChg>
      <pc:sldChg chg="modSp add del mod setBg">
        <pc:chgData name="Michael Hill" userId="41dba03d-e58d-4389-9894-554c10310ba4" providerId="ADAL" clId="{EF23FE1D-A042-481E-AFD7-2A9FB0847F54}" dt="2025-11-11T14:38:51.730" v="144"/>
        <pc:sldMkLst>
          <pc:docMk/>
          <pc:sldMk cId="3541264760" sldId="298"/>
        </pc:sldMkLst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4" creationId="{6D358DA5-E262-44CA-9367-4242660C19C7}"/>
          </ac:spMkLst>
        </pc:spChg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5" creationId="{B0DE8DB3-7BE8-827D-000E-55BD73CF3222}"/>
          </ac:spMkLst>
        </pc:spChg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6" creationId="{FF1893DF-8176-DC57-0D76-4CC6A823079A}"/>
          </ac:spMkLst>
        </pc:spChg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7" creationId="{46142171-0AA0-C1B6-A468-704E5358CBE3}"/>
          </ac:spMkLst>
        </pc:spChg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8" creationId="{7DA75716-0EF0-37B3-ABC6-303B21F2CE50}"/>
          </ac:spMkLst>
        </pc:spChg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9" creationId="{AEA91C5F-B89F-19F1-8E3B-A0066382EE58}"/>
          </ac:spMkLst>
        </pc:spChg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10" creationId="{119D1F89-4497-95E2-6152-8106CEFAF6AE}"/>
          </ac:spMkLst>
        </pc:spChg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12" creationId="{C527CF4F-DE27-EDB2-258E-91ED4F079F40}"/>
          </ac:spMkLst>
        </pc:spChg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23" creationId="{0E55756E-8D85-0142-275F-4015733572A6}"/>
          </ac:spMkLst>
        </pc:spChg>
        <pc:spChg chg="mod">
          <ac:chgData name="Michael Hill" userId="41dba03d-e58d-4389-9894-554c10310ba4" providerId="ADAL" clId="{EF23FE1D-A042-481E-AFD7-2A9FB0847F54}" dt="2025-11-11T14:38:43.183" v="141" actId="207"/>
          <ac:spMkLst>
            <pc:docMk/>
            <pc:sldMk cId="3541264760" sldId="298"/>
            <ac:spMk id="24" creationId="{3327A5F0-B8A4-78F2-9F00-6F5DE83083AC}"/>
          </ac:spMkLst>
        </pc:spChg>
      </pc:sldChg>
      <pc:sldChg chg="add del setBg">
        <pc:chgData name="Michael Hill" userId="41dba03d-e58d-4389-9894-554c10310ba4" providerId="ADAL" clId="{EF23FE1D-A042-481E-AFD7-2A9FB0847F54}" dt="2025-11-11T14:37:12.870" v="126"/>
        <pc:sldMkLst>
          <pc:docMk/>
          <pc:sldMk cId="491706548" sldId="355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3041025714" sldId="396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2690335401" sldId="397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1601576407" sldId="398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1152906992" sldId="399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3880419199" sldId="400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734379451" sldId="401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3139883899" sldId="402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1208661011" sldId="403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3623149452" sldId="404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669129396" sldId="405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2638119884" sldId="406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2103367806" sldId="407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4013853881" sldId="408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665730344" sldId="409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1678298271" sldId="410"/>
        </pc:sldMkLst>
      </pc:sldChg>
      <pc:sldChg chg="add del setBg">
        <pc:chgData name="Michael Hill" userId="41dba03d-e58d-4389-9894-554c10310ba4" providerId="ADAL" clId="{EF23FE1D-A042-481E-AFD7-2A9FB0847F54}" dt="2025-11-11T14:38:51.730" v="144"/>
        <pc:sldMkLst>
          <pc:docMk/>
          <pc:sldMk cId="4113058204" sldId="411"/>
        </pc:sldMkLst>
      </pc:sldChg>
      <pc:sldChg chg="modSp mod setBg">
        <pc:chgData name="Michael Hill" userId="41dba03d-e58d-4389-9894-554c10310ba4" providerId="ADAL" clId="{EF23FE1D-A042-481E-AFD7-2A9FB0847F54}" dt="2025-11-11T14:38:50.870" v="142"/>
        <pc:sldMkLst>
          <pc:docMk/>
          <pc:sldMk cId="4217859482" sldId="427"/>
        </pc:sldMkLst>
        <pc:spChg chg="mod">
          <ac:chgData name="Michael Hill" userId="41dba03d-e58d-4389-9894-554c10310ba4" providerId="ADAL" clId="{EF23FE1D-A042-481E-AFD7-2A9FB0847F54}" dt="2025-11-11T14:37:14.575" v="129" actId="20577"/>
          <ac:spMkLst>
            <pc:docMk/>
            <pc:sldMk cId="4217859482" sldId="427"/>
            <ac:spMk id="8" creationId="{D12E8945-8B7A-5FF6-41CB-3A36AA2FF6DA}"/>
          </ac:spMkLst>
        </pc:sp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382529306" sldId="428"/>
        </pc:sldMkLst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2571736692" sldId="429"/>
        </pc:sldMkLst>
      </pc:sldChg>
      <pc:sldChg chg="delSp modSp mod setBg">
        <pc:chgData name="Michael Hill" userId="41dba03d-e58d-4389-9894-554c10310ba4" providerId="ADAL" clId="{EF23FE1D-A042-481E-AFD7-2A9FB0847F54}" dt="2025-11-11T15:28:35.854" v="1220" actId="20577"/>
        <pc:sldMkLst>
          <pc:docMk/>
          <pc:sldMk cId="782115972" sldId="454"/>
        </pc:sldMkLst>
        <pc:spChg chg="del">
          <ac:chgData name="Michael Hill" userId="41dba03d-e58d-4389-9894-554c10310ba4" providerId="ADAL" clId="{EF23FE1D-A042-481E-AFD7-2A9FB0847F54}" dt="2025-11-11T15:28:25.438" v="1166" actId="478"/>
          <ac:spMkLst>
            <pc:docMk/>
            <pc:sldMk cId="782115972" sldId="454"/>
            <ac:spMk id="3" creationId="{47B3FBC6-39EC-FA65-6E67-88AFA14C8FBF}"/>
          </ac:spMkLst>
        </pc:spChg>
        <pc:spChg chg="mod">
          <ac:chgData name="Michael Hill" userId="41dba03d-e58d-4389-9894-554c10310ba4" providerId="ADAL" clId="{EF23FE1D-A042-481E-AFD7-2A9FB0847F54}" dt="2025-11-11T15:28:35.854" v="1220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addSp delSp modSp mod setBg">
        <pc:chgData name="Michael Hill" userId="41dba03d-e58d-4389-9894-554c10310ba4" providerId="ADAL" clId="{EF23FE1D-A042-481E-AFD7-2A9FB0847F54}" dt="2025-11-11T14:42:02.509" v="158" actId="207"/>
        <pc:sldMkLst>
          <pc:docMk/>
          <pc:sldMk cId="2358883517" sldId="455"/>
        </pc:sldMkLst>
        <pc:spChg chg="add mod">
          <ac:chgData name="Michael Hill" userId="41dba03d-e58d-4389-9894-554c10310ba4" providerId="ADAL" clId="{EF23FE1D-A042-481E-AFD7-2A9FB0847F54}" dt="2025-11-11T14:41:05.536" v="154" actId="692"/>
          <ac:spMkLst>
            <pc:docMk/>
            <pc:sldMk cId="2358883517" sldId="455"/>
            <ac:spMk id="2" creationId="{FC42DDD3-23DC-1936-F3B7-F4BB5FDE47B6}"/>
          </ac:spMkLst>
        </pc:spChg>
        <pc:spChg chg="mod">
          <ac:chgData name="Michael Hill" userId="41dba03d-e58d-4389-9894-554c10310ba4" providerId="ADAL" clId="{EF23FE1D-A042-481E-AFD7-2A9FB0847F54}" dt="2025-11-11T14:39:01.063" v="148" actId="14100"/>
          <ac:spMkLst>
            <pc:docMk/>
            <pc:sldMk cId="2358883517" sldId="455"/>
            <ac:spMk id="5" creationId="{C1AAB5C6-C654-7564-5F81-E8EC4783C0EB}"/>
          </ac:spMkLst>
        </pc:spChg>
        <pc:spChg chg="add mod">
          <ac:chgData name="Michael Hill" userId="41dba03d-e58d-4389-9894-554c10310ba4" providerId="ADAL" clId="{EF23FE1D-A042-481E-AFD7-2A9FB0847F54}" dt="2025-11-11T14:41:05.536" v="154" actId="692"/>
          <ac:spMkLst>
            <pc:docMk/>
            <pc:sldMk cId="2358883517" sldId="455"/>
            <ac:spMk id="6" creationId="{C54E731E-6B9F-CE57-4C0B-341B6B7972F0}"/>
          </ac:spMkLst>
        </pc:spChg>
        <pc:spChg chg="mod">
          <ac:chgData name="Michael Hill" userId="41dba03d-e58d-4389-9894-554c10310ba4" providerId="ADAL" clId="{EF23FE1D-A042-481E-AFD7-2A9FB0847F54}" dt="2025-11-11T14:39:08.126" v="150" actId="207"/>
          <ac:spMkLst>
            <pc:docMk/>
            <pc:sldMk cId="2358883517" sldId="455"/>
            <ac:spMk id="8" creationId="{AC284222-4860-E182-B319-EF08F8E4B64E}"/>
          </ac:spMkLst>
        </pc:spChg>
        <pc:spChg chg="add mod">
          <ac:chgData name="Michael Hill" userId="41dba03d-e58d-4389-9894-554c10310ba4" providerId="ADAL" clId="{EF23FE1D-A042-481E-AFD7-2A9FB0847F54}" dt="2025-11-11T14:41:05.536" v="154" actId="692"/>
          <ac:spMkLst>
            <pc:docMk/>
            <pc:sldMk cId="2358883517" sldId="455"/>
            <ac:spMk id="10" creationId="{9B4FCB3B-6BCD-5596-6909-DA587502966B}"/>
          </ac:spMkLst>
        </pc:spChg>
        <pc:spChg chg="add mod">
          <ac:chgData name="Michael Hill" userId="41dba03d-e58d-4389-9894-554c10310ba4" providerId="ADAL" clId="{EF23FE1D-A042-481E-AFD7-2A9FB0847F54}" dt="2025-11-11T14:42:02.509" v="158" actId="207"/>
          <ac:spMkLst>
            <pc:docMk/>
            <pc:sldMk cId="2358883517" sldId="455"/>
            <ac:spMk id="14" creationId="{F142CAD6-9A16-8B03-CB0E-F78C98F1176A}"/>
          </ac:spMkLst>
        </pc:spChg>
        <pc:spChg chg="add mod">
          <ac:chgData name="Michael Hill" userId="41dba03d-e58d-4389-9894-554c10310ba4" providerId="ADAL" clId="{EF23FE1D-A042-481E-AFD7-2A9FB0847F54}" dt="2025-11-11T14:42:00.247" v="157" actId="207"/>
          <ac:spMkLst>
            <pc:docMk/>
            <pc:sldMk cId="2358883517" sldId="455"/>
            <ac:spMk id="15" creationId="{695FFDC2-AB6C-8EF4-9459-3D78873C76F0}"/>
          </ac:spMkLst>
        </pc:spChg>
        <pc:picChg chg="del">
          <ac:chgData name="Michael Hill" userId="41dba03d-e58d-4389-9894-554c10310ba4" providerId="ADAL" clId="{EF23FE1D-A042-481E-AFD7-2A9FB0847F54}" dt="2025-11-11T14:39:10.239" v="151" actId="478"/>
          <ac:picMkLst>
            <pc:docMk/>
            <pc:sldMk cId="2358883517" sldId="455"/>
            <ac:picMk id="3" creationId="{4CF7CB9E-BB4F-0EA8-5358-B88521E8D9EF}"/>
          </ac:picMkLst>
        </pc:picChg>
        <pc:cxnChg chg="add mod">
          <ac:chgData name="Michael Hill" userId="41dba03d-e58d-4389-9894-554c10310ba4" providerId="ADAL" clId="{EF23FE1D-A042-481E-AFD7-2A9FB0847F54}" dt="2025-11-11T14:41:19.739" v="156" actId="692"/>
          <ac:cxnSpMkLst>
            <pc:docMk/>
            <pc:sldMk cId="2358883517" sldId="455"/>
            <ac:cxnSpMk id="11" creationId="{6548031B-B2D3-C289-7700-C9250F2245FE}"/>
          </ac:cxnSpMkLst>
        </pc:cxnChg>
        <pc:cxnChg chg="add mod">
          <ac:chgData name="Michael Hill" userId="41dba03d-e58d-4389-9894-554c10310ba4" providerId="ADAL" clId="{EF23FE1D-A042-481E-AFD7-2A9FB0847F54}" dt="2025-11-11T14:41:19.739" v="156" actId="692"/>
          <ac:cxnSpMkLst>
            <pc:docMk/>
            <pc:sldMk cId="2358883517" sldId="455"/>
            <ac:cxnSpMk id="13" creationId="{AC742393-7EE8-76F4-C1CA-FB3CEA3BBE27}"/>
          </ac:cxnSpMkLst>
        </pc:cxn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1910851183" sldId="456"/>
        </pc:sldMkLst>
      </pc:sldChg>
      <pc:sldChg chg="addSp delSp modSp add mod">
        <pc:chgData name="Michael Hill" userId="41dba03d-e58d-4389-9894-554c10310ba4" providerId="ADAL" clId="{EF23FE1D-A042-481E-AFD7-2A9FB0847F54}" dt="2025-11-11T14:42:54.037" v="171" actId="1076"/>
        <pc:sldMkLst>
          <pc:docMk/>
          <pc:sldMk cId="3364364777" sldId="456"/>
        </pc:sldMkLst>
        <pc:spChg chg="del">
          <ac:chgData name="Michael Hill" userId="41dba03d-e58d-4389-9894-554c10310ba4" providerId="ADAL" clId="{EF23FE1D-A042-481E-AFD7-2A9FB0847F54}" dt="2025-11-11T14:42:17.816" v="161" actId="478"/>
          <ac:spMkLst>
            <pc:docMk/>
            <pc:sldMk cId="3364364777" sldId="456"/>
            <ac:spMk id="2" creationId="{58DDC69A-D70E-6D34-41B0-73DAF1380BA1}"/>
          </ac:spMkLst>
        </pc:spChg>
        <pc:spChg chg="mod">
          <ac:chgData name="Michael Hill" userId="41dba03d-e58d-4389-9894-554c10310ba4" providerId="ADAL" clId="{EF23FE1D-A042-481E-AFD7-2A9FB0847F54}" dt="2025-11-11T14:42:54.037" v="171" actId="1076"/>
          <ac:spMkLst>
            <pc:docMk/>
            <pc:sldMk cId="3364364777" sldId="456"/>
            <ac:spMk id="5" creationId="{C2472215-F38E-8292-8DFB-C176B02C9FC1}"/>
          </ac:spMkLst>
        </pc:spChg>
        <pc:spChg chg="del">
          <ac:chgData name="Michael Hill" userId="41dba03d-e58d-4389-9894-554c10310ba4" providerId="ADAL" clId="{EF23FE1D-A042-481E-AFD7-2A9FB0847F54}" dt="2025-11-11T14:42:20.486" v="164" actId="478"/>
          <ac:spMkLst>
            <pc:docMk/>
            <pc:sldMk cId="3364364777" sldId="456"/>
            <ac:spMk id="6" creationId="{D7507023-BF49-F3F4-BB27-C57384C9710F}"/>
          </ac:spMkLst>
        </pc:spChg>
        <pc:spChg chg="add del mod">
          <ac:chgData name="Michael Hill" userId="41dba03d-e58d-4389-9894-554c10310ba4" providerId="ADAL" clId="{EF23FE1D-A042-481E-AFD7-2A9FB0847F54}" dt="2025-11-11T14:42:22.333" v="166" actId="478"/>
          <ac:spMkLst>
            <pc:docMk/>
            <pc:sldMk cId="3364364777" sldId="456"/>
            <ac:spMk id="8" creationId="{4F1BF2F8-A1DE-E403-1083-45064509664F}"/>
          </ac:spMkLst>
        </pc:spChg>
        <pc:spChg chg="del">
          <ac:chgData name="Michael Hill" userId="41dba03d-e58d-4389-9894-554c10310ba4" providerId="ADAL" clId="{EF23FE1D-A042-481E-AFD7-2A9FB0847F54}" dt="2025-11-11T14:42:25.484" v="169" actId="478"/>
          <ac:spMkLst>
            <pc:docMk/>
            <pc:sldMk cId="3364364777" sldId="456"/>
            <ac:spMk id="10" creationId="{8C7A47AE-BF0B-2579-953F-56078548C8BE}"/>
          </ac:spMkLst>
        </pc:spChg>
        <pc:spChg chg="del">
          <ac:chgData name="Michael Hill" userId="41dba03d-e58d-4389-9894-554c10310ba4" providerId="ADAL" clId="{EF23FE1D-A042-481E-AFD7-2A9FB0847F54}" dt="2025-11-11T14:42:18.501" v="162" actId="478"/>
          <ac:spMkLst>
            <pc:docMk/>
            <pc:sldMk cId="3364364777" sldId="456"/>
            <ac:spMk id="14" creationId="{640DE4A3-87A2-905B-C233-B515AB67A8A5}"/>
          </ac:spMkLst>
        </pc:spChg>
        <pc:spChg chg="del">
          <ac:chgData name="Michael Hill" userId="41dba03d-e58d-4389-9894-554c10310ba4" providerId="ADAL" clId="{EF23FE1D-A042-481E-AFD7-2A9FB0847F54}" dt="2025-11-11T14:42:24.747" v="168" actId="478"/>
          <ac:spMkLst>
            <pc:docMk/>
            <pc:sldMk cId="3364364777" sldId="456"/>
            <ac:spMk id="15" creationId="{A451D05D-0F12-F0EF-7532-458A36513979}"/>
          </ac:spMkLst>
        </pc:spChg>
        <pc:cxnChg chg="del">
          <ac:chgData name="Michael Hill" userId="41dba03d-e58d-4389-9894-554c10310ba4" providerId="ADAL" clId="{EF23FE1D-A042-481E-AFD7-2A9FB0847F54}" dt="2025-11-11T14:42:19.540" v="163" actId="478"/>
          <ac:cxnSpMkLst>
            <pc:docMk/>
            <pc:sldMk cId="3364364777" sldId="456"/>
            <ac:cxnSpMk id="11" creationId="{04F7765B-BF64-8F4B-40B2-6D155E36056A}"/>
          </ac:cxnSpMkLst>
        </pc:cxnChg>
        <pc:cxnChg chg="del">
          <ac:chgData name="Michael Hill" userId="41dba03d-e58d-4389-9894-554c10310ba4" providerId="ADAL" clId="{EF23FE1D-A042-481E-AFD7-2A9FB0847F54}" dt="2025-11-11T14:42:23.558" v="167" actId="478"/>
          <ac:cxnSpMkLst>
            <pc:docMk/>
            <pc:sldMk cId="3364364777" sldId="456"/>
            <ac:cxnSpMk id="13" creationId="{E138559E-617F-672B-5745-5475031C809F}"/>
          </ac:cxnSpMkLst>
        </pc:cxn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920376880" sldId="457"/>
        </pc:sldMkLst>
      </pc:sldChg>
      <pc:sldChg chg="modSp add mod">
        <pc:chgData name="Michael Hill" userId="41dba03d-e58d-4389-9894-554c10310ba4" providerId="ADAL" clId="{EF23FE1D-A042-481E-AFD7-2A9FB0847F54}" dt="2025-11-11T14:43:12.646" v="177"/>
        <pc:sldMkLst>
          <pc:docMk/>
          <pc:sldMk cId="4163532292" sldId="457"/>
        </pc:sldMkLst>
        <pc:spChg chg="mod">
          <ac:chgData name="Michael Hill" userId="41dba03d-e58d-4389-9894-554c10310ba4" providerId="ADAL" clId="{EF23FE1D-A042-481E-AFD7-2A9FB0847F54}" dt="2025-11-11T14:43:09.302" v="176" actId="1076"/>
          <ac:spMkLst>
            <pc:docMk/>
            <pc:sldMk cId="4163532292" sldId="457"/>
            <ac:spMk id="5" creationId="{EBFE385A-08D4-4894-BA9B-E6294B3FB7AE}"/>
          </ac:spMkLst>
        </pc:spChg>
        <pc:spChg chg="mod">
          <ac:chgData name="Michael Hill" userId="41dba03d-e58d-4389-9894-554c10310ba4" providerId="ADAL" clId="{EF23FE1D-A042-481E-AFD7-2A9FB0847F54}" dt="2025-11-11T14:43:12.646" v="177"/>
          <ac:spMkLst>
            <pc:docMk/>
            <pc:sldMk cId="4163532292" sldId="457"/>
            <ac:spMk id="8" creationId="{B727EC41-74BD-EE92-B23C-CD739029424D}"/>
          </ac:spMkLst>
        </pc:sp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2026378126" sldId="458"/>
        </pc:sldMkLst>
      </pc:sldChg>
      <pc:sldChg chg="addSp modSp add mod">
        <pc:chgData name="Michael Hill" userId="41dba03d-e58d-4389-9894-554c10310ba4" providerId="ADAL" clId="{EF23FE1D-A042-481E-AFD7-2A9FB0847F54}" dt="2025-11-11T14:43:54.155" v="184"/>
        <pc:sldMkLst>
          <pc:docMk/>
          <pc:sldMk cId="4192814254" sldId="458"/>
        </pc:sldMkLst>
        <pc:spChg chg="mod">
          <ac:chgData name="Michael Hill" userId="41dba03d-e58d-4389-9894-554c10310ba4" providerId="ADAL" clId="{EF23FE1D-A042-481E-AFD7-2A9FB0847F54}" dt="2025-11-11T14:43:48.168" v="183" actId="14100"/>
          <ac:spMkLst>
            <pc:docMk/>
            <pc:sldMk cId="4192814254" sldId="458"/>
            <ac:spMk id="8" creationId="{0CB0D383-4F44-07EF-56F7-F8E965B9414C}"/>
          </ac:spMkLst>
        </pc:spChg>
        <pc:picChg chg="add mod">
          <ac:chgData name="Michael Hill" userId="41dba03d-e58d-4389-9894-554c10310ba4" providerId="ADAL" clId="{EF23FE1D-A042-481E-AFD7-2A9FB0847F54}" dt="2025-11-11T14:43:54.155" v="184"/>
          <ac:picMkLst>
            <pc:docMk/>
            <pc:sldMk cId="4192814254" sldId="458"/>
            <ac:picMk id="2" creationId="{CAC982A5-1FFF-9AF0-2DD7-5D8512B3B07B}"/>
          </ac:picMkLst>
        </pc:picChg>
      </pc:sldChg>
      <pc:sldChg chg="delSp modSp add mod">
        <pc:chgData name="Michael Hill" userId="41dba03d-e58d-4389-9894-554c10310ba4" providerId="ADAL" clId="{EF23FE1D-A042-481E-AFD7-2A9FB0847F54}" dt="2025-11-11T14:44:07.199" v="188" actId="14100"/>
        <pc:sldMkLst>
          <pc:docMk/>
          <pc:sldMk cId="32404966" sldId="459"/>
        </pc:sldMkLst>
        <pc:spChg chg="mod">
          <ac:chgData name="Michael Hill" userId="41dba03d-e58d-4389-9894-554c10310ba4" providerId="ADAL" clId="{EF23FE1D-A042-481E-AFD7-2A9FB0847F54}" dt="2025-11-11T14:44:07.199" v="188" actId="14100"/>
          <ac:spMkLst>
            <pc:docMk/>
            <pc:sldMk cId="32404966" sldId="459"/>
            <ac:spMk id="8" creationId="{F373E1AB-8C22-B5DC-1337-A03F5BFD4483}"/>
          </ac:spMkLst>
        </pc:spChg>
        <pc:picChg chg="del">
          <ac:chgData name="Michael Hill" userId="41dba03d-e58d-4389-9894-554c10310ba4" providerId="ADAL" clId="{EF23FE1D-A042-481E-AFD7-2A9FB0847F54}" dt="2025-11-11T14:44:03.418" v="187" actId="478"/>
          <ac:picMkLst>
            <pc:docMk/>
            <pc:sldMk cId="32404966" sldId="459"/>
            <ac:picMk id="2" creationId="{915372B9-8295-1D17-A130-0C4668360DDB}"/>
          </ac:picMkLst>
        </pc:pic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137090361" sldId="459"/>
        </pc:sldMkLst>
      </pc:sldChg>
      <pc:sldChg chg="addSp modSp add mod">
        <pc:chgData name="Michael Hill" userId="41dba03d-e58d-4389-9894-554c10310ba4" providerId="ADAL" clId="{EF23FE1D-A042-481E-AFD7-2A9FB0847F54}" dt="2025-11-11T14:44:26.260" v="193"/>
        <pc:sldMkLst>
          <pc:docMk/>
          <pc:sldMk cId="183363712" sldId="460"/>
        </pc:sldMkLst>
        <pc:spChg chg="mod">
          <ac:chgData name="Michael Hill" userId="41dba03d-e58d-4389-9894-554c10310ba4" providerId="ADAL" clId="{EF23FE1D-A042-481E-AFD7-2A9FB0847F54}" dt="2025-11-11T14:44:25.577" v="192" actId="14100"/>
          <ac:spMkLst>
            <pc:docMk/>
            <pc:sldMk cId="183363712" sldId="460"/>
            <ac:spMk id="8" creationId="{57C3CFD4-8F31-F52B-75AB-B5AFE9DA9A12}"/>
          </ac:spMkLst>
        </pc:spChg>
        <pc:picChg chg="add mod">
          <ac:chgData name="Michael Hill" userId="41dba03d-e58d-4389-9894-554c10310ba4" providerId="ADAL" clId="{EF23FE1D-A042-481E-AFD7-2A9FB0847F54}" dt="2025-11-11T14:44:26.260" v="193"/>
          <ac:picMkLst>
            <pc:docMk/>
            <pc:sldMk cId="183363712" sldId="460"/>
            <ac:picMk id="2" creationId="{84C501BE-E73E-ABB0-8F51-27974018F889}"/>
          </ac:picMkLst>
        </pc:pic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876776170" sldId="460"/>
        </pc:sldMkLst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1158419971" sldId="461"/>
        </pc:sldMkLst>
      </pc:sldChg>
      <pc:sldChg chg="addSp delSp modSp add mod">
        <pc:chgData name="Michael Hill" userId="41dba03d-e58d-4389-9894-554c10310ba4" providerId="ADAL" clId="{EF23FE1D-A042-481E-AFD7-2A9FB0847F54}" dt="2025-11-11T14:44:56.437" v="199" actId="1076"/>
        <pc:sldMkLst>
          <pc:docMk/>
          <pc:sldMk cId="2508752975" sldId="461"/>
        </pc:sldMkLst>
        <pc:spChg chg="mod">
          <ac:chgData name="Michael Hill" userId="41dba03d-e58d-4389-9894-554c10310ba4" providerId="ADAL" clId="{EF23FE1D-A042-481E-AFD7-2A9FB0847F54}" dt="2025-11-11T14:44:50.874" v="196" actId="207"/>
          <ac:spMkLst>
            <pc:docMk/>
            <pc:sldMk cId="2508752975" sldId="461"/>
            <ac:spMk id="8" creationId="{E07EDAA5-DF2C-55C7-A604-2E6DBC110E62}"/>
          </ac:spMkLst>
        </pc:spChg>
        <pc:picChg chg="del">
          <ac:chgData name="Michael Hill" userId="41dba03d-e58d-4389-9894-554c10310ba4" providerId="ADAL" clId="{EF23FE1D-A042-481E-AFD7-2A9FB0847F54}" dt="2025-11-11T14:44:54.217" v="197" actId="478"/>
          <ac:picMkLst>
            <pc:docMk/>
            <pc:sldMk cId="2508752975" sldId="461"/>
            <ac:picMk id="2" creationId="{E1B388E6-6296-93BA-EBDA-8535A9CECCDF}"/>
          </ac:picMkLst>
        </pc:picChg>
        <pc:picChg chg="add mod">
          <ac:chgData name="Michael Hill" userId="41dba03d-e58d-4389-9894-554c10310ba4" providerId="ADAL" clId="{EF23FE1D-A042-481E-AFD7-2A9FB0847F54}" dt="2025-11-11T14:44:56.437" v="199" actId="1076"/>
          <ac:picMkLst>
            <pc:docMk/>
            <pc:sldMk cId="2508752975" sldId="461"/>
            <ac:picMk id="3" creationId="{B7C618DB-1178-F42E-7FD3-648C593778F4}"/>
          </ac:picMkLst>
        </pc:picChg>
        <pc:picChg chg="add mod">
          <ac:chgData name="Michael Hill" userId="41dba03d-e58d-4389-9894-554c10310ba4" providerId="ADAL" clId="{EF23FE1D-A042-481E-AFD7-2A9FB0847F54}" dt="2025-11-11T14:44:56.437" v="199" actId="1076"/>
          <ac:picMkLst>
            <pc:docMk/>
            <pc:sldMk cId="2508752975" sldId="461"/>
            <ac:picMk id="6" creationId="{80C7BA91-BEEB-4A0B-42ED-B36F1A957CF3}"/>
          </ac:picMkLst>
        </pc:pic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1336438931" sldId="462"/>
        </pc:sldMkLst>
      </pc:sldChg>
      <pc:sldChg chg="delSp modSp add mod">
        <pc:chgData name="Michael Hill" userId="41dba03d-e58d-4389-9894-554c10310ba4" providerId="ADAL" clId="{EF23FE1D-A042-481E-AFD7-2A9FB0847F54}" dt="2025-11-11T14:47:32.088" v="338" actId="14100"/>
        <pc:sldMkLst>
          <pc:docMk/>
          <pc:sldMk cId="4031061204" sldId="462"/>
        </pc:sldMkLst>
        <pc:spChg chg="mod">
          <ac:chgData name="Michael Hill" userId="41dba03d-e58d-4389-9894-554c10310ba4" providerId="ADAL" clId="{EF23FE1D-A042-481E-AFD7-2A9FB0847F54}" dt="2025-11-11T14:47:32.088" v="338" actId="14100"/>
          <ac:spMkLst>
            <pc:docMk/>
            <pc:sldMk cId="4031061204" sldId="462"/>
            <ac:spMk id="5" creationId="{9191264B-7315-050A-9764-B0549C08EE6F}"/>
          </ac:spMkLst>
        </pc:spChg>
        <pc:spChg chg="mod">
          <ac:chgData name="Michael Hill" userId="41dba03d-e58d-4389-9894-554c10310ba4" providerId="ADAL" clId="{EF23FE1D-A042-481E-AFD7-2A9FB0847F54}" dt="2025-11-11T14:45:09.529" v="205" actId="20577"/>
          <ac:spMkLst>
            <pc:docMk/>
            <pc:sldMk cId="4031061204" sldId="462"/>
            <ac:spMk id="8" creationId="{9C3FB131-74CE-B139-8659-ABA9528EE485}"/>
          </ac:spMkLst>
        </pc:spChg>
        <pc:picChg chg="del">
          <ac:chgData name="Michael Hill" userId="41dba03d-e58d-4389-9894-554c10310ba4" providerId="ADAL" clId="{EF23FE1D-A042-481E-AFD7-2A9FB0847F54}" dt="2025-11-11T14:45:05.148" v="203" actId="478"/>
          <ac:picMkLst>
            <pc:docMk/>
            <pc:sldMk cId="4031061204" sldId="462"/>
            <ac:picMk id="3" creationId="{EEC33DCA-2CEC-6330-ED06-C9C28E9D5C0C}"/>
          </ac:picMkLst>
        </pc:picChg>
        <pc:picChg chg="del">
          <ac:chgData name="Michael Hill" userId="41dba03d-e58d-4389-9894-554c10310ba4" providerId="ADAL" clId="{EF23FE1D-A042-481E-AFD7-2A9FB0847F54}" dt="2025-11-11T14:45:04.540" v="202" actId="478"/>
          <ac:picMkLst>
            <pc:docMk/>
            <pc:sldMk cId="4031061204" sldId="462"/>
            <ac:picMk id="6" creationId="{8928A94D-9348-5A7E-D21C-A2494A76166D}"/>
          </ac:picMkLst>
        </pc:pic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2541168846" sldId="463"/>
        </pc:sldMkLst>
      </pc:sldChg>
      <pc:sldChg chg="addSp modSp add mod">
        <pc:chgData name="Michael Hill" userId="41dba03d-e58d-4389-9894-554c10310ba4" providerId="ADAL" clId="{EF23FE1D-A042-481E-AFD7-2A9FB0847F54}" dt="2025-11-11T14:47:20.753" v="326" actId="207"/>
        <pc:sldMkLst>
          <pc:docMk/>
          <pc:sldMk cId="4021024165" sldId="463"/>
        </pc:sldMkLst>
        <pc:spChg chg="mod">
          <ac:chgData name="Michael Hill" userId="41dba03d-e58d-4389-9894-554c10310ba4" providerId="ADAL" clId="{EF23FE1D-A042-481E-AFD7-2A9FB0847F54}" dt="2025-11-11T14:47:18.311" v="325" actId="14100"/>
          <ac:spMkLst>
            <pc:docMk/>
            <pc:sldMk cId="4021024165" sldId="463"/>
            <ac:spMk id="5" creationId="{5DCD9923-1A1D-CFED-4E0E-41DA2F73AF03}"/>
          </ac:spMkLst>
        </pc:spChg>
        <pc:spChg chg="mod">
          <ac:chgData name="Michael Hill" userId="41dba03d-e58d-4389-9894-554c10310ba4" providerId="ADAL" clId="{EF23FE1D-A042-481E-AFD7-2A9FB0847F54}" dt="2025-11-11T14:47:20.753" v="326" actId="207"/>
          <ac:spMkLst>
            <pc:docMk/>
            <pc:sldMk cId="4021024165" sldId="463"/>
            <ac:spMk id="8" creationId="{782F4AF8-3D84-FF11-0AED-52C622CE1F95}"/>
          </ac:spMkLst>
        </pc:spChg>
        <pc:picChg chg="add mod">
          <ac:chgData name="Michael Hill" userId="41dba03d-e58d-4389-9894-554c10310ba4" providerId="ADAL" clId="{EF23FE1D-A042-481E-AFD7-2A9FB0847F54}" dt="2025-11-11T14:45:21.847" v="209"/>
          <ac:picMkLst>
            <pc:docMk/>
            <pc:sldMk cId="4021024165" sldId="463"/>
            <ac:picMk id="2" creationId="{C2EA6F56-D844-EB57-A7EB-67389DACA37B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11T14:47:11.496" v="313" actId="14100"/>
        <pc:sldMkLst>
          <pc:docMk/>
          <pc:sldMk cId="3132979976" sldId="464"/>
        </pc:sldMkLst>
        <pc:spChg chg="add mod">
          <ac:chgData name="Michael Hill" userId="41dba03d-e58d-4389-9894-554c10310ba4" providerId="ADAL" clId="{EF23FE1D-A042-481E-AFD7-2A9FB0847F54}" dt="2025-11-11T14:45:42.996" v="214"/>
          <ac:spMkLst>
            <pc:docMk/>
            <pc:sldMk cId="3132979976" sldId="464"/>
            <ac:spMk id="3" creationId="{06BEB990-2FEC-195D-195F-9EA2B1D93834}"/>
          </ac:spMkLst>
        </pc:spChg>
        <pc:spChg chg="mod">
          <ac:chgData name="Michael Hill" userId="41dba03d-e58d-4389-9894-554c10310ba4" providerId="ADAL" clId="{EF23FE1D-A042-481E-AFD7-2A9FB0847F54}" dt="2025-11-11T14:47:11.496" v="313" actId="14100"/>
          <ac:spMkLst>
            <pc:docMk/>
            <pc:sldMk cId="3132979976" sldId="464"/>
            <ac:spMk id="5" creationId="{F91FE00E-AF91-ABE4-7090-69C42A51503B}"/>
          </ac:spMkLst>
        </pc:spChg>
        <pc:spChg chg="mod">
          <ac:chgData name="Michael Hill" userId="41dba03d-e58d-4389-9894-554c10310ba4" providerId="ADAL" clId="{EF23FE1D-A042-481E-AFD7-2A9FB0847F54}" dt="2025-11-11T14:45:37.690" v="212"/>
          <ac:spMkLst>
            <pc:docMk/>
            <pc:sldMk cId="3132979976" sldId="464"/>
            <ac:spMk id="8" creationId="{B91C4C72-0837-AEF0-E518-17856B847834}"/>
          </ac:spMkLst>
        </pc:spChg>
        <pc:picChg chg="del">
          <ac:chgData name="Michael Hill" userId="41dba03d-e58d-4389-9894-554c10310ba4" providerId="ADAL" clId="{EF23FE1D-A042-481E-AFD7-2A9FB0847F54}" dt="2025-11-11T14:45:42.746" v="213" actId="478"/>
          <ac:picMkLst>
            <pc:docMk/>
            <pc:sldMk cId="3132979976" sldId="464"/>
            <ac:picMk id="2" creationId="{B6AAD7CD-ABCC-ECC2-A4A5-5DE3F25BADC8}"/>
          </ac:picMkLst>
        </pc:picChg>
        <pc:picChg chg="add mod">
          <ac:chgData name="Michael Hill" userId="41dba03d-e58d-4389-9894-554c10310ba4" providerId="ADAL" clId="{EF23FE1D-A042-481E-AFD7-2A9FB0847F54}" dt="2025-11-11T14:45:42.996" v="214"/>
          <ac:picMkLst>
            <pc:docMk/>
            <pc:sldMk cId="3132979976" sldId="464"/>
            <ac:picMk id="6" creationId="{A72FC189-2B84-F44B-F180-65EB7F6C38A5}"/>
          </ac:picMkLst>
        </pc:picChg>
        <pc:picChg chg="add mod">
          <ac:chgData name="Michael Hill" userId="41dba03d-e58d-4389-9894-554c10310ba4" providerId="ADAL" clId="{EF23FE1D-A042-481E-AFD7-2A9FB0847F54}" dt="2025-11-11T14:45:48.479" v="216" actId="1076"/>
          <ac:picMkLst>
            <pc:docMk/>
            <pc:sldMk cId="3132979976" sldId="464"/>
            <ac:picMk id="10" creationId="{DAE6AAE5-283D-3DA5-B942-4173B909B3E4}"/>
          </ac:picMkLst>
        </pc:pic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3940241217" sldId="464"/>
        </pc:sldMkLst>
      </pc:sldChg>
      <pc:sldChg chg="addSp delSp modSp add mod">
        <pc:chgData name="Michael Hill" userId="41dba03d-e58d-4389-9894-554c10310ba4" providerId="ADAL" clId="{EF23FE1D-A042-481E-AFD7-2A9FB0847F54}" dt="2025-11-11T14:47:05.775" v="301" actId="14100"/>
        <pc:sldMkLst>
          <pc:docMk/>
          <pc:sldMk cId="990411058" sldId="465"/>
        </pc:sldMkLst>
        <pc:spChg chg="mod">
          <ac:chgData name="Michael Hill" userId="41dba03d-e58d-4389-9894-554c10310ba4" providerId="ADAL" clId="{EF23FE1D-A042-481E-AFD7-2A9FB0847F54}" dt="2025-11-11T14:47:05.775" v="301" actId="14100"/>
          <ac:spMkLst>
            <pc:docMk/>
            <pc:sldMk cId="990411058" sldId="465"/>
            <ac:spMk id="5" creationId="{226D95B5-C3B7-8ECC-D2D2-6053CD20EDB2}"/>
          </ac:spMkLst>
        </pc:spChg>
        <pc:spChg chg="mod">
          <ac:chgData name="Michael Hill" userId="41dba03d-e58d-4389-9894-554c10310ba4" providerId="ADAL" clId="{EF23FE1D-A042-481E-AFD7-2A9FB0847F54}" dt="2025-11-11T14:46:01.686" v="222" actId="207"/>
          <ac:spMkLst>
            <pc:docMk/>
            <pc:sldMk cId="990411058" sldId="465"/>
            <ac:spMk id="8" creationId="{C2EAB0A5-EA24-5555-E6E2-FED3F27409CC}"/>
          </ac:spMkLst>
        </pc:spChg>
        <pc:picChg chg="add mod">
          <ac:chgData name="Michael Hill" userId="41dba03d-e58d-4389-9894-554c10310ba4" providerId="ADAL" clId="{EF23FE1D-A042-481E-AFD7-2A9FB0847F54}" dt="2025-11-11T14:45:59.268" v="221" actId="1076"/>
          <ac:picMkLst>
            <pc:docMk/>
            <pc:sldMk cId="990411058" sldId="465"/>
            <ac:picMk id="2" creationId="{F376BDA1-D21D-2C93-4A51-3C156B8F304A}"/>
          </ac:picMkLst>
        </pc:picChg>
        <pc:picChg chg="del">
          <ac:chgData name="Michael Hill" userId="41dba03d-e58d-4389-9894-554c10310ba4" providerId="ADAL" clId="{EF23FE1D-A042-481E-AFD7-2A9FB0847F54}" dt="2025-11-11T14:45:57.722" v="219" actId="478"/>
          <ac:picMkLst>
            <pc:docMk/>
            <pc:sldMk cId="990411058" sldId="465"/>
            <ac:picMk id="10" creationId="{AC6B1A3A-8855-61E9-0AED-2AE5BC209468}"/>
          </ac:picMkLst>
        </pc:pic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3261196821" sldId="465"/>
        </pc:sldMkLst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2181912170" sldId="466"/>
        </pc:sldMkLst>
      </pc:sldChg>
      <pc:sldChg chg="delSp modSp add mod">
        <pc:chgData name="Michael Hill" userId="41dba03d-e58d-4389-9894-554c10310ba4" providerId="ADAL" clId="{EF23FE1D-A042-481E-AFD7-2A9FB0847F54}" dt="2025-11-11T14:46:58.232" v="287" actId="14100"/>
        <pc:sldMkLst>
          <pc:docMk/>
          <pc:sldMk cId="3531554426" sldId="466"/>
        </pc:sldMkLst>
        <pc:spChg chg="mod">
          <ac:chgData name="Michael Hill" userId="41dba03d-e58d-4389-9894-554c10310ba4" providerId="ADAL" clId="{EF23FE1D-A042-481E-AFD7-2A9FB0847F54}" dt="2025-11-11T14:46:58.232" v="287" actId="14100"/>
          <ac:spMkLst>
            <pc:docMk/>
            <pc:sldMk cId="3531554426" sldId="466"/>
            <ac:spMk id="5" creationId="{3F52C1CB-DE7C-DF58-3BFD-F8C114CFE492}"/>
          </ac:spMkLst>
        </pc:spChg>
        <pc:spChg chg="mod">
          <ac:chgData name="Michael Hill" userId="41dba03d-e58d-4389-9894-554c10310ba4" providerId="ADAL" clId="{EF23FE1D-A042-481E-AFD7-2A9FB0847F54}" dt="2025-11-11T14:46:15.846" v="227" actId="14100"/>
          <ac:spMkLst>
            <pc:docMk/>
            <pc:sldMk cId="3531554426" sldId="466"/>
            <ac:spMk id="8" creationId="{C19F9C3A-831D-2677-CEB2-20A558AA5848}"/>
          </ac:spMkLst>
        </pc:spChg>
        <pc:picChg chg="del">
          <ac:chgData name="Michael Hill" userId="41dba03d-e58d-4389-9894-554c10310ba4" providerId="ADAL" clId="{EF23FE1D-A042-481E-AFD7-2A9FB0847F54}" dt="2025-11-11T14:46:13.179" v="226" actId="478"/>
          <ac:picMkLst>
            <pc:docMk/>
            <pc:sldMk cId="3531554426" sldId="466"/>
            <ac:picMk id="2" creationId="{0B3A8905-8C94-9FE4-3DF4-BE0DF21D3030}"/>
          </ac:picMkLst>
        </pc:picChg>
      </pc:sldChg>
      <pc:sldChg chg="add del">
        <pc:chgData name="Michael Hill" userId="41dba03d-e58d-4389-9894-554c10310ba4" providerId="ADAL" clId="{EF23FE1D-A042-481E-AFD7-2A9FB0847F54}" dt="2025-11-11T14:38:53.593" v="146" actId="47"/>
        <pc:sldMkLst>
          <pc:docMk/>
          <pc:sldMk cId="761756970" sldId="467"/>
        </pc:sldMkLst>
      </pc:sldChg>
      <pc:sldChg chg="modSp add mod">
        <pc:chgData name="Michael Hill" userId="41dba03d-e58d-4389-9894-554c10310ba4" providerId="ADAL" clId="{EF23FE1D-A042-481E-AFD7-2A9FB0847F54}" dt="2025-11-11T14:46:51.439" v="275" actId="20577"/>
        <pc:sldMkLst>
          <pc:docMk/>
          <pc:sldMk cId="1288406644" sldId="467"/>
        </pc:sldMkLst>
        <pc:spChg chg="mod">
          <ac:chgData name="Michael Hill" userId="41dba03d-e58d-4389-9894-554c10310ba4" providerId="ADAL" clId="{EF23FE1D-A042-481E-AFD7-2A9FB0847F54}" dt="2025-11-11T14:46:51.439" v="275" actId="20577"/>
          <ac:spMkLst>
            <pc:docMk/>
            <pc:sldMk cId="1288406644" sldId="467"/>
            <ac:spMk id="5" creationId="{34A41221-47E6-EE8B-E83E-163EFD620836}"/>
          </ac:spMkLst>
        </pc:spChg>
        <pc:spChg chg="mod">
          <ac:chgData name="Michael Hill" userId="41dba03d-e58d-4389-9894-554c10310ba4" providerId="ADAL" clId="{EF23FE1D-A042-481E-AFD7-2A9FB0847F54}" dt="2025-11-11T14:46:45.264" v="269" actId="20577"/>
          <ac:spMkLst>
            <pc:docMk/>
            <pc:sldMk cId="1288406644" sldId="467"/>
            <ac:spMk id="8" creationId="{D07A85C1-CE40-FD9A-CAF4-CE42334D3260}"/>
          </ac:spMkLst>
        </pc:spChg>
      </pc:sldChg>
      <pc:sldChg chg="addSp modSp add mod">
        <pc:chgData name="Michael Hill" userId="41dba03d-e58d-4389-9894-554c10310ba4" providerId="ADAL" clId="{EF23FE1D-A042-481E-AFD7-2A9FB0847F54}" dt="2025-11-11T14:48:00.305" v="364" actId="14100"/>
        <pc:sldMkLst>
          <pc:docMk/>
          <pc:sldMk cId="3247278245" sldId="468"/>
        </pc:sldMkLst>
        <pc:spChg chg="mod">
          <ac:chgData name="Michael Hill" userId="41dba03d-e58d-4389-9894-554c10310ba4" providerId="ADAL" clId="{EF23FE1D-A042-481E-AFD7-2A9FB0847F54}" dt="2025-11-11T14:47:49.272" v="360" actId="14100"/>
          <ac:spMkLst>
            <pc:docMk/>
            <pc:sldMk cId="3247278245" sldId="468"/>
            <ac:spMk id="5" creationId="{4DF508F9-99E9-3F50-B568-5AAD15EA53CA}"/>
          </ac:spMkLst>
        </pc:spChg>
        <pc:spChg chg="mod">
          <ac:chgData name="Michael Hill" userId="41dba03d-e58d-4389-9894-554c10310ba4" providerId="ADAL" clId="{EF23FE1D-A042-481E-AFD7-2A9FB0847F54}" dt="2025-11-11T14:48:00.305" v="364" actId="14100"/>
          <ac:spMkLst>
            <pc:docMk/>
            <pc:sldMk cId="3247278245" sldId="468"/>
            <ac:spMk id="8" creationId="{4C33FA2F-461F-70BB-58B2-724333506CB9}"/>
          </ac:spMkLst>
        </pc:spChg>
        <pc:picChg chg="add mod">
          <ac:chgData name="Michael Hill" userId="41dba03d-e58d-4389-9894-554c10310ba4" providerId="ADAL" clId="{EF23FE1D-A042-481E-AFD7-2A9FB0847F54}" dt="2025-11-11T14:47:57.796" v="363" actId="1076"/>
          <ac:picMkLst>
            <pc:docMk/>
            <pc:sldMk cId="3247278245" sldId="468"/>
            <ac:picMk id="2" creationId="{068063EA-E5D3-E7C3-CF6E-15E1BA13BAB6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11T14:48:15.933" v="369" actId="1076"/>
        <pc:sldMkLst>
          <pc:docMk/>
          <pc:sldMk cId="4025703363" sldId="469"/>
        </pc:sldMkLst>
        <pc:spChg chg="mod">
          <ac:chgData name="Michael Hill" userId="41dba03d-e58d-4389-9894-554c10310ba4" providerId="ADAL" clId="{EF23FE1D-A042-481E-AFD7-2A9FB0847F54}" dt="2025-11-11T14:48:05.731" v="366"/>
          <ac:spMkLst>
            <pc:docMk/>
            <pc:sldMk cId="4025703363" sldId="469"/>
            <ac:spMk id="8" creationId="{03CC70FF-E19C-6DD8-5130-72DE6FCD5803}"/>
          </ac:spMkLst>
        </pc:spChg>
        <pc:picChg chg="del">
          <ac:chgData name="Michael Hill" userId="41dba03d-e58d-4389-9894-554c10310ba4" providerId="ADAL" clId="{EF23FE1D-A042-481E-AFD7-2A9FB0847F54}" dt="2025-11-11T14:48:09.379" v="367" actId="478"/>
          <ac:picMkLst>
            <pc:docMk/>
            <pc:sldMk cId="4025703363" sldId="469"/>
            <ac:picMk id="2" creationId="{30E9FAD8-8650-BE81-A2AF-B01AB9873CEC}"/>
          </ac:picMkLst>
        </pc:picChg>
        <pc:picChg chg="add mod">
          <ac:chgData name="Michael Hill" userId="41dba03d-e58d-4389-9894-554c10310ba4" providerId="ADAL" clId="{EF23FE1D-A042-481E-AFD7-2A9FB0847F54}" dt="2025-11-11T14:48:15.933" v="369" actId="1076"/>
          <ac:picMkLst>
            <pc:docMk/>
            <pc:sldMk cId="4025703363" sldId="469"/>
            <ac:picMk id="3" creationId="{19810450-3FC9-7654-EAEE-E255325B35E6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11T14:48:54.721" v="377" actId="1076"/>
        <pc:sldMkLst>
          <pc:docMk/>
          <pc:sldMk cId="960234915" sldId="470"/>
        </pc:sldMkLst>
        <pc:spChg chg="mod">
          <ac:chgData name="Michael Hill" userId="41dba03d-e58d-4389-9894-554c10310ba4" providerId="ADAL" clId="{EF23FE1D-A042-481E-AFD7-2A9FB0847F54}" dt="2025-11-11T14:48:53.772" v="376" actId="14100"/>
          <ac:spMkLst>
            <pc:docMk/>
            <pc:sldMk cId="960234915" sldId="470"/>
            <ac:spMk id="8" creationId="{90BC6FE1-C224-9BEC-B670-E0C9C540695C}"/>
          </ac:spMkLst>
        </pc:spChg>
        <pc:picChg chg="add mod">
          <ac:chgData name="Michael Hill" userId="41dba03d-e58d-4389-9894-554c10310ba4" providerId="ADAL" clId="{EF23FE1D-A042-481E-AFD7-2A9FB0847F54}" dt="2025-11-11T14:48:54.721" v="377" actId="1076"/>
          <ac:picMkLst>
            <pc:docMk/>
            <pc:sldMk cId="960234915" sldId="470"/>
            <ac:picMk id="2" creationId="{92CB2964-A154-2DAA-A883-0217F744F976}"/>
          </ac:picMkLst>
        </pc:picChg>
        <pc:picChg chg="del">
          <ac:chgData name="Michael Hill" userId="41dba03d-e58d-4389-9894-554c10310ba4" providerId="ADAL" clId="{EF23FE1D-A042-481E-AFD7-2A9FB0847F54}" dt="2025-11-11T14:48:43.347" v="371" actId="478"/>
          <ac:picMkLst>
            <pc:docMk/>
            <pc:sldMk cId="960234915" sldId="470"/>
            <ac:picMk id="3" creationId="{29E58286-4B7C-FC9D-2136-86CA4C193B25}"/>
          </ac:picMkLst>
        </pc:picChg>
      </pc:sldChg>
      <pc:sldChg chg="delSp modSp add mod">
        <pc:chgData name="Michael Hill" userId="41dba03d-e58d-4389-9894-554c10310ba4" providerId="ADAL" clId="{EF23FE1D-A042-481E-AFD7-2A9FB0847F54}" dt="2025-11-11T14:53:32.630" v="997" actId="404"/>
        <pc:sldMkLst>
          <pc:docMk/>
          <pc:sldMk cId="1863791539" sldId="471"/>
        </pc:sldMkLst>
        <pc:spChg chg="mod">
          <ac:chgData name="Michael Hill" userId="41dba03d-e58d-4389-9894-554c10310ba4" providerId="ADAL" clId="{EF23FE1D-A042-481E-AFD7-2A9FB0847F54}" dt="2025-11-11T14:53:32.630" v="997" actId="404"/>
          <ac:spMkLst>
            <pc:docMk/>
            <pc:sldMk cId="1863791539" sldId="471"/>
            <ac:spMk id="8" creationId="{F4D404F1-D8E0-F95B-FC40-3678BDBD2586}"/>
          </ac:spMkLst>
        </pc:spChg>
        <pc:picChg chg="del mod">
          <ac:chgData name="Michael Hill" userId="41dba03d-e58d-4389-9894-554c10310ba4" providerId="ADAL" clId="{EF23FE1D-A042-481E-AFD7-2A9FB0847F54}" dt="2025-11-11T14:51:14.887" v="677" actId="478"/>
          <ac:picMkLst>
            <pc:docMk/>
            <pc:sldMk cId="1863791539" sldId="471"/>
            <ac:picMk id="2" creationId="{B9293ED7-F984-406F-8167-3C0B25905F50}"/>
          </ac:picMkLst>
        </pc:picChg>
      </pc:sldChg>
      <pc:sldMasterChg chg="setBg modSldLayout">
        <pc:chgData name="Michael Hill" userId="41dba03d-e58d-4389-9894-554c10310ba4" providerId="ADAL" clId="{EF23FE1D-A042-481E-AFD7-2A9FB0847F54}" dt="2025-11-11T14:38:50.870" v="142"/>
        <pc:sldMasterMkLst>
          <pc:docMk/>
          <pc:sldMasterMk cId="638898257" sldId="2147483648"/>
        </pc:sldMasterMkLst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2002272863" sldId="2147483649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3057639116" sldId="2147483650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262205669" sldId="2147483651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3959941053" sldId="2147483652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2944576127" sldId="2147483653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2271566870" sldId="2147483654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2267955524" sldId="2147483655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2102701162" sldId="2147483656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1695055263" sldId="2147483657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1221256779" sldId="2147483658"/>
          </pc:sldLayoutMkLst>
        </pc:sldLayoutChg>
        <pc:sldLayoutChg chg="setBg">
          <pc:chgData name="Michael Hill" userId="41dba03d-e58d-4389-9894-554c10310ba4" providerId="ADAL" clId="{EF23FE1D-A042-481E-AFD7-2A9FB0847F54}" dt="2025-11-11T14:38:50.870" v="142"/>
          <pc:sldLayoutMkLst>
            <pc:docMk/>
            <pc:sldMasterMk cId="638898257" sldId="2147483648"/>
            <pc:sldLayoutMk cId="2088171623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405159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A3-3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630936" y="3692233"/>
            <a:ext cx="9573768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ENTITY RELATIONSHIP DIAGRAMS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Entity Relationship Diagrams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Modality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Cardinality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 hospital database needs to track patients’ allergies.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Should this be stored as a Boolean (Yes/No), a String (list of allergens), or a separate linked table? 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Which choice would best meet the needs of doctors, patients, and administrators and why?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 would recommend a separate related table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This way, each individual allergen can be accounted for on a per-patient basis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This would be easily searchable by doctors trying to check which medications or food somebody can have 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This will, unfortunately, likely take more time to input than the Boolean or string however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F2BE8-11FC-440C-AD68-3916E793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62D68A9-AC5B-EE00-E367-633AE4FEF5F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3D1ACC-E0E3-E4EC-54EE-0243D91C097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A69669-4FDB-DABA-4D47-37F64F9A8D5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D071E9-AC04-5B92-BC09-FCCD1E07A5C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284222-4860-E182-B319-EF08F8E4B64E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Entity Relationship Diagram (ERD)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a visual representation of the entities in a database and the relationship between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AB5C6-C654-7564-5F81-E8EC4783C0EB}"/>
              </a:ext>
            </a:extLst>
          </p:cNvPr>
          <p:cNvSpPr/>
          <p:nvPr/>
        </p:nvSpPr>
        <p:spPr>
          <a:xfrm>
            <a:off x="163792" y="155968"/>
            <a:ext cx="887543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ENTITY RELATIONSHIP DIAGRAMS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2DDD3-23DC-1936-F3B7-F4BB5FDE47B6}"/>
              </a:ext>
            </a:extLst>
          </p:cNvPr>
          <p:cNvSpPr/>
          <p:nvPr/>
        </p:nvSpPr>
        <p:spPr>
          <a:xfrm>
            <a:off x="870553" y="3559913"/>
            <a:ext cx="1590999" cy="746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E731E-6B9F-CE57-4C0B-341B6B7972F0}"/>
              </a:ext>
            </a:extLst>
          </p:cNvPr>
          <p:cNvSpPr/>
          <p:nvPr/>
        </p:nvSpPr>
        <p:spPr>
          <a:xfrm>
            <a:off x="4962201" y="5486078"/>
            <a:ext cx="1590999" cy="746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4FCB3B-6BCD-5596-6909-DA587502966B}"/>
              </a:ext>
            </a:extLst>
          </p:cNvPr>
          <p:cNvSpPr/>
          <p:nvPr/>
        </p:nvSpPr>
        <p:spPr>
          <a:xfrm>
            <a:off x="8198784" y="3864188"/>
            <a:ext cx="1590999" cy="746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48031B-B2D3-C289-7700-C9250F2245FE}"/>
              </a:ext>
            </a:extLst>
          </p:cNvPr>
          <p:cNvCxnSpPr>
            <a:cxnSpLocks/>
          </p:cNvCxnSpPr>
          <p:nvPr/>
        </p:nvCxnSpPr>
        <p:spPr>
          <a:xfrm>
            <a:off x="1666053" y="4306188"/>
            <a:ext cx="3296148" cy="1553028"/>
          </a:xfrm>
          <a:prstGeom prst="line">
            <a:avLst/>
          </a:prstGeom>
          <a:ln w="762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742393-7EE8-76F4-C1CA-FB3CEA3BBE27}"/>
              </a:ext>
            </a:extLst>
          </p:cNvPr>
          <p:cNvCxnSpPr>
            <a:cxnSpLocks/>
          </p:cNvCxnSpPr>
          <p:nvPr/>
        </p:nvCxnSpPr>
        <p:spPr>
          <a:xfrm flipH="1">
            <a:off x="6553200" y="4610463"/>
            <a:ext cx="2441084" cy="1248753"/>
          </a:xfrm>
          <a:prstGeom prst="line">
            <a:avLst/>
          </a:prstGeom>
          <a:ln w="762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142CAD6-9A16-8B03-CB0E-F78C98F1176A}"/>
              </a:ext>
            </a:extLst>
          </p:cNvPr>
          <p:cNvSpPr txBox="1"/>
          <p:nvPr/>
        </p:nvSpPr>
        <p:spPr>
          <a:xfrm rot="1504797">
            <a:off x="1417351" y="5059121"/>
            <a:ext cx="34179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 customer places 1 or more orders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FFDC2-AB6C-8EF4-9459-3D78873C76F0}"/>
              </a:ext>
            </a:extLst>
          </p:cNvPr>
          <p:cNvSpPr txBox="1"/>
          <p:nvPr/>
        </p:nvSpPr>
        <p:spPr>
          <a:xfrm rot="19962397">
            <a:off x="6427517" y="5316801"/>
            <a:ext cx="2980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 order has 1 or more products</a:t>
            </a:r>
          </a:p>
        </p:txBody>
      </p:sp>
    </p:spTree>
    <p:extLst>
      <p:ext uri="{BB962C8B-B14F-4D97-AF65-F5344CB8AC3E}">
        <p14:creationId xmlns:p14="http://schemas.microsoft.com/office/powerpoint/2010/main" val="235888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450B5-E3BC-D049-D56A-D4E63343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90A129A-D6A6-CD13-F99D-4CCE990564F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B32C20-8F69-0539-9FC1-D39508DB6C5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C8D59B-E8D0-C177-BA46-4A41FBA3364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F5CA11-F99B-708B-A5E9-18E9D8BA065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1BF2F8-A1DE-E403-1083-45064509664F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ERDs provide a lot of functionality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Clear overview of database structure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Easy to communicate with stakeholders about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Documentation for the database design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Support future development and maintenance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Define relationships to ensure data integrity and consistency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472215-F38E-8292-8DFB-C176B02C9FC1}"/>
              </a:ext>
            </a:extLst>
          </p:cNvPr>
          <p:cNvSpPr/>
          <p:nvPr/>
        </p:nvSpPr>
        <p:spPr>
          <a:xfrm>
            <a:off x="-474383" y="155968"/>
            <a:ext cx="887543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ENTITY RELATIONSHIP DIAGRAMS</a:t>
            </a:r>
          </a:p>
        </p:txBody>
      </p:sp>
    </p:spTree>
    <p:extLst>
      <p:ext uri="{BB962C8B-B14F-4D97-AF65-F5344CB8AC3E}">
        <p14:creationId xmlns:p14="http://schemas.microsoft.com/office/powerpoint/2010/main" val="336436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CFFD5-5D5A-0C2B-F7A5-070360B2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F0EB067-B1EA-1823-5151-10FFB558F94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0C1326-1104-019D-E6EB-9B06C78846D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6AA500-ABC6-E46F-E9E4-CAECF299E22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A407BE-42FB-D091-5770-1022F837059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7EC41-74BD-EE92-B23C-CD739029424D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Think about the relationship between hospital patients and their medical records?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Does a patient have to have medical records to be in the hospitals database?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FE385A-08D4-4894-BA9B-E6294B3FB7AE}"/>
              </a:ext>
            </a:extLst>
          </p:cNvPr>
          <p:cNvSpPr/>
          <p:nvPr/>
        </p:nvSpPr>
        <p:spPr>
          <a:xfrm>
            <a:off x="92274" y="155968"/>
            <a:ext cx="293667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MODALITY</a:t>
            </a:r>
          </a:p>
        </p:txBody>
      </p:sp>
    </p:spTree>
    <p:extLst>
      <p:ext uri="{BB962C8B-B14F-4D97-AF65-F5344CB8AC3E}">
        <p14:creationId xmlns:p14="http://schemas.microsoft.com/office/powerpoint/2010/main" val="4163532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075E5-2CFE-6F9D-34A8-E9EA4C2C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5EC37FB-3370-D7B5-C593-324034EB173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2398F8-0486-DFB8-0669-1A3751850E7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CDF48B-06B1-8C60-E44A-0B75368B1FE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0C938D-1430-760F-86E3-88B945B1407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B0D383-4F44-07EF-56F7-F8E965B9414C}"/>
              </a:ext>
            </a:extLst>
          </p:cNvPr>
          <p:cNvSpPr/>
          <p:nvPr/>
        </p:nvSpPr>
        <p:spPr>
          <a:xfrm>
            <a:off x="421106" y="1357745"/>
            <a:ext cx="538035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instances where a patient may not have medical records at a hospital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new patient at the hospital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baby that was just born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means that the patient’s medical record is an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optional relationship (0)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3289C-315F-E6D3-8CC0-988EB03CFB57}"/>
              </a:ext>
            </a:extLst>
          </p:cNvPr>
          <p:cNvSpPr/>
          <p:nvPr/>
        </p:nvSpPr>
        <p:spPr>
          <a:xfrm>
            <a:off x="92274" y="155968"/>
            <a:ext cx="293667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MODALITY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C982A5-1FFF-9AF0-2DD7-5D8512B3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938" y="1193061"/>
            <a:ext cx="2248571" cy="447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14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14039-4459-E7DE-B9F6-19536B30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F59C7EE-7283-FEA9-0694-31EDE9382BD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A5E702-9EEE-0594-54B0-80EB2C232E9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D903FB-D6A6-275C-6EA3-A47941499BE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44E21D-E1F6-5999-28C1-D09E25B83E9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73E1AB-8C22-B5DC-1337-A03F5BFD4483}"/>
              </a:ext>
            </a:extLst>
          </p:cNvPr>
          <p:cNvSpPr/>
          <p:nvPr/>
        </p:nvSpPr>
        <p:spPr>
          <a:xfrm>
            <a:off x="421106" y="1357745"/>
            <a:ext cx="10989844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let’s think about the relationship between a customer and an order on an online store like Amazon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there any instance where an order can be made without a customer account?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8793D-A081-2AE6-E24E-3E9D34228494}"/>
              </a:ext>
            </a:extLst>
          </p:cNvPr>
          <p:cNvSpPr/>
          <p:nvPr/>
        </p:nvSpPr>
        <p:spPr>
          <a:xfrm>
            <a:off x="92274" y="155968"/>
            <a:ext cx="293667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MODALITY</a:t>
            </a:r>
          </a:p>
        </p:txBody>
      </p:sp>
    </p:spTree>
    <p:extLst>
      <p:ext uri="{BB962C8B-B14F-4D97-AF65-F5344CB8AC3E}">
        <p14:creationId xmlns:p14="http://schemas.microsoft.com/office/powerpoint/2010/main" val="3240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7262F-FB5F-7EF5-1183-6145EF89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F4568A9-3B5C-49A3-FAAD-A3FACB791CB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3B65DA-CBF5-27C9-18FF-3AB332ABCE4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D74104-C67C-E05F-8EEB-3A43DCDBC08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03D6BA-5E11-2303-254A-B8FA97F9038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C3CFD4-8F31-F52B-75AB-B5AFE9DA9A12}"/>
              </a:ext>
            </a:extLst>
          </p:cNvPr>
          <p:cNvSpPr/>
          <p:nvPr/>
        </p:nvSpPr>
        <p:spPr>
          <a:xfrm>
            <a:off x="421106" y="1357745"/>
            <a:ext cx="6246394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this case, you are prevented from making an order unless you sign up for an account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we would say that every order must be associated with a customer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mandatory relationship 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07A981-F03A-EE3D-0D8A-1499FBB2F328}"/>
              </a:ext>
            </a:extLst>
          </p:cNvPr>
          <p:cNvSpPr/>
          <p:nvPr/>
        </p:nvSpPr>
        <p:spPr>
          <a:xfrm>
            <a:off x="92274" y="155968"/>
            <a:ext cx="293667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MODALITY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C501BE-E73E-ABB0-8F51-27974018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810" y="1007492"/>
            <a:ext cx="2496541" cy="48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3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49F28-EE11-D559-B7A3-1B48C26A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0FD8324-2BD1-767B-E804-791811FFCB9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5F7A53-33BE-25AF-D837-D8D192EFAD3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40923E-3418-1ABF-E822-8ABF3203D9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754E4C-7CC9-2996-78EC-6A64054892F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7EDAA5-DF2C-55C7-A604-2E6DBC110E62}"/>
              </a:ext>
            </a:extLst>
          </p:cNvPr>
          <p:cNvSpPr/>
          <p:nvPr/>
        </p:nvSpPr>
        <p:spPr>
          <a:xfrm>
            <a:off x="421106" y="1357745"/>
            <a:ext cx="6246394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distinction between the mandatory and optional relationships is called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modality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B7D477-B3FD-F085-AE1C-B764FABD0C26}"/>
              </a:ext>
            </a:extLst>
          </p:cNvPr>
          <p:cNvSpPr/>
          <p:nvPr/>
        </p:nvSpPr>
        <p:spPr>
          <a:xfrm>
            <a:off x="92274" y="155968"/>
            <a:ext cx="293667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MODALITY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618DB-1178-F42E-7FD3-648C59377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312" y="1296345"/>
            <a:ext cx="2496541" cy="48430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C7BA91-BEEB-4A0B-42ED-B36F1A957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64" y="1398011"/>
            <a:ext cx="2226121" cy="47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52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86E5-5B3F-5749-9EF8-97E5D361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DA979F0-CA17-90E1-72E6-71927FDA29C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59605A0-1DFF-6260-B26A-B3196E4E57D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096096-052F-8ABA-7D8D-588DDA3D2E9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63E97-5F49-4B7B-1C83-0DFF6D8931D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FB131-74CE-B139-8659-ABA9528EE485}"/>
              </a:ext>
            </a:extLst>
          </p:cNvPr>
          <p:cNvSpPr/>
          <p:nvPr/>
        </p:nvSpPr>
        <p:spPr>
          <a:xfrm>
            <a:off x="421105" y="1357745"/>
            <a:ext cx="1208521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Consider the relationship between students and clubs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many students can be in one club?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many clubs can a student be in?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many students must a club have to exist?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Does a student have to be in a club to exist?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1264B-7315-050A-9764-B0549C08EE6F}"/>
              </a:ext>
            </a:extLst>
          </p:cNvPr>
          <p:cNvSpPr/>
          <p:nvPr/>
        </p:nvSpPr>
        <p:spPr>
          <a:xfrm>
            <a:off x="92273" y="155968"/>
            <a:ext cx="372725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CARDINALITY</a:t>
            </a:r>
          </a:p>
        </p:txBody>
      </p:sp>
    </p:spTree>
    <p:extLst>
      <p:ext uri="{BB962C8B-B14F-4D97-AF65-F5344CB8AC3E}">
        <p14:creationId xmlns:p14="http://schemas.microsoft.com/office/powerpoint/2010/main" val="403106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F5FB4-0A8E-F1B0-3103-0658C382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543F0BE-6097-6EE1-7727-8CEBF4EF4AC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7D6610-49D3-7339-2D7F-DCC8007FC9B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6DEBA3-DC64-9DCB-5FD3-426D5A5C500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B928CF-879D-5AEA-B85D-C217024A0C8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2F4AF8-3D84-FF11-0AED-52C622CE1F95}"/>
              </a:ext>
            </a:extLst>
          </p:cNvPr>
          <p:cNvSpPr/>
          <p:nvPr/>
        </p:nvSpPr>
        <p:spPr>
          <a:xfrm>
            <a:off x="421106" y="1120703"/>
            <a:ext cx="7284620" cy="54838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would say that a club can have many students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would say that a student may join many clubs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club has to have one or more students to exist (mandatory relationship modality)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student does not have to be in any clubs (optional relationship modality)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creates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many to many relationship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between students and clubs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D9923-1A1D-CFED-4E0E-41DA2F73AF03}"/>
              </a:ext>
            </a:extLst>
          </p:cNvPr>
          <p:cNvSpPr/>
          <p:nvPr/>
        </p:nvSpPr>
        <p:spPr>
          <a:xfrm>
            <a:off x="92273" y="155968"/>
            <a:ext cx="368915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CARDINALITY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EA6F56-D844-EB57-A7EB-67389DACA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279" y="1336650"/>
            <a:ext cx="2331468" cy="463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24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01748-62AD-10B8-72C0-626CA88C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F0509D6-09A7-D8BF-66ED-300689D79ED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7EE919-9C52-76F4-70AD-1F1D77B0F74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18B663-366E-F63D-13B2-8ABC67EE118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08D6AD-A121-60A8-EC4B-89F9E3319C8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1C4C72-0837-AEF0-E518-17856B847834}"/>
              </a:ext>
            </a:extLst>
          </p:cNvPr>
          <p:cNvSpPr/>
          <p:nvPr/>
        </p:nvSpPr>
        <p:spPr>
          <a:xfrm>
            <a:off x="421106" y="1120703"/>
            <a:ext cx="7284620" cy="54838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Revisiting our hospital and patient record ERD, what is the relationship between those tables?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1FE00E-AF91-ABE4-7090-69C42A51503B}"/>
              </a:ext>
            </a:extLst>
          </p:cNvPr>
          <p:cNvSpPr/>
          <p:nvPr/>
        </p:nvSpPr>
        <p:spPr>
          <a:xfrm>
            <a:off x="92274" y="155968"/>
            <a:ext cx="387690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CARDINALITY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E6AAE5-283D-3DA5-B942-4173B909B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808" y="1120703"/>
            <a:ext cx="2226121" cy="47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79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F69D6-1A4A-30EB-58ED-0FB6DEE2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52FFF6C-22C6-01F7-4FD5-F6C6D31233B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17F402-85C2-30A2-9AB8-60CC502FC96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B4A89D-B997-B65B-9979-952332B19A2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F2CBFB-8B2D-2698-1AA9-546374030E0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EAB0A5-EA24-5555-E6E2-FED3F27409CC}"/>
              </a:ext>
            </a:extLst>
          </p:cNvPr>
          <p:cNvSpPr/>
          <p:nvPr/>
        </p:nvSpPr>
        <p:spPr>
          <a:xfrm>
            <a:off x="421106" y="1120703"/>
            <a:ext cx="7284620" cy="54838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each patient only has one medical record, and each medical record goes to one patient…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have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one-to-one relationship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D95B5-C3B7-8ECC-D2D2-6053CD20EDB2}"/>
              </a:ext>
            </a:extLst>
          </p:cNvPr>
          <p:cNvSpPr/>
          <p:nvPr/>
        </p:nvSpPr>
        <p:spPr>
          <a:xfrm>
            <a:off x="92274" y="155968"/>
            <a:ext cx="373677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CARDINALITY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76BDA1-D21D-2C93-4A51-3C156B8F3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632" y="1441888"/>
            <a:ext cx="2094772" cy="41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11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0339FB-6DA5-42CB-1BE4-695F041A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99B99FC-261D-0907-00DF-45E2797E364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79EB14-6330-77A8-6437-CCF653F2661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F39604-A6D8-DCAB-FDC7-61421FCD9BC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0FE1D8-35F8-B843-8848-959C0FA7E73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9F9C3A-831D-2677-CEB2-20A558AA5848}"/>
              </a:ext>
            </a:extLst>
          </p:cNvPr>
          <p:cNvSpPr/>
          <p:nvPr/>
        </p:nvSpPr>
        <p:spPr>
          <a:xfrm>
            <a:off x="421106" y="1120703"/>
            <a:ext cx="11046994" cy="54838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Cardinality refers to the maximum number of times an entity can be associated with instances in a related entity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One to 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One to Many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Many to Many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52C1CB-DE7C-DF58-3BFD-F8C114CFE492}"/>
              </a:ext>
            </a:extLst>
          </p:cNvPr>
          <p:cNvSpPr/>
          <p:nvPr/>
        </p:nvSpPr>
        <p:spPr>
          <a:xfrm>
            <a:off x="92273" y="155968"/>
            <a:ext cx="387965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CARDINALITY</a:t>
            </a:r>
          </a:p>
        </p:txBody>
      </p:sp>
    </p:spTree>
    <p:extLst>
      <p:ext uri="{BB962C8B-B14F-4D97-AF65-F5344CB8AC3E}">
        <p14:creationId xmlns:p14="http://schemas.microsoft.com/office/powerpoint/2010/main" val="3531554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3DDF2-52D9-21FF-1B87-91F448C5F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F3F1D4E-8479-8A1B-EE7F-9BF39433D20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3FD52B-716C-512D-548B-1C0607D7A9D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47B586-0B77-835F-49F7-ABA5D0ECE1A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78C20E-E6C3-0FC8-EE74-58C635FC6A4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7A85C1-CE40-FD9A-CAF4-CE42334D3260}"/>
              </a:ext>
            </a:extLst>
          </p:cNvPr>
          <p:cNvSpPr/>
          <p:nvPr/>
        </p:nvSpPr>
        <p:spPr>
          <a:xfrm>
            <a:off x="421106" y="1120703"/>
            <a:ext cx="11046994" cy="558132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Categorize the following relationships as One to One, One to Many, or Many to Many, as well as identifying their modality: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Person &amp; Passport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Teacher &amp; Students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Author &amp; Books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Movies &amp; Actors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Products &amp; Orders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 &amp; License Plate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Department &amp; Employees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User &amp; Profile Settings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A41221-47E6-EE8B-E83E-163EFD620836}"/>
              </a:ext>
            </a:extLst>
          </p:cNvPr>
          <p:cNvSpPr/>
          <p:nvPr/>
        </p:nvSpPr>
        <p:spPr>
          <a:xfrm>
            <a:off x="92274" y="155968"/>
            <a:ext cx="293667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288406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8FD28-44CD-9060-43BF-07248228C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2108496-5C2C-FA25-4BB5-E6431C01AAD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3ACCC7-DCCE-E7FF-DA16-6EC28DF7CFD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F0F60F-2B89-89AB-6956-520190E5B1B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01946E-327E-F481-7C11-3D8A64F812B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33FA2F-461F-70BB-58B2-724333506CB9}"/>
              </a:ext>
            </a:extLst>
          </p:cNvPr>
          <p:cNvSpPr/>
          <p:nvPr/>
        </p:nvSpPr>
        <p:spPr>
          <a:xfrm>
            <a:off x="421106" y="1120704"/>
            <a:ext cx="10951744" cy="54254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referring to cardinality, we use the following symbols in an ERD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Single line for 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Crow’s foot for Many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F508F9-99E9-3F50-B568-5AAD15EA53CA}"/>
              </a:ext>
            </a:extLst>
          </p:cNvPr>
          <p:cNvSpPr/>
          <p:nvPr/>
        </p:nvSpPr>
        <p:spPr>
          <a:xfrm>
            <a:off x="92274" y="155968"/>
            <a:ext cx="600372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ER DIAGRAM SYMBOLS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8063EA-E5D3-E7C3-CF6E-15E1BA13B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459" y="2661358"/>
            <a:ext cx="4828025" cy="34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78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33BAC-2B55-259C-EEE8-C25EFD5A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30C1E13-9718-E110-FF2C-386F0AFF2A1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B85AA4-AFD3-FF4A-D89C-9C581DA5524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6971EC-42E9-C8E2-514C-8A98E6BB564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CD12EC-10C5-7D4E-9DF6-3D08D922342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CC70FF-E19C-6DD8-5130-72DE6FCD5803}"/>
              </a:ext>
            </a:extLst>
          </p:cNvPr>
          <p:cNvSpPr/>
          <p:nvPr/>
        </p:nvSpPr>
        <p:spPr>
          <a:xfrm>
            <a:off x="421106" y="1120704"/>
            <a:ext cx="10951744" cy="54254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then add modality on top of this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0 for an optional relationship, and a line for a required relationship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C1B990-3F9D-2754-33B1-915B435116A3}"/>
              </a:ext>
            </a:extLst>
          </p:cNvPr>
          <p:cNvSpPr/>
          <p:nvPr/>
        </p:nvSpPr>
        <p:spPr>
          <a:xfrm>
            <a:off x="92274" y="155968"/>
            <a:ext cx="600372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ER DIAGRAM SYMBOLS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810450-3FC9-7654-EAEE-E255325B3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98058"/>
            <a:ext cx="4883608" cy="361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03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3C995-FDD8-B124-7435-251AA2A9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0FC7712-9F20-704E-B0A3-8DEBB2984A9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ED8125-C7C4-6264-DD34-93B32CA7F29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605E1D-91F6-D177-69AD-F2D865773F2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A0FD2C-74FE-2F35-1F87-B1A3F7856AE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BC6FE1-C224-9BEC-B670-E0C9C540695C}"/>
              </a:ext>
            </a:extLst>
          </p:cNvPr>
          <p:cNvSpPr/>
          <p:nvPr/>
        </p:nvSpPr>
        <p:spPr>
          <a:xfrm>
            <a:off x="421106" y="1120704"/>
            <a:ext cx="4303294" cy="54254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fully flesh out our ERDs, we need to add the attributes of each table so it’s a more helpful overview of the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Underline Primary Keys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Check the example below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45FF6-934E-88E9-6CB8-98D542E2BAC3}"/>
              </a:ext>
            </a:extLst>
          </p:cNvPr>
          <p:cNvSpPr/>
          <p:nvPr/>
        </p:nvSpPr>
        <p:spPr>
          <a:xfrm>
            <a:off x="92274" y="155968"/>
            <a:ext cx="600372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ER DIAGRAM SYMBOLS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CB2964-A154-2DAA-A883-0217F744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459" y="1770277"/>
            <a:ext cx="4583770" cy="432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34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44AF9-8EEF-33A3-7C81-7DE19E11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584721-9782-BA5F-17E8-D0112A209BD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9FAAEB-7AF4-2E21-98A9-0999F8A8E47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686437-F399-206A-3BCB-FF27A8898C0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7B6110-4979-DA39-D167-DFE50677C63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D404F1-D8E0-F95B-FC40-3678BDBD2586}"/>
              </a:ext>
            </a:extLst>
          </p:cNvPr>
          <p:cNvSpPr/>
          <p:nvPr/>
        </p:nvSpPr>
        <p:spPr>
          <a:xfrm>
            <a:off x="421105" y="1120704"/>
            <a:ext cx="10691824" cy="54254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a program like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powerpoint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lucidchart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or even MS Paint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an ER Diagram based on the following conceptual schema: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Entities: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Song(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SongID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SongTitle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AlbumID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Artist(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ArtistID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ArtistName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Album(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AlbumID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AlbumTitle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ArtistID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GenreID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Genre(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GenreID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GenreName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Relationships: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Songs are part of one album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Artists may have many albums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Each album has one genre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751B1-3202-8C59-4353-5AD2ACF33134}"/>
              </a:ext>
            </a:extLst>
          </p:cNvPr>
          <p:cNvSpPr/>
          <p:nvPr/>
        </p:nvSpPr>
        <p:spPr>
          <a:xfrm>
            <a:off x="92274" y="155968"/>
            <a:ext cx="600372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ER DIAGRAM SYMBOLS</a:t>
            </a:r>
          </a:p>
        </p:txBody>
      </p:sp>
    </p:spTree>
    <p:extLst>
      <p:ext uri="{BB962C8B-B14F-4D97-AF65-F5344CB8AC3E}">
        <p14:creationId xmlns:p14="http://schemas.microsoft.com/office/powerpoint/2010/main" val="1863791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4" y="1034378"/>
            <a:ext cx="6362844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Cardinality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Modality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to one relationship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to many relationship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Many to many relationship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Mandatory/Required relationship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Optional relationship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Entity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Relationship Diagram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14521</TotalTime>
  <Words>804</Words>
  <Application>Microsoft Office PowerPoint</Application>
  <PresentationFormat>Widescreen</PresentationFormat>
  <Paragraphs>114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19</cp:revision>
  <dcterms:created xsi:type="dcterms:W3CDTF">2025-08-11T14:07:39Z</dcterms:created>
  <dcterms:modified xsi:type="dcterms:W3CDTF">2025-11-11T15:28:36Z</dcterms:modified>
</cp:coreProperties>
</file>