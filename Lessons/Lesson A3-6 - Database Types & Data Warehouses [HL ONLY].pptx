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427" r:id="rId5"/>
    <p:sldId id="456" r:id="rId6"/>
    <p:sldId id="483" r:id="rId7"/>
    <p:sldId id="484" r:id="rId8"/>
    <p:sldId id="485" r:id="rId9"/>
    <p:sldId id="486" r:id="rId10"/>
    <p:sldId id="487" r:id="rId11"/>
    <p:sldId id="488" r:id="rId12"/>
    <p:sldId id="490" r:id="rId13"/>
    <p:sldId id="491" r:id="rId14"/>
    <p:sldId id="492" r:id="rId15"/>
    <p:sldId id="493" r:id="rId16"/>
    <p:sldId id="494" r:id="rId17"/>
    <p:sldId id="495" r:id="rId18"/>
    <p:sldId id="496" r:id="rId19"/>
    <p:sldId id="497" r:id="rId20"/>
    <p:sldId id="498" r:id="rId21"/>
    <p:sldId id="499" r:id="rId22"/>
    <p:sldId id="500" r:id="rId23"/>
    <p:sldId id="501" r:id="rId24"/>
    <p:sldId id="502" r:id="rId25"/>
    <p:sldId id="503" r:id="rId26"/>
    <p:sldId id="504" r:id="rId27"/>
    <p:sldId id="505" r:id="rId28"/>
    <p:sldId id="454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4500"/>
    <a:srgbClr val="2A4C45"/>
    <a:srgbClr val="326648"/>
    <a:srgbClr val="D2A65C"/>
    <a:srgbClr val="A74923"/>
    <a:srgbClr val="388049"/>
    <a:srgbClr val="274F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77E45B-A659-4C69-9766-16B39101AE5A}" v="1" dt="2025-12-08T15:36:10.9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1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44" y="-42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Hill" userId="41dba03d-e58d-4389-9894-554c10310ba4" providerId="ADAL" clId="{EF23FE1D-A042-481E-AFD7-2A9FB0847F54}"/>
    <pc:docChg chg="undo redo custSel addSld delSld modSld sldOrd">
      <pc:chgData name="Michael Hill" userId="41dba03d-e58d-4389-9894-554c10310ba4" providerId="ADAL" clId="{EF23FE1D-A042-481E-AFD7-2A9FB0847F54}" dt="2025-12-08T15:43:44.552" v="9685" actId="404"/>
      <pc:docMkLst>
        <pc:docMk/>
      </pc:docMkLst>
      <pc:sldChg chg="addSp delSp modSp mod">
        <pc:chgData name="Michael Hill" userId="41dba03d-e58d-4389-9894-554c10310ba4" providerId="ADAL" clId="{EF23FE1D-A042-481E-AFD7-2A9FB0847F54}" dt="2025-12-03T17:08:20.043" v="68" actId="403"/>
        <pc:sldMkLst>
          <pc:docMk/>
          <pc:sldMk cId="1878848435" sldId="256"/>
        </pc:sldMkLst>
        <pc:spChg chg="add mod">
          <ac:chgData name="Michael Hill" userId="41dba03d-e58d-4389-9894-554c10310ba4" providerId="ADAL" clId="{EF23FE1D-A042-481E-AFD7-2A9FB0847F54}" dt="2025-12-03T17:08:20.043" v="68" actId="403"/>
          <ac:spMkLst>
            <pc:docMk/>
            <pc:sldMk cId="1878848435" sldId="256"/>
            <ac:spMk id="3" creationId="{7092C056-8544-9BD9-4C2E-525562652EFC}"/>
          </ac:spMkLst>
        </pc:spChg>
        <pc:spChg chg="mod">
          <ac:chgData name="Michael Hill" userId="41dba03d-e58d-4389-9894-554c10310ba4" providerId="ADAL" clId="{EF23FE1D-A042-481E-AFD7-2A9FB0847F54}" dt="2025-12-03T17:07:17.582" v="1" actId="20577"/>
          <ac:spMkLst>
            <pc:docMk/>
            <pc:sldMk cId="1878848435" sldId="256"/>
            <ac:spMk id="5" creationId="{18C18ECD-1A29-4735-FBF9-2230E3FED94F}"/>
          </ac:spMkLst>
        </pc:spChg>
        <pc:spChg chg="mod">
          <ac:chgData name="Michael Hill" userId="41dba03d-e58d-4389-9894-554c10310ba4" providerId="ADAL" clId="{EF23FE1D-A042-481E-AFD7-2A9FB0847F54}" dt="2025-12-03T17:07:37.916" v="39" actId="1076"/>
          <ac:spMkLst>
            <pc:docMk/>
            <pc:sldMk cId="1878848435" sldId="256"/>
            <ac:spMk id="6" creationId="{945BB639-AC69-FE40-4352-5D3077A94591}"/>
          </ac:spMkLst>
        </pc:spChg>
      </pc:sldChg>
      <pc:sldChg chg="modSp mod">
        <pc:chgData name="Michael Hill" userId="41dba03d-e58d-4389-9894-554c10310ba4" providerId="ADAL" clId="{EF23FE1D-A042-481E-AFD7-2A9FB0847F54}" dt="2025-12-03T17:10:42.182" v="253" actId="20577"/>
        <pc:sldMkLst>
          <pc:docMk/>
          <pc:sldMk cId="854122100" sldId="257"/>
        </pc:sldMkLst>
        <pc:spChg chg="mod">
          <ac:chgData name="Michael Hill" userId="41dba03d-e58d-4389-9894-554c10310ba4" providerId="ADAL" clId="{EF23FE1D-A042-481E-AFD7-2A9FB0847F54}" dt="2025-12-03T17:10:42.182" v="253" actId="20577"/>
          <ac:spMkLst>
            <pc:docMk/>
            <pc:sldMk cId="854122100" sldId="257"/>
            <ac:spMk id="8" creationId="{4D7671A2-401B-58C3-4049-2F9F2E07BD91}"/>
          </ac:spMkLst>
        </pc:spChg>
      </pc:sldChg>
      <pc:sldChg chg="mod modShow">
        <pc:chgData name="Michael Hill" userId="41dba03d-e58d-4389-9894-554c10310ba4" providerId="ADAL" clId="{EF23FE1D-A042-481E-AFD7-2A9FB0847F54}" dt="2025-12-03T17:11:25.375" v="254" actId="729"/>
        <pc:sldMkLst>
          <pc:docMk/>
          <pc:sldMk cId="1910594286" sldId="258"/>
        </pc:sldMkLst>
      </pc:sldChg>
      <pc:sldChg chg="mod modShow">
        <pc:chgData name="Michael Hill" userId="41dba03d-e58d-4389-9894-554c10310ba4" providerId="ADAL" clId="{EF23FE1D-A042-481E-AFD7-2A9FB0847F54}" dt="2025-12-03T17:11:25.375" v="254" actId="729"/>
        <pc:sldMkLst>
          <pc:docMk/>
          <pc:sldMk cId="4217859482" sldId="427"/>
        </pc:sldMkLst>
      </pc:sldChg>
      <pc:sldChg chg="delSp modSp mod">
        <pc:chgData name="Michael Hill" userId="41dba03d-e58d-4389-9894-554c10310ba4" providerId="ADAL" clId="{EF23FE1D-A042-481E-AFD7-2A9FB0847F54}" dt="2025-12-08T15:21:02.908" v="7319" actId="478"/>
        <pc:sldMkLst>
          <pc:docMk/>
          <pc:sldMk cId="782115972" sldId="454"/>
        </pc:sldMkLst>
        <pc:spChg chg="del">
          <ac:chgData name="Michael Hill" userId="41dba03d-e58d-4389-9894-554c10310ba4" providerId="ADAL" clId="{EF23FE1D-A042-481E-AFD7-2A9FB0847F54}" dt="2025-12-08T15:21:02.908" v="7319" actId="478"/>
          <ac:spMkLst>
            <pc:docMk/>
            <pc:sldMk cId="782115972" sldId="454"/>
            <ac:spMk id="2" creationId="{AEF92E01-FB1B-8414-AD9A-F2E0CE0F89FE}"/>
          </ac:spMkLst>
        </pc:spChg>
        <pc:spChg chg="mod">
          <ac:chgData name="Michael Hill" userId="41dba03d-e58d-4389-9894-554c10310ba4" providerId="ADAL" clId="{EF23FE1D-A042-481E-AFD7-2A9FB0847F54}" dt="2025-12-08T15:21:01.209" v="7318" actId="20577"/>
          <ac:spMkLst>
            <pc:docMk/>
            <pc:sldMk cId="782115972" sldId="454"/>
            <ac:spMk id="8" creationId="{F65BA143-CA8C-162E-8EE1-5979D9C12717}"/>
          </ac:spMkLst>
        </pc:spChg>
      </pc:sldChg>
      <pc:sldChg chg="delSp modSp mod">
        <pc:chgData name="Michael Hill" userId="41dba03d-e58d-4389-9894-554c10310ba4" providerId="ADAL" clId="{EF23FE1D-A042-481E-AFD7-2A9FB0847F54}" dt="2025-12-03T17:13:11.222" v="718" actId="207"/>
        <pc:sldMkLst>
          <pc:docMk/>
          <pc:sldMk cId="3060638974" sldId="456"/>
        </pc:sldMkLst>
        <pc:spChg chg="mod">
          <ac:chgData name="Michael Hill" userId="41dba03d-e58d-4389-9894-554c10310ba4" providerId="ADAL" clId="{EF23FE1D-A042-481E-AFD7-2A9FB0847F54}" dt="2025-12-03T17:11:43.688" v="287" actId="1076"/>
          <ac:spMkLst>
            <pc:docMk/>
            <pc:sldMk cId="3060638974" sldId="456"/>
            <ac:spMk id="5" creationId="{13D05023-B49D-4826-0558-B56B39E7F0C2}"/>
          </ac:spMkLst>
        </pc:spChg>
        <pc:spChg chg="mod">
          <ac:chgData name="Michael Hill" userId="41dba03d-e58d-4389-9894-554c10310ba4" providerId="ADAL" clId="{EF23FE1D-A042-481E-AFD7-2A9FB0847F54}" dt="2025-12-03T17:13:11.222" v="718" actId="207"/>
          <ac:spMkLst>
            <pc:docMk/>
            <pc:sldMk cId="3060638974" sldId="456"/>
            <ac:spMk id="8" creationId="{971D10A6-6873-83B9-4A7A-C6B9FA36932C}"/>
          </ac:spMkLst>
        </pc:spChg>
      </pc:sldChg>
      <pc:sldChg chg="modSp add mod">
        <pc:chgData name="Michael Hill" userId="41dba03d-e58d-4389-9894-554c10310ba4" providerId="ADAL" clId="{EF23FE1D-A042-481E-AFD7-2A9FB0847F54}" dt="2025-12-03T17:14:01.471" v="909" actId="20577"/>
        <pc:sldMkLst>
          <pc:docMk/>
          <pc:sldMk cId="1845604608" sldId="483"/>
        </pc:sldMkLst>
        <pc:spChg chg="mod">
          <ac:chgData name="Michael Hill" userId="41dba03d-e58d-4389-9894-554c10310ba4" providerId="ADAL" clId="{EF23FE1D-A042-481E-AFD7-2A9FB0847F54}" dt="2025-12-03T17:14:01.471" v="909" actId="20577"/>
          <ac:spMkLst>
            <pc:docMk/>
            <pc:sldMk cId="1845604608" sldId="483"/>
            <ac:spMk id="8" creationId="{EC5FFA3E-2FF3-D507-E9DC-0292AEBB3034}"/>
          </ac:spMkLst>
        </pc:spChg>
      </pc:sldChg>
      <pc:sldChg chg="modSp add mod">
        <pc:chgData name="Michael Hill" userId="41dba03d-e58d-4389-9894-554c10310ba4" providerId="ADAL" clId="{EF23FE1D-A042-481E-AFD7-2A9FB0847F54}" dt="2025-12-03T17:18:59.659" v="1501" actId="20577"/>
        <pc:sldMkLst>
          <pc:docMk/>
          <pc:sldMk cId="1583867301" sldId="484"/>
        </pc:sldMkLst>
        <pc:spChg chg="mod">
          <ac:chgData name="Michael Hill" userId="41dba03d-e58d-4389-9894-554c10310ba4" providerId="ADAL" clId="{EF23FE1D-A042-481E-AFD7-2A9FB0847F54}" dt="2025-12-03T17:15:24.642" v="926" actId="20577"/>
          <ac:spMkLst>
            <pc:docMk/>
            <pc:sldMk cId="1583867301" sldId="484"/>
            <ac:spMk id="5" creationId="{4EFB016C-DADB-7E1D-628B-3E1EF3B116E5}"/>
          </ac:spMkLst>
        </pc:spChg>
        <pc:spChg chg="mod">
          <ac:chgData name="Michael Hill" userId="41dba03d-e58d-4389-9894-554c10310ba4" providerId="ADAL" clId="{EF23FE1D-A042-481E-AFD7-2A9FB0847F54}" dt="2025-12-03T17:18:59.659" v="1501" actId="20577"/>
          <ac:spMkLst>
            <pc:docMk/>
            <pc:sldMk cId="1583867301" sldId="484"/>
            <ac:spMk id="8" creationId="{3DB88573-1461-3EF9-C235-ED2EC8AF4A39}"/>
          </ac:spMkLst>
        </pc:spChg>
      </pc:sldChg>
      <pc:sldChg chg="addSp modSp add mod">
        <pc:chgData name="Michael Hill" userId="41dba03d-e58d-4389-9894-554c10310ba4" providerId="ADAL" clId="{EF23FE1D-A042-481E-AFD7-2A9FB0847F54}" dt="2025-12-03T19:08:40.162" v="1890" actId="1076"/>
        <pc:sldMkLst>
          <pc:docMk/>
          <pc:sldMk cId="4025635035" sldId="485"/>
        </pc:sldMkLst>
        <pc:spChg chg="mod">
          <ac:chgData name="Michael Hill" userId="41dba03d-e58d-4389-9894-554c10310ba4" providerId="ADAL" clId="{EF23FE1D-A042-481E-AFD7-2A9FB0847F54}" dt="2025-12-03T17:19:09.540" v="1525" actId="14100"/>
          <ac:spMkLst>
            <pc:docMk/>
            <pc:sldMk cId="4025635035" sldId="485"/>
            <ac:spMk id="5" creationId="{8E02F65D-27CE-A10D-FD51-2683DA787F43}"/>
          </ac:spMkLst>
        </pc:spChg>
        <pc:spChg chg="mod">
          <ac:chgData name="Michael Hill" userId="41dba03d-e58d-4389-9894-554c10310ba4" providerId="ADAL" clId="{EF23FE1D-A042-481E-AFD7-2A9FB0847F54}" dt="2025-12-03T17:21:28.054" v="1884" actId="207"/>
          <ac:spMkLst>
            <pc:docMk/>
            <pc:sldMk cId="4025635035" sldId="485"/>
            <ac:spMk id="8" creationId="{8CEACB0B-FBBB-2467-411C-928F2F8F2515}"/>
          </ac:spMkLst>
        </pc:spChg>
        <pc:picChg chg="add mod modCrop">
          <ac:chgData name="Michael Hill" userId="41dba03d-e58d-4389-9894-554c10310ba4" providerId="ADAL" clId="{EF23FE1D-A042-481E-AFD7-2A9FB0847F54}" dt="2025-12-03T19:08:40.162" v="1890" actId="1076"/>
          <ac:picMkLst>
            <pc:docMk/>
            <pc:sldMk cId="4025635035" sldId="485"/>
            <ac:picMk id="3" creationId="{44123E76-9E25-88A4-2FCE-54CCB8D3E12E}"/>
          </ac:picMkLst>
        </pc:picChg>
      </pc:sldChg>
      <pc:sldChg chg="addSp delSp modSp add mod">
        <pc:chgData name="Michael Hill" userId="41dba03d-e58d-4389-9894-554c10310ba4" providerId="ADAL" clId="{EF23FE1D-A042-481E-AFD7-2A9FB0847F54}" dt="2025-12-03T19:17:16.478" v="2133" actId="20577"/>
        <pc:sldMkLst>
          <pc:docMk/>
          <pc:sldMk cId="3821880678" sldId="486"/>
        </pc:sldMkLst>
        <pc:spChg chg="add mod">
          <ac:chgData name="Michael Hill" userId="41dba03d-e58d-4389-9894-554c10310ba4" providerId="ADAL" clId="{EF23FE1D-A042-481E-AFD7-2A9FB0847F54}" dt="2025-12-03T19:17:09.657" v="2120" actId="20577"/>
          <ac:spMkLst>
            <pc:docMk/>
            <pc:sldMk cId="3821880678" sldId="486"/>
            <ac:spMk id="2" creationId="{9F10651E-A8EA-5F16-825F-1C3FA34955C7}"/>
          </ac:spMkLst>
        </pc:spChg>
        <pc:spChg chg="mod">
          <ac:chgData name="Michael Hill" userId="41dba03d-e58d-4389-9894-554c10310ba4" providerId="ADAL" clId="{EF23FE1D-A042-481E-AFD7-2A9FB0847F54}" dt="2025-12-03T19:17:16.478" v="2133" actId="20577"/>
          <ac:spMkLst>
            <pc:docMk/>
            <pc:sldMk cId="3821880678" sldId="486"/>
            <ac:spMk id="5" creationId="{9AE43F62-8C2F-3B70-198E-627D5EEEACB2}"/>
          </ac:spMkLst>
        </pc:spChg>
        <pc:spChg chg="mod">
          <ac:chgData name="Michael Hill" userId="41dba03d-e58d-4389-9894-554c10310ba4" providerId="ADAL" clId="{EF23FE1D-A042-481E-AFD7-2A9FB0847F54}" dt="2025-12-03T19:13:20.698" v="2109" actId="14100"/>
          <ac:spMkLst>
            <pc:docMk/>
            <pc:sldMk cId="3821880678" sldId="486"/>
            <ac:spMk id="8" creationId="{4EB15AAE-40F0-EB39-4246-B3EB63FCCCCE}"/>
          </ac:spMkLst>
        </pc:spChg>
      </pc:sldChg>
      <pc:sldChg chg="addSp delSp modSp add mod">
        <pc:chgData name="Michael Hill" userId="41dba03d-e58d-4389-9894-554c10310ba4" providerId="ADAL" clId="{EF23FE1D-A042-481E-AFD7-2A9FB0847F54}" dt="2025-12-03T19:24:08.264" v="2531" actId="20577"/>
        <pc:sldMkLst>
          <pc:docMk/>
          <pc:sldMk cId="4269326122" sldId="487"/>
        </pc:sldMkLst>
        <pc:spChg chg="mod">
          <ac:chgData name="Michael Hill" userId="41dba03d-e58d-4389-9894-554c10310ba4" providerId="ADAL" clId="{EF23FE1D-A042-481E-AFD7-2A9FB0847F54}" dt="2025-12-03T19:18:03.400" v="2154" actId="1076"/>
          <ac:spMkLst>
            <pc:docMk/>
            <pc:sldMk cId="4269326122" sldId="487"/>
            <ac:spMk id="5" creationId="{2CD3E66C-EE12-B598-E098-B52970173D3A}"/>
          </ac:spMkLst>
        </pc:spChg>
        <pc:spChg chg="mod">
          <ac:chgData name="Michael Hill" userId="41dba03d-e58d-4389-9894-554c10310ba4" providerId="ADAL" clId="{EF23FE1D-A042-481E-AFD7-2A9FB0847F54}" dt="2025-12-03T19:20:20.705" v="2418" actId="14"/>
          <ac:spMkLst>
            <pc:docMk/>
            <pc:sldMk cId="4269326122" sldId="487"/>
            <ac:spMk id="8" creationId="{E249FC9E-54A7-236C-443E-AA87166C892B}"/>
          </ac:spMkLst>
        </pc:spChg>
        <pc:graphicFrameChg chg="add mod modGraphic">
          <ac:chgData name="Michael Hill" userId="41dba03d-e58d-4389-9894-554c10310ba4" providerId="ADAL" clId="{EF23FE1D-A042-481E-AFD7-2A9FB0847F54}" dt="2025-12-03T19:24:08.264" v="2531" actId="20577"/>
          <ac:graphicFrameMkLst>
            <pc:docMk/>
            <pc:sldMk cId="4269326122" sldId="487"/>
            <ac:graphicFrameMk id="3" creationId="{9F170C0D-BD32-632F-1616-EFBED27EDCB8}"/>
          </ac:graphicFrameMkLst>
        </pc:graphicFrameChg>
      </pc:sldChg>
      <pc:sldChg chg="addSp delSp modSp add mod">
        <pc:chgData name="Michael Hill" userId="41dba03d-e58d-4389-9894-554c10310ba4" providerId="ADAL" clId="{EF23FE1D-A042-481E-AFD7-2A9FB0847F54}" dt="2025-12-03T19:27:30.335" v="2789" actId="1076"/>
        <pc:sldMkLst>
          <pc:docMk/>
          <pc:sldMk cId="870842432" sldId="488"/>
        </pc:sldMkLst>
        <pc:spChg chg="mod">
          <ac:chgData name="Michael Hill" userId="41dba03d-e58d-4389-9894-554c10310ba4" providerId="ADAL" clId="{EF23FE1D-A042-481E-AFD7-2A9FB0847F54}" dt="2025-12-03T19:25:36.199" v="2541" actId="1076"/>
          <ac:spMkLst>
            <pc:docMk/>
            <pc:sldMk cId="870842432" sldId="488"/>
            <ac:spMk id="5" creationId="{9C1D110C-2A01-20E5-564C-277AA18821A8}"/>
          </ac:spMkLst>
        </pc:spChg>
        <pc:spChg chg="mod">
          <ac:chgData name="Michael Hill" userId="41dba03d-e58d-4389-9894-554c10310ba4" providerId="ADAL" clId="{EF23FE1D-A042-481E-AFD7-2A9FB0847F54}" dt="2025-12-03T19:26:49.987" v="2784" actId="14100"/>
          <ac:spMkLst>
            <pc:docMk/>
            <pc:sldMk cId="870842432" sldId="488"/>
            <ac:spMk id="8" creationId="{632C4A3E-D144-8682-6BF7-E20BD9ED7C4E}"/>
          </ac:spMkLst>
        </pc:spChg>
        <pc:picChg chg="add mod">
          <ac:chgData name="Michael Hill" userId="41dba03d-e58d-4389-9894-554c10310ba4" providerId="ADAL" clId="{EF23FE1D-A042-481E-AFD7-2A9FB0847F54}" dt="2025-12-03T19:27:30.335" v="2789" actId="1076"/>
          <ac:picMkLst>
            <pc:docMk/>
            <pc:sldMk cId="870842432" sldId="488"/>
            <ac:picMk id="6" creationId="{369CA01C-CB8C-5897-9ED8-3F79E93951B4}"/>
          </ac:picMkLst>
        </pc:picChg>
      </pc:sldChg>
      <pc:sldChg chg="addSp modSp add mod">
        <pc:chgData name="Michael Hill" userId="41dba03d-e58d-4389-9894-554c10310ba4" providerId="ADAL" clId="{EF23FE1D-A042-481E-AFD7-2A9FB0847F54}" dt="2025-12-03T19:28:57.475" v="2917" actId="14100"/>
        <pc:sldMkLst>
          <pc:docMk/>
          <pc:sldMk cId="2788502104" sldId="490"/>
        </pc:sldMkLst>
        <pc:spChg chg="add mod">
          <ac:chgData name="Michael Hill" userId="41dba03d-e58d-4389-9894-554c10310ba4" providerId="ADAL" clId="{EF23FE1D-A042-481E-AFD7-2A9FB0847F54}" dt="2025-12-03T19:28:48.955" v="2912" actId="1076"/>
          <ac:spMkLst>
            <pc:docMk/>
            <pc:sldMk cId="2788502104" sldId="490"/>
            <ac:spMk id="3" creationId="{37FE8B9D-D945-5E52-5D3F-81594CA39A9D}"/>
          </ac:spMkLst>
        </pc:spChg>
        <pc:spChg chg="mod">
          <ac:chgData name="Michael Hill" userId="41dba03d-e58d-4389-9894-554c10310ba4" providerId="ADAL" clId="{EF23FE1D-A042-481E-AFD7-2A9FB0847F54}" dt="2025-12-03T19:27:41.547" v="2806" actId="20577"/>
          <ac:spMkLst>
            <pc:docMk/>
            <pc:sldMk cId="2788502104" sldId="490"/>
            <ac:spMk id="5" creationId="{24F58DF8-BB9B-E659-E29B-9F1FF1C49A0B}"/>
          </ac:spMkLst>
        </pc:spChg>
        <pc:spChg chg="mod">
          <ac:chgData name="Michael Hill" userId="41dba03d-e58d-4389-9894-554c10310ba4" providerId="ADAL" clId="{EF23FE1D-A042-481E-AFD7-2A9FB0847F54}" dt="2025-12-03T19:28:57.475" v="2917" actId="14100"/>
          <ac:spMkLst>
            <pc:docMk/>
            <pc:sldMk cId="2788502104" sldId="490"/>
            <ac:spMk id="8" creationId="{438ED410-5B3C-6F88-66A9-27DB6385B3EC}"/>
          </ac:spMkLst>
        </pc:spChg>
        <pc:graphicFrameChg chg="add mod">
          <ac:chgData name="Michael Hill" userId="41dba03d-e58d-4389-9894-554c10310ba4" providerId="ADAL" clId="{EF23FE1D-A042-481E-AFD7-2A9FB0847F54}" dt="2025-12-03T19:28:30.357" v="2905" actId="1076"/>
          <ac:graphicFrameMkLst>
            <pc:docMk/>
            <pc:sldMk cId="2788502104" sldId="490"/>
            <ac:graphicFrameMk id="2" creationId="{D0E1861E-0F4B-040B-B695-BC948D647DF4}"/>
          </ac:graphicFrameMkLst>
        </pc:graphicFrameChg>
        <pc:picChg chg="mod">
          <ac:chgData name="Michael Hill" userId="41dba03d-e58d-4389-9894-554c10310ba4" providerId="ADAL" clId="{EF23FE1D-A042-481E-AFD7-2A9FB0847F54}" dt="2025-12-03T19:28:51.555" v="2914" actId="1076"/>
          <ac:picMkLst>
            <pc:docMk/>
            <pc:sldMk cId="2788502104" sldId="490"/>
            <ac:picMk id="6" creationId="{851FA2C5-C55A-A2EF-0FBF-82BD6EADF5F8}"/>
          </ac:picMkLst>
        </pc:picChg>
        <pc:picChg chg="add mod">
          <ac:chgData name="Michael Hill" userId="41dba03d-e58d-4389-9894-554c10310ba4" providerId="ADAL" clId="{EF23FE1D-A042-481E-AFD7-2A9FB0847F54}" dt="2025-12-03T19:28:53.827" v="2915" actId="1076"/>
          <ac:picMkLst>
            <pc:docMk/>
            <pc:sldMk cId="2788502104" sldId="490"/>
            <ac:picMk id="10" creationId="{AD4DC9AB-E2B0-6D97-D5D4-EE986A88CA9B}"/>
          </ac:picMkLst>
        </pc:picChg>
      </pc:sldChg>
      <pc:sldChg chg="delSp modSp add mod ord">
        <pc:chgData name="Michael Hill" userId="41dba03d-e58d-4389-9894-554c10310ba4" providerId="ADAL" clId="{EF23FE1D-A042-481E-AFD7-2A9FB0847F54}" dt="2025-12-03T19:31:40.907" v="3272" actId="20577"/>
        <pc:sldMkLst>
          <pc:docMk/>
          <pc:sldMk cId="1104049517" sldId="491"/>
        </pc:sldMkLst>
        <pc:spChg chg="mod">
          <ac:chgData name="Michael Hill" userId="41dba03d-e58d-4389-9894-554c10310ba4" providerId="ADAL" clId="{EF23FE1D-A042-481E-AFD7-2A9FB0847F54}" dt="2025-12-03T19:29:03.765" v="2925" actId="20577"/>
          <ac:spMkLst>
            <pc:docMk/>
            <pc:sldMk cId="1104049517" sldId="491"/>
            <ac:spMk id="5" creationId="{490B49AE-7D5A-B0A0-E72C-741C5CB6B2AA}"/>
          </ac:spMkLst>
        </pc:spChg>
        <pc:spChg chg="mod">
          <ac:chgData name="Michael Hill" userId="41dba03d-e58d-4389-9894-554c10310ba4" providerId="ADAL" clId="{EF23FE1D-A042-481E-AFD7-2A9FB0847F54}" dt="2025-12-03T19:31:40.907" v="3272" actId="20577"/>
          <ac:spMkLst>
            <pc:docMk/>
            <pc:sldMk cId="1104049517" sldId="491"/>
            <ac:spMk id="8" creationId="{6737CC34-C71F-6222-5D4A-A49280E44B98}"/>
          </ac:spMkLst>
        </pc:spChg>
      </pc:sldChg>
      <pc:sldChg chg="modSp add mod">
        <pc:chgData name="Michael Hill" userId="41dba03d-e58d-4389-9894-554c10310ba4" providerId="ADAL" clId="{EF23FE1D-A042-481E-AFD7-2A9FB0847F54}" dt="2025-12-03T19:34:59.109" v="3844" actId="20577"/>
        <pc:sldMkLst>
          <pc:docMk/>
          <pc:sldMk cId="3066836958" sldId="492"/>
        </pc:sldMkLst>
        <pc:spChg chg="mod">
          <ac:chgData name="Michael Hill" userId="41dba03d-e58d-4389-9894-554c10310ba4" providerId="ADAL" clId="{EF23FE1D-A042-481E-AFD7-2A9FB0847F54}" dt="2025-12-03T19:34:59.109" v="3844" actId="20577"/>
          <ac:spMkLst>
            <pc:docMk/>
            <pc:sldMk cId="3066836958" sldId="492"/>
            <ac:spMk id="8" creationId="{BA295759-E69C-FC64-12CB-35B703AD2931}"/>
          </ac:spMkLst>
        </pc:spChg>
      </pc:sldChg>
      <pc:sldChg chg="modSp add mod">
        <pc:chgData name="Michael Hill" userId="41dba03d-e58d-4389-9894-554c10310ba4" providerId="ADAL" clId="{EF23FE1D-A042-481E-AFD7-2A9FB0847F54}" dt="2025-12-03T19:53:19.551" v="4079" actId="20577"/>
        <pc:sldMkLst>
          <pc:docMk/>
          <pc:sldMk cId="1199110507" sldId="493"/>
        </pc:sldMkLst>
        <pc:spChg chg="mod">
          <ac:chgData name="Michael Hill" userId="41dba03d-e58d-4389-9894-554c10310ba4" providerId="ADAL" clId="{EF23FE1D-A042-481E-AFD7-2A9FB0847F54}" dt="2025-12-03T19:53:19.551" v="4079" actId="20577"/>
          <ac:spMkLst>
            <pc:docMk/>
            <pc:sldMk cId="1199110507" sldId="493"/>
            <ac:spMk id="8" creationId="{2D5B86AD-5D3C-01DD-63B1-B6148A59F068}"/>
          </ac:spMkLst>
        </pc:spChg>
      </pc:sldChg>
      <pc:sldChg chg="addSp modSp add mod">
        <pc:chgData name="Michael Hill" userId="41dba03d-e58d-4389-9894-554c10310ba4" providerId="ADAL" clId="{EF23FE1D-A042-481E-AFD7-2A9FB0847F54}" dt="2025-12-03T19:56:47.120" v="4637" actId="207"/>
        <pc:sldMkLst>
          <pc:docMk/>
          <pc:sldMk cId="418064609" sldId="494"/>
        </pc:sldMkLst>
        <pc:spChg chg="mod">
          <ac:chgData name="Michael Hill" userId="41dba03d-e58d-4389-9894-554c10310ba4" providerId="ADAL" clId="{EF23FE1D-A042-481E-AFD7-2A9FB0847F54}" dt="2025-12-03T19:53:25.615" v="4087" actId="20577"/>
          <ac:spMkLst>
            <pc:docMk/>
            <pc:sldMk cId="418064609" sldId="494"/>
            <ac:spMk id="5" creationId="{64515289-BB5F-A984-1FE9-64F8EC1A4522}"/>
          </ac:spMkLst>
        </pc:spChg>
        <pc:spChg chg="mod">
          <ac:chgData name="Michael Hill" userId="41dba03d-e58d-4389-9894-554c10310ba4" providerId="ADAL" clId="{EF23FE1D-A042-481E-AFD7-2A9FB0847F54}" dt="2025-12-03T19:56:47.120" v="4637" actId="207"/>
          <ac:spMkLst>
            <pc:docMk/>
            <pc:sldMk cId="418064609" sldId="494"/>
            <ac:spMk id="8" creationId="{DCD4E169-832F-9085-A069-F1868FF95668}"/>
          </ac:spMkLst>
        </pc:spChg>
        <pc:picChg chg="add mod">
          <ac:chgData name="Michael Hill" userId="41dba03d-e58d-4389-9894-554c10310ba4" providerId="ADAL" clId="{EF23FE1D-A042-481E-AFD7-2A9FB0847F54}" dt="2025-12-03T19:55:12.985" v="4299" actId="1076"/>
          <ac:picMkLst>
            <pc:docMk/>
            <pc:sldMk cId="418064609" sldId="494"/>
            <ac:picMk id="3" creationId="{618B88A1-698B-A2A5-B64E-7F568A2D9303}"/>
          </ac:picMkLst>
        </pc:picChg>
      </pc:sldChg>
      <pc:sldChg chg="modSp add mod">
        <pc:chgData name="Michael Hill" userId="41dba03d-e58d-4389-9894-554c10310ba4" providerId="ADAL" clId="{EF23FE1D-A042-481E-AFD7-2A9FB0847F54}" dt="2025-12-03T19:56:19.550" v="4621" actId="20577"/>
        <pc:sldMkLst>
          <pc:docMk/>
          <pc:sldMk cId="2227015502" sldId="495"/>
        </pc:sldMkLst>
        <pc:spChg chg="mod">
          <ac:chgData name="Michael Hill" userId="41dba03d-e58d-4389-9894-554c10310ba4" providerId="ADAL" clId="{EF23FE1D-A042-481E-AFD7-2A9FB0847F54}" dt="2025-12-03T19:56:19.550" v="4621" actId="20577"/>
          <ac:spMkLst>
            <pc:docMk/>
            <pc:sldMk cId="2227015502" sldId="495"/>
            <ac:spMk id="8" creationId="{B165BDD7-72F4-C7F7-395F-0541AB63D0AA}"/>
          </ac:spMkLst>
        </pc:spChg>
      </pc:sldChg>
      <pc:sldChg chg="modSp add mod">
        <pc:chgData name="Michael Hill" userId="41dba03d-e58d-4389-9894-554c10310ba4" providerId="ADAL" clId="{EF23FE1D-A042-481E-AFD7-2A9FB0847F54}" dt="2025-12-03T19:58:03.440" v="5009" actId="20577"/>
        <pc:sldMkLst>
          <pc:docMk/>
          <pc:sldMk cId="1768482628" sldId="496"/>
        </pc:sldMkLst>
        <pc:spChg chg="mod">
          <ac:chgData name="Michael Hill" userId="41dba03d-e58d-4389-9894-554c10310ba4" providerId="ADAL" clId="{EF23FE1D-A042-481E-AFD7-2A9FB0847F54}" dt="2025-12-03T19:56:36.722" v="4634" actId="14100"/>
          <ac:spMkLst>
            <pc:docMk/>
            <pc:sldMk cId="1768482628" sldId="496"/>
            <ac:spMk id="5" creationId="{9F1FA98C-087F-4637-70E6-B9B962C7AC5A}"/>
          </ac:spMkLst>
        </pc:spChg>
        <pc:spChg chg="mod">
          <ac:chgData name="Michael Hill" userId="41dba03d-e58d-4389-9894-554c10310ba4" providerId="ADAL" clId="{EF23FE1D-A042-481E-AFD7-2A9FB0847F54}" dt="2025-12-03T19:58:03.440" v="5009" actId="20577"/>
          <ac:spMkLst>
            <pc:docMk/>
            <pc:sldMk cId="1768482628" sldId="496"/>
            <ac:spMk id="8" creationId="{7E2CEBD9-4A7B-C429-E04B-1BDFE5042CDA}"/>
          </ac:spMkLst>
        </pc:spChg>
      </pc:sldChg>
      <pc:sldChg chg="modSp add mod">
        <pc:chgData name="Michael Hill" userId="41dba03d-e58d-4389-9894-554c10310ba4" providerId="ADAL" clId="{EF23FE1D-A042-481E-AFD7-2A9FB0847F54}" dt="2025-12-08T14:50:16.889" v="5630" actId="207"/>
        <pc:sldMkLst>
          <pc:docMk/>
          <pc:sldMk cId="1065392479" sldId="497"/>
        </pc:sldMkLst>
        <pc:spChg chg="mod">
          <ac:chgData name="Michael Hill" userId="41dba03d-e58d-4389-9894-554c10310ba4" providerId="ADAL" clId="{EF23FE1D-A042-481E-AFD7-2A9FB0847F54}" dt="2025-12-03T19:58:22.931" v="5028" actId="14100"/>
          <ac:spMkLst>
            <pc:docMk/>
            <pc:sldMk cId="1065392479" sldId="497"/>
            <ac:spMk id="5" creationId="{8FF79507-404C-CA0C-AEAC-18A741F14828}"/>
          </ac:spMkLst>
        </pc:spChg>
        <pc:spChg chg="mod">
          <ac:chgData name="Michael Hill" userId="41dba03d-e58d-4389-9894-554c10310ba4" providerId="ADAL" clId="{EF23FE1D-A042-481E-AFD7-2A9FB0847F54}" dt="2025-12-08T14:50:16.889" v="5630" actId="207"/>
          <ac:spMkLst>
            <pc:docMk/>
            <pc:sldMk cId="1065392479" sldId="497"/>
            <ac:spMk id="8" creationId="{74076433-3B2B-921D-894C-B27D825C9243}"/>
          </ac:spMkLst>
        </pc:spChg>
      </pc:sldChg>
      <pc:sldChg chg="modSp add mod">
        <pc:chgData name="Michael Hill" userId="41dba03d-e58d-4389-9894-554c10310ba4" providerId="ADAL" clId="{EF23FE1D-A042-481E-AFD7-2A9FB0847F54}" dt="2025-12-08T14:52:33.092" v="6118" actId="20577"/>
        <pc:sldMkLst>
          <pc:docMk/>
          <pc:sldMk cId="2220285603" sldId="498"/>
        </pc:sldMkLst>
        <pc:spChg chg="mod">
          <ac:chgData name="Michael Hill" userId="41dba03d-e58d-4389-9894-554c10310ba4" providerId="ADAL" clId="{EF23FE1D-A042-481E-AFD7-2A9FB0847F54}" dt="2025-12-08T14:52:33.092" v="6118" actId="20577"/>
          <ac:spMkLst>
            <pc:docMk/>
            <pc:sldMk cId="2220285603" sldId="498"/>
            <ac:spMk id="8" creationId="{0218301E-8986-A1E7-894D-F7C9D4B86053}"/>
          </ac:spMkLst>
        </pc:spChg>
      </pc:sldChg>
      <pc:sldChg chg="modSp add mod">
        <pc:chgData name="Michael Hill" userId="41dba03d-e58d-4389-9894-554c10310ba4" providerId="ADAL" clId="{EF23FE1D-A042-481E-AFD7-2A9FB0847F54}" dt="2025-12-08T14:54:49.502" v="6676" actId="404"/>
        <pc:sldMkLst>
          <pc:docMk/>
          <pc:sldMk cId="1216196865" sldId="499"/>
        </pc:sldMkLst>
        <pc:spChg chg="mod">
          <ac:chgData name="Michael Hill" userId="41dba03d-e58d-4389-9894-554c10310ba4" providerId="ADAL" clId="{EF23FE1D-A042-481E-AFD7-2A9FB0847F54}" dt="2025-12-08T14:54:49.502" v="6676" actId="404"/>
          <ac:spMkLst>
            <pc:docMk/>
            <pc:sldMk cId="1216196865" sldId="499"/>
            <ac:spMk id="8" creationId="{75893767-3F21-73B8-19F9-745B3D02F054}"/>
          </ac:spMkLst>
        </pc:spChg>
      </pc:sldChg>
      <pc:sldChg chg="modSp add mod">
        <pc:chgData name="Michael Hill" userId="41dba03d-e58d-4389-9894-554c10310ba4" providerId="ADAL" clId="{EF23FE1D-A042-481E-AFD7-2A9FB0847F54}" dt="2025-12-08T14:57:38.575" v="7112" actId="14100"/>
        <pc:sldMkLst>
          <pc:docMk/>
          <pc:sldMk cId="3152468405" sldId="500"/>
        </pc:sldMkLst>
        <pc:spChg chg="mod">
          <ac:chgData name="Michael Hill" userId="41dba03d-e58d-4389-9894-554c10310ba4" providerId="ADAL" clId="{EF23FE1D-A042-481E-AFD7-2A9FB0847F54}" dt="2025-12-08T14:57:38.575" v="7112" actId="14100"/>
          <ac:spMkLst>
            <pc:docMk/>
            <pc:sldMk cId="3152468405" sldId="500"/>
            <ac:spMk id="8" creationId="{13908DD7-DA1A-AF00-03EE-9C53DEC905B4}"/>
          </ac:spMkLst>
        </pc:spChg>
      </pc:sldChg>
      <pc:sldChg chg="addSp modSp add mod">
        <pc:chgData name="Michael Hill" userId="41dba03d-e58d-4389-9894-554c10310ba4" providerId="ADAL" clId="{EF23FE1D-A042-481E-AFD7-2A9FB0847F54}" dt="2025-12-08T15:36:13.665" v="7619" actId="1076"/>
        <pc:sldMkLst>
          <pc:docMk/>
          <pc:sldMk cId="2294643394" sldId="501"/>
        </pc:sldMkLst>
        <pc:spChg chg="mod">
          <ac:chgData name="Michael Hill" userId="41dba03d-e58d-4389-9894-554c10310ba4" providerId="ADAL" clId="{EF23FE1D-A042-481E-AFD7-2A9FB0847F54}" dt="2025-12-08T15:34:32.049" v="7344" actId="14100"/>
          <ac:spMkLst>
            <pc:docMk/>
            <pc:sldMk cId="2294643394" sldId="501"/>
            <ac:spMk id="5" creationId="{220C036C-6C95-92B8-ABD2-DCCDA9A1CCCE}"/>
          </ac:spMkLst>
        </pc:spChg>
        <pc:spChg chg="mod">
          <ac:chgData name="Michael Hill" userId="41dba03d-e58d-4389-9894-554c10310ba4" providerId="ADAL" clId="{EF23FE1D-A042-481E-AFD7-2A9FB0847F54}" dt="2025-12-08T15:35:45.515" v="7613" actId="20577"/>
          <ac:spMkLst>
            <pc:docMk/>
            <pc:sldMk cId="2294643394" sldId="501"/>
            <ac:spMk id="8" creationId="{C34D1A9F-3D32-C1CA-8586-C885CE813650}"/>
          </ac:spMkLst>
        </pc:spChg>
        <pc:picChg chg="add mod">
          <ac:chgData name="Michael Hill" userId="41dba03d-e58d-4389-9894-554c10310ba4" providerId="ADAL" clId="{EF23FE1D-A042-481E-AFD7-2A9FB0847F54}" dt="2025-12-08T15:36:13.665" v="7619" actId="1076"/>
          <ac:picMkLst>
            <pc:docMk/>
            <pc:sldMk cId="2294643394" sldId="501"/>
            <ac:picMk id="3" creationId="{4142831D-40DA-C0B7-659C-65A69BDD8506}"/>
          </ac:picMkLst>
        </pc:picChg>
      </pc:sldChg>
      <pc:sldChg chg="modSp add mod">
        <pc:chgData name="Michael Hill" userId="41dba03d-e58d-4389-9894-554c10310ba4" providerId="ADAL" clId="{EF23FE1D-A042-481E-AFD7-2A9FB0847F54}" dt="2025-12-08T15:41:01.062" v="9001" actId="207"/>
        <pc:sldMkLst>
          <pc:docMk/>
          <pc:sldMk cId="1865477432" sldId="502"/>
        </pc:sldMkLst>
        <pc:spChg chg="mod">
          <ac:chgData name="Michael Hill" userId="41dba03d-e58d-4389-9894-554c10310ba4" providerId="ADAL" clId="{EF23FE1D-A042-481E-AFD7-2A9FB0847F54}" dt="2025-12-08T15:41:01.062" v="9001" actId="207"/>
          <ac:spMkLst>
            <pc:docMk/>
            <pc:sldMk cId="1865477432" sldId="502"/>
            <ac:spMk id="8" creationId="{02510311-8998-2E58-C54E-1A985EBABD09}"/>
          </ac:spMkLst>
        </pc:spChg>
      </pc:sldChg>
      <pc:sldChg chg="modSp add mod">
        <pc:chgData name="Michael Hill" userId="41dba03d-e58d-4389-9894-554c10310ba4" providerId="ADAL" clId="{EF23FE1D-A042-481E-AFD7-2A9FB0847F54}" dt="2025-12-08T15:40:54.011" v="8995" actId="207"/>
        <pc:sldMkLst>
          <pc:docMk/>
          <pc:sldMk cId="1267335623" sldId="503"/>
        </pc:sldMkLst>
        <pc:spChg chg="mod">
          <ac:chgData name="Michael Hill" userId="41dba03d-e58d-4389-9894-554c10310ba4" providerId="ADAL" clId="{EF23FE1D-A042-481E-AFD7-2A9FB0847F54}" dt="2025-12-08T15:40:54.011" v="8995" actId="207"/>
          <ac:spMkLst>
            <pc:docMk/>
            <pc:sldMk cId="1267335623" sldId="503"/>
            <ac:spMk id="8" creationId="{C6367A2D-C44B-A10C-6B7D-CEB7B5E4FA44}"/>
          </ac:spMkLst>
        </pc:spChg>
      </pc:sldChg>
      <pc:sldChg chg="modSp add mod">
        <pc:chgData name="Michael Hill" userId="41dba03d-e58d-4389-9894-554c10310ba4" providerId="ADAL" clId="{EF23FE1D-A042-481E-AFD7-2A9FB0847F54}" dt="2025-12-08T15:40:44.051" v="8986" actId="113"/>
        <pc:sldMkLst>
          <pc:docMk/>
          <pc:sldMk cId="2803101078" sldId="504"/>
        </pc:sldMkLst>
        <pc:spChg chg="mod">
          <ac:chgData name="Michael Hill" userId="41dba03d-e58d-4389-9894-554c10310ba4" providerId="ADAL" clId="{EF23FE1D-A042-481E-AFD7-2A9FB0847F54}" dt="2025-12-08T15:40:44.051" v="8986" actId="113"/>
          <ac:spMkLst>
            <pc:docMk/>
            <pc:sldMk cId="2803101078" sldId="504"/>
            <ac:spMk id="8" creationId="{C7116B91-5568-12B0-5BE9-091509680E42}"/>
          </ac:spMkLst>
        </pc:spChg>
      </pc:sldChg>
      <pc:sldChg chg="modSp add mod">
        <pc:chgData name="Michael Hill" userId="41dba03d-e58d-4389-9894-554c10310ba4" providerId="ADAL" clId="{EF23FE1D-A042-481E-AFD7-2A9FB0847F54}" dt="2025-12-08T15:43:44.552" v="9685" actId="404"/>
        <pc:sldMkLst>
          <pc:docMk/>
          <pc:sldMk cId="4175736536" sldId="505"/>
        </pc:sldMkLst>
        <pc:spChg chg="mod">
          <ac:chgData name="Michael Hill" userId="41dba03d-e58d-4389-9894-554c10310ba4" providerId="ADAL" clId="{EF23FE1D-A042-481E-AFD7-2A9FB0847F54}" dt="2025-12-08T15:43:44.552" v="9685" actId="404"/>
          <ac:spMkLst>
            <pc:docMk/>
            <pc:sldMk cId="4175736536" sldId="505"/>
            <ac:spMk id="8" creationId="{C274E9F5-B740-2D09-624A-0F381C1610A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0EF95B-9744-42BF-8E95-B5A640A352E6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23B401-C566-4517-ADD4-C67058331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927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C6A4B-E724-C642-63ED-9C1381B80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85E653-4903-1005-D15B-66DB874D2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4A978-A4B2-A67F-C69F-38ADC7DB4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910B7-42B2-3D3D-3AE4-AC7E6C388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21657-9CFD-95BE-EEE3-E1B47D77D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72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00003-439B-FA69-F591-6D66E2741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20904-0912-32D7-F6E6-31372E488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3E7E8-F851-BEB7-2C68-8FE1EF674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AE2CA-7781-6E95-12BA-557F775A9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9952B-F381-1189-2020-9A14F470C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39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F060-3D96-5480-3C88-EE775B82F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569D8-9209-8B7C-1538-E818415FF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66B1C-5056-EDDF-CD36-E7BFD2F43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F8CB3-3858-3C51-AA38-3F86C0974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EA923-CF31-8772-A331-247B9144D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05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25B0-376D-3011-4FDF-D4CA713D7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71C86-3E65-FA4B-6F6C-0BB7AA390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E646B-5AE1-A23D-3D1F-474544BF3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279F2-41EE-1489-59DC-32CD90629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EC4E9-67EE-D095-37A7-39EFE82D1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B2442-8F9C-AC5E-9546-BDE753C18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41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8DBA-2489-9EF4-F45E-238BC26EF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34AAF-B93F-48B6-1B8B-FD3E959FB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8698B-3528-B8DC-27B8-D49145D60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9008AA-A42D-2259-0D36-908024A20B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8A62E1-25E1-7552-ABA8-BE7F2A3B1B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97670D-8F54-733D-3639-1B7CCE4C1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3C6C20-7A45-CC6A-CA55-61F7CCF3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B7766C-30F5-1A8E-58AF-CDC986CF8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76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B690D-7611-3967-E6F3-81F032CFF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1D4BA6-7CE7-229C-2BD5-FECCA288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A691A-621C-6EB1-3EB8-CA9FF47FB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257F05-B410-F8DD-455C-490CEB149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66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709F58-5A85-92F4-B06D-21643033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9B9967-5360-F0CB-62AE-C03CEF75E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E68E6-84C0-1723-6611-61380FA19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55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55B2-ECD6-C08F-72AD-183650C66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96BA6-2739-2BD7-969A-4113A5119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86298-57FD-A8A8-D424-73178F2DB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784E3-D576-8AA7-A98D-17AA30F76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948EE1-5288-E1AE-89F1-37B64F23E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75274-EEF3-4830-9978-53BE36B7A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701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32C3-BAF4-D846-43C1-525BE354E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72DC9A-2E8B-6C73-166E-961BCED000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E3A54-E42B-7858-93B4-F1A981487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C60C9-5A10-7256-4190-5DE6C1C30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2744C-0DE9-DCDB-4998-7A3221F15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D5596-7365-792E-D0E3-4ED3B5E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55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A8605-B3B6-D788-279D-476906E34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D9E01-2C5E-0FD4-BF7C-54659537D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685CA-CEBB-6B85-90D4-1BEF716FC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0A526-A1AA-3BC7-DC9D-B44EBC07B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ED0B1-5EB5-A414-75E8-6BA511C0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25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BD8E7E-5301-E447-23C8-B8B5D2932F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336805-717E-9F25-0794-88BD42C6E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3C3FF-BEC2-31C8-6723-85EC31276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A1747-0799-AAD2-1377-F19D1A5E7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F77C4-38FB-B4D4-348D-9D2957422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17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A3BEBB-B682-7839-B2B4-500CE17CB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D3092-A078-5BEF-361E-CB3FDD457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4A81F-9B16-8EEC-9FE4-9E9D0C8E8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CFA067-BC5A-4095-A3A5-99A1BAFE9208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43794-F45F-30BE-BC6F-DDF9A70C2A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2708D-8AD6-9D50-70CF-8FFDD3AB7B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98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9BBF4B62-D7BF-1C6A-40E3-7B807FA87977}"/>
              </a:ext>
            </a:extLst>
          </p:cNvPr>
          <p:cNvSpPr/>
          <p:nvPr/>
        </p:nvSpPr>
        <p:spPr>
          <a:xfrm>
            <a:off x="4713768" y="2110368"/>
            <a:ext cx="2565990" cy="2565990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B883CE-936E-CB73-2B3E-56A618536A26}"/>
              </a:ext>
            </a:extLst>
          </p:cNvPr>
          <p:cNvSpPr/>
          <p:nvPr/>
        </p:nvSpPr>
        <p:spPr>
          <a:xfrm>
            <a:off x="895936" y="1574232"/>
            <a:ext cx="5652932" cy="230153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541717" lon="20311593" rev="27507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latin typeface="Bahnschrift SemiBold" panose="020B0502040204020203" pitchFamily="34" charset="0"/>
              </a:rPr>
              <a:t>TOPIC A3:</a:t>
            </a:r>
          </a:p>
          <a:p>
            <a:pPr algn="ctr"/>
            <a:r>
              <a:rPr lang="en-US" sz="6000" dirty="0">
                <a:latin typeface="Bahnschrift SemiBold" panose="020B0502040204020203" pitchFamily="34" charset="0"/>
              </a:rPr>
              <a:t>DATABASES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C18ECD-1A29-4735-FBF9-2230E3FED94F}"/>
              </a:ext>
            </a:extLst>
          </p:cNvPr>
          <p:cNvSpPr/>
          <p:nvPr/>
        </p:nvSpPr>
        <p:spPr>
          <a:xfrm>
            <a:off x="6719147" y="2724998"/>
            <a:ext cx="4008656" cy="116091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LESSON A3-6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5BB639-AC69-FE40-4352-5D3077A94591}"/>
              </a:ext>
            </a:extLst>
          </p:cNvPr>
          <p:cNvSpPr/>
          <p:nvPr/>
        </p:nvSpPr>
        <p:spPr>
          <a:xfrm>
            <a:off x="-230970" y="3692233"/>
            <a:ext cx="11407647" cy="98412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DATABASE TYPES &amp; DATA WAREHOUSES</a:t>
            </a:r>
          </a:p>
        </p:txBody>
      </p:sp>
      <p:sp>
        <p:nvSpPr>
          <p:cNvPr id="3" name="Star: 16 Points 2">
            <a:extLst>
              <a:ext uri="{FF2B5EF4-FFF2-40B4-BE49-F238E27FC236}">
                <a16:creationId xmlns:a16="http://schemas.microsoft.com/office/drawing/2014/main" id="{7092C056-8544-9BD9-4C2E-525562652EFC}"/>
              </a:ext>
            </a:extLst>
          </p:cNvPr>
          <p:cNvSpPr/>
          <p:nvPr/>
        </p:nvSpPr>
        <p:spPr>
          <a:xfrm>
            <a:off x="221178" y="429768"/>
            <a:ext cx="1920240" cy="1920240"/>
          </a:xfrm>
          <a:prstGeom prst="star16">
            <a:avLst/>
          </a:prstGeom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HL ONLY!</a:t>
            </a:r>
          </a:p>
        </p:txBody>
      </p:sp>
    </p:spTree>
    <p:extLst>
      <p:ext uri="{BB962C8B-B14F-4D97-AF65-F5344CB8AC3E}">
        <p14:creationId xmlns:p14="http://schemas.microsoft.com/office/powerpoint/2010/main" val="1878848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50A9E-999F-1BB1-2C00-779227746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6893419-8B7B-38C3-2D89-D4BB95E0AB27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D4645F-350F-77B1-036C-D01223EB808D}"/>
              </a:ext>
            </a:extLst>
          </p:cNvPr>
          <p:cNvSpPr/>
          <p:nvPr/>
        </p:nvSpPr>
        <p:spPr>
          <a:xfrm>
            <a:off x="6881567" y="1777234"/>
            <a:ext cx="4516539" cy="225568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1072296" lon="587304" rev="2156784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Bahnschrift" panose="020B0502040204020203" pitchFamily="34" charset="0"/>
              </a:rPr>
              <a:t>Have a way to take notes and a way to write code available for this lesson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CF6B3F-1F6D-7800-03EB-3D197914A30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03133FC-E875-8442-9063-C305CC0BFB2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7671A2-401B-58C3-4049-2F9F2E07BD91}"/>
              </a:ext>
            </a:extLst>
          </p:cNvPr>
          <p:cNvSpPr/>
          <p:nvPr/>
        </p:nvSpPr>
        <p:spPr>
          <a:xfrm>
            <a:off x="1060728" y="1213429"/>
            <a:ext cx="4626840" cy="539167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NoSQL Databases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Document Databases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Key-Value Databases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Wide-column Store Databases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Graph Databases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Cloud Databases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Spatial Databases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In-memory Databases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Data Warehouses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468F18-96E8-0BDE-DEDF-19E7735BE1E6}"/>
              </a:ext>
            </a:extLst>
          </p:cNvPr>
          <p:cNvSpPr/>
          <p:nvPr/>
        </p:nvSpPr>
        <p:spPr>
          <a:xfrm>
            <a:off x="6598031" y="1564953"/>
            <a:ext cx="1708202" cy="63244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ahnschrift SemiBold" panose="020B0502040204020203" pitchFamily="34" charset="0"/>
              </a:rPr>
              <a:t>NOTE!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D8CB0-8A02-BF4E-6CF1-A22B96E02C67}"/>
              </a:ext>
            </a:extLst>
          </p:cNvPr>
          <p:cNvSpPr/>
          <p:nvPr/>
        </p:nvSpPr>
        <p:spPr>
          <a:xfrm>
            <a:off x="1824466" y="252900"/>
            <a:ext cx="2903431" cy="9285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854122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DF31C7-9D62-34F3-51FF-D499D2944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CA8483F3-9D91-69C6-DAE4-E819F0292C96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9103A45C-BE5A-478E-4718-72C97F147BD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  <a:ln>
            <a:noFill/>
          </a:ln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59044FD4-E5CB-7F72-D4E0-B3FF57F10D6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1FB06C32-785C-D086-3043-42F7FBD0932E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ADCA5AE-052C-5076-411F-06E5A022CDA7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3C7B8BA-8B31-7B2C-E2AB-60712C1F61E8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3B4A7A-A70B-0C4A-C7FF-462ADF36D440}"/>
              </a:ext>
            </a:extLst>
          </p:cNvPr>
          <p:cNvSpPr/>
          <p:nvPr/>
        </p:nvSpPr>
        <p:spPr>
          <a:xfrm>
            <a:off x="1089140" y="1246841"/>
            <a:ext cx="9808033" cy="38305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Suppose that you’re designing a database for a library</a:t>
            </a:r>
          </a:p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You need to store information about Books, Authors, and Borrowers</a:t>
            </a:r>
          </a:p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What tables would you create</a:t>
            </a:r>
          </a:p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What attributes would they have, and what would their primary keys be?</a:t>
            </a:r>
          </a:p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What foreign keys would connect the tables?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0233D-41DE-6588-7EB0-97A3A19FFCB8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QUESTION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0572BAA1-AB30-2A31-99DA-E2636EF7873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F9670370-72F4-78E6-7DE3-64A5614A006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21F28121-5FF8-B768-E483-38897AA8B76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594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4F2867-8E56-228A-A272-D4ED8954C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926B7704-86EF-7FEC-8155-3D847292CD2C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690CDB7F-EB96-D8B0-D3AA-E3CAB1D0AB9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21671FCB-EF5E-A9AE-9B16-D4B88C68617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54A81DB0-35AE-121E-AE82-A4D31AF2D19B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C3F3785-EC31-8804-47D6-C260A012DD18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EA9A261-C404-6850-0145-A6263A349EF9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2E8945-8B7A-5FF6-41CB-3A36AA2FF6DA}"/>
              </a:ext>
            </a:extLst>
          </p:cNvPr>
          <p:cNvSpPr/>
          <p:nvPr/>
        </p:nvSpPr>
        <p:spPr>
          <a:xfrm>
            <a:off x="1089140" y="1246841"/>
            <a:ext cx="9808033" cy="529250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Books(</a:t>
            </a:r>
            <a:r>
              <a:rPr lang="en-US" sz="2800" u="sng" dirty="0">
                <a:solidFill>
                  <a:prstClr val="white"/>
                </a:solidFill>
                <a:latin typeface="Bahnschrift" panose="020B0502040204020203" pitchFamily="34" charset="0"/>
              </a:rPr>
              <a:t>ISBN</a:t>
            </a: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, </a:t>
            </a:r>
            <a:r>
              <a:rPr lang="en-US" sz="2800" dirty="0" err="1">
                <a:solidFill>
                  <a:prstClr val="white"/>
                </a:solidFill>
                <a:latin typeface="Bahnschrift" panose="020B0502040204020203" pitchFamily="34" charset="0"/>
              </a:rPr>
              <a:t>AuthorID</a:t>
            </a: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, </a:t>
            </a:r>
            <a:r>
              <a:rPr lang="en-US" sz="2800" dirty="0" err="1">
                <a:solidFill>
                  <a:prstClr val="white"/>
                </a:solidFill>
                <a:latin typeface="Bahnschrift" panose="020B0502040204020203" pitchFamily="34" charset="0"/>
              </a:rPr>
              <a:t>BookName</a:t>
            </a: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)</a:t>
            </a:r>
          </a:p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Author(</a:t>
            </a:r>
            <a:r>
              <a:rPr lang="en-US" sz="2800" u="sng" dirty="0" err="1">
                <a:solidFill>
                  <a:prstClr val="white"/>
                </a:solidFill>
                <a:latin typeface="Bahnschrift" panose="020B0502040204020203" pitchFamily="34" charset="0"/>
              </a:rPr>
              <a:t>AuthorID</a:t>
            </a: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, FirstName, LastName)</a:t>
            </a:r>
          </a:p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Borrowers(</a:t>
            </a:r>
            <a:r>
              <a:rPr lang="en-US" sz="2800" u="sng" dirty="0" err="1">
                <a:solidFill>
                  <a:prstClr val="white"/>
                </a:solidFill>
                <a:latin typeface="Bahnschrift" panose="020B0502040204020203" pitchFamily="34" charset="0"/>
              </a:rPr>
              <a:t>BorrowerID</a:t>
            </a:r>
            <a:r>
              <a:rPr lang="en-US" sz="2800" u="sng" dirty="0">
                <a:solidFill>
                  <a:prstClr val="white"/>
                </a:solidFill>
                <a:latin typeface="Bahnschrift" panose="020B0502040204020203" pitchFamily="34" charset="0"/>
              </a:rPr>
              <a:t>,</a:t>
            </a: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 FirstName, LastName)</a:t>
            </a:r>
          </a:p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Borrows(</a:t>
            </a:r>
            <a:r>
              <a:rPr lang="en-US" sz="2800" u="sng" dirty="0" err="1">
                <a:solidFill>
                  <a:prstClr val="white"/>
                </a:solidFill>
                <a:latin typeface="Bahnschrift" panose="020B0502040204020203" pitchFamily="34" charset="0"/>
              </a:rPr>
              <a:t>BorrowerID</a:t>
            </a: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, </a:t>
            </a:r>
            <a:r>
              <a:rPr lang="en-US" sz="2800" u="sng" dirty="0">
                <a:solidFill>
                  <a:prstClr val="white"/>
                </a:solidFill>
                <a:latin typeface="Bahnschrift" panose="020B0502040204020203" pitchFamily="34" charset="0"/>
              </a:rPr>
              <a:t>ISBN</a:t>
            </a: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, </a:t>
            </a:r>
            <a:r>
              <a:rPr lang="en-US" sz="2800" u="sng" dirty="0">
                <a:solidFill>
                  <a:prstClr val="white"/>
                </a:solidFill>
                <a:latin typeface="Bahnschrift" panose="020B0502040204020203" pitchFamily="34" charset="0"/>
              </a:rPr>
              <a:t>Date</a:t>
            </a: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7B9208-16B9-4FF3-0246-620CA9B1108A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ANSWER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0150267B-6788-74B0-B03C-5D096BDF8D8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083C1FE4-D717-FE13-FA70-8EC95E3A3D3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91B051B8-C24A-43E0-0391-560DEA8A9ED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859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2B2ED3-4EF8-6330-1896-93D426F0E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633300CD-DA7F-9CB2-C806-2870D51E42B5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70E4E65-71FC-1931-9D8E-688C9DADA7D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E4EA5CB-05C5-DAE7-8A42-D443CC3BA993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071ADAC-1916-8360-D79E-4AF2FBD9B9A8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1D10A6-6873-83B9-4A7A-C6B9FA36932C}"/>
              </a:ext>
            </a:extLst>
          </p:cNvPr>
          <p:cNvSpPr/>
          <p:nvPr/>
        </p:nvSpPr>
        <p:spPr>
          <a:xfrm>
            <a:off x="421106" y="1357745"/>
            <a:ext cx="11264926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Database models are different frameworks that determine the logical structure of a database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can change how data is stored, organized, or manipulated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different models cater to different types of applications and requirements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For the most part, in this class we discuss </a:t>
            </a: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relational databases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We’ll be dipping our toes into some alternate database schemes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D05023-B49D-4826-0558-B56B39E7F0C2}"/>
              </a:ext>
            </a:extLst>
          </p:cNvPr>
          <p:cNvSpPr/>
          <p:nvPr/>
        </p:nvSpPr>
        <p:spPr>
          <a:xfrm>
            <a:off x="-115770" y="155968"/>
            <a:ext cx="5190636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DATABASE MODELS</a:t>
            </a:r>
          </a:p>
        </p:txBody>
      </p:sp>
    </p:spTree>
    <p:extLst>
      <p:ext uri="{BB962C8B-B14F-4D97-AF65-F5344CB8AC3E}">
        <p14:creationId xmlns:p14="http://schemas.microsoft.com/office/powerpoint/2010/main" val="3060638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9474A6-3670-E700-A34D-AFAAE661E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1C287C13-0087-62FC-F381-28EBB2614D48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33F69B9-E174-02C4-A1DD-2E589CAF88D2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155597B-5062-6AF2-DEBC-630573DE8244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DBC36C0-2BB1-61EF-7446-FC97F51006B7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5FFA3E-2FF3-D507-E9DC-0292AEBB3034}"/>
              </a:ext>
            </a:extLst>
          </p:cNvPr>
          <p:cNvSpPr/>
          <p:nvPr/>
        </p:nvSpPr>
        <p:spPr>
          <a:xfrm>
            <a:off x="421106" y="1357745"/>
            <a:ext cx="11264926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NoSQL Databases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Document Databases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Key-value Databases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Wide-column Store Databases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Graph Databases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Cloud Databases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Spatial Databases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In-memory Databases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Data Warehouses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C70CA6-58A6-3486-B077-A293BCC47ACD}"/>
              </a:ext>
            </a:extLst>
          </p:cNvPr>
          <p:cNvSpPr/>
          <p:nvPr/>
        </p:nvSpPr>
        <p:spPr>
          <a:xfrm>
            <a:off x="-115770" y="155968"/>
            <a:ext cx="5190636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DATABASE MODELS</a:t>
            </a:r>
          </a:p>
        </p:txBody>
      </p:sp>
    </p:spTree>
    <p:extLst>
      <p:ext uri="{BB962C8B-B14F-4D97-AF65-F5344CB8AC3E}">
        <p14:creationId xmlns:p14="http://schemas.microsoft.com/office/powerpoint/2010/main" val="18456046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ECC43C-79DE-3D0F-00FB-BCEB591A7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D84B9D62-8155-3519-13BD-E3F7D1790509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E053E40-5C8D-1555-6AA4-4EB3EB7C0D37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823A473-8AC4-E004-75A3-AA2811A19C0B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EC1CBCF-6C31-C2CE-E871-B8F13F7DD8D9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B88573-1461-3EF9-C235-ED2EC8AF4A39}"/>
              </a:ext>
            </a:extLst>
          </p:cNvPr>
          <p:cNvSpPr/>
          <p:nvPr/>
        </p:nvSpPr>
        <p:spPr>
          <a:xfrm>
            <a:off x="421106" y="1357745"/>
            <a:ext cx="11264926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NoSQL databases are designed to handle large volumes of data with diverse data types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Flexible and scalable, often used for modern web applications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E-commerce platforms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Big Data (Route calculations for Google Maps)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Real-time Analytics (Social Media)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NoSQL Databases store data differently from relational databases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Document Databases, Key-value Databases, Wide-column store databases, graph databases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FB016C-DADB-7E1D-628B-3E1EF3B116E5}"/>
              </a:ext>
            </a:extLst>
          </p:cNvPr>
          <p:cNvSpPr/>
          <p:nvPr/>
        </p:nvSpPr>
        <p:spPr>
          <a:xfrm>
            <a:off x="-115770" y="155968"/>
            <a:ext cx="5190636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NOSQL DATABASES</a:t>
            </a:r>
          </a:p>
        </p:txBody>
      </p:sp>
    </p:spTree>
    <p:extLst>
      <p:ext uri="{BB962C8B-B14F-4D97-AF65-F5344CB8AC3E}">
        <p14:creationId xmlns:p14="http://schemas.microsoft.com/office/powerpoint/2010/main" val="15838673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9879DB-BA2E-853F-0216-B0DC9E1B4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D65E8E4C-C825-C1BD-C28D-918ECC09D78C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759962D-CF1F-ABD9-7437-36BA937A17F8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6DF425F-7C95-11AF-9DA2-46E5E36AB60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9B52084-6EF7-C132-A75B-89AEFF1A11C4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EACB0B-FBBB-2467-411C-928F2F8F2515}"/>
              </a:ext>
            </a:extLst>
          </p:cNvPr>
          <p:cNvSpPr/>
          <p:nvPr/>
        </p:nvSpPr>
        <p:spPr>
          <a:xfrm>
            <a:off x="421106" y="1357745"/>
            <a:ext cx="8604022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Document Databases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are a type of NoSQL Database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Data is stored in documents like JSON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Documents contain pairs of keys and values, with a key being able to fetch a value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Flexible model for semi-structured and unstructured datasets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Easy way to represent </a:t>
            </a: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hierarchical data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Pose a risk of data redundancy and inconsistency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02F65D-27CE-A10D-FD51-2683DA787F43}"/>
              </a:ext>
            </a:extLst>
          </p:cNvPr>
          <p:cNvSpPr/>
          <p:nvPr/>
        </p:nvSpPr>
        <p:spPr>
          <a:xfrm>
            <a:off x="-115770" y="155968"/>
            <a:ext cx="6211770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DOCUMENT DATABASES</a:t>
            </a:r>
          </a:p>
        </p:txBody>
      </p:sp>
      <p:pic>
        <p:nvPicPr>
          <p:cNvPr id="3" name="Picture 2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44123E76-9E25-88A4-2FCE-54CCB8D3E1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20" r="42280"/>
          <a:stretch>
            <a:fillRect/>
          </a:stretch>
        </p:blipFill>
        <p:spPr>
          <a:xfrm>
            <a:off x="8148789" y="1882711"/>
            <a:ext cx="3840480" cy="3476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6350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5A000E-937B-9D03-72F1-568386A8D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1AE94F34-6E15-7274-4190-3C5AAB16DD7F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4F9716C-FFC8-4D88-D5AC-A5B4487B4E92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5C03261-F277-B470-6390-B8D6BFF33CD1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D6FED02-683E-ED6E-EC5C-766C9EEEE675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B15AAE-40F0-EB39-4246-B3EB63FCCCCE}"/>
              </a:ext>
            </a:extLst>
          </p:cNvPr>
          <p:cNvSpPr/>
          <p:nvPr/>
        </p:nvSpPr>
        <p:spPr>
          <a:xfrm>
            <a:off x="421106" y="1357745"/>
            <a:ext cx="11438662" cy="35800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Key Value Databases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are a type of NoSQL Database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Data is stored similarly to JSON, but in a simpler format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No hierarchies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Keys correspond to values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is just a Python dictionary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Fast read and writes, but querying is limited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E43F62-8C2F-3B70-198E-627D5EEEACB2}"/>
              </a:ext>
            </a:extLst>
          </p:cNvPr>
          <p:cNvSpPr/>
          <p:nvPr/>
        </p:nvSpPr>
        <p:spPr>
          <a:xfrm>
            <a:off x="-115770" y="155968"/>
            <a:ext cx="6211770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KEY VALUE DATABASES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F10651E-A8EA-5F16-825F-1C3FA34955C7}"/>
              </a:ext>
            </a:extLst>
          </p:cNvPr>
          <p:cNvSpPr/>
          <p:nvPr/>
        </p:nvSpPr>
        <p:spPr>
          <a:xfrm>
            <a:off x="448056" y="5417048"/>
            <a:ext cx="11497797" cy="1284984"/>
          </a:xfrm>
          <a:prstGeom prst="rect">
            <a:avLst/>
          </a:prstGeom>
          <a:solidFill>
            <a:schemeClr val="tx1"/>
          </a:solidFill>
          <a:ln w="762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user = {</a:t>
            </a:r>
            <a:r>
              <a:rPr lang="en-US" sz="18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id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r>
              <a:rPr lang="en-US" sz="1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15439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sz="1800" dirty="0" err="1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name"</a:t>
            </a:r>
            <a:r>
              <a:rPr lang="en-US" sz="1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r>
              <a:rPr lang="en-US" sz="1800" dirty="0" err="1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"yadda</a:t>
            </a:r>
            <a:r>
              <a:rPr lang="en-US" sz="18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sz="1800" dirty="0" err="1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email"</a:t>
            </a:r>
            <a:r>
              <a:rPr lang="en-US" sz="1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r>
              <a:rPr lang="en-US" sz="1800" dirty="0" err="1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"test@test.com</a:t>
            </a:r>
            <a:r>
              <a:rPr lang="en-US" sz="18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"role"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r>
              <a:rPr lang="en-US" sz="18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sz="1800" dirty="0" err="1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ceo</a:t>
            </a:r>
            <a:r>
              <a:rPr lang="en-US" sz="18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}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(user[</a:t>
            </a:r>
            <a:r>
              <a:rPr lang="en-US" sz="18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"email"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])</a:t>
            </a:r>
          </a:p>
        </p:txBody>
      </p:sp>
    </p:spTree>
    <p:extLst>
      <p:ext uri="{BB962C8B-B14F-4D97-AF65-F5344CB8AC3E}">
        <p14:creationId xmlns:p14="http://schemas.microsoft.com/office/powerpoint/2010/main" val="38218806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10D206-F539-E89D-52B8-78A50F798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B48F90C4-04D4-EC02-2A29-D9F8E6000DE0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3C02E76-189E-A717-AB4E-71356288A80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751C3B-DBF3-96BF-7EA2-F0DBBFCFEE89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410BB13-D14F-86AE-DB23-FE8B4FEF3AFE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49FC9E-54A7-236C-443E-AA87166C892B}"/>
              </a:ext>
            </a:extLst>
          </p:cNvPr>
          <p:cNvSpPr/>
          <p:nvPr/>
        </p:nvSpPr>
        <p:spPr>
          <a:xfrm>
            <a:off x="421106" y="1357745"/>
            <a:ext cx="11438662" cy="35800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Wide-column Store Databases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are a type of NoSQL Database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Data is stored in tables, rows, and dynamic columns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Different rows can have different sets of columns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makes retrieval quick and is used in big data/analytics applications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model is very complex to implement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D3E66C-EE12-B598-E098-B52970173D3A}"/>
              </a:ext>
            </a:extLst>
          </p:cNvPr>
          <p:cNvSpPr/>
          <p:nvPr/>
        </p:nvSpPr>
        <p:spPr>
          <a:xfrm>
            <a:off x="-636978" y="155968"/>
            <a:ext cx="9086034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WIDE-COLUMN STORE DATABASES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F170C0D-BD32-632F-1616-EFBED27EDC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2300074"/>
              </p:ext>
            </p:extLst>
          </p:nvPr>
        </p:nvGraphicFramePr>
        <p:xfrm>
          <a:off x="1593088" y="5228267"/>
          <a:ext cx="8812784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3196">
                  <a:extLst>
                    <a:ext uri="{9D8B030D-6E8A-4147-A177-3AD203B41FA5}">
                      <a16:colId xmlns:a16="http://schemas.microsoft.com/office/drawing/2014/main" val="1784430297"/>
                    </a:ext>
                  </a:extLst>
                </a:gridCol>
                <a:gridCol w="2203196">
                  <a:extLst>
                    <a:ext uri="{9D8B030D-6E8A-4147-A177-3AD203B41FA5}">
                      <a16:colId xmlns:a16="http://schemas.microsoft.com/office/drawing/2014/main" val="1386542706"/>
                    </a:ext>
                  </a:extLst>
                </a:gridCol>
                <a:gridCol w="2203196">
                  <a:extLst>
                    <a:ext uri="{9D8B030D-6E8A-4147-A177-3AD203B41FA5}">
                      <a16:colId xmlns:a16="http://schemas.microsoft.com/office/drawing/2014/main" val="157797927"/>
                    </a:ext>
                  </a:extLst>
                </a:gridCol>
                <a:gridCol w="2203196">
                  <a:extLst>
                    <a:ext uri="{9D8B030D-6E8A-4147-A177-3AD203B41FA5}">
                      <a16:colId xmlns:a16="http://schemas.microsoft.com/office/drawing/2014/main" val="4294108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dateOfBirth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88740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23498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joenail@gamil.com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26257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29023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15/02/2024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3628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93261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05C675-0995-9C85-30B7-4CAD194B5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335E50CC-2D51-08BF-6BED-EA1D72B4344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54EE93B-7174-B667-47F4-22C31EEBEE43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6BF868-70DF-71A3-8CB1-CEE57DA2FF1F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08DA5DB-1EC8-B4FF-D9F3-92BD95D1CF0E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2C4A3E-D144-8682-6BF7-E20BD9ED7C4E}"/>
              </a:ext>
            </a:extLst>
          </p:cNvPr>
          <p:cNvSpPr/>
          <p:nvPr/>
        </p:nvSpPr>
        <p:spPr>
          <a:xfrm>
            <a:off x="421106" y="1357745"/>
            <a:ext cx="5851678" cy="498304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Graph Databases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are a type of NoSQL Database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Data is stored as nodes and edges in a graph structure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Typically store data about people, places, or things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Used for social media, recommendation engines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Much more complex to organize and maintain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1D110C-2A01-20E5-564C-277AA18821A8}"/>
              </a:ext>
            </a:extLst>
          </p:cNvPr>
          <p:cNvSpPr/>
          <p:nvPr/>
        </p:nvSpPr>
        <p:spPr>
          <a:xfrm>
            <a:off x="-147157" y="196963"/>
            <a:ext cx="5501586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GRAPH DATABASES</a:t>
            </a:r>
          </a:p>
        </p:txBody>
      </p:sp>
      <p:pic>
        <p:nvPicPr>
          <p:cNvPr id="6" name="Picture 5" descr="A diagram of a project&#10;&#10;AI-generated content may be incorrect.">
            <a:extLst>
              <a:ext uri="{FF2B5EF4-FFF2-40B4-BE49-F238E27FC236}">
                <a16:creationId xmlns:a16="http://schemas.microsoft.com/office/drawing/2014/main" id="{369CA01C-CB8C-5897-9ED8-3F79E93951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7967" y="2008630"/>
            <a:ext cx="5378949" cy="3240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8424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C6DB0E-C6EC-B131-CF2D-E5B8F033F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BEFB4B6E-8B0C-A42C-C384-5408A17E6B33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09F8E57-3C8C-13CE-B1ED-D920FFE823CA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DE1B5CB-F1AC-3A06-B923-C55B435D14EB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B700ECF-8F17-4A9B-4F58-B2A400B75D2D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8ED410-5B3C-6F88-66A9-27DB6385B3EC}"/>
              </a:ext>
            </a:extLst>
          </p:cNvPr>
          <p:cNvSpPr/>
          <p:nvPr/>
        </p:nvSpPr>
        <p:spPr>
          <a:xfrm>
            <a:off x="421107" y="1357745"/>
            <a:ext cx="4013734" cy="243167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All of these types of databases are NoSQL, but are specialized for different purposes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F58DF8-BB9B-E659-E29B-9F1FF1C49A0B}"/>
              </a:ext>
            </a:extLst>
          </p:cNvPr>
          <p:cNvSpPr/>
          <p:nvPr/>
        </p:nvSpPr>
        <p:spPr>
          <a:xfrm>
            <a:off x="-147157" y="196963"/>
            <a:ext cx="5501586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NOSQL DATABASES</a:t>
            </a:r>
          </a:p>
        </p:txBody>
      </p:sp>
      <p:pic>
        <p:nvPicPr>
          <p:cNvPr id="6" name="Picture 5" descr="A diagram of a project&#10;&#10;AI-generated content may be incorrect.">
            <a:extLst>
              <a:ext uri="{FF2B5EF4-FFF2-40B4-BE49-F238E27FC236}">
                <a16:creationId xmlns:a16="http://schemas.microsoft.com/office/drawing/2014/main" id="{851FA2C5-C55A-A2EF-0FBF-82BD6EADF5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8284" y="1373509"/>
            <a:ext cx="3620586" cy="2180871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0E1861E-0F4B-040B-B695-BC948D647D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8330605"/>
              </p:ext>
            </p:extLst>
          </p:nvPr>
        </p:nvGraphicFramePr>
        <p:xfrm>
          <a:off x="3379216" y="5548517"/>
          <a:ext cx="8812784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3196">
                  <a:extLst>
                    <a:ext uri="{9D8B030D-6E8A-4147-A177-3AD203B41FA5}">
                      <a16:colId xmlns:a16="http://schemas.microsoft.com/office/drawing/2014/main" val="1784430297"/>
                    </a:ext>
                  </a:extLst>
                </a:gridCol>
                <a:gridCol w="2203196">
                  <a:extLst>
                    <a:ext uri="{9D8B030D-6E8A-4147-A177-3AD203B41FA5}">
                      <a16:colId xmlns:a16="http://schemas.microsoft.com/office/drawing/2014/main" val="1386542706"/>
                    </a:ext>
                  </a:extLst>
                </a:gridCol>
                <a:gridCol w="2203196">
                  <a:extLst>
                    <a:ext uri="{9D8B030D-6E8A-4147-A177-3AD203B41FA5}">
                      <a16:colId xmlns:a16="http://schemas.microsoft.com/office/drawing/2014/main" val="157797927"/>
                    </a:ext>
                  </a:extLst>
                </a:gridCol>
                <a:gridCol w="2203196">
                  <a:extLst>
                    <a:ext uri="{9D8B030D-6E8A-4147-A177-3AD203B41FA5}">
                      <a16:colId xmlns:a16="http://schemas.microsoft.com/office/drawing/2014/main" val="4294108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dateOfBirth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88740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23498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joenail@gamil.com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26257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29023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15/02/2024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3628085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37FE8B9D-D945-5E52-5D3F-81594CA39A9D}"/>
              </a:ext>
            </a:extLst>
          </p:cNvPr>
          <p:cNvSpPr/>
          <p:nvPr/>
        </p:nvSpPr>
        <p:spPr>
          <a:xfrm>
            <a:off x="2656335" y="3938218"/>
            <a:ext cx="9866376" cy="1284984"/>
          </a:xfrm>
          <a:prstGeom prst="rect">
            <a:avLst/>
          </a:prstGeom>
          <a:solidFill>
            <a:schemeClr val="tx1"/>
          </a:solidFill>
          <a:ln w="762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user = {</a:t>
            </a:r>
            <a:r>
              <a:rPr lang="en-US" sz="18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id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r>
              <a:rPr lang="en-US" sz="1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15439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sz="1800" dirty="0" err="1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name"</a:t>
            </a:r>
            <a:r>
              <a:rPr lang="en-US" sz="1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r>
              <a:rPr lang="en-US" sz="1800" dirty="0" err="1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"yadda</a:t>
            </a:r>
            <a:r>
              <a:rPr lang="en-US" sz="18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sz="1800" dirty="0" err="1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email"</a:t>
            </a:r>
            <a:r>
              <a:rPr lang="en-US" sz="1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r>
              <a:rPr lang="en-US" sz="1800" dirty="0" err="1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"test@test.com</a:t>
            </a:r>
            <a:r>
              <a:rPr lang="en-US" sz="18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"role"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r>
              <a:rPr lang="en-US" sz="18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sz="1800" dirty="0" err="1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ceo</a:t>
            </a:r>
            <a:r>
              <a:rPr lang="en-US" sz="18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}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(user[</a:t>
            </a:r>
            <a:r>
              <a:rPr lang="en-US" sz="18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"email"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])</a:t>
            </a:r>
          </a:p>
        </p:txBody>
      </p:sp>
      <p:pic>
        <p:nvPicPr>
          <p:cNvPr id="10" name="Picture 9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AD4DC9AB-E2B0-6D97-D5D4-EE986A88CA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20" r="42280"/>
          <a:stretch>
            <a:fillRect/>
          </a:stretch>
        </p:blipFill>
        <p:spPr>
          <a:xfrm>
            <a:off x="5056382" y="722169"/>
            <a:ext cx="3034323" cy="2746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5021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627665-5D02-75ED-C3C4-D9C7128AE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D604EC4C-E0CD-90D9-65EF-4079E3C3FB91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FCBC252-B972-EFB9-671F-90C959F707AE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FC809B5-5781-4B35-49C7-DB1C0A962F0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F840DE0-7A62-230D-B147-9297FA150205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37CC34-C71F-6222-5D4A-A49280E44B98}"/>
              </a:ext>
            </a:extLst>
          </p:cNvPr>
          <p:cNvSpPr/>
          <p:nvPr/>
        </p:nvSpPr>
        <p:spPr>
          <a:xfrm>
            <a:off x="421106" y="1357745"/>
            <a:ext cx="11008894" cy="498304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Cloud Databases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are databases that run on cloud computing platforms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provides scalability, high availability, and flexible resource management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Pricing is determined by usage, which is allocated on the fly to meet the needs of the workload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 are some potential downsides of this setup?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0B49AE-7D5A-B0A0-E72C-741C5CB6B2AA}"/>
              </a:ext>
            </a:extLst>
          </p:cNvPr>
          <p:cNvSpPr/>
          <p:nvPr/>
        </p:nvSpPr>
        <p:spPr>
          <a:xfrm>
            <a:off x="-147157" y="196963"/>
            <a:ext cx="5501586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CLOUD DATABASES</a:t>
            </a:r>
          </a:p>
        </p:txBody>
      </p:sp>
    </p:spTree>
    <p:extLst>
      <p:ext uri="{BB962C8B-B14F-4D97-AF65-F5344CB8AC3E}">
        <p14:creationId xmlns:p14="http://schemas.microsoft.com/office/powerpoint/2010/main" val="11040495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D5CEEF-04B9-D742-9677-5233FCB7C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6B748588-444D-E0AF-5BD8-DC912233B956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B6636FA-DC95-28FE-C229-1CFB406C80AB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CBF2CF6-0456-E814-5668-B3A65E1BA8E1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184CB75-7192-0D48-F606-2073813CD0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295759-E69C-FC64-12CB-35B703AD2931}"/>
              </a:ext>
            </a:extLst>
          </p:cNvPr>
          <p:cNvSpPr/>
          <p:nvPr/>
        </p:nvSpPr>
        <p:spPr>
          <a:xfrm>
            <a:off x="421106" y="1357745"/>
            <a:ext cx="11008894" cy="498304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There are two types of cloud databases: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Self Managed Database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: database runs on a virtual machine on a system operated by a cloud vendor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Vendor gives servers, operating system, and storage devices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purchaser must still deploy the database on the system, and do admin and maintenance tasks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Managed Database Services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: Fully managed by the vendor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Vendor handles all aspects of the database,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B1235F-2218-0C9B-AFB6-C6063BF905D8}"/>
              </a:ext>
            </a:extLst>
          </p:cNvPr>
          <p:cNvSpPr/>
          <p:nvPr/>
        </p:nvSpPr>
        <p:spPr>
          <a:xfrm>
            <a:off x="-147157" y="196963"/>
            <a:ext cx="5501586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CLOUD DATABASES</a:t>
            </a:r>
          </a:p>
        </p:txBody>
      </p:sp>
    </p:spTree>
    <p:extLst>
      <p:ext uri="{BB962C8B-B14F-4D97-AF65-F5344CB8AC3E}">
        <p14:creationId xmlns:p14="http://schemas.microsoft.com/office/powerpoint/2010/main" val="30668369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02BAD1-5C4A-2E23-BEF2-2F41F6F18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37C6B2F-B46C-14B3-33CB-8113E2115B1E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7004F12-68A5-982B-E01B-84201B3AABFA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CDDF9E9-EC1F-0B58-84B5-6F1809CD88C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3CE1730-7A39-9E40-40D6-C0CFE319A3AD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5B86AD-5D3C-01DD-63B1-B6148A59F068}"/>
              </a:ext>
            </a:extLst>
          </p:cNvPr>
          <p:cNvSpPr/>
          <p:nvPr/>
        </p:nvSpPr>
        <p:spPr>
          <a:xfrm>
            <a:off x="421106" y="1357745"/>
            <a:ext cx="11008894" cy="498304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Some providers of cloud databases are: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Amazon DynamoDB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Amazon RDS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Azure Cosmos DB (Microsoft)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Google Cloud SQL 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Azure SQL (Microsoft)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Some of these are used for startups, some target more mature enterprises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133510-958C-103E-BF31-B8662C377E13}"/>
              </a:ext>
            </a:extLst>
          </p:cNvPr>
          <p:cNvSpPr/>
          <p:nvPr/>
        </p:nvSpPr>
        <p:spPr>
          <a:xfrm>
            <a:off x="-147157" y="196963"/>
            <a:ext cx="5501586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CLOUD DATABASES</a:t>
            </a:r>
          </a:p>
        </p:txBody>
      </p:sp>
    </p:spTree>
    <p:extLst>
      <p:ext uri="{BB962C8B-B14F-4D97-AF65-F5344CB8AC3E}">
        <p14:creationId xmlns:p14="http://schemas.microsoft.com/office/powerpoint/2010/main" val="11991105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FD344E-6D47-C6F9-580B-A1226FEE2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3BE1210E-BCAC-D939-2139-5975449C820C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6B62714-E095-CD63-9781-99C2E49588C2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357D3AE-228A-6E8C-AA56-C9AF86C83F4C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99C05D9-A100-EB48-6266-B4EC61DEC744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D4E169-832F-9085-A069-F1868FF95668}"/>
              </a:ext>
            </a:extLst>
          </p:cNvPr>
          <p:cNvSpPr/>
          <p:nvPr/>
        </p:nvSpPr>
        <p:spPr>
          <a:xfrm>
            <a:off x="421106" y="1357745"/>
            <a:ext cx="11008894" cy="498304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Spatial databases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are optimized to store and query data objects in space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includes points, lines, polygons, 3D shapes, and coordinates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 would be a case where you may want to use this?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515289-BB5F-A984-1FE9-64F8EC1A4522}"/>
              </a:ext>
            </a:extLst>
          </p:cNvPr>
          <p:cNvSpPr/>
          <p:nvPr/>
        </p:nvSpPr>
        <p:spPr>
          <a:xfrm>
            <a:off x="-147157" y="196963"/>
            <a:ext cx="5501586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SPATIAL DATABASES</a:t>
            </a:r>
          </a:p>
        </p:txBody>
      </p:sp>
      <p:pic>
        <p:nvPicPr>
          <p:cNvPr id="3" name="Picture 2" descr="A diagram of data model&#10;&#10;AI-generated content may be incorrect.">
            <a:extLst>
              <a:ext uri="{FF2B5EF4-FFF2-40B4-BE49-F238E27FC236}">
                <a16:creationId xmlns:a16="http://schemas.microsoft.com/office/drawing/2014/main" id="{618B88A1-698B-A2A5-B64E-7F568A2D93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7608" y="3488303"/>
            <a:ext cx="4387702" cy="3290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646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62907A-5F02-F0BF-111C-9ECA2E306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666E310A-3DA3-C4F4-B96B-AAA867948942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B1ACBBB-E8B9-4D21-C80F-55F7AFAFD577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4B72903-6C12-5E17-EF36-96C047E365A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D6C3E08-1ECF-C8AC-E9AF-8A7BCA151147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165BDD7-72F4-C7F7-395F-0541AB63D0AA}"/>
              </a:ext>
            </a:extLst>
          </p:cNvPr>
          <p:cNvSpPr/>
          <p:nvPr/>
        </p:nvSpPr>
        <p:spPr>
          <a:xfrm>
            <a:off x="421106" y="1357745"/>
            <a:ext cx="11008894" cy="498304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Spatial databases are often used for: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Geographic information systems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Location based services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Mapping applications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These use complex data types and queries to store this data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means spatial databases have a high knowledge level to use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8A8295-4A86-101D-C42F-ABAF97EE0560}"/>
              </a:ext>
            </a:extLst>
          </p:cNvPr>
          <p:cNvSpPr/>
          <p:nvPr/>
        </p:nvSpPr>
        <p:spPr>
          <a:xfrm>
            <a:off x="-147157" y="196963"/>
            <a:ext cx="5501586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SPATIAL DATABASES</a:t>
            </a:r>
          </a:p>
        </p:txBody>
      </p:sp>
    </p:spTree>
    <p:extLst>
      <p:ext uri="{BB962C8B-B14F-4D97-AF65-F5344CB8AC3E}">
        <p14:creationId xmlns:p14="http://schemas.microsoft.com/office/powerpoint/2010/main" val="22270155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EEC467-5BAB-06AF-0CF5-FFD0D5353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58855E4C-B29F-F7FF-C899-FA7CC0AAE2FC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E336D44-2E6A-65E6-ED58-7296CFBE8F9A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1FC4DF9-BCC8-D47D-93D6-F0CD8DC05383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6021000-2A40-C6E0-DFBD-D9F1EFF33DBF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E2CEBD9-4A7B-C429-E04B-1BDFE5042CDA}"/>
              </a:ext>
            </a:extLst>
          </p:cNvPr>
          <p:cNvSpPr/>
          <p:nvPr/>
        </p:nvSpPr>
        <p:spPr>
          <a:xfrm>
            <a:off x="421106" y="1357745"/>
            <a:ext cx="11008894" cy="498304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In-memory databases store data entirely in the computer’s main memory (also known as RAM)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is opposed to storing the data on the hard drive, which is much larger but much slower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is extremely fast but is only used for real time analytics and gaming mostly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VERY expensive compared to normal databases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1FA98C-087F-4637-70E6-B9B962C7AC5A}"/>
              </a:ext>
            </a:extLst>
          </p:cNvPr>
          <p:cNvSpPr/>
          <p:nvPr/>
        </p:nvSpPr>
        <p:spPr>
          <a:xfrm>
            <a:off x="-147157" y="196963"/>
            <a:ext cx="6519604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IN-MEMORY DATABASES</a:t>
            </a:r>
          </a:p>
        </p:txBody>
      </p:sp>
    </p:spTree>
    <p:extLst>
      <p:ext uri="{BB962C8B-B14F-4D97-AF65-F5344CB8AC3E}">
        <p14:creationId xmlns:p14="http://schemas.microsoft.com/office/powerpoint/2010/main" val="17684826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E3CAA9-F3C6-0B2D-B9EC-DEEC47295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E8CC7C4C-2A1A-73E6-93F9-E9A939ECCB7A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84B9FA9-2CD6-3DCA-9BCA-DD2D815DF626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FA4C422-B6D0-8A28-20C2-355A35F9FAE9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9F649F7-18D0-7829-6BE6-4D4389D2B28F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076433-3B2B-921D-894C-B27D825C9243}"/>
              </a:ext>
            </a:extLst>
          </p:cNvPr>
          <p:cNvSpPr/>
          <p:nvPr/>
        </p:nvSpPr>
        <p:spPr>
          <a:xfrm>
            <a:off x="421106" y="1357745"/>
            <a:ext cx="11008894" cy="498304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Data Warehouses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are a specialized type of database designed for analytical purposes rather than transaction management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Recall that a transaction is adding, altering, or removing data from a database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goal is to store an analyze large volumes of historical data from various sources to support decision making processes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Data warehouses include tools to extract, transform, and load data, as well as tools to manage and retrieve the metadata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Metadata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– information about data such as time collected, data type, size in memory, etc.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F79507-404C-CA0C-AEAC-18A741F14828}"/>
              </a:ext>
            </a:extLst>
          </p:cNvPr>
          <p:cNvSpPr/>
          <p:nvPr/>
        </p:nvSpPr>
        <p:spPr>
          <a:xfrm>
            <a:off x="-147157" y="196963"/>
            <a:ext cx="5501586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DATA WAREHOUSES</a:t>
            </a:r>
          </a:p>
        </p:txBody>
      </p:sp>
    </p:spTree>
    <p:extLst>
      <p:ext uri="{BB962C8B-B14F-4D97-AF65-F5344CB8AC3E}">
        <p14:creationId xmlns:p14="http://schemas.microsoft.com/office/powerpoint/2010/main" val="10653924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DC3167-9599-1032-6410-AC0364C25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440CC3F5-BC7D-05B8-A8CD-D8D3E3AC8F1F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7E26A5C-8953-4344-F5E3-5CFD5688584F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4CAB786-83DD-8FCC-D005-9B591DA0FD0D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A48CE32-AA68-5BB7-1AB4-A2D2844876EF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18301E-8986-A1E7-894D-F7C9D4B86053}"/>
              </a:ext>
            </a:extLst>
          </p:cNvPr>
          <p:cNvSpPr/>
          <p:nvPr/>
        </p:nvSpPr>
        <p:spPr>
          <a:xfrm>
            <a:off x="421106" y="1357745"/>
            <a:ext cx="11008894" cy="498304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Data Warehouse Characteristics: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Append-only: Records cannot be updated, but rather are appended to the table again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 table will contain different versions of the same record to track progress over time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Subject-oriented: organized around key subjects or themes relevant to the organization like sales, marketing, finance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Organize and present data to the needs and objectives of the organization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DFBAD2-42BC-20B4-4C73-77C7727E10F3}"/>
              </a:ext>
            </a:extLst>
          </p:cNvPr>
          <p:cNvSpPr/>
          <p:nvPr/>
        </p:nvSpPr>
        <p:spPr>
          <a:xfrm>
            <a:off x="-147157" y="196963"/>
            <a:ext cx="5501586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DATA WAREHOUSES</a:t>
            </a:r>
          </a:p>
        </p:txBody>
      </p:sp>
    </p:spTree>
    <p:extLst>
      <p:ext uri="{BB962C8B-B14F-4D97-AF65-F5344CB8AC3E}">
        <p14:creationId xmlns:p14="http://schemas.microsoft.com/office/powerpoint/2010/main" val="22202856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2BAA6C-5288-4187-EC23-FC1854E96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8F81413-B06A-5841-28A2-5E01E3DF32CA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CBFAEF-BBE9-BCE9-73E2-111AEC049E08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48BEF43-C46E-978B-0942-8C2F3EECB39E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1D89654-93B1-2B9C-563F-ACA74E3B468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893767-3F21-73B8-19F9-745B3D02F054}"/>
              </a:ext>
            </a:extLst>
          </p:cNvPr>
          <p:cNvSpPr/>
          <p:nvPr/>
        </p:nvSpPr>
        <p:spPr>
          <a:xfrm>
            <a:off x="421106" y="1357745"/>
            <a:ext cx="11008894" cy="498304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Data Warehouse Characteristics: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Integrated Data: Data from multiple sources &amp; systems is integrated into one repository using ETL (Extract, transform, load)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Provides a single location for the data in the organization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should ensure:</a:t>
            </a:r>
          </a:p>
          <a:p>
            <a:pPr marL="1828800" lvl="3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Extraction doesn’t impact source system</a:t>
            </a:r>
          </a:p>
          <a:p>
            <a:pPr marL="1828800" lvl="3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Extracted data can be read by current system</a:t>
            </a:r>
          </a:p>
          <a:p>
            <a:pPr marL="1828800" lvl="3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Data formats extracted can be converted to be readable by our system</a:t>
            </a:r>
          </a:p>
          <a:p>
            <a:pPr marL="1828800" lvl="3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Data is relevant to our goals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AC71E3-2F63-AE91-2998-EF4350B131B1}"/>
              </a:ext>
            </a:extLst>
          </p:cNvPr>
          <p:cNvSpPr/>
          <p:nvPr/>
        </p:nvSpPr>
        <p:spPr>
          <a:xfrm>
            <a:off x="-147157" y="196963"/>
            <a:ext cx="5501586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DATA WAREHOUSES</a:t>
            </a:r>
          </a:p>
        </p:txBody>
      </p:sp>
    </p:spTree>
    <p:extLst>
      <p:ext uri="{BB962C8B-B14F-4D97-AF65-F5344CB8AC3E}">
        <p14:creationId xmlns:p14="http://schemas.microsoft.com/office/powerpoint/2010/main" val="12161968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72405C-DDA1-FC91-FF0F-C056E8E4E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4DB7DFE-7DA0-7FE7-295B-A111A3F538E3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552310C-77D8-F176-3C2B-3EA1C09FB831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F8526A3-567F-323E-DA91-58FDEF482245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63B6F9A-300C-7474-BD31-28865812F257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908DD7-DA1A-AF00-03EE-9C53DEC905B4}"/>
              </a:ext>
            </a:extLst>
          </p:cNvPr>
          <p:cNvSpPr/>
          <p:nvPr/>
        </p:nvSpPr>
        <p:spPr>
          <a:xfrm>
            <a:off x="421105" y="1357745"/>
            <a:ext cx="11051425" cy="498304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Data Warehouse Characteristics: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Time-variant: Data is often historical to support time based analysis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Trends and comparisons over time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Non-volatile: Data, once loaded into the data warehouse, is rarely updated or deleted, ensuring integrity and consistency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Optimized for Querying: database tries to get data as efficiently as possible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Supports the speed and efficiency of data retrieval and analysis.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D74873-2DA4-8FEB-8FA7-81350A3E9C67}"/>
              </a:ext>
            </a:extLst>
          </p:cNvPr>
          <p:cNvSpPr/>
          <p:nvPr/>
        </p:nvSpPr>
        <p:spPr>
          <a:xfrm>
            <a:off x="-147157" y="196963"/>
            <a:ext cx="5501586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DATA WAREHOUSES</a:t>
            </a:r>
          </a:p>
        </p:txBody>
      </p:sp>
    </p:spTree>
    <p:extLst>
      <p:ext uri="{BB962C8B-B14F-4D97-AF65-F5344CB8AC3E}">
        <p14:creationId xmlns:p14="http://schemas.microsoft.com/office/powerpoint/2010/main" val="31524684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2B93A0-7A29-A8A1-241A-275916D6F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D96AF64-7376-AFE1-3901-77F8A9F9985E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37CEE34-82E8-6402-D30B-444D7850A69C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D362A88-17C5-38BD-C9FB-67D920E776C9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CDBAD6A-C8FE-2B78-73B7-F0450758496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4D1A9F-3D32-C1CA-8586-C885CE813650}"/>
              </a:ext>
            </a:extLst>
          </p:cNvPr>
          <p:cNvSpPr/>
          <p:nvPr/>
        </p:nvSpPr>
        <p:spPr>
          <a:xfrm>
            <a:off x="421105" y="1357745"/>
            <a:ext cx="11051425" cy="498304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work for a non-profit creating a Global Climate Change Tracker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Global Climate Change tracker manages data about three things</a:t>
            </a:r>
            <a:endParaRPr lang="en-US" sz="24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Raw Sensor Data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Policy Relationships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Global Trend Analysis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0C036C-6C95-92B8-ABD2-DCCDA9A1CCCE}"/>
              </a:ext>
            </a:extLst>
          </p:cNvPr>
          <p:cNvSpPr/>
          <p:nvPr/>
        </p:nvSpPr>
        <p:spPr>
          <a:xfrm>
            <a:off x="-147158" y="196963"/>
            <a:ext cx="6858853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INSTITUTION CHALLENGE</a:t>
            </a:r>
          </a:p>
        </p:txBody>
      </p:sp>
      <p:pic>
        <p:nvPicPr>
          <p:cNvPr id="3" name="Picture 2" descr="A green field with a city in the background&#10;&#10;AI-generated content may be incorrect.">
            <a:extLst>
              <a:ext uri="{FF2B5EF4-FFF2-40B4-BE49-F238E27FC236}">
                <a16:creationId xmlns:a16="http://schemas.microsoft.com/office/drawing/2014/main" id="{4142831D-40DA-C0B7-659C-65A69BDD85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1459" y="3157820"/>
            <a:ext cx="5045639" cy="3139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6433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86B68A-C21F-3AB6-1380-7BBCB583B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885BE17-8509-60B2-D2A4-AA57AEFAF2E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AA5D965-DA5C-42FC-EFD4-8D59903C2B87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D55850C-26CE-35AA-9C2D-9875F9511FBB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5E89C68-A942-9F12-D8A7-D33099E0423C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510311-8998-2E58-C54E-1A985EBABD09}"/>
              </a:ext>
            </a:extLst>
          </p:cNvPr>
          <p:cNvSpPr/>
          <p:nvPr/>
        </p:nvSpPr>
        <p:spPr>
          <a:xfrm>
            <a:off x="421105" y="1357745"/>
            <a:ext cx="11051425" cy="498304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Raw Sensor Data: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Data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: High velocity, high volume sensor readings (temperature, CO2, sea level, air quality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Data is often semi-structured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One sensor may report 10 fields, another only 5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Speed of writing data is often important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Requirement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: Rapidly ingest and store massive amounts of time-stamped, heterogenous records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1ADEDA-2E37-CE93-DB96-94A859F9EF62}"/>
              </a:ext>
            </a:extLst>
          </p:cNvPr>
          <p:cNvSpPr/>
          <p:nvPr/>
        </p:nvSpPr>
        <p:spPr>
          <a:xfrm>
            <a:off x="-147158" y="196963"/>
            <a:ext cx="6858853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INSTITUTION CHALLENGE</a:t>
            </a:r>
          </a:p>
        </p:txBody>
      </p:sp>
    </p:spTree>
    <p:extLst>
      <p:ext uri="{BB962C8B-B14F-4D97-AF65-F5344CB8AC3E}">
        <p14:creationId xmlns:p14="http://schemas.microsoft.com/office/powerpoint/2010/main" val="18654774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3FA0D8-BC70-997C-AF0C-5FF737D15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38701FBF-8926-43BA-E064-98D5E72C263A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B2C405C-1DB3-97DE-CB19-0E07E81246B0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2F88CA5-E40A-D88F-CCF1-9ABC3DE77AF6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51BBC56-211F-54CB-ED13-123EB6E4D31C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6367A2D-C44B-A10C-6B7D-CEB7B5E4FA44}"/>
              </a:ext>
            </a:extLst>
          </p:cNvPr>
          <p:cNvSpPr/>
          <p:nvPr/>
        </p:nvSpPr>
        <p:spPr>
          <a:xfrm>
            <a:off x="421105" y="1357745"/>
            <a:ext cx="11051425" cy="498304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Policy Relationship Mapping: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Data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: entities like politicians, lobbyists, corporations, policy documents, and environmental outcomes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Core task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: mapping many complex, many-to-many relationships (politician A is associated with lobbyist B, who influenced policy C, which impacts corporation D)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Requirement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: Efficiently traverse and query highly interconnected nodes and relationships to uncover influence pathways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9CDA32-D7BD-A345-4FD4-C877908B5CC0}"/>
              </a:ext>
            </a:extLst>
          </p:cNvPr>
          <p:cNvSpPr/>
          <p:nvPr/>
        </p:nvSpPr>
        <p:spPr>
          <a:xfrm>
            <a:off x="-147158" y="196963"/>
            <a:ext cx="6858853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INSTITUTION CHALLENGE</a:t>
            </a:r>
          </a:p>
        </p:txBody>
      </p:sp>
    </p:spTree>
    <p:extLst>
      <p:ext uri="{BB962C8B-B14F-4D97-AF65-F5344CB8AC3E}">
        <p14:creationId xmlns:p14="http://schemas.microsoft.com/office/powerpoint/2010/main" val="12673356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A4FCCF-38BC-CE3E-4D3E-84A1DE78D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3E8ABA6-B8EA-7953-8041-68871D8625EA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6D78522-E986-6AA0-7BD7-903846A4B0D6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50788E1-48E3-E350-0045-205C1FB263CC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C9BB7DC-216F-F727-8CE3-6064AF30E822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116B91-5568-12B0-5BE9-091509680E42}"/>
              </a:ext>
            </a:extLst>
          </p:cNvPr>
          <p:cNvSpPr/>
          <p:nvPr/>
        </p:nvSpPr>
        <p:spPr>
          <a:xfrm>
            <a:off x="421105" y="1357745"/>
            <a:ext cx="11051425" cy="498304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Global Trend Analysis: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Data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: aggregated, cleaned, historically maintained data from all sources (often monthly or yearly snapshots)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Data is rarely deleted and is organized around subjects like ‘Energy Consumption’ or ‘Regional Pollution Levels’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Requirement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: support complex, long-running analytical queries to compare data across time, regions, and subjects to generate annual reports on global trends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92156F-B989-292D-DFB9-2E088480DA4C}"/>
              </a:ext>
            </a:extLst>
          </p:cNvPr>
          <p:cNvSpPr/>
          <p:nvPr/>
        </p:nvSpPr>
        <p:spPr>
          <a:xfrm>
            <a:off x="-147158" y="196963"/>
            <a:ext cx="6858853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INSTITUTION CHALLENGE</a:t>
            </a:r>
          </a:p>
        </p:txBody>
      </p:sp>
    </p:spTree>
    <p:extLst>
      <p:ext uri="{BB962C8B-B14F-4D97-AF65-F5344CB8AC3E}">
        <p14:creationId xmlns:p14="http://schemas.microsoft.com/office/powerpoint/2010/main" val="28031010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47379C-920F-FE50-ED7A-20CCBA605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E57CB55C-5D81-BFD0-2130-BB0ACBE421C3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28E56D3-35D6-9945-19DF-C23594304F16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E3C0732-2B6E-E677-9B08-AAEE1E0C051B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88ED5E3-469D-A794-9905-68E332AA980E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74E9F5-B740-2D09-624A-0F381C1610A0}"/>
              </a:ext>
            </a:extLst>
          </p:cNvPr>
          <p:cNvSpPr/>
          <p:nvPr/>
        </p:nvSpPr>
        <p:spPr>
          <a:xfrm>
            <a:off x="421105" y="1357745"/>
            <a:ext cx="11051425" cy="498304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For each of these three goals, choose the best database type and explain your reasoning.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Justify the choice of your database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Explain what a potential downside of your choice is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At least three sentences each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Finally, answer the following question in a word document: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If we had only used a relational database, what kinds of questions about climate change would be difficult or impossible to answer?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Write your documentation in a word document and turn it in on </a:t>
            </a:r>
            <a:r>
              <a:rPr lang="en-US" sz="2400" dirty="0" err="1">
                <a:solidFill>
                  <a:schemeClr val="bg1"/>
                </a:solidFill>
                <a:latin typeface="Bahnschrift" panose="020B0502040204020203" pitchFamily="34" charset="0"/>
              </a:rPr>
              <a:t>ManageBac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F928F0-2B87-7F67-9018-0A87BB66C74A}"/>
              </a:ext>
            </a:extLst>
          </p:cNvPr>
          <p:cNvSpPr/>
          <p:nvPr/>
        </p:nvSpPr>
        <p:spPr>
          <a:xfrm>
            <a:off x="-147158" y="196963"/>
            <a:ext cx="6858853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INSTITUTION CHALLENGE</a:t>
            </a:r>
          </a:p>
        </p:txBody>
      </p:sp>
    </p:spTree>
    <p:extLst>
      <p:ext uri="{BB962C8B-B14F-4D97-AF65-F5344CB8AC3E}">
        <p14:creationId xmlns:p14="http://schemas.microsoft.com/office/powerpoint/2010/main" val="41757365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C4770D-2655-8C26-4D48-F4A031986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21F651E-4940-E318-A076-228E3B8C31CD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51209F0-0749-0516-0209-4407FCF46774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8966181-5CE2-6722-3350-E00B81403346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E2CE7C8-7F63-E472-2606-75A39E14A58E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5BA143-CA8C-162E-8EE1-5979D9C12717}"/>
              </a:ext>
            </a:extLst>
          </p:cNvPr>
          <p:cNvSpPr/>
          <p:nvPr/>
        </p:nvSpPr>
        <p:spPr>
          <a:xfrm>
            <a:off x="604883" y="1034378"/>
            <a:ext cx="4389221" cy="558953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Relational Databases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NoSQL Database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Document Databases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Key-value Databases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Wide Column Store Databases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Graph Databases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Cloud Databases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Spatial Database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Data Warehouse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4C4382-6508-C8FE-9226-90B3DD641032}"/>
              </a:ext>
            </a:extLst>
          </p:cNvPr>
          <p:cNvSpPr/>
          <p:nvPr/>
        </p:nvSpPr>
        <p:spPr>
          <a:xfrm>
            <a:off x="-383840" y="155968"/>
            <a:ext cx="7699040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VOCABULARY TO REMEMBER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DF2185-2444-3B34-8D77-C197EB877E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30" b="640"/>
          <a:stretch>
            <a:fillRect/>
          </a:stretch>
        </p:blipFill>
        <p:spPr>
          <a:xfrm flipH="1">
            <a:off x="8394191" y="3429000"/>
            <a:ext cx="3278463" cy="298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115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95 0.0507 L 0.0095 0.0507 C 0.00833 -0.0368 0.00755 -0.09444 0.00729 -0.19467 C 0.00716 -0.23079 0.00781 -0.26667 0.00794 -0.30278 C 0.00729 -0.32986 0.00794 -0.35717 0.00573 -0.38403 C 0.00442 -0.40116 0.00065 -0.41713 -0.00248 -0.43333 C -0.00625 -0.45301 -0.01211 -0.47708 -0.02045 -0.49213 C -0.02591 -0.50185 -0.05482 -0.53241 -0.06029 -0.53611 C -0.07761 -0.54815 -0.09336 -0.55116 -0.1112 -0.55602 C -0.11602 -0.55463 -0.1211 -0.55532 -0.12552 -0.55208 C -0.13477 -0.54537 -0.14362 -0.53704 -0.1517 -0.52662 C -0.16341 -0.51204 -0.17578 -0.48588 -0.18555 -0.46667 C -0.18776 -0.45648 -0.19024 -0.44653 -0.19219 -0.43611 C -0.1974 -0.40856 -0.2056 -0.35486 -0.20873 -0.32801 C -0.21172 -0.30278 -0.21368 -0.27731 -0.21628 -0.25208 C -0.22071 -0.15972 -0.21966 -0.19884 -0.21771 -0.04815 C -0.21758 -0.03426 -0.21641 -0.02801 -0.21472 -0.01597 C -0.20951 -0.04838 -0.21146 -0.03194 -0.21849 -0.1 C -0.21966 -0.11204 -0.22227 -0.12338 -0.22448 -0.13472 C -0.2362 -0.19375 -0.23464 -0.18796 -0.253 -0.24005 C -0.25365 -0.2419 -0.26771 -0.28032 -0.27175 -0.28796 C -0.2737 -0.29167 -0.27618 -0.29421 -0.27852 -0.29745 C -0.28946 -0.28981 -0.30078 -0.28356 -0.31146 -0.27477 C -0.32591 -0.26296 -0.34375 -0.22292 -0.34974 -0.2081 C -0.35222 -0.20185 -0.35521 -0.19606 -0.35729 -0.18935 C -0.35977 -0.18102 -0.3612 -0.17153 -0.36328 -0.16273 C -0.36446 -0.14838 -0.36576 -0.13472 -0.36628 -0.12014 C -0.36719 -0.08403 -0.36745 -0.04815 -0.36849 -0.01204 C -0.36914 0.01412 -0.36836 0.00857 -0.37071 0.0213 C -0.37344 0.00648 -0.36966 0.02894 -0.36993 -0.01204 C -0.37019 -0.03032 -0.36953 -0.04907 -0.37227 -0.06667 C -0.37396 -0.07755 -0.37878 -0.08611 -0.38269 -0.09467 C -0.39284 -0.11643 -0.40443 -0.13125 -0.41875 -0.14398 C -0.42657 -0.15092 -0.42253 -0.14884 -0.43073 -0.15069 C -0.44427 -0.14977 -0.44584 -0.15393 -0.45469 -0.14398 C -0.45964 -0.13866 -0.46901 -0.12685 -0.46901 -0.12685 C -0.47149 -0.11875 -0.47487 -0.11134 -0.47644 -0.10278 C -0.47696 -0.1 -0.47761 -0.09745 -0.478 -0.09467 C -0.47904 -0.08634 -0.47956 -0.07662 -0.48021 -0.06805 C -0.47943 -0.05301 -0.48008 -0.0375 -0.478 -0.02268 C -0.47748 -0.01921 -0.47696 -0.01574 -0.47644 -0.01204 C -0.47487 0.00139 -0.47448 0.00833 -0.47344 0.02269 C -0.47396 0.0257 -0.47383 0.0294 -0.475 0.03195 C -0.47552 0.0331 -0.47644 0.03102 -0.47722 0.03056 C -0.47852 0.02963 -0.47969 0.0287 -0.48099 0.02801 C -0.48399 0.0213 -0.48828 0.01597 -0.48998 0.00787 C -0.49349 -0.00833 -0.49479 -0.01319 -0.49753 -0.03079 C -0.49857 -0.03819 -0.49948 -0.04583 -0.50052 -0.05347 C -0.49857 -0.07106 -0.49636 -0.10116 -0.49076 -0.11736 C -0.48516 -0.13333 -0.47839 -0.14768 -0.47123 -0.16134 C -0.46654 -0.17037 -0.46159 -0.17963 -0.45547 -0.18542 C -0.45078 -0.18981 -0.44493 -0.18889 -0.43972 -0.19074 C -0.42826 -0.1868 -0.41589 -0.1875 -0.40521 -0.1787 C -0.39987 -0.1743 -0.39714 -0.16296 -0.39466 -0.15347 C -0.38959 -0.13333 -0.38685 -0.09444 -0.38503 -0.07338 C -0.38594 -0.06551 -0.38568 -0.05648 -0.38802 -0.0493 C -0.39453 -0.02963 -0.40313 -0.0338 -0.4142 -0.03217 C -0.44675 -0.0419 -0.45834 -0.03773 -0.48477 -0.07338 C -0.49154 -0.08264 -0.49571 -0.09653 -0.50118 -0.1081 C -0.50378 -0.12222 -0.50808 -0.13588 -0.50873 -0.15069 C -0.51055 -0.19375 -0.50026 -0.21944 -0.4862 -0.25347 C -0.4694 -0.29398 -0.44662 -0.33333 -0.42175 -0.35741 C -0.40795 -0.3706 -0.39271 -0.3794 -0.37748 -0.38542 C -0.36472 -0.39051 -0.35144 -0.38889 -0.33854 -0.39074 C -0.32878 -0.3831 -0.31745 -0.37986 -0.30925 -0.36805 C -0.28464 -0.33287 -0.28425 -0.31458 -0.27552 -0.26944 C -0.27852 -0.24907 -0.27774 -0.22546 -0.28451 -0.2081 C -0.30417 -0.15764 -0.32318 -0.16366 -0.35274 -0.15602 C -0.36823 -0.1662 -0.38711 -0.16667 -0.39922 -0.1868 C -0.41237 -0.20833 -0.42045 -0.24074 -0.42318 -0.27199 C -0.42748 -0.31898 -0.4056 -0.37546 -0.38724 -0.40278 C -0.36602 -0.43426 -0.32552 -0.4588 -0.30026 -0.47083 C -0.28256 -0.47893 -0.2642 -0.4831 -0.24623 -0.48935 L -0.16224 -0.4868 C -0.11055 -0.47731 -0.09909 -0.46319 -0.05573 -0.43079 C -0.04974 -0.41597 -0.04089 -0.40393 -0.03776 -0.3868 C -0.03334 -0.3625 -0.03047 -0.33542 -0.03399 -0.31065 C -0.04466 -0.23518 -0.08073 -0.18565 -0.11875 -0.15602 C -0.13112 -0.1463 -0.14571 -0.15162 -0.15925 -0.1493 C -0.16771 -0.16852 -0.17891 -0.18472 -0.18477 -0.20671 C -0.19375 -0.2412 -0.19961 -0.27847 -0.20274 -0.31597 C -0.20508 -0.34467 -0.20534 -0.37477 -0.20118 -0.40278 C -0.19766 -0.42778 -0.18841 -0.4493 -0.18021 -0.47083 C -0.16302 -0.5162 -0.1487 -0.5375 -0.12019 -0.56134 C -0.11172 -0.56852 -0.07578 -0.58333 -0.06472 -0.58796 C -0.05821 -0.58727 -0.05131 -0.58958 -0.04519 -0.58542 C -0.03555 -0.57893 -0.01407 -0.55185 -0.00326 -0.53866 C 0.00026 -0.52893 0.0039 -0.51921 0.00729 -0.50949 C 0.01041 -0.50023 0.01302 -0.49051 0.01627 -0.48148 C 0.02578 -0.45509 0.01914 -0.48148 0.02669 -0.45347 C 0.02838 -0.44722 0.02968 -0.44097 0.03125 -0.43472 C 0.03242 -0.43032 0.03372 -0.42592 0.03502 -0.4213 C 0.03776 -0.41111 0.03932 -0.39977 0.04323 -0.39074 C 0.04674 -0.38264 0.05039 -0.37477 0.05377 -0.36667 C 0.05638 -0.36065 0.06562 -0.33495 0.06875 -0.33079 C 0.07513 -0.32199 0.08229 -0.31505 0.08971 -0.30949 C 0.09661 -0.30417 0.10416 -0.30185 0.11146 -0.29884 C 0.12304 -0.29398 0.13424 -0.29213 0.14596 -0.28935 C 0.16523 -0.2956 0.18489 -0.29907 0.20377 -0.3081 C 0.24127 -0.32616 0.26302 -0.33217 0.29752 -0.36667 C 0.3289 -0.39838 0.35833 -0.43565 0.38893 -0.46944 C 0.40208 -0.4838 0.41432 -0.50162 0.42877 -0.51065 C 0.44544 -0.5213 0.4625 -0.53102 0.47903 -0.54282 C 0.50494 -0.56111 0.52994 -0.58449 0.55625 -0.60139 C 0.57356 -0.6125 0.57031 -0.6088 0.58476 -0.62407 C 0.58698 -0.62662 0.59153 -0.63194 0.59153 -0.63194 " pathEditMode="relative" ptsTypes="AAAAAAAAAAAAAAAAAAAAAAAAAAAAAAAAAAAAAAAAAAAAAAAAAAAAAAAAAAAAAAAAAAAAAAAAAAAAAAAAAAAAAAAAAAAAAAAAAAAAAAAAAA">
                                      <p:cBhvr>
                                        <p:cTn id="6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Custom 1">
      <a:majorFont>
        <a:latin typeface="Bahnschrift"/>
        <a:ea typeface=""/>
        <a:cs typeface=""/>
      </a:majorFont>
      <a:minorFont>
        <a:latin typeface="Bahnschrif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23155</TotalTime>
  <Words>1529</Words>
  <Application>Microsoft Office PowerPoint</Application>
  <PresentationFormat>Widescreen</PresentationFormat>
  <Paragraphs>210</Paragraphs>
  <Slides>28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Aptos</vt:lpstr>
      <vt:lpstr>Arial</vt:lpstr>
      <vt:lpstr>Bahnschrift</vt:lpstr>
      <vt:lpstr>Bahnschrift SemiBold</vt:lpstr>
      <vt:lpstr>Cascadia Code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24</cp:revision>
  <dcterms:created xsi:type="dcterms:W3CDTF">2025-08-11T14:07:39Z</dcterms:created>
  <dcterms:modified xsi:type="dcterms:W3CDTF">2025-12-08T15:43:50Z</dcterms:modified>
</cp:coreProperties>
</file>