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510" r:id="rId5"/>
    <p:sldId id="513" r:id="rId6"/>
    <p:sldId id="515" r:id="rId7"/>
    <p:sldId id="514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530" r:id="rId22"/>
    <p:sldId id="531" r:id="rId23"/>
    <p:sldId id="532" r:id="rId24"/>
    <p:sldId id="533" r:id="rId25"/>
    <p:sldId id="534" r:id="rId26"/>
    <p:sldId id="535" r:id="rId27"/>
    <p:sldId id="45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DECC8-5298-4CE1-8A2E-CCFE3F393064}" v="21" dt="2026-04-20T17:57:59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3" autoAdjust="0"/>
    <p:restoredTop sz="94660"/>
  </p:normalViewPr>
  <p:slideViewPr>
    <p:cSldViewPr snapToGrid="0">
      <p:cViewPr varScale="1">
        <p:scale>
          <a:sx n="57" d="100"/>
          <a:sy n="57" d="100"/>
        </p:scale>
        <p:origin x="42" y="10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4-20T18:06:45.879" v="5243" actId="20577"/>
      <pc:docMkLst>
        <pc:docMk/>
      </pc:docMkLst>
      <pc:sldChg chg="modSp mod">
        <pc:chgData name="Michael Hill" userId="41dba03d-e58d-4389-9894-554c10310ba4" providerId="ADAL" clId="{EF23FE1D-A042-481E-AFD7-2A9FB0847F54}" dt="2026-04-20T16:09:27.986" v="29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4-20T16:09:11.276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4-20T16:09:27.986" v="29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4-20T16:10:33.147" v="212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4-20T16:10:33.147" v="212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4-20T16:12:49.547" v="373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4-20T16:12:49.547" v="373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4-20T18:00:09.278" v="5142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4-20T18:00:09.278" v="5142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modSp mod">
        <pc:chgData name="Michael Hill" userId="41dba03d-e58d-4389-9894-554c10310ba4" providerId="ADAL" clId="{EF23FE1D-A042-481E-AFD7-2A9FB0847F54}" dt="2026-04-20T16:14:45.003" v="452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4-20T16:14:45.003" v="452" actId="20577"/>
          <ac:spMkLst>
            <pc:docMk/>
            <pc:sldMk cId="1611361129" sldId="510"/>
            <ac:spMk id="8" creationId="{FC7C95A6-B60F-E90A-E986-B69A06E5D254}"/>
          </ac:spMkLst>
        </pc:spChg>
      </pc:sldChg>
      <pc:sldChg chg="del">
        <pc:chgData name="Michael Hill" userId="41dba03d-e58d-4389-9894-554c10310ba4" providerId="ADAL" clId="{EF23FE1D-A042-481E-AFD7-2A9FB0847F54}" dt="2026-04-20T18:00:28.279" v="5143" actId="47"/>
        <pc:sldMkLst>
          <pc:docMk/>
          <pc:sldMk cId="510244893" sldId="511"/>
        </pc:sldMkLst>
      </pc:sldChg>
      <pc:sldChg chg="addSp delSp modSp mod">
        <pc:chgData name="Michael Hill" userId="41dba03d-e58d-4389-9894-554c10310ba4" providerId="ADAL" clId="{EF23FE1D-A042-481E-AFD7-2A9FB0847F54}" dt="2026-04-20T16:16:56.171" v="594" actId="115"/>
        <pc:sldMkLst>
          <pc:docMk/>
          <pc:sldMk cId="2995636331" sldId="513"/>
        </pc:sldMkLst>
        <pc:spChg chg="add">
          <ac:chgData name="Michael Hill" userId="41dba03d-e58d-4389-9894-554c10310ba4" providerId="ADAL" clId="{EF23FE1D-A042-481E-AFD7-2A9FB0847F54}" dt="2026-04-20T16:15:51.693" v="586"/>
          <ac:spMkLst>
            <pc:docMk/>
            <pc:sldMk cId="2995636331" sldId="513"/>
            <ac:spMk id="2" creationId="{0B71A31B-9E4C-67C7-F7F5-EA9B4810D304}"/>
          </ac:spMkLst>
        </pc:spChg>
        <pc:spChg chg="add mod">
          <ac:chgData name="Michael Hill" userId="41dba03d-e58d-4389-9894-554c10310ba4" providerId="ADAL" clId="{EF23FE1D-A042-481E-AFD7-2A9FB0847F54}" dt="2026-04-20T16:16:04.889" v="587"/>
          <ac:spMkLst>
            <pc:docMk/>
            <pc:sldMk cId="2995636331" sldId="513"/>
            <ac:spMk id="3" creationId="{31164CA0-551F-C47B-20B1-83E8D1926CBE}"/>
          </ac:spMkLst>
        </pc:spChg>
        <pc:spChg chg="mod">
          <ac:chgData name="Michael Hill" userId="41dba03d-e58d-4389-9894-554c10310ba4" providerId="ADAL" clId="{EF23FE1D-A042-481E-AFD7-2A9FB0847F54}" dt="2026-04-20T16:14:58.219" v="473" actId="1076"/>
          <ac:spMkLst>
            <pc:docMk/>
            <pc:sldMk cId="2995636331" sldId="513"/>
            <ac:spMk id="5" creationId="{A5651990-6C7B-B9E0-87AD-5AF9E7D36B7C}"/>
          </ac:spMkLst>
        </pc:spChg>
        <pc:spChg chg="mod">
          <ac:chgData name="Michael Hill" userId="41dba03d-e58d-4389-9894-554c10310ba4" providerId="ADAL" clId="{EF23FE1D-A042-481E-AFD7-2A9FB0847F54}" dt="2026-04-20T16:16:56.171" v="594" actId="115"/>
          <ac:spMkLst>
            <pc:docMk/>
            <pc:sldMk cId="2995636331" sldId="513"/>
            <ac:spMk id="8" creationId="{9EB77A6F-3A86-C7E5-90C9-C9D5C65F7745}"/>
          </ac:spMkLst>
        </pc:spChg>
        <pc:picChg chg="add del mod">
          <ac:chgData name="Michael Hill" userId="41dba03d-e58d-4389-9894-554c10310ba4" providerId="ADAL" clId="{EF23FE1D-A042-481E-AFD7-2A9FB0847F54}" dt="2026-04-20T16:16:39.170" v="591" actId="478"/>
          <ac:picMkLst>
            <pc:docMk/>
            <pc:sldMk cId="2995636331" sldId="513"/>
            <ac:picMk id="10" creationId="{6A5312F6-2D2F-A509-EC67-CCDC570AF02B}"/>
          </ac:picMkLst>
        </pc:picChg>
        <pc:picChg chg="add mod">
          <ac:chgData name="Michael Hill" userId="41dba03d-e58d-4389-9894-554c10310ba4" providerId="ADAL" clId="{EF23FE1D-A042-481E-AFD7-2A9FB0847F54}" dt="2026-04-20T16:16:41.146" v="593" actId="1076"/>
          <ac:picMkLst>
            <pc:docMk/>
            <pc:sldMk cId="2995636331" sldId="513"/>
            <ac:picMk id="13" creationId="{A879AAFA-4146-378E-857D-100C7A37E9CD}"/>
          </ac:picMkLst>
        </pc:picChg>
        <pc:picChg chg="del">
          <ac:chgData name="Michael Hill" userId="41dba03d-e58d-4389-9894-554c10310ba4" providerId="ADAL" clId="{EF23FE1D-A042-481E-AFD7-2A9FB0847F54}" dt="2026-04-20T16:15:25.534" v="585" actId="478"/>
          <ac:picMkLst>
            <pc:docMk/>
            <pc:sldMk cId="2995636331" sldId="513"/>
            <ac:picMk id="1026" creationId="{149FA3D5-F070-36E9-4E85-8DDC37E90116}"/>
          </ac:picMkLst>
        </pc:picChg>
      </pc:sldChg>
      <pc:sldChg chg="delSp modSp add mod">
        <pc:chgData name="Michael Hill" userId="41dba03d-e58d-4389-9894-554c10310ba4" providerId="ADAL" clId="{EF23FE1D-A042-481E-AFD7-2A9FB0847F54}" dt="2026-04-20T17:29:03.369" v="1458" actId="115"/>
        <pc:sldMkLst>
          <pc:docMk/>
          <pc:sldMk cId="3286405879" sldId="514"/>
        </pc:sldMkLst>
        <pc:spChg chg="mod">
          <ac:chgData name="Michael Hill" userId="41dba03d-e58d-4389-9894-554c10310ba4" providerId="ADAL" clId="{EF23FE1D-A042-481E-AFD7-2A9FB0847F54}" dt="2026-04-20T17:29:03.369" v="1458" actId="115"/>
          <ac:spMkLst>
            <pc:docMk/>
            <pc:sldMk cId="3286405879" sldId="514"/>
            <ac:spMk id="8" creationId="{CC682153-48B7-9E3B-90F1-B603FCB71705}"/>
          </ac:spMkLst>
        </pc:spChg>
        <pc:picChg chg="del">
          <ac:chgData name="Michael Hill" userId="41dba03d-e58d-4389-9894-554c10310ba4" providerId="ADAL" clId="{EF23FE1D-A042-481E-AFD7-2A9FB0847F54}" dt="2026-04-20T16:18:15.201" v="597" actId="478"/>
          <ac:picMkLst>
            <pc:docMk/>
            <pc:sldMk cId="3286405879" sldId="514"/>
            <ac:picMk id="13" creationId="{9D5F49D1-42C6-6162-FD8D-7420C359C506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1042081219" sldId="515"/>
        </pc:sldMkLst>
      </pc:sldChg>
      <pc:sldChg chg="modSp add mod">
        <pc:chgData name="Michael Hill" userId="41dba03d-e58d-4389-9894-554c10310ba4" providerId="ADAL" clId="{EF23FE1D-A042-481E-AFD7-2A9FB0847F54}" dt="2026-04-20T17:25:50.284" v="1137" actId="255"/>
        <pc:sldMkLst>
          <pc:docMk/>
          <pc:sldMk cId="2879719891" sldId="515"/>
        </pc:sldMkLst>
        <pc:spChg chg="mod">
          <ac:chgData name="Michael Hill" userId="41dba03d-e58d-4389-9894-554c10310ba4" providerId="ADAL" clId="{EF23FE1D-A042-481E-AFD7-2A9FB0847F54}" dt="2026-04-20T17:25:50.284" v="1137" actId="255"/>
          <ac:spMkLst>
            <pc:docMk/>
            <pc:sldMk cId="2879719891" sldId="515"/>
            <ac:spMk id="8" creationId="{F91532FD-F897-4C2B-300A-8AC7A738CF58}"/>
          </ac:spMkLst>
        </pc:spChg>
        <pc:picChg chg="mod">
          <ac:chgData name="Michael Hill" userId="41dba03d-e58d-4389-9894-554c10310ba4" providerId="ADAL" clId="{EF23FE1D-A042-481E-AFD7-2A9FB0847F54}" dt="2026-04-20T16:19:20.064" v="883" actId="1076"/>
          <ac:picMkLst>
            <pc:docMk/>
            <pc:sldMk cId="2879719891" sldId="515"/>
            <ac:picMk id="13" creationId="{52D9DE37-B05C-42E5-9D49-3AF9FCC5A3F4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381807040" sldId="516"/>
        </pc:sldMkLst>
      </pc:sldChg>
      <pc:sldChg chg="modSp add mod">
        <pc:chgData name="Michael Hill" userId="41dba03d-e58d-4389-9894-554c10310ba4" providerId="ADAL" clId="{EF23FE1D-A042-481E-AFD7-2A9FB0847F54}" dt="2026-04-20T17:30:42.928" v="1657" actId="115"/>
        <pc:sldMkLst>
          <pc:docMk/>
          <pc:sldMk cId="4090773211" sldId="516"/>
        </pc:sldMkLst>
        <pc:spChg chg="mod">
          <ac:chgData name="Michael Hill" userId="41dba03d-e58d-4389-9894-554c10310ba4" providerId="ADAL" clId="{EF23FE1D-A042-481E-AFD7-2A9FB0847F54}" dt="2026-04-20T17:29:29.707" v="1474" actId="14100"/>
          <ac:spMkLst>
            <pc:docMk/>
            <pc:sldMk cId="4090773211" sldId="516"/>
            <ac:spMk id="5" creationId="{B2156763-9BD1-FBC1-5C2F-17A78F96D7AA}"/>
          </ac:spMkLst>
        </pc:spChg>
        <pc:spChg chg="mod">
          <ac:chgData name="Michael Hill" userId="41dba03d-e58d-4389-9894-554c10310ba4" providerId="ADAL" clId="{EF23FE1D-A042-481E-AFD7-2A9FB0847F54}" dt="2026-04-20T17:30:42.928" v="1657" actId="115"/>
          <ac:spMkLst>
            <pc:docMk/>
            <pc:sldMk cId="4090773211" sldId="516"/>
            <ac:spMk id="8" creationId="{07B05F28-EF23-C088-C09A-0FD5B9534F17}"/>
          </ac:spMkLst>
        </pc:spChg>
      </pc:sldChg>
      <pc:sldChg chg="addSp delSp modSp add mod">
        <pc:chgData name="Michael Hill" userId="41dba03d-e58d-4389-9894-554c10310ba4" providerId="ADAL" clId="{EF23FE1D-A042-481E-AFD7-2A9FB0847F54}" dt="2026-04-20T17:34:13.473" v="1784" actId="20577"/>
        <pc:sldMkLst>
          <pc:docMk/>
          <pc:sldMk cId="3841814154" sldId="517"/>
        </pc:sldMkLst>
        <pc:spChg chg="add">
          <ac:chgData name="Michael Hill" userId="41dba03d-e58d-4389-9894-554c10310ba4" providerId="ADAL" clId="{EF23FE1D-A042-481E-AFD7-2A9FB0847F54}" dt="2026-04-20T17:32:44.925" v="1660"/>
          <ac:spMkLst>
            <pc:docMk/>
            <pc:sldMk cId="3841814154" sldId="517"/>
            <ac:spMk id="2" creationId="{DBBC7F12-609D-7A29-6C43-ECD3890344DB}"/>
          </ac:spMkLst>
        </pc:spChg>
        <pc:spChg chg="mod">
          <ac:chgData name="Michael Hill" userId="41dba03d-e58d-4389-9894-554c10310ba4" providerId="ADAL" clId="{EF23FE1D-A042-481E-AFD7-2A9FB0847F54}" dt="2026-04-20T17:34:13.473" v="1784" actId="20577"/>
          <ac:spMkLst>
            <pc:docMk/>
            <pc:sldMk cId="3841814154" sldId="517"/>
            <ac:spMk id="5" creationId="{6BDD703B-9B8D-AEAD-82D7-3F6F505BBCCA}"/>
          </ac:spMkLst>
        </pc:spChg>
        <pc:spChg chg="mod">
          <ac:chgData name="Michael Hill" userId="41dba03d-e58d-4389-9894-554c10310ba4" providerId="ADAL" clId="{EF23FE1D-A042-481E-AFD7-2A9FB0847F54}" dt="2026-04-20T17:33:54.096" v="1762" actId="20577"/>
          <ac:spMkLst>
            <pc:docMk/>
            <pc:sldMk cId="3841814154" sldId="517"/>
            <ac:spMk id="8" creationId="{80B986DB-61C0-8E2B-26A0-BAAC47D92D36}"/>
          </ac:spMkLst>
        </pc:spChg>
        <pc:picChg chg="add del mod">
          <ac:chgData name="Michael Hill" userId="41dba03d-e58d-4389-9894-554c10310ba4" providerId="ADAL" clId="{EF23FE1D-A042-481E-AFD7-2A9FB0847F54}" dt="2026-04-20T17:33:16.093" v="1665" actId="478"/>
          <ac:picMkLst>
            <pc:docMk/>
            <pc:sldMk cId="3841814154" sldId="517"/>
            <ac:picMk id="6" creationId="{1B160B5A-C72C-DF67-A1C2-042DD42CFA5A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283250443" sldId="518"/>
        </pc:sldMkLst>
      </pc:sldChg>
      <pc:sldChg chg="modSp add mod">
        <pc:chgData name="Michael Hill" userId="41dba03d-e58d-4389-9894-554c10310ba4" providerId="ADAL" clId="{EF23FE1D-A042-481E-AFD7-2A9FB0847F54}" dt="2026-04-20T17:34:39.909" v="1801" actId="20577"/>
        <pc:sldMkLst>
          <pc:docMk/>
          <pc:sldMk cId="2003897535" sldId="518"/>
        </pc:sldMkLst>
        <pc:spChg chg="mod">
          <ac:chgData name="Michael Hill" userId="41dba03d-e58d-4389-9894-554c10310ba4" providerId="ADAL" clId="{EF23FE1D-A042-481E-AFD7-2A9FB0847F54}" dt="2026-04-20T17:34:39.909" v="1801" actId="20577"/>
          <ac:spMkLst>
            <pc:docMk/>
            <pc:sldMk cId="2003897535" sldId="518"/>
            <ac:spMk id="5" creationId="{C319126C-9F50-7ECE-90D6-BB346C0621C8}"/>
          </ac:spMkLst>
        </pc:sp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1203755514" sldId="519"/>
        </pc:sldMkLst>
      </pc:sldChg>
      <pc:sldChg chg="modSp add mod ord">
        <pc:chgData name="Michael Hill" userId="41dba03d-e58d-4389-9894-554c10310ba4" providerId="ADAL" clId="{EF23FE1D-A042-481E-AFD7-2A9FB0847F54}" dt="2026-04-20T17:35:47.559" v="1952" actId="20577"/>
        <pc:sldMkLst>
          <pc:docMk/>
          <pc:sldMk cId="3625994406" sldId="519"/>
        </pc:sldMkLst>
        <pc:spChg chg="mod">
          <ac:chgData name="Michael Hill" userId="41dba03d-e58d-4389-9894-554c10310ba4" providerId="ADAL" clId="{EF23FE1D-A042-481E-AFD7-2A9FB0847F54}" dt="2026-04-20T17:35:15.540" v="1821" actId="20577"/>
          <ac:spMkLst>
            <pc:docMk/>
            <pc:sldMk cId="3625994406" sldId="519"/>
            <ac:spMk id="5" creationId="{B0273C25-5518-CEDC-5A8E-CEF79F561F25}"/>
          </ac:spMkLst>
        </pc:spChg>
        <pc:spChg chg="mod">
          <ac:chgData name="Michael Hill" userId="41dba03d-e58d-4389-9894-554c10310ba4" providerId="ADAL" clId="{EF23FE1D-A042-481E-AFD7-2A9FB0847F54}" dt="2026-04-20T17:35:47.559" v="1952" actId="20577"/>
          <ac:spMkLst>
            <pc:docMk/>
            <pc:sldMk cId="3625994406" sldId="519"/>
            <ac:spMk id="8" creationId="{8C92CCDE-3398-5AC7-345C-FCC94C926EC9}"/>
          </ac:spMkLst>
        </pc:spChg>
      </pc:sldChg>
      <pc:sldChg chg="modSp add mod">
        <pc:chgData name="Michael Hill" userId="41dba03d-e58d-4389-9894-554c10310ba4" providerId="ADAL" clId="{EF23FE1D-A042-481E-AFD7-2A9FB0847F54}" dt="2026-04-20T17:38:30.486" v="2376" actId="115"/>
        <pc:sldMkLst>
          <pc:docMk/>
          <pc:sldMk cId="613210565" sldId="520"/>
        </pc:sldMkLst>
        <pc:spChg chg="mod">
          <ac:chgData name="Michael Hill" userId="41dba03d-e58d-4389-9894-554c10310ba4" providerId="ADAL" clId="{EF23FE1D-A042-481E-AFD7-2A9FB0847F54}" dt="2026-04-20T17:36:27.581" v="1964" actId="20577"/>
          <ac:spMkLst>
            <pc:docMk/>
            <pc:sldMk cId="613210565" sldId="520"/>
            <ac:spMk id="5" creationId="{1EA4E613-C4A6-A015-E3C9-A00A7BAF2ED9}"/>
          </ac:spMkLst>
        </pc:spChg>
        <pc:spChg chg="mod">
          <ac:chgData name="Michael Hill" userId="41dba03d-e58d-4389-9894-554c10310ba4" providerId="ADAL" clId="{EF23FE1D-A042-481E-AFD7-2A9FB0847F54}" dt="2026-04-20T17:38:30.486" v="2376" actId="115"/>
          <ac:spMkLst>
            <pc:docMk/>
            <pc:sldMk cId="613210565" sldId="520"/>
            <ac:spMk id="8" creationId="{88FF9CBE-24FA-21AB-44D4-79B2ED88797E}"/>
          </ac:spMkLst>
        </pc:sp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4283331061" sldId="520"/>
        </pc:sldMkLst>
      </pc:sldChg>
      <pc:sldChg chg="modSp add mod">
        <pc:chgData name="Michael Hill" userId="41dba03d-e58d-4389-9894-554c10310ba4" providerId="ADAL" clId="{EF23FE1D-A042-481E-AFD7-2A9FB0847F54}" dt="2026-04-20T17:40:03.881" v="2616" actId="115"/>
        <pc:sldMkLst>
          <pc:docMk/>
          <pc:sldMk cId="3169418964" sldId="521"/>
        </pc:sldMkLst>
        <pc:spChg chg="mod">
          <ac:chgData name="Michael Hill" userId="41dba03d-e58d-4389-9894-554c10310ba4" providerId="ADAL" clId="{EF23FE1D-A042-481E-AFD7-2A9FB0847F54}" dt="2026-04-20T17:39:05.865" v="2505" actId="20577"/>
          <ac:spMkLst>
            <pc:docMk/>
            <pc:sldMk cId="3169418964" sldId="521"/>
            <ac:spMk id="5" creationId="{D9216A8B-3AFF-0D19-9536-8265563B8688}"/>
          </ac:spMkLst>
        </pc:spChg>
        <pc:spChg chg="mod">
          <ac:chgData name="Michael Hill" userId="41dba03d-e58d-4389-9894-554c10310ba4" providerId="ADAL" clId="{EF23FE1D-A042-481E-AFD7-2A9FB0847F54}" dt="2026-04-20T17:40:03.881" v="2616" actId="115"/>
          <ac:spMkLst>
            <pc:docMk/>
            <pc:sldMk cId="3169418964" sldId="521"/>
            <ac:spMk id="8" creationId="{63E375C4-152F-D46B-1684-246F1DBCD28E}"/>
          </ac:spMkLst>
        </pc:sp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3193805400" sldId="521"/>
        </pc:sldMkLst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2698762399" sldId="522"/>
        </pc:sldMkLst>
      </pc:sldChg>
      <pc:sldChg chg="modSp add mod">
        <pc:chgData name="Michael Hill" userId="41dba03d-e58d-4389-9894-554c10310ba4" providerId="ADAL" clId="{EF23FE1D-A042-481E-AFD7-2A9FB0847F54}" dt="2026-04-20T17:41:21.647" v="2924" actId="115"/>
        <pc:sldMkLst>
          <pc:docMk/>
          <pc:sldMk cId="2795109780" sldId="522"/>
        </pc:sldMkLst>
        <pc:spChg chg="mod">
          <ac:chgData name="Michael Hill" userId="41dba03d-e58d-4389-9894-554c10310ba4" providerId="ADAL" clId="{EF23FE1D-A042-481E-AFD7-2A9FB0847F54}" dt="2026-04-20T17:40:09.623" v="2633" actId="20577"/>
          <ac:spMkLst>
            <pc:docMk/>
            <pc:sldMk cId="2795109780" sldId="522"/>
            <ac:spMk id="5" creationId="{49FC486F-FCBD-194B-DECC-7A69DB9156B0}"/>
          </ac:spMkLst>
        </pc:spChg>
        <pc:spChg chg="mod">
          <ac:chgData name="Michael Hill" userId="41dba03d-e58d-4389-9894-554c10310ba4" providerId="ADAL" clId="{EF23FE1D-A042-481E-AFD7-2A9FB0847F54}" dt="2026-04-20T17:41:21.647" v="2924" actId="115"/>
          <ac:spMkLst>
            <pc:docMk/>
            <pc:sldMk cId="2795109780" sldId="522"/>
            <ac:spMk id="8" creationId="{EA0E6322-8A46-9709-EFDA-5F11676E37AC}"/>
          </ac:spMkLst>
        </pc:spChg>
      </pc:sldChg>
      <pc:sldChg chg="addSp modSp add mod">
        <pc:chgData name="Michael Hill" userId="41dba03d-e58d-4389-9894-554c10310ba4" providerId="ADAL" clId="{EF23FE1D-A042-481E-AFD7-2A9FB0847F54}" dt="2026-04-20T17:42:24.289" v="2985" actId="1076"/>
        <pc:sldMkLst>
          <pc:docMk/>
          <pc:sldMk cId="1617842079" sldId="523"/>
        </pc:sldMkLst>
        <pc:spChg chg="mod">
          <ac:chgData name="Michael Hill" userId="41dba03d-e58d-4389-9894-554c10310ba4" providerId="ADAL" clId="{EF23FE1D-A042-481E-AFD7-2A9FB0847F54}" dt="2026-04-20T17:42:21.638" v="2984" actId="115"/>
          <ac:spMkLst>
            <pc:docMk/>
            <pc:sldMk cId="1617842079" sldId="523"/>
            <ac:spMk id="8" creationId="{35142E5E-F36D-C6A2-965B-E8FA67B7294A}"/>
          </ac:spMkLst>
        </pc:spChg>
        <pc:picChg chg="add mod">
          <ac:chgData name="Michael Hill" userId="41dba03d-e58d-4389-9894-554c10310ba4" providerId="ADAL" clId="{EF23FE1D-A042-481E-AFD7-2A9FB0847F54}" dt="2026-04-20T17:42:24.289" v="2985" actId="1076"/>
          <ac:picMkLst>
            <pc:docMk/>
            <pc:sldMk cId="1617842079" sldId="523"/>
            <ac:picMk id="2" creationId="{581C9637-4F0C-79B1-FD25-2535F040442D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2988090243" sldId="523"/>
        </pc:sldMkLst>
      </pc:sldChg>
      <pc:sldChg chg="modSp add mod ord">
        <pc:chgData name="Michael Hill" userId="41dba03d-e58d-4389-9894-554c10310ba4" providerId="ADAL" clId="{EF23FE1D-A042-481E-AFD7-2A9FB0847F54}" dt="2026-04-20T17:46:09.601" v="3178" actId="20577"/>
        <pc:sldMkLst>
          <pc:docMk/>
          <pc:sldMk cId="291242314" sldId="524"/>
        </pc:sldMkLst>
        <pc:spChg chg="mod">
          <ac:chgData name="Michael Hill" userId="41dba03d-e58d-4389-9894-554c10310ba4" providerId="ADAL" clId="{EF23FE1D-A042-481E-AFD7-2A9FB0847F54}" dt="2026-04-20T17:44:16.782" v="2997" actId="14100"/>
          <ac:spMkLst>
            <pc:docMk/>
            <pc:sldMk cId="291242314" sldId="524"/>
            <ac:spMk id="5" creationId="{B990F732-83A7-8369-76B3-637E27388627}"/>
          </ac:spMkLst>
        </pc:spChg>
        <pc:spChg chg="mod">
          <ac:chgData name="Michael Hill" userId="41dba03d-e58d-4389-9894-554c10310ba4" providerId="ADAL" clId="{EF23FE1D-A042-481E-AFD7-2A9FB0847F54}" dt="2026-04-20T17:46:09.601" v="3178" actId="20577"/>
          <ac:spMkLst>
            <pc:docMk/>
            <pc:sldMk cId="291242314" sldId="524"/>
            <ac:spMk id="8" creationId="{75F3E8F3-3C4B-FDB0-B42F-4CA472E7557B}"/>
          </ac:spMkLst>
        </pc:sp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3738512146" sldId="524"/>
        </pc:sldMkLst>
      </pc:sldChg>
      <pc:sldChg chg="addSp delSp modSp add mod">
        <pc:chgData name="Michael Hill" userId="41dba03d-e58d-4389-9894-554c10310ba4" providerId="ADAL" clId="{EF23FE1D-A042-481E-AFD7-2A9FB0847F54}" dt="2026-04-20T17:45:44.448" v="3176" actId="1076"/>
        <pc:sldMkLst>
          <pc:docMk/>
          <pc:sldMk cId="916810107" sldId="525"/>
        </pc:sldMkLst>
        <pc:spChg chg="mod">
          <ac:chgData name="Michael Hill" userId="41dba03d-e58d-4389-9894-554c10310ba4" providerId="ADAL" clId="{EF23FE1D-A042-481E-AFD7-2A9FB0847F54}" dt="2026-04-20T17:45:42.419" v="3175" actId="20577"/>
          <ac:spMkLst>
            <pc:docMk/>
            <pc:sldMk cId="916810107" sldId="525"/>
            <ac:spMk id="8" creationId="{5331F6C8-5CD0-D4FE-5C36-5E129183B851}"/>
          </ac:spMkLst>
        </pc:spChg>
        <pc:picChg chg="add mod">
          <ac:chgData name="Michael Hill" userId="41dba03d-e58d-4389-9894-554c10310ba4" providerId="ADAL" clId="{EF23FE1D-A042-481E-AFD7-2A9FB0847F54}" dt="2026-04-20T17:45:44.448" v="3176" actId="1076"/>
          <ac:picMkLst>
            <pc:docMk/>
            <pc:sldMk cId="916810107" sldId="525"/>
            <ac:picMk id="3" creationId="{4E87369F-4F03-2E71-B548-7A1DFA9307BF}"/>
          </ac:picMkLst>
        </pc:picChg>
        <pc:picChg chg="add del">
          <ac:chgData name="Michael Hill" userId="41dba03d-e58d-4389-9894-554c10310ba4" providerId="ADAL" clId="{EF23FE1D-A042-481E-AFD7-2A9FB0847F54}" dt="2026-04-20T17:45:15.277" v="3108" actId="478"/>
          <ac:picMkLst>
            <pc:docMk/>
            <pc:sldMk cId="916810107" sldId="525"/>
            <ac:picMk id="8194" creationId="{7616C8D8-BBCE-8F5E-9AF5-67CA152C9F3A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3025528422" sldId="525"/>
        </pc:sldMkLst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307748221" sldId="526"/>
        </pc:sldMkLst>
      </pc:sldChg>
      <pc:sldChg chg="modSp add mod ord">
        <pc:chgData name="Michael Hill" userId="41dba03d-e58d-4389-9894-554c10310ba4" providerId="ADAL" clId="{EF23FE1D-A042-481E-AFD7-2A9FB0847F54}" dt="2026-04-20T17:46:49.078" v="3249" actId="115"/>
        <pc:sldMkLst>
          <pc:docMk/>
          <pc:sldMk cId="2851870848" sldId="526"/>
        </pc:sldMkLst>
        <pc:spChg chg="mod">
          <ac:chgData name="Michael Hill" userId="41dba03d-e58d-4389-9894-554c10310ba4" providerId="ADAL" clId="{EF23FE1D-A042-481E-AFD7-2A9FB0847F54}" dt="2026-04-20T17:46:16.798" v="3187" actId="14100"/>
          <ac:spMkLst>
            <pc:docMk/>
            <pc:sldMk cId="2851870848" sldId="526"/>
            <ac:spMk id="5" creationId="{3909CD96-2BA3-2B10-11B3-6CE1DA2508B5}"/>
          </ac:spMkLst>
        </pc:spChg>
        <pc:spChg chg="mod">
          <ac:chgData name="Michael Hill" userId="41dba03d-e58d-4389-9894-554c10310ba4" providerId="ADAL" clId="{EF23FE1D-A042-481E-AFD7-2A9FB0847F54}" dt="2026-04-20T17:46:49.078" v="3249" actId="115"/>
          <ac:spMkLst>
            <pc:docMk/>
            <pc:sldMk cId="2851870848" sldId="526"/>
            <ac:spMk id="8" creationId="{8A90CFA6-9BBA-44F8-3C6E-4815B5199C97}"/>
          </ac:spMkLst>
        </pc:spChg>
      </pc:sldChg>
      <pc:sldChg chg="addSp delSp modSp add mod">
        <pc:chgData name="Michael Hill" userId="41dba03d-e58d-4389-9894-554c10310ba4" providerId="ADAL" clId="{EF23FE1D-A042-481E-AFD7-2A9FB0847F54}" dt="2026-04-20T17:48:31.952" v="3317" actId="1076"/>
        <pc:sldMkLst>
          <pc:docMk/>
          <pc:sldMk cId="2256160826" sldId="527"/>
        </pc:sldMkLst>
        <pc:spChg chg="add del">
          <ac:chgData name="Michael Hill" userId="41dba03d-e58d-4389-9894-554c10310ba4" providerId="ADAL" clId="{EF23FE1D-A042-481E-AFD7-2A9FB0847F54}" dt="2026-04-20T17:48:27.717" v="3314" actId="22"/>
          <ac:spMkLst>
            <pc:docMk/>
            <pc:sldMk cId="2256160826" sldId="527"/>
            <ac:spMk id="3" creationId="{8FC0F4D0-C875-871E-544D-C18262E7AB0A}"/>
          </ac:spMkLst>
        </pc:spChg>
        <pc:spChg chg="mod">
          <ac:chgData name="Michael Hill" userId="41dba03d-e58d-4389-9894-554c10310ba4" providerId="ADAL" clId="{EF23FE1D-A042-481E-AFD7-2A9FB0847F54}" dt="2026-04-20T17:48:25.590" v="3312" actId="20577"/>
          <ac:spMkLst>
            <pc:docMk/>
            <pc:sldMk cId="2256160826" sldId="527"/>
            <ac:spMk id="8" creationId="{813D58C8-EFE7-5538-3280-743F900D623E}"/>
          </ac:spMkLst>
        </pc:spChg>
        <pc:picChg chg="add mod">
          <ac:chgData name="Michael Hill" userId="41dba03d-e58d-4389-9894-554c10310ba4" providerId="ADAL" clId="{EF23FE1D-A042-481E-AFD7-2A9FB0847F54}" dt="2026-04-20T17:48:31.952" v="3317" actId="1076"/>
          <ac:picMkLst>
            <pc:docMk/>
            <pc:sldMk cId="2256160826" sldId="527"/>
            <ac:picMk id="9218" creationId="{6336C394-294E-63C7-B015-F86CE48C44D0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3371427403" sldId="527"/>
        </pc:sldMkLst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2247222933" sldId="528"/>
        </pc:sldMkLst>
      </pc:sldChg>
      <pc:sldChg chg="addSp delSp modSp add mod">
        <pc:chgData name="Michael Hill" userId="41dba03d-e58d-4389-9894-554c10310ba4" providerId="ADAL" clId="{EF23FE1D-A042-481E-AFD7-2A9FB0847F54}" dt="2026-04-20T17:51:01.232" v="3386" actId="14100"/>
        <pc:sldMkLst>
          <pc:docMk/>
          <pc:sldMk cId="2319632275" sldId="528"/>
        </pc:sldMkLst>
        <pc:spChg chg="mod">
          <ac:chgData name="Michael Hill" userId="41dba03d-e58d-4389-9894-554c10310ba4" providerId="ADAL" clId="{EF23FE1D-A042-481E-AFD7-2A9FB0847F54}" dt="2026-04-20T17:51:01.232" v="3386" actId="14100"/>
          <ac:spMkLst>
            <pc:docMk/>
            <pc:sldMk cId="2319632275" sldId="528"/>
            <ac:spMk id="5" creationId="{70748FF1-2E51-E6A2-E61A-995FAA97EC96}"/>
          </ac:spMkLst>
        </pc:spChg>
        <pc:spChg chg="mod">
          <ac:chgData name="Michael Hill" userId="41dba03d-e58d-4389-9894-554c10310ba4" providerId="ADAL" clId="{EF23FE1D-A042-481E-AFD7-2A9FB0847F54}" dt="2026-04-20T17:50:38.141" v="3362" actId="20577"/>
          <ac:spMkLst>
            <pc:docMk/>
            <pc:sldMk cId="2319632275" sldId="528"/>
            <ac:spMk id="8" creationId="{191740E7-37BF-2153-640E-9106C8B77C60}"/>
          </ac:spMkLst>
        </pc:spChg>
        <pc:picChg chg="del">
          <ac:chgData name="Michael Hill" userId="41dba03d-e58d-4389-9894-554c10310ba4" providerId="ADAL" clId="{EF23FE1D-A042-481E-AFD7-2A9FB0847F54}" dt="2026-04-20T17:50:39.781" v="3363" actId="478"/>
          <ac:picMkLst>
            <pc:docMk/>
            <pc:sldMk cId="2319632275" sldId="528"/>
            <ac:picMk id="9218" creationId="{7E883379-A74E-9E96-AEC6-268CE23B87C6}"/>
          </ac:picMkLst>
        </pc:picChg>
        <pc:picChg chg="add mod">
          <ac:chgData name="Michael Hill" userId="41dba03d-e58d-4389-9894-554c10310ba4" providerId="ADAL" clId="{EF23FE1D-A042-481E-AFD7-2A9FB0847F54}" dt="2026-04-20T17:50:44.958" v="3366" actId="1076"/>
          <ac:picMkLst>
            <pc:docMk/>
            <pc:sldMk cId="2319632275" sldId="528"/>
            <ac:picMk id="10242" creationId="{EF296D93-64BC-36D0-3AA9-FCA13AE34DBF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3350428445" sldId="529"/>
        </pc:sldMkLst>
      </pc:sldChg>
      <pc:sldChg chg="addSp delSp add del">
        <pc:chgData name="Michael Hill" userId="41dba03d-e58d-4389-9894-554c10310ba4" providerId="ADAL" clId="{EF23FE1D-A042-481E-AFD7-2A9FB0847F54}" dt="2026-04-20T17:51:05.692" v="3388" actId="47"/>
        <pc:sldMkLst>
          <pc:docMk/>
          <pc:sldMk cId="4103104475" sldId="529"/>
        </pc:sldMkLst>
        <pc:picChg chg="add del">
          <ac:chgData name="Michael Hill" userId="41dba03d-e58d-4389-9894-554c10310ba4" providerId="ADAL" clId="{EF23FE1D-A042-481E-AFD7-2A9FB0847F54}" dt="2026-04-20T17:50:54.622" v="3369" actId="478"/>
          <ac:picMkLst>
            <pc:docMk/>
            <pc:sldMk cId="4103104475" sldId="529"/>
            <ac:picMk id="10242" creationId="{D58FA48E-306C-4EAD-5000-003F1A7C2345}"/>
          </ac:picMkLst>
        </pc:picChg>
      </pc:sldChg>
      <pc:sldChg chg="delSp modSp add mod">
        <pc:chgData name="Michael Hill" userId="41dba03d-e58d-4389-9894-554c10310ba4" providerId="ADAL" clId="{EF23FE1D-A042-481E-AFD7-2A9FB0847F54}" dt="2026-04-20T17:51:42.929" v="3554" actId="20577"/>
        <pc:sldMkLst>
          <pc:docMk/>
          <pc:sldMk cId="635703224" sldId="530"/>
        </pc:sldMkLst>
        <pc:spChg chg="mod">
          <ac:chgData name="Michael Hill" userId="41dba03d-e58d-4389-9894-554c10310ba4" providerId="ADAL" clId="{EF23FE1D-A042-481E-AFD7-2A9FB0847F54}" dt="2026-04-20T17:51:14.881" v="3422" actId="20577"/>
          <ac:spMkLst>
            <pc:docMk/>
            <pc:sldMk cId="635703224" sldId="530"/>
            <ac:spMk id="5" creationId="{5385D6F4-FB69-25DF-C604-0CBFB794F5F7}"/>
          </ac:spMkLst>
        </pc:spChg>
        <pc:spChg chg="mod">
          <ac:chgData name="Michael Hill" userId="41dba03d-e58d-4389-9894-554c10310ba4" providerId="ADAL" clId="{EF23FE1D-A042-481E-AFD7-2A9FB0847F54}" dt="2026-04-20T17:51:42.929" v="3554" actId="20577"/>
          <ac:spMkLst>
            <pc:docMk/>
            <pc:sldMk cId="635703224" sldId="530"/>
            <ac:spMk id="8" creationId="{3292072E-444E-3E48-4C9E-72F1FEF668BE}"/>
          </ac:spMkLst>
        </pc:spChg>
        <pc:picChg chg="del">
          <ac:chgData name="Michael Hill" userId="41dba03d-e58d-4389-9894-554c10310ba4" providerId="ADAL" clId="{EF23FE1D-A042-481E-AFD7-2A9FB0847F54}" dt="2026-04-20T17:51:24.101" v="3473" actId="478"/>
          <ac:picMkLst>
            <pc:docMk/>
            <pc:sldMk cId="635703224" sldId="530"/>
            <ac:picMk id="10242" creationId="{F2693940-340A-2148-E65B-ADE479B01F3E}"/>
          </ac:picMkLst>
        </pc:pic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2468113269" sldId="530"/>
        </pc:sldMkLst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691422339" sldId="531"/>
        </pc:sldMkLst>
      </pc:sldChg>
      <pc:sldChg chg="modSp add mod">
        <pc:chgData name="Michael Hill" userId="41dba03d-e58d-4389-9894-554c10310ba4" providerId="ADAL" clId="{EF23FE1D-A042-481E-AFD7-2A9FB0847F54}" dt="2026-04-20T17:54:57.881" v="4051" actId="20577"/>
        <pc:sldMkLst>
          <pc:docMk/>
          <pc:sldMk cId="966497677" sldId="531"/>
        </pc:sldMkLst>
        <pc:spChg chg="mod">
          <ac:chgData name="Michael Hill" userId="41dba03d-e58d-4389-9894-554c10310ba4" providerId="ADAL" clId="{EF23FE1D-A042-481E-AFD7-2A9FB0847F54}" dt="2026-04-20T17:53:18.233" v="3574" actId="20577"/>
          <ac:spMkLst>
            <pc:docMk/>
            <pc:sldMk cId="966497677" sldId="531"/>
            <ac:spMk id="5" creationId="{BEDD2971-4E0E-8088-C7A2-79F69D8E78E5}"/>
          </ac:spMkLst>
        </pc:spChg>
        <pc:spChg chg="mod">
          <ac:chgData name="Michael Hill" userId="41dba03d-e58d-4389-9894-554c10310ba4" providerId="ADAL" clId="{EF23FE1D-A042-481E-AFD7-2A9FB0847F54}" dt="2026-04-20T17:54:57.881" v="4051" actId="20577"/>
          <ac:spMkLst>
            <pc:docMk/>
            <pc:sldMk cId="966497677" sldId="531"/>
            <ac:spMk id="8" creationId="{EA063907-87A2-8F95-77DD-FF8AF065B996}"/>
          </ac:spMkLst>
        </pc:sp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792369050" sldId="532"/>
        </pc:sldMkLst>
      </pc:sldChg>
      <pc:sldChg chg="modSp add mod">
        <pc:chgData name="Michael Hill" userId="41dba03d-e58d-4389-9894-554c10310ba4" providerId="ADAL" clId="{EF23FE1D-A042-481E-AFD7-2A9FB0847F54}" dt="2026-04-20T17:55:03.244" v="4053" actId="115"/>
        <pc:sldMkLst>
          <pc:docMk/>
          <pc:sldMk cId="1033971515" sldId="532"/>
        </pc:sldMkLst>
        <pc:spChg chg="mod">
          <ac:chgData name="Michael Hill" userId="41dba03d-e58d-4389-9894-554c10310ba4" providerId="ADAL" clId="{EF23FE1D-A042-481E-AFD7-2A9FB0847F54}" dt="2026-04-20T17:55:03.244" v="4053" actId="115"/>
          <ac:spMkLst>
            <pc:docMk/>
            <pc:sldMk cId="1033971515" sldId="532"/>
            <ac:spMk id="8" creationId="{52AA54C7-5AA2-962A-D91B-1E7B55AE3042}"/>
          </ac:spMkLst>
        </pc:spChg>
      </pc:sldChg>
      <pc:sldChg chg="del">
        <pc:chgData name="Michael Hill" userId="41dba03d-e58d-4389-9894-554c10310ba4" providerId="ADAL" clId="{EF23FE1D-A042-481E-AFD7-2A9FB0847F54}" dt="2026-04-20T16:17:29.889" v="595" actId="47"/>
        <pc:sldMkLst>
          <pc:docMk/>
          <pc:sldMk cId="15682775" sldId="533"/>
        </pc:sldMkLst>
      </pc:sldChg>
      <pc:sldChg chg="modSp add mod">
        <pc:chgData name="Michael Hill" userId="41dba03d-e58d-4389-9894-554c10310ba4" providerId="ADAL" clId="{EF23FE1D-A042-481E-AFD7-2A9FB0847F54}" dt="2026-04-20T17:58:04.464" v="4758" actId="115"/>
        <pc:sldMkLst>
          <pc:docMk/>
          <pc:sldMk cId="33993737" sldId="533"/>
        </pc:sldMkLst>
        <pc:spChg chg="mod">
          <ac:chgData name="Michael Hill" userId="41dba03d-e58d-4389-9894-554c10310ba4" providerId="ADAL" clId="{EF23FE1D-A042-481E-AFD7-2A9FB0847F54}" dt="2026-04-20T17:58:04.464" v="4758" actId="115"/>
          <ac:spMkLst>
            <pc:docMk/>
            <pc:sldMk cId="33993737" sldId="533"/>
            <ac:spMk id="8" creationId="{767DB508-9B37-3F61-38E0-244206CB355B}"/>
          </ac:spMkLst>
        </pc:spChg>
      </pc:sldChg>
      <pc:sldChg chg="modSp add mod">
        <pc:chgData name="Michael Hill" userId="41dba03d-e58d-4389-9894-554c10310ba4" providerId="ADAL" clId="{EF23FE1D-A042-481E-AFD7-2A9FB0847F54}" dt="2026-04-20T17:59:28.981" v="5057" actId="14100"/>
        <pc:sldMkLst>
          <pc:docMk/>
          <pc:sldMk cId="1343399451" sldId="534"/>
        </pc:sldMkLst>
        <pc:spChg chg="mod">
          <ac:chgData name="Michael Hill" userId="41dba03d-e58d-4389-9894-554c10310ba4" providerId="ADAL" clId="{EF23FE1D-A042-481E-AFD7-2A9FB0847F54}" dt="2026-04-20T17:59:28.981" v="5057" actId="14100"/>
          <ac:spMkLst>
            <pc:docMk/>
            <pc:sldMk cId="1343399451" sldId="534"/>
            <ac:spMk id="8" creationId="{A28EB2C4-58CD-4302-5819-94C5FD40AFD4}"/>
          </ac:spMkLst>
        </pc:spChg>
      </pc:sldChg>
      <pc:sldChg chg="modSp add mod">
        <pc:chgData name="Michael Hill" userId="41dba03d-e58d-4389-9894-554c10310ba4" providerId="ADAL" clId="{EF23FE1D-A042-481E-AFD7-2A9FB0847F54}" dt="2026-04-20T18:06:45.879" v="5243" actId="20577"/>
        <pc:sldMkLst>
          <pc:docMk/>
          <pc:sldMk cId="1674511564" sldId="535"/>
        </pc:sldMkLst>
        <pc:spChg chg="mod">
          <ac:chgData name="Michael Hill" userId="41dba03d-e58d-4389-9894-554c10310ba4" providerId="ADAL" clId="{EF23FE1D-A042-481E-AFD7-2A9FB0847F54}" dt="2026-04-20T18:06:22.282" v="5178" actId="14100"/>
          <ac:spMkLst>
            <pc:docMk/>
            <pc:sldMk cId="1674511564" sldId="535"/>
            <ac:spMk id="5" creationId="{0E93347F-719E-D273-1950-1AE8FF45D991}"/>
          </ac:spMkLst>
        </pc:spChg>
        <pc:spChg chg="mod">
          <ac:chgData name="Michael Hill" userId="41dba03d-e58d-4389-9894-554c10310ba4" providerId="ADAL" clId="{EF23FE1D-A042-481E-AFD7-2A9FB0847F54}" dt="2026-04-20T18:06:45.879" v="5243" actId="20577"/>
          <ac:spMkLst>
            <pc:docMk/>
            <pc:sldMk cId="1674511564" sldId="535"/>
            <ac:spMk id="8" creationId="{6AFBED35-65C3-074F-510F-9F7FEE418D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B4: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ABSTRACT DATA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B4-4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372118" y="3770578"/>
            <a:ext cx="7084391" cy="86733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BINARY SEARCH TREES</a:t>
            </a:r>
          </a:p>
        </p:txBody>
      </p:sp>
      <p:sp>
        <p:nvSpPr>
          <p:cNvPr id="2" name="Star: 12 Points 1">
            <a:extLst>
              <a:ext uri="{FF2B5EF4-FFF2-40B4-BE49-F238E27FC236}">
                <a16:creationId xmlns:a16="http://schemas.microsoft.com/office/drawing/2014/main" id="{643B1DB0-D84C-E48C-E361-40C0C1A87A45}"/>
              </a:ext>
            </a:extLst>
          </p:cNvPr>
          <p:cNvSpPr/>
          <p:nvPr/>
        </p:nvSpPr>
        <p:spPr>
          <a:xfrm>
            <a:off x="414182" y="538390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Binary Search Trees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Tree Structure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Node Insertion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Node Search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Node Traversal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 err="1">
                <a:latin typeface="Bahnschrift" panose="020B0502040204020203" pitchFamily="34" charset="0"/>
              </a:rPr>
              <a:t>Inorder</a:t>
            </a:r>
            <a:r>
              <a:rPr lang="en-US" sz="2800" dirty="0">
                <a:latin typeface="Bahnschrift" panose="020B0502040204020203" pitchFamily="34" charset="0"/>
              </a:rPr>
              <a:t> Traversal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Preorder Traversal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 err="1">
                <a:latin typeface="Bahnschrift" panose="020B0502040204020203" pitchFamily="34" charset="0"/>
              </a:rPr>
              <a:t>Postorder</a:t>
            </a:r>
            <a:r>
              <a:rPr lang="en-US" sz="2800" dirty="0">
                <a:latin typeface="Bahnschrift" panose="020B0502040204020203" pitchFamily="34" charset="0"/>
              </a:rPr>
              <a:t> Traversal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Node Deletion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Tell me what the result of a union, intersection, and difference would be for the following sets: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 = {5, 1, 6, 3, 0}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 = {3, 1, 6, 4, 9}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Union: 5, 1, 6, 3, 0, 4, 9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Intersection: 1, 3, 6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Difference: 5, 0 OR 4,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D38D8-4B88-D5A5-87BB-F6BCD9FB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EE5D30F-CAC6-99FA-1C9C-D70BF9A87B0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0C7378-7966-380F-E680-68EA68ABFE5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9E29B4-15B8-DBA1-F624-C616996F6D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F0A636-15F3-7328-B275-E8784C2E9DE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77A6F-3A86-C7E5-90C9-C9D5C65F774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tree structure in computer science is used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hold data in order, and is typically drawn upside down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51990-6C7B-B9E0-87AD-5AF9E7D36B7C}"/>
              </a:ext>
            </a:extLst>
          </p:cNvPr>
          <p:cNvSpPr/>
          <p:nvPr/>
        </p:nvSpPr>
        <p:spPr>
          <a:xfrm>
            <a:off x="-121560" y="155968"/>
            <a:ext cx="62175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 TREES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79AAFA-4146-378E-857D-100C7A37E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212" y="2463571"/>
            <a:ext cx="6801799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3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F4037-605A-E55C-D165-E716D28D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773A230-3AA7-58F7-EE4B-C1525E4687A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E81280-104A-4153-43BE-BECA55C77F6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DDD6F8-1E1D-5005-F6FC-58273BD4590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801E46-C709-F3E0-BB06-AFC31F36716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1532FD-F897-4C2B-300A-8AC7A738CF5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Vocab: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Root: first node, at the top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Key: Data stored in a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Edge: Pointer to child nodes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Leaf Node: Node that has no children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Parent Node: Node that has a child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Child Node: Node that has a parent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Subtree: Any smaller tree originating by treating a parent node as a root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Height of the tree: Number of nodes from root to lowest leaf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0B4DBC-1333-AFF8-718E-0155664C5EDB}"/>
              </a:ext>
            </a:extLst>
          </p:cNvPr>
          <p:cNvSpPr/>
          <p:nvPr/>
        </p:nvSpPr>
        <p:spPr>
          <a:xfrm>
            <a:off x="-121560" y="155968"/>
            <a:ext cx="62175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 TREES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D9DE37-B05C-42E5-9D49-3AF9FCC5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037" y="0"/>
            <a:ext cx="5260816" cy="299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A226D-8C6A-3761-1B9A-C8DD1EC4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8DFFF73-810F-4B97-AF82-9AD45EFCF09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5147EA-0204-99C6-059B-B3BED7867C6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03238F-E8E1-2DD1-7D1A-42CED450C1B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FF9D0-5138-3D43-6E4A-B18A4AF7F51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682153-48B7-9E3B-90F1-B603FCB7170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lesson, we’ll be looking at a specific type of tree that follows specific rules: the Binary Search Tree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Binary Search Trees: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a child node is less than the parent, it goes on the left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it’s greater than the parent, it goes on the right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Each node may only have 2 children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Assume all items in a BST are unique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1F18FE-C47E-B9F0-DE07-A1C4953F8CBF}"/>
              </a:ext>
            </a:extLst>
          </p:cNvPr>
          <p:cNvSpPr/>
          <p:nvPr/>
        </p:nvSpPr>
        <p:spPr>
          <a:xfrm>
            <a:off x="-121560" y="155968"/>
            <a:ext cx="62175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BINARY SEARCH TREES</a:t>
            </a:r>
          </a:p>
        </p:txBody>
      </p:sp>
    </p:spTree>
    <p:extLst>
      <p:ext uri="{BB962C8B-B14F-4D97-AF65-F5344CB8AC3E}">
        <p14:creationId xmlns:p14="http://schemas.microsoft.com/office/powerpoint/2010/main" val="328640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0BE43-6767-C66A-3734-5E43FF23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1037EDB-18DB-90C4-87EB-BB429D87AC3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23F259-8E71-7CFB-43F5-75203F698E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19B164-E68E-25FD-08D0-94B0A1CB44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0C986E-B8DA-53BA-8E1F-DA09040FC9E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B05F28-EF23-C088-C09A-0FD5B9534F17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binary search tree is created by setting the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first inserted node as the root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new node works its way through the tree until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it finds a spot where it can join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56763-9BD1-FBC1-5C2F-17A78F96D7AA}"/>
              </a:ext>
            </a:extLst>
          </p:cNvPr>
          <p:cNvSpPr/>
          <p:nvPr/>
        </p:nvSpPr>
        <p:spPr>
          <a:xfrm>
            <a:off x="-121560" y="155968"/>
            <a:ext cx="48967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TREE STRUCTURE</a:t>
            </a:r>
          </a:p>
        </p:txBody>
      </p:sp>
    </p:spTree>
    <p:extLst>
      <p:ext uri="{BB962C8B-B14F-4D97-AF65-F5344CB8AC3E}">
        <p14:creationId xmlns:p14="http://schemas.microsoft.com/office/powerpoint/2010/main" val="409077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F9A9D-0069-6CE4-AD56-17A7041F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DCAFAA-BBB3-3F5C-C9BA-197BB21CB57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81FE3-A69D-3B14-CF6B-BFE7CEFC01A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CC2885-C74A-FC53-6C18-FD0748EB7E6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AACFCD-D73E-4592-CCDC-471FF7F179B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B986DB-61C0-8E2B-26A0-BAAC47D92D3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add nodes in this order: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25, 20, 10, 36, 22, 40, 5, 30, 12, 38, 48, 12, 28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D703B-9B8D-AEAD-82D7-3F6F505BBCCA}"/>
              </a:ext>
            </a:extLst>
          </p:cNvPr>
          <p:cNvSpPr/>
          <p:nvPr/>
        </p:nvSpPr>
        <p:spPr>
          <a:xfrm>
            <a:off x="-121560" y="155968"/>
            <a:ext cx="48967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INSERTION</a:t>
            </a:r>
          </a:p>
        </p:txBody>
      </p:sp>
    </p:spTree>
    <p:extLst>
      <p:ext uri="{BB962C8B-B14F-4D97-AF65-F5344CB8AC3E}">
        <p14:creationId xmlns:p14="http://schemas.microsoft.com/office/powerpoint/2010/main" val="384181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BEAA9-9FC6-1434-8BD9-45B87DA9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917905-9278-B1B5-DEFC-BD6F5F24241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39BF6C-B6E3-F2FD-C3CE-929DFBD4048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6E85A5-D9F8-5ECE-0EC8-CAA66F01B1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510129-EB97-A232-205E-B1AB8B61DFA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FEBF8-7999-8953-FE63-5A787CC9B10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19126C-9F50-7ECE-90D6-BB346C0621C8}"/>
              </a:ext>
            </a:extLst>
          </p:cNvPr>
          <p:cNvSpPr/>
          <p:nvPr/>
        </p:nvSpPr>
        <p:spPr>
          <a:xfrm>
            <a:off x="-121560" y="155968"/>
            <a:ext cx="48967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INSERTION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ECB18-6308-EC59-6389-98AB1997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04" y="1720874"/>
            <a:ext cx="8173591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97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47B85-99E6-0519-F89F-F0431055E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C3581F0-A9FB-BA6D-2BF9-404908663E8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C08CA9-CFA3-4350-784C-D65361EF188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C35288-7B9F-516C-BBC6-B623CB32F43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694F76-CDCE-CDBD-C838-2430716E959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2CCDE-3398-5AC7-345C-FCC94C926EC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BST by inserting nodes in the following order: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10, 15, 3, 12, 7, 1, 22, 18, 5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73C25-5518-CEDC-5A8E-CEF79F561F25}"/>
              </a:ext>
            </a:extLst>
          </p:cNvPr>
          <p:cNvSpPr/>
          <p:nvPr/>
        </p:nvSpPr>
        <p:spPr>
          <a:xfrm>
            <a:off x="-121560" y="155968"/>
            <a:ext cx="48967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MICRO MINI LAB</a:t>
            </a:r>
          </a:p>
        </p:txBody>
      </p:sp>
    </p:spTree>
    <p:extLst>
      <p:ext uri="{BB962C8B-B14F-4D97-AF65-F5344CB8AC3E}">
        <p14:creationId xmlns:p14="http://schemas.microsoft.com/office/powerpoint/2010/main" val="3625994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5ABD3-8160-EFA1-7F3F-CB0412A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73B1D2-1A17-535B-65D1-1619F1B31E1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C8F6E2-A123-5A06-1EEF-E854AAD640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05DFB8-787D-06BF-69D0-158D1334827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6A9C05-39ED-0CB0-0061-24580C4094A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F9CBE-24FA-21AB-44D4-79B2ED88797E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search for a node in a BST, follow the following algorithm: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Start at the root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Check for null/none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Compare the node value with the key you’re searching for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the node matches the key, search is successful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the key is smaller than the node, proceed to the left child of the current node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the key is greater than the node, proceed to the right child of the current node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Repeat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A4E613-C4A6-A015-E3C9-A00A7BAF2ED9}"/>
              </a:ext>
            </a:extLst>
          </p:cNvPr>
          <p:cNvSpPr/>
          <p:nvPr/>
        </p:nvSpPr>
        <p:spPr>
          <a:xfrm>
            <a:off x="-121560" y="155968"/>
            <a:ext cx="48967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SEARCH</a:t>
            </a:r>
          </a:p>
        </p:txBody>
      </p:sp>
    </p:spTree>
    <p:extLst>
      <p:ext uri="{BB962C8B-B14F-4D97-AF65-F5344CB8AC3E}">
        <p14:creationId xmlns:p14="http://schemas.microsoft.com/office/powerpoint/2010/main" val="613210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322FD-A45D-2F39-E91E-2DB4FF33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2FEDACC-8B3A-F334-4A30-BFDC6C3D1E4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1C0979-6DCB-7DE1-652E-EAB8BFE5B9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373244-D1A8-B537-6EAB-96CEA0F3565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A3BE0E-A1EF-5968-FA5B-593AB1F90F4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375C4-152F-D46B-1684-246F1DBCD28E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three different types of BST traversals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Inorder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Preorder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Postorder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goal of a traversal is to get all of the data in a BST, sometimes to print it 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16A8B-3AFF-0D19-9536-8265563B8688}"/>
              </a:ext>
            </a:extLst>
          </p:cNvPr>
          <p:cNvSpPr/>
          <p:nvPr/>
        </p:nvSpPr>
        <p:spPr>
          <a:xfrm>
            <a:off x="-121561" y="155968"/>
            <a:ext cx="592301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TRAVERSALS</a:t>
            </a:r>
          </a:p>
        </p:txBody>
      </p:sp>
    </p:spTree>
    <p:extLst>
      <p:ext uri="{BB962C8B-B14F-4D97-AF65-F5344CB8AC3E}">
        <p14:creationId xmlns:p14="http://schemas.microsoft.com/office/powerpoint/2010/main" val="3169418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5541D-2327-70D2-FE58-57F68C13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339253-2AD6-7371-396C-09712CADEC5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60D3B4-2975-792B-0C72-B8E195D51E8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3B6777-A00B-ABDC-BC9D-DA4C76A598C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F3CD1C-D258-BC15-8000-8A076195D50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0E6322-8A46-9709-EFDA-5F11676E37AC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an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inorder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traversal, we print the data in the format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Left, Middle,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check a node’s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left subtree before printing the data in the node we’re at, and then check the node’s right subtree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done correctly, the printed output of a BST should be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sorted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C486F-FCBD-194B-DECC-7A69DB9156B0}"/>
              </a:ext>
            </a:extLst>
          </p:cNvPr>
          <p:cNvSpPr/>
          <p:nvPr/>
        </p:nvSpPr>
        <p:spPr>
          <a:xfrm>
            <a:off x="-121561" y="155968"/>
            <a:ext cx="592301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INORDER TRAVERSAL</a:t>
            </a:r>
          </a:p>
        </p:txBody>
      </p:sp>
    </p:spTree>
    <p:extLst>
      <p:ext uri="{BB962C8B-B14F-4D97-AF65-F5344CB8AC3E}">
        <p14:creationId xmlns:p14="http://schemas.microsoft.com/office/powerpoint/2010/main" val="279510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5FE44-D3EA-0136-9210-725B59DC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0589727-47FA-9000-4E55-FE489DE44FE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66C1F0-5AB8-E239-6B32-3AAE82BD4B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2B52BE-FC96-16E0-0EF7-46793B84304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19E639-FDF2-56A0-916A-254513F1BA8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42E5E-F36D-C6A2-965B-E8FA67B7294A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output of an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inorder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traversal of this tree?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3EBF0-DF35-4DC7-CC66-86706638E204}"/>
              </a:ext>
            </a:extLst>
          </p:cNvPr>
          <p:cNvSpPr/>
          <p:nvPr/>
        </p:nvSpPr>
        <p:spPr>
          <a:xfrm>
            <a:off x="-121561" y="155968"/>
            <a:ext cx="592301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INORDER TRAVERSAL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C9637-4F0C-79B1-FD25-2535F0404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04" y="1985830"/>
            <a:ext cx="8173591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42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8DE1C-F8FE-EA5B-7403-F6066116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F0D9C8B-B8CE-B00E-2D7C-E4D0444DA32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35DAB2-1EA8-BB58-1549-9DCA1D13585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35300B-6EED-3362-AE59-521795168C0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6C1568-87DA-F3DA-8026-195D3354BB4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F3E8F3-3C4B-FDB0-B42F-4CA472E7557B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a preorder traversal, we print the data in the format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Node, Left,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print a node’s data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, then check the left subtree, then check the right subtree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90F732-83A7-8369-76B3-637E27388627}"/>
              </a:ext>
            </a:extLst>
          </p:cNvPr>
          <p:cNvSpPr/>
          <p:nvPr/>
        </p:nvSpPr>
        <p:spPr>
          <a:xfrm>
            <a:off x="-121561" y="155968"/>
            <a:ext cx="6353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PREORDER TRAVERSAL</a:t>
            </a:r>
          </a:p>
        </p:txBody>
      </p:sp>
    </p:spTree>
    <p:extLst>
      <p:ext uri="{BB962C8B-B14F-4D97-AF65-F5344CB8AC3E}">
        <p14:creationId xmlns:p14="http://schemas.microsoft.com/office/powerpoint/2010/main" val="291242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59B77-D618-4E66-B953-3922C83E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3059D83-3874-E604-C918-9F78BFBAF47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959EC3-C866-C977-7128-A33DD526F27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DC28F3-C860-9D69-1D9F-C665244ADA5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EF86F5-8410-A680-AF88-C30EAE34C96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1F6C8-5CD0-D4FE-5C36-5E129183B851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would the output of a preorder traversal be for this tree?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A14D1-8A76-6B75-F79B-0A8E1BBC0E0E}"/>
              </a:ext>
            </a:extLst>
          </p:cNvPr>
          <p:cNvSpPr/>
          <p:nvPr/>
        </p:nvSpPr>
        <p:spPr>
          <a:xfrm>
            <a:off x="-121561" y="155968"/>
            <a:ext cx="6353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PREORDER TRAVERSAL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87369F-4F03-2E71-B548-7A1DFA930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778" y="2377834"/>
            <a:ext cx="628737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10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03A4D-D321-555F-4327-0021EAC3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6ED5991-3C7D-0989-BB90-EB9D79A437C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B404D2-F18C-96A0-A04E-09AD9771217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3AA6E2-E31E-4B2C-8416-05B2082D7CB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29A6FB-F259-60AF-7592-E1169AD2474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90CFA6-9BBA-44F8-3C6E-4815B5199C97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postorder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traversal, we print the data in the format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Left, Right,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check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left subtree, then check the right subtree, and finally print the node’s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9CD96-2BA3-2B10-11B3-6CE1DA2508B5}"/>
              </a:ext>
            </a:extLst>
          </p:cNvPr>
          <p:cNvSpPr/>
          <p:nvPr/>
        </p:nvSpPr>
        <p:spPr>
          <a:xfrm>
            <a:off x="-121561" y="155968"/>
            <a:ext cx="66578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POSTORDER TRAVERSAL</a:t>
            </a:r>
          </a:p>
        </p:txBody>
      </p:sp>
    </p:spTree>
    <p:extLst>
      <p:ext uri="{BB962C8B-B14F-4D97-AF65-F5344CB8AC3E}">
        <p14:creationId xmlns:p14="http://schemas.microsoft.com/office/powerpoint/2010/main" val="2851870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5D46-979D-658F-0710-7777B5D2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63A939D-D37A-2818-5A04-56CFE221439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58F112-19F4-F3BD-2F63-C2CDC332173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3E6AA7-AF8B-DC9E-26F6-56585269809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63C2DC-58DB-0414-0C3C-010EC4E95FB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3D58C8-EFE7-5538-3280-743F900D623E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output of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postorder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traversal on this tree?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44BE2-2847-8D8F-03E0-BE61EE379D06}"/>
              </a:ext>
            </a:extLst>
          </p:cNvPr>
          <p:cNvSpPr/>
          <p:nvPr/>
        </p:nvSpPr>
        <p:spPr>
          <a:xfrm>
            <a:off x="-121561" y="155968"/>
            <a:ext cx="66578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POSTORDER TRAVERSAL</a:t>
            </a:r>
          </a:p>
        </p:txBody>
      </p:sp>
      <p:pic>
        <p:nvPicPr>
          <p:cNvPr id="9218" name="Picture 2" descr="Binary Search Tree - GeeksforGeeks">
            <a:extLst>
              <a:ext uri="{FF2B5EF4-FFF2-40B4-BE49-F238E27FC236}">
                <a16:creationId xmlns:a16="http://schemas.microsoft.com/office/drawing/2014/main" id="{6336C394-294E-63C7-B015-F86CE48C4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509" y="2131522"/>
            <a:ext cx="5108045" cy="4494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160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C8371-0CFD-A4B6-F72B-1A152D290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9B92814-9350-B353-C3F1-AFB09E33A2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B5CE75-AF5C-89EC-A98D-552BD2D6186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9BCD9C-05CD-E4E1-AB0C-A5DA0847A74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4D1DCC-DDD4-CA77-FDD6-F7D395EEBA7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1740E7-37BF-2153-640E-9106C8B77C60}"/>
              </a:ext>
            </a:extLst>
          </p:cNvPr>
          <p:cNvSpPr/>
          <p:nvPr/>
        </p:nvSpPr>
        <p:spPr>
          <a:xfrm>
            <a:off x="6307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Perform all 3 traversals on this BST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48FF1-2E51-E6A2-E61A-995FAA97EC96}"/>
              </a:ext>
            </a:extLst>
          </p:cNvPr>
          <p:cNvSpPr/>
          <p:nvPr/>
        </p:nvSpPr>
        <p:spPr>
          <a:xfrm>
            <a:off x="-121561" y="155968"/>
            <a:ext cx="48628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MICRO MINI LAB 2</a:t>
            </a:r>
          </a:p>
        </p:txBody>
      </p:sp>
      <p:pic>
        <p:nvPicPr>
          <p:cNvPr id="10242" name="Picture 2" descr="Binary Tree in Data Structure">
            <a:extLst>
              <a:ext uri="{FF2B5EF4-FFF2-40B4-BE49-F238E27FC236}">
                <a16:creationId xmlns:a16="http://schemas.microsoft.com/office/drawing/2014/main" id="{EF296D93-64BC-36D0-3AA9-FCA13AE34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571" y="2131522"/>
            <a:ext cx="4803775" cy="454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632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9996D-B845-4201-145B-9262D0A2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6E9141A-E9D3-6A17-7BBB-DC2DA70B67A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349FAB-2C5D-61F1-C7B6-4DF22D31D5D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C9A331-A891-34E0-B65E-DFCB76C1E73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703D0A-11BD-6F7F-3BD7-3C2508B15C2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92072E-444E-3E48-4C9E-72F1FEF668BE}"/>
              </a:ext>
            </a:extLst>
          </p:cNvPr>
          <p:cNvSpPr/>
          <p:nvPr/>
        </p:nvSpPr>
        <p:spPr>
          <a:xfrm>
            <a:off x="5799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BST with the following data: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Ava, Alex, Bella, Catherine, Carlose, Brian, Aaron, Chloe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85D6F4-FB69-25DF-C604-0CBFB794F5F7}"/>
              </a:ext>
            </a:extLst>
          </p:cNvPr>
          <p:cNvSpPr/>
          <p:nvPr/>
        </p:nvSpPr>
        <p:spPr>
          <a:xfrm>
            <a:off x="-121561" y="155968"/>
            <a:ext cx="48628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MICRO MINI LAB 2</a:t>
            </a:r>
          </a:p>
        </p:txBody>
      </p:sp>
    </p:spTree>
    <p:extLst>
      <p:ext uri="{BB962C8B-B14F-4D97-AF65-F5344CB8AC3E}">
        <p14:creationId xmlns:p14="http://schemas.microsoft.com/office/powerpoint/2010/main" val="635703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14D6C-F032-A387-3F81-158BF578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A6D7F9C-53D4-8581-4AE0-F1569571B9F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808B34-3B3F-FB09-BA9E-C5C893429D7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9F8D05-0E40-7DDB-3924-0BB2E071EC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93FDE0-C22E-5D23-6730-5D5B0B53BDB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063907-87A2-8F95-77DD-FF8AF065B996}"/>
              </a:ext>
            </a:extLst>
          </p:cNvPr>
          <p:cNvSpPr/>
          <p:nvPr/>
        </p:nvSpPr>
        <p:spPr>
          <a:xfrm>
            <a:off x="5799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Deleting a node is certainly the hardest part of working with BSTs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Let’s break it down into steps: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Start at the root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Search for the key to delete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3: Once you find the node, determine its type: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a: Leaf node: If the node has no right or left child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b: One child: If the node has exactly one child, either left or right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c: Two children: if the node has both a left and a right child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D2971-4E0E-8088-C7A2-79F69D8E78E5}"/>
              </a:ext>
            </a:extLst>
          </p:cNvPr>
          <p:cNvSpPr/>
          <p:nvPr/>
        </p:nvSpPr>
        <p:spPr>
          <a:xfrm>
            <a:off x="-121561" y="155968"/>
            <a:ext cx="48628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DELETION</a:t>
            </a:r>
          </a:p>
        </p:txBody>
      </p:sp>
    </p:spTree>
    <p:extLst>
      <p:ext uri="{BB962C8B-B14F-4D97-AF65-F5344CB8AC3E}">
        <p14:creationId xmlns:p14="http://schemas.microsoft.com/office/powerpoint/2010/main" val="966497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D1C52-136E-26B7-E9A5-624BB994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4CF2FC-2169-E19E-65A2-6D4A002BE3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E84A20-CC41-807C-CCE9-2EA8BD72A1E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75DD93-B4BC-B9CD-52F2-AD576CC20BB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9440C1-C6B7-C684-1E1B-D3598C806AD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AA54C7-5AA2-962A-D91B-1E7B55AE3042}"/>
              </a:ext>
            </a:extLst>
          </p:cNvPr>
          <p:cNvSpPr/>
          <p:nvPr/>
        </p:nvSpPr>
        <p:spPr>
          <a:xfrm>
            <a:off x="579968" y="1299334"/>
            <a:ext cx="10748432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Deleting a node is certainly the hardest part of working with BSTs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break it down into steps: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1: Start at the root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2: Search for the key to delete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3: Once you find the node, determine its type: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a: Leaf node: If the node has no right or left child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b: One child: If the node has exactly one child, either left or right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c: Two children: if the node has both a left and a right child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D5836-54CC-A507-4624-9262C813410A}"/>
              </a:ext>
            </a:extLst>
          </p:cNvPr>
          <p:cNvSpPr/>
          <p:nvPr/>
        </p:nvSpPr>
        <p:spPr>
          <a:xfrm>
            <a:off x="-121561" y="155968"/>
            <a:ext cx="48628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DELETION</a:t>
            </a:r>
          </a:p>
        </p:txBody>
      </p:sp>
    </p:spTree>
    <p:extLst>
      <p:ext uri="{BB962C8B-B14F-4D97-AF65-F5344CB8AC3E}">
        <p14:creationId xmlns:p14="http://schemas.microsoft.com/office/powerpoint/2010/main" val="1033971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216D7-3AB5-55C8-53B8-7D0317DE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FDA0385-C97A-696E-FDD1-5AE674898F8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891D21-1D1F-819B-654D-DFDD7677261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AA27E2-2F7B-663C-2468-984ADE3131D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6FDC28-9744-1DF0-AA43-09EDC738D55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DB508-9B37-3F61-38E0-244206CB355B}"/>
              </a:ext>
            </a:extLst>
          </p:cNvPr>
          <p:cNvSpPr/>
          <p:nvPr/>
        </p:nvSpPr>
        <p:spPr>
          <a:xfrm>
            <a:off x="579968" y="1120703"/>
            <a:ext cx="10748432" cy="57372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4: Delete the node based on its type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a: Leaf node: Simply remove the node from the tree by setting its parent’s appropriate pointer to None/Null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b: One child: Bypass the node by linking its parent directly to its child. If the node is a left child, update the parent’s left pointer; if a right child, update the parent’s right pointer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6FD212-747D-CCDB-B460-559D9093E771}"/>
              </a:ext>
            </a:extLst>
          </p:cNvPr>
          <p:cNvSpPr/>
          <p:nvPr/>
        </p:nvSpPr>
        <p:spPr>
          <a:xfrm>
            <a:off x="-121561" y="155968"/>
            <a:ext cx="48628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DELETION</a:t>
            </a:r>
          </a:p>
        </p:txBody>
      </p:sp>
    </p:spTree>
    <p:extLst>
      <p:ext uri="{BB962C8B-B14F-4D97-AF65-F5344CB8AC3E}">
        <p14:creationId xmlns:p14="http://schemas.microsoft.com/office/powerpoint/2010/main" val="33993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EA64E-45F8-B11D-32F9-EC9952D2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D188291-EB50-8AC4-F57D-B783BCDFA26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D8B8BE-C7A4-9137-57D5-5D1822AC509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E8FAF5-ED89-E69F-F6D1-8883B839639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0EDDC4-5E60-D344-98FC-CACE28F9F8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8EB2C4-58CD-4302-5819-94C5FD40AFD4}"/>
              </a:ext>
            </a:extLst>
          </p:cNvPr>
          <p:cNvSpPr/>
          <p:nvPr/>
        </p:nvSpPr>
        <p:spPr>
          <a:xfrm>
            <a:off x="255922" y="1120703"/>
            <a:ext cx="11680155" cy="57372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4: Delete the node based on its type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c: Two children: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Find the </a:t>
            </a:r>
            <a:r>
              <a:rPr lang="en-US" sz="24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inorder</a:t>
            </a: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 successor (smallest value in the right subtree) or predecessor (largest value in left subtree)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Replace the value of the node to be deleted with the value of the </a:t>
            </a:r>
            <a:r>
              <a:rPr lang="en-US" sz="24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inorder</a:t>
            </a: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 successor (or predecessor)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Delete the </a:t>
            </a:r>
            <a:r>
              <a:rPr lang="en-US" sz="24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inorder</a:t>
            </a: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 successor (or predecessor) by repeating step 4, which now becomes a case of deleting a node with at most one child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5: Repeat the process as needed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you deleted a successor or predecessor, repeat the deletion process for that 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2E74FE-D75F-908E-924B-4D1D2CBDD75D}"/>
              </a:ext>
            </a:extLst>
          </p:cNvPr>
          <p:cNvSpPr/>
          <p:nvPr/>
        </p:nvSpPr>
        <p:spPr>
          <a:xfrm>
            <a:off x="-121561" y="155968"/>
            <a:ext cx="48628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DELETION</a:t>
            </a:r>
          </a:p>
        </p:txBody>
      </p:sp>
    </p:spTree>
    <p:extLst>
      <p:ext uri="{BB962C8B-B14F-4D97-AF65-F5344CB8AC3E}">
        <p14:creationId xmlns:p14="http://schemas.microsoft.com/office/powerpoint/2010/main" val="1343399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0EF67-07C7-7B8B-D0D0-CE0F5136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BB05AF7-4D5A-94ED-E893-0819D818B63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B0913A-4C5A-51D8-C8D3-773669E0EB0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636DBE-F916-4CF6-5309-8EFDBEB53C0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46959A-AC52-B6AD-5E8C-90EFF041615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FBED35-65C3-074F-510F-9F7FEE418D47}"/>
              </a:ext>
            </a:extLst>
          </p:cNvPr>
          <p:cNvSpPr/>
          <p:nvPr/>
        </p:nvSpPr>
        <p:spPr>
          <a:xfrm>
            <a:off x="609599" y="1253067"/>
            <a:ext cx="10718801" cy="52930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Add the following nodes to a BST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1, 3, 5, 11, 19, 21, 44, 77, 100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3347F-719E-D273-1950-1AE8FF45D991}"/>
              </a:ext>
            </a:extLst>
          </p:cNvPr>
          <p:cNvSpPr/>
          <p:nvPr/>
        </p:nvSpPr>
        <p:spPr>
          <a:xfrm>
            <a:off x="-121561" y="155968"/>
            <a:ext cx="322036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LABBY LAB</a:t>
            </a:r>
          </a:p>
        </p:txBody>
      </p:sp>
    </p:spTree>
    <p:extLst>
      <p:ext uri="{BB962C8B-B14F-4D97-AF65-F5344CB8AC3E}">
        <p14:creationId xmlns:p14="http://schemas.microsoft.com/office/powerpoint/2010/main" val="1674511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Root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Edge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Child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Parent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Leaf Node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Subtree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C830CC"/>
      </a:accent1>
      <a:accent2>
        <a:srgbClr val="E32D91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43511</TotalTime>
  <Words>1133</Words>
  <Application>Microsoft Office PowerPoint</Application>
  <PresentationFormat>Widescreen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36</cp:revision>
  <dcterms:created xsi:type="dcterms:W3CDTF">2025-08-11T14:07:39Z</dcterms:created>
  <dcterms:modified xsi:type="dcterms:W3CDTF">2026-04-20T18:06:47Z</dcterms:modified>
</cp:coreProperties>
</file>