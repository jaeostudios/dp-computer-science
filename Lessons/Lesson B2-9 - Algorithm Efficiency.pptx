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87" r:id="rId5"/>
    <p:sldId id="333" r:id="rId6"/>
    <p:sldId id="373" r:id="rId7"/>
    <p:sldId id="374" r:id="rId8"/>
    <p:sldId id="375" r:id="rId9"/>
    <p:sldId id="376" r:id="rId10"/>
    <p:sldId id="377" r:id="rId11"/>
    <p:sldId id="378" r:id="rId12"/>
    <p:sldId id="390" r:id="rId13"/>
    <p:sldId id="391" r:id="rId14"/>
    <p:sldId id="392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55" r:id="rId27"/>
    <p:sldId id="27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00576B-C7CD-44C6-B176-E112C8816E76}" v="37" dt="2025-09-10T19:23:12.5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4660"/>
  </p:normalViewPr>
  <p:slideViewPr>
    <p:cSldViewPr snapToGrid="0">
      <p:cViewPr>
        <p:scale>
          <a:sx n="92" d="100"/>
          <a:sy n="92" d="100"/>
        </p:scale>
        <p:origin x="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5-09-10T19:26:10.495" v="5068" actId="478"/>
      <pc:docMkLst>
        <pc:docMk/>
      </pc:docMkLst>
      <pc:sldChg chg="modSp mod">
        <pc:chgData name="Michael Hill" userId="41dba03d-e58d-4389-9894-554c10310ba4" providerId="ADAL" clId="{EF23FE1D-A042-481E-AFD7-2A9FB0847F54}" dt="2025-09-10T13:56:16.502" v="28" actId="14100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5-09-10T13:56:05.325" v="3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09-10T13:56:16.502" v="28" actId="14100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5-09-10T14:22:43.694" v="490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09-10T14:22:43.694" v="490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5-09-10T14:20:19.696" v="359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5-09-10T14:20:19.696" v="359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5-09-10T19:15:49.093" v="4450" actId="1076"/>
        <pc:sldMkLst>
          <pc:docMk/>
          <pc:sldMk cId="510623671" sldId="276"/>
        </pc:sldMkLst>
        <pc:spChg chg="mod">
          <ac:chgData name="Michael Hill" userId="41dba03d-e58d-4389-9894-554c10310ba4" providerId="ADAL" clId="{EF23FE1D-A042-481E-AFD7-2A9FB0847F54}" dt="2025-09-10T19:15:49.093" v="4450" actId="1076"/>
          <ac:spMkLst>
            <pc:docMk/>
            <pc:sldMk cId="510623671" sldId="276"/>
            <ac:spMk id="5" creationId="{7A51E191-FB80-DD01-12DA-A63D6699BDF7}"/>
          </ac:spMkLst>
        </pc:spChg>
        <pc:spChg chg="mod">
          <ac:chgData name="Michael Hill" userId="41dba03d-e58d-4389-9894-554c10310ba4" providerId="ADAL" clId="{EF23FE1D-A042-481E-AFD7-2A9FB0847F54}" dt="2025-09-10T19:15:39.355" v="4439" actId="20577"/>
          <ac:spMkLst>
            <pc:docMk/>
            <pc:sldMk cId="510623671" sldId="276"/>
            <ac:spMk id="8" creationId="{0D1FA388-F44C-0D62-E127-5DAA237B2FBA}"/>
          </ac:spMkLst>
        </pc:spChg>
      </pc:sldChg>
      <pc:sldChg chg="modSp mod">
        <pc:chgData name="Michael Hill" userId="41dba03d-e58d-4389-9894-554c10310ba4" providerId="ADAL" clId="{EF23FE1D-A042-481E-AFD7-2A9FB0847F54}" dt="2025-09-10T14:21:27.926" v="363" actId="2711"/>
        <pc:sldMkLst>
          <pc:docMk/>
          <pc:sldMk cId="2098128014" sldId="287"/>
        </pc:sldMkLst>
        <pc:spChg chg="mod">
          <ac:chgData name="Michael Hill" userId="41dba03d-e58d-4389-9894-554c10310ba4" providerId="ADAL" clId="{EF23FE1D-A042-481E-AFD7-2A9FB0847F54}" dt="2025-09-10T14:21:27.926" v="363" actId="2711"/>
          <ac:spMkLst>
            <pc:docMk/>
            <pc:sldMk cId="2098128014" sldId="287"/>
            <ac:spMk id="2" creationId="{ECD81634-986F-4974-A0A9-4D21FA765446}"/>
          </ac:spMkLst>
        </pc:spChg>
      </pc:sldChg>
      <pc:sldChg chg="addSp delSp modSp mod">
        <pc:chgData name="Michael Hill" userId="41dba03d-e58d-4389-9894-554c10310ba4" providerId="ADAL" clId="{EF23FE1D-A042-481E-AFD7-2A9FB0847F54}" dt="2025-09-10T14:24:34.010" v="726" actId="1076"/>
        <pc:sldMkLst>
          <pc:docMk/>
          <pc:sldMk cId="207520820" sldId="333"/>
        </pc:sldMkLst>
        <pc:spChg chg="mod">
          <ac:chgData name="Michael Hill" userId="41dba03d-e58d-4389-9894-554c10310ba4" providerId="ADAL" clId="{EF23FE1D-A042-481E-AFD7-2A9FB0847F54}" dt="2025-09-10T14:22:21.204" v="378" actId="14100"/>
          <ac:spMkLst>
            <pc:docMk/>
            <pc:sldMk cId="207520820" sldId="333"/>
            <ac:spMk id="5" creationId="{4CDAAC60-09A2-5F2C-0295-0B8557A1C1F2}"/>
          </ac:spMkLst>
        </pc:spChg>
        <pc:spChg chg="mod">
          <ac:chgData name="Michael Hill" userId="41dba03d-e58d-4389-9894-554c10310ba4" providerId="ADAL" clId="{EF23FE1D-A042-481E-AFD7-2A9FB0847F54}" dt="2025-09-10T14:23:24.546" v="714" actId="20577"/>
          <ac:spMkLst>
            <pc:docMk/>
            <pc:sldMk cId="207520820" sldId="333"/>
            <ac:spMk id="8" creationId="{DB975E50-7FB3-B06D-773B-3642E1C38505}"/>
          </ac:spMkLst>
        </pc:spChg>
        <pc:picChg chg="del">
          <ac:chgData name="Michael Hill" userId="41dba03d-e58d-4389-9894-554c10310ba4" providerId="ADAL" clId="{EF23FE1D-A042-481E-AFD7-2A9FB0847F54}" dt="2025-09-10T14:23:27.400" v="715" actId="478"/>
          <ac:picMkLst>
            <pc:docMk/>
            <pc:sldMk cId="207520820" sldId="333"/>
            <ac:picMk id="3" creationId="{0B4308F5-777D-42A7-9348-E1CAC35533AC}"/>
          </ac:picMkLst>
        </pc:picChg>
        <pc:picChg chg="add mod modCrop">
          <ac:chgData name="Michael Hill" userId="41dba03d-e58d-4389-9894-554c10310ba4" providerId="ADAL" clId="{EF23FE1D-A042-481E-AFD7-2A9FB0847F54}" dt="2025-09-10T14:24:14.653" v="721" actId="1076"/>
          <ac:picMkLst>
            <pc:docMk/>
            <pc:sldMk cId="207520820" sldId="333"/>
            <ac:picMk id="6" creationId="{18C7D0D2-72D2-882E-794B-CC3FAEB68519}"/>
          </ac:picMkLst>
        </pc:picChg>
        <pc:picChg chg="add mod modCrop">
          <ac:chgData name="Michael Hill" userId="41dba03d-e58d-4389-9894-554c10310ba4" providerId="ADAL" clId="{EF23FE1D-A042-481E-AFD7-2A9FB0847F54}" dt="2025-09-10T14:24:34.010" v="726" actId="1076"/>
          <ac:picMkLst>
            <pc:docMk/>
            <pc:sldMk cId="207520820" sldId="333"/>
            <ac:picMk id="11" creationId="{D159A1A4-BDDF-57FB-9D02-E4ACDE7B4818}"/>
          </ac:picMkLst>
        </pc:picChg>
      </pc:sldChg>
      <pc:sldChg chg="modSp mod">
        <pc:chgData name="Michael Hill" userId="41dba03d-e58d-4389-9894-554c10310ba4" providerId="ADAL" clId="{EF23FE1D-A042-481E-AFD7-2A9FB0847F54}" dt="2025-09-10T19:14:46.890" v="4414" actId="14100"/>
        <pc:sldMkLst>
          <pc:docMk/>
          <pc:sldMk cId="491706548" sldId="355"/>
        </pc:sldMkLst>
        <pc:spChg chg="mod">
          <ac:chgData name="Michael Hill" userId="41dba03d-e58d-4389-9894-554c10310ba4" providerId="ADAL" clId="{EF23FE1D-A042-481E-AFD7-2A9FB0847F54}" dt="2025-09-10T19:14:46.890" v="4414" actId="14100"/>
          <ac:spMkLst>
            <pc:docMk/>
            <pc:sldMk cId="491706548" sldId="355"/>
            <ac:spMk id="8" creationId="{32CEAB6A-CE7C-862A-42E1-D86D8C4198B3}"/>
          </ac:spMkLst>
        </pc:spChg>
      </pc:sldChg>
      <pc:sldChg chg="del">
        <pc:chgData name="Michael Hill" userId="41dba03d-e58d-4389-9894-554c10310ba4" providerId="ADAL" clId="{EF23FE1D-A042-481E-AFD7-2A9FB0847F54}" dt="2025-09-10T19:14:13.348" v="4234" actId="47"/>
        <pc:sldMkLst>
          <pc:docMk/>
          <pc:sldMk cId="1914996827" sldId="356"/>
        </pc:sldMkLst>
      </pc:sldChg>
      <pc:sldChg chg="del">
        <pc:chgData name="Michael Hill" userId="41dba03d-e58d-4389-9894-554c10310ba4" providerId="ADAL" clId="{EF23FE1D-A042-481E-AFD7-2A9FB0847F54}" dt="2025-09-10T19:14:13.348" v="4234" actId="47"/>
        <pc:sldMkLst>
          <pc:docMk/>
          <pc:sldMk cId="4003677370" sldId="357"/>
        </pc:sldMkLst>
      </pc:sldChg>
      <pc:sldChg chg="del">
        <pc:chgData name="Michael Hill" userId="41dba03d-e58d-4389-9894-554c10310ba4" providerId="ADAL" clId="{EF23FE1D-A042-481E-AFD7-2A9FB0847F54}" dt="2025-09-10T19:14:13.348" v="4234" actId="47"/>
        <pc:sldMkLst>
          <pc:docMk/>
          <pc:sldMk cId="781594996" sldId="358"/>
        </pc:sldMkLst>
      </pc:sldChg>
      <pc:sldChg chg="del">
        <pc:chgData name="Michael Hill" userId="41dba03d-e58d-4389-9894-554c10310ba4" providerId="ADAL" clId="{EF23FE1D-A042-481E-AFD7-2A9FB0847F54}" dt="2025-09-10T19:14:13.348" v="4234" actId="47"/>
        <pc:sldMkLst>
          <pc:docMk/>
          <pc:sldMk cId="2316047903" sldId="359"/>
        </pc:sldMkLst>
      </pc:sldChg>
      <pc:sldChg chg="del">
        <pc:chgData name="Michael Hill" userId="41dba03d-e58d-4389-9894-554c10310ba4" providerId="ADAL" clId="{EF23FE1D-A042-481E-AFD7-2A9FB0847F54}" dt="2025-09-10T19:14:13.348" v="4234" actId="47"/>
        <pc:sldMkLst>
          <pc:docMk/>
          <pc:sldMk cId="1714670471" sldId="360"/>
        </pc:sldMkLst>
      </pc:sldChg>
      <pc:sldChg chg="del">
        <pc:chgData name="Michael Hill" userId="41dba03d-e58d-4389-9894-554c10310ba4" providerId="ADAL" clId="{EF23FE1D-A042-481E-AFD7-2A9FB0847F54}" dt="2025-09-10T19:14:13.348" v="4234" actId="47"/>
        <pc:sldMkLst>
          <pc:docMk/>
          <pc:sldMk cId="3715995359" sldId="361"/>
        </pc:sldMkLst>
      </pc:sldChg>
      <pc:sldChg chg="del">
        <pc:chgData name="Michael Hill" userId="41dba03d-e58d-4389-9894-554c10310ba4" providerId="ADAL" clId="{EF23FE1D-A042-481E-AFD7-2A9FB0847F54}" dt="2025-09-10T19:14:13.348" v="4234" actId="47"/>
        <pc:sldMkLst>
          <pc:docMk/>
          <pc:sldMk cId="3949358145" sldId="362"/>
        </pc:sldMkLst>
      </pc:sldChg>
      <pc:sldChg chg="del">
        <pc:chgData name="Michael Hill" userId="41dba03d-e58d-4389-9894-554c10310ba4" providerId="ADAL" clId="{EF23FE1D-A042-481E-AFD7-2A9FB0847F54}" dt="2025-09-10T19:14:13.348" v="4234" actId="47"/>
        <pc:sldMkLst>
          <pc:docMk/>
          <pc:sldMk cId="863474108" sldId="363"/>
        </pc:sldMkLst>
      </pc:sldChg>
      <pc:sldChg chg="del">
        <pc:chgData name="Michael Hill" userId="41dba03d-e58d-4389-9894-554c10310ba4" providerId="ADAL" clId="{EF23FE1D-A042-481E-AFD7-2A9FB0847F54}" dt="2025-09-10T19:14:13.348" v="4234" actId="47"/>
        <pc:sldMkLst>
          <pc:docMk/>
          <pc:sldMk cId="69489509" sldId="364"/>
        </pc:sldMkLst>
      </pc:sldChg>
      <pc:sldChg chg="del">
        <pc:chgData name="Michael Hill" userId="41dba03d-e58d-4389-9894-554c10310ba4" providerId="ADAL" clId="{EF23FE1D-A042-481E-AFD7-2A9FB0847F54}" dt="2025-09-10T19:14:13.348" v="4234" actId="47"/>
        <pc:sldMkLst>
          <pc:docMk/>
          <pc:sldMk cId="1776407468" sldId="365"/>
        </pc:sldMkLst>
      </pc:sldChg>
      <pc:sldChg chg="del">
        <pc:chgData name="Michael Hill" userId="41dba03d-e58d-4389-9894-554c10310ba4" providerId="ADAL" clId="{EF23FE1D-A042-481E-AFD7-2A9FB0847F54}" dt="2025-09-10T19:14:13.348" v="4234" actId="47"/>
        <pc:sldMkLst>
          <pc:docMk/>
          <pc:sldMk cId="3951691500" sldId="366"/>
        </pc:sldMkLst>
      </pc:sldChg>
      <pc:sldChg chg="del">
        <pc:chgData name="Michael Hill" userId="41dba03d-e58d-4389-9894-554c10310ba4" providerId="ADAL" clId="{EF23FE1D-A042-481E-AFD7-2A9FB0847F54}" dt="2025-09-10T19:14:13.348" v="4234" actId="47"/>
        <pc:sldMkLst>
          <pc:docMk/>
          <pc:sldMk cId="1878210064" sldId="367"/>
        </pc:sldMkLst>
      </pc:sldChg>
      <pc:sldChg chg="del">
        <pc:chgData name="Michael Hill" userId="41dba03d-e58d-4389-9894-554c10310ba4" providerId="ADAL" clId="{EF23FE1D-A042-481E-AFD7-2A9FB0847F54}" dt="2025-09-10T19:14:13.348" v="4234" actId="47"/>
        <pc:sldMkLst>
          <pc:docMk/>
          <pc:sldMk cId="2128986174" sldId="368"/>
        </pc:sldMkLst>
      </pc:sldChg>
      <pc:sldChg chg="del">
        <pc:chgData name="Michael Hill" userId="41dba03d-e58d-4389-9894-554c10310ba4" providerId="ADAL" clId="{EF23FE1D-A042-481E-AFD7-2A9FB0847F54}" dt="2025-09-10T19:14:13.348" v="4234" actId="47"/>
        <pc:sldMkLst>
          <pc:docMk/>
          <pc:sldMk cId="2328148728" sldId="369"/>
        </pc:sldMkLst>
      </pc:sldChg>
      <pc:sldChg chg="del">
        <pc:chgData name="Michael Hill" userId="41dba03d-e58d-4389-9894-554c10310ba4" providerId="ADAL" clId="{EF23FE1D-A042-481E-AFD7-2A9FB0847F54}" dt="2025-09-10T19:14:13.348" v="4234" actId="47"/>
        <pc:sldMkLst>
          <pc:docMk/>
          <pc:sldMk cId="2394421862" sldId="370"/>
        </pc:sldMkLst>
      </pc:sldChg>
      <pc:sldChg chg="del">
        <pc:chgData name="Michael Hill" userId="41dba03d-e58d-4389-9894-554c10310ba4" providerId="ADAL" clId="{EF23FE1D-A042-481E-AFD7-2A9FB0847F54}" dt="2025-09-10T19:14:13.348" v="4234" actId="47"/>
        <pc:sldMkLst>
          <pc:docMk/>
          <pc:sldMk cId="3552876647" sldId="371"/>
        </pc:sldMkLst>
      </pc:sldChg>
      <pc:sldChg chg="del">
        <pc:chgData name="Michael Hill" userId="41dba03d-e58d-4389-9894-554c10310ba4" providerId="ADAL" clId="{EF23FE1D-A042-481E-AFD7-2A9FB0847F54}" dt="2025-09-10T19:14:13.348" v="4234" actId="47"/>
        <pc:sldMkLst>
          <pc:docMk/>
          <pc:sldMk cId="1933328189" sldId="372"/>
        </pc:sldMkLst>
      </pc:sldChg>
      <pc:sldChg chg="modSp add mod">
        <pc:chgData name="Michael Hill" userId="41dba03d-e58d-4389-9894-554c10310ba4" providerId="ADAL" clId="{EF23FE1D-A042-481E-AFD7-2A9FB0847F54}" dt="2025-09-10T14:25:45.789" v="989" actId="20577"/>
        <pc:sldMkLst>
          <pc:docMk/>
          <pc:sldMk cId="3031827839" sldId="373"/>
        </pc:sldMkLst>
        <pc:spChg chg="mod">
          <ac:chgData name="Michael Hill" userId="41dba03d-e58d-4389-9894-554c10310ba4" providerId="ADAL" clId="{EF23FE1D-A042-481E-AFD7-2A9FB0847F54}" dt="2025-09-10T14:25:45.789" v="989" actId="20577"/>
          <ac:spMkLst>
            <pc:docMk/>
            <pc:sldMk cId="3031827839" sldId="373"/>
            <ac:spMk id="8" creationId="{417857E8-90A4-54AE-AA7C-CE5E8006B76A}"/>
          </ac:spMkLst>
        </pc:spChg>
      </pc:sldChg>
      <pc:sldChg chg="addSp delSp modSp add mod">
        <pc:chgData name="Michael Hill" userId="41dba03d-e58d-4389-9894-554c10310ba4" providerId="ADAL" clId="{EF23FE1D-A042-481E-AFD7-2A9FB0847F54}" dt="2025-09-10T14:36:06.702" v="1764" actId="2711"/>
        <pc:sldMkLst>
          <pc:docMk/>
          <pc:sldMk cId="3841251151" sldId="374"/>
        </pc:sldMkLst>
        <pc:spChg chg="add mod">
          <ac:chgData name="Michael Hill" userId="41dba03d-e58d-4389-9894-554c10310ba4" providerId="ADAL" clId="{EF23FE1D-A042-481E-AFD7-2A9FB0847F54}" dt="2025-09-10T14:36:06.702" v="1764" actId="2711"/>
          <ac:spMkLst>
            <pc:docMk/>
            <pc:sldMk cId="3841251151" sldId="374"/>
            <ac:spMk id="2" creationId="{72613787-7D89-1DB3-7D85-EC68987B69B9}"/>
          </ac:spMkLst>
        </pc:spChg>
        <pc:spChg chg="add mod">
          <ac:chgData name="Michael Hill" userId="41dba03d-e58d-4389-9894-554c10310ba4" providerId="ADAL" clId="{EF23FE1D-A042-481E-AFD7-2A9FB0847F54}" dt="2025-09-10T14:29:39.372" v="1100"/>
          <ac:spMkLst>
            <pc:docMk/>
            <pc:sldMk cId="3841251151" sldId="374"/>
            <ac:spMk id="3" creationId="{25C74946-ED70-1FA3-6744-00437D6573F8}"/>
          </ac:spMkLst>
        </pc:spChg>
        <pc:spChg chg="mod">
          <ac:chgData name="Michael Hill" userId="41dba03d-e58d-4389-9894-554c10310ba4" providerId="ADAL" clId="{EF23FE1D-A042-481E-AFD7-2A9FB0847F54}" dt="2025-09-10T14:27:00.298" v="1015" actId="1076"/>
          <ac:spMkLst>
            <pc:docMk/>
            <pc:sldMk cId="3841251151" sldId="374"/>
            <ac:spMk id="5" creationId="{BB673A72-1868-7786-DBFE-E030CCB75135}"/>
          </ac:spMkLst>
        </pc:spChg>
        <pc:spChg chg="mod">
          <ac:chgData name="Michael Hill" userId="41dba03d-e58d-4389-9894-554c10310ba4" providerId="ADAL" clId="{EF23FE1D-A042-481E-AFD7-2A9FB0847F54}" dt="2025-09-10T14:29:57.095" v="1104" actId="14100"/>
          <ac:spMkLst>
            <pc:docMk/>
            <pc:sldMk cId="3841251151" sldId="374"/>
            <ac:spMk id="8" creationId="{B2991A9B-29C9-EBA9-E22E-8F62762FB84E}"/>
          </ac:spMkLst>
        </pc:spChg>
        <pc:picChg chg="del">
          <ac:chgData name="Michael Hill" userId="41dba03d-e58d-4389-9894-554c10310ba4" providerId="ADAL" clId="{EF23FE1D-A042-481E-AFD7-2A9FB0847F54}" dt="2025-09-10T14:29:36.651" v="1098" actId="478"/>
          <ac:picMkLst>
            <pc:docMk/>
            <pc:sldMk cId="3841251151" sldId="374"/>
            <ac:picMk id="6" creationId="{E2570E09-7B43-F225-5179-61BF7B262979}"/>
          </ac:picMkLst>
        </pc:picChg>
        <pc:picChg chg="del">
          <ac:chgData name="Michael Hill" userId="41dba03d-e58d-4389-9894-554c10310ba4" providerId="ADAL" clId="{EF23FE1D-A042-481E-AFD7-2A9FB0847F54}" dt="2025-09-10T14:29:35.105" v="1097" actId="478"/>
          <ac:picMkLst>
            <pc:docMk/>
            <pc:sldMk cId="3841251151" sldId="374"/>
            <ac:picMk id="11" creationId="{91F7827A-0455-E008-4050-B0F267E32830}"/>
          </ac:picMkLst>
        </pc:picChg>
      </pc:sldChg>
      <pc:sldChg chg="addSp delSp modSp add mod">
        <pc:chgData name="Michael Hill" userId="41dba03d-e58d-4389-9894-554c10310ba4" providerId="ADAL" clId="{EF23FE1D-A042-481E-AFD7-2A9FB0847F54}" dt="2025-09-10T19:00:19.742" v="3308" actId="207"/>
        <pc:sldMkLst>
          <pc:docMk/>
          <pc:sldMk cId="614635405" sldId="375"/>
        </pc:sldMkLst>
        <pc:spChg chg="del">
          <ac:chgData name="Michael Hill" userId="41dba03d-e58d-4389-9894-554c10310ba4" providerId="ADAL" clId="{EF23FE1D-A042-481E-AFD7-2A9FB0847F54}" dt="2025-09-10T14:36:11.203" v="1765" actId="478"/>
          <ac:spMkLst>
            <pc:docMk/>
            <pc:sldMk cId="614635405" sldId="375"/>
            <ac:spMk id="2" creationId="{E410345C-2D8B-C739-7CEF-13D71EA9C2ED}"/>
          </ac:spMkLst>
        </pc:spChg>
        <pc:spChg chg="add mod">
          <ac:chgData name="Michael Hill" userId="41dba03d-e58d-4389-9894-554c10310ba4" providerId="ADAL" clId="{EF23FE1D-A042-481E-AFD7-2A9FB0847F54}" dt="2025-09-10T14:36:11.453" v="1766"/>
          <ac:spMkLst>
            <pc:docMk/>
            <pc:sldMk cId="614635405" sldId="375"/>
            <ac:spMk id="3" creationId="{4001CDB3-FE87-E759-8FF5-39F58DDE5DEA}"/>
          </ac:spMkLst>
        </pc:spChg>
        <pc:spChg chg="mod">
          <ac:chgData name="Michael Hill" userId="41dba03d-e58d-4389-9894-554c10310ba4" providerId="ADAL" clId="{EF23FE1D-A042-481E-AFD7-2A9FB0847F54}" dt="2025-09-10T19:00:19.742" v="3308" actId="207"/>
          <ac:spMkLst>
            <pc:docMk/>
            <pc:sldMk cId="614635405" sldId="375"/>
            <ac:spMk id="8" creationId="{F970AC7A-629C-D149-2EA4-1E6A958653A2}"/>
          </ac:spMkLst>
        </pc:spChg>
        <pc:spChg chg="mod">
          <ac:chgData name="Michael Hill" userId="41dba03d-e58d-4389-9894-554c10310ba4" providerId="ADAL" clId="{EF23FE1D-A042-481E-AFD7-2A9FB0847F54}" dt="2025-09-10T14:36:15.850" v="1767" actId="1076"/>
          <ac:spMkLst>
            <pc:docMk/>
            <pc:sldMk cId="614635405" sldId="375"/>
            <ac:spMk id="12" creationId="{C9D29591-A29F-8741-381E-D974A8633BA2}"/>
          </ac:spMkLst>
        </pc:spChg>
      </pc:sldChg>
      <pc:sldChg chg="modSp add mod">
        <pc:chgData name="Michael Hill" userId="41dba03d-e58d-4389-9894-554c10310ba4" providerId="ADAL" clId="{EF23FE1D-A042-481E-AFD7-2A9FB0847F54}" dt="2025-09-10T14:37:59.344" v="2028" actId="20577"/>
        <pc:sldMkLst>
          <pc:docMk/>
          <pc:sldMk cId="4150110893" sldId="376"/>
        </pc:sldMkLst>
        <pc:spChg chg="mod">
          <ac:chgData name="Michael Hill" userId="41dba03d-e58d-4389-9894-554c10310ba4" providerId="ADAL" clId="{EF23FE1D-A042-481E-AFD7-2A9FB0847F54}" dt="2025-09-10T14:37:59.344" v="2028" actId="20577"/>
          <ac:spMkLst>
            <pc:docMk/>
            <pc:sldMk cId="4150110893" sldId="376"/>
            <ac:spMk id="2" creationId="{DE9305F5-EE56-3035-10C6-13569DD63C61}"/>
          </ac:spMkLst>
        </pc:spChg>
        <pc:spChg chg="mod">
          <ac:chgData name="Michael Hill" userId="41dba03d-e58d-4389-9894-554c10310ba4" providerId="ADAL" clId="{EF23FE1D-A042-481E-AFD7-2A9FB0847F54}" dt="2025-09-10T14:34:49.808" v="1750" actId="20577"/>
          <ac:spMkLst>
            <pc:docMk/>
            <pc:sldMk cId="4150110893" sldId="376"/>
            <ac:spMk id="8" creationId="{892C789B-A46F-9AA4-A9B1-C7F0C88C4789}"/>
          </ac:spMkLst>
        </pc:spChg>
      </pc:sldChg>
      <pc:sldChg chg="modSp add mod">
        <pc:chgData name="Michael Hill" userId="41dba03d-e58d-4389-9894-554c10310ba4" providerId="ADAL" clId="{EF23FE1D-A042-481E-AFD7-2A9FB0847F54}" dt="2025-09-10T14:37:48.910" v="2021"/>
        <pc:sldMkLst>
          <pc:docMk/>
          <pc:sldMk cId="928948170" sldId="377"/>
        </pc:sldMkLst>
        <pc:spChg chg="mod">
          <ac:chgData name="Michael Hill" userId="41dba03d-e58d-4389-9894-554c10310ba4" providerId="ADAL" clId="{EF23FE1D-A042-481E-AFD7-2A9FB0847F54}" dt="2025-09-10T14:37:48.910" v="2021"/>
          <ac:spMkLst>
            <pc:docMk/>
            <pc:sldMk cId="928948170" sldId="377"/>
            <ac:spMk id="2" creationId="{A287E539-B5F4-9A5A-F0D5-419C2447E832}"/>
          </ac:spMkLst>
        </pc:spChg>
        <pc:spChg chg="mod">
          <ac:chgData name="Michael Hill" userId="41dba03d-e58d-4389-9894-554c10310ba4" providerId="ADAL" clId="{EF23FE1D-A042-481E-AFD7-2A9FB0847F54}" dt="2025-09-10T14:37:13.168" v="2017" actId="20577"/>
          <ac:spMkLst>
            <pc:docMk/>
            <pc:sldMk cId="928948170" sldId="377"/>
            <ac:spMk id="8" creationId="{68A827DC-0EA8-76BA-BD8D-4F4971AA9BD2}"/>
          </ac:spMkLst>
        </pc:spChg>
      </pc:sldChg>
      <pc:sldChg chg="modSp add mod">
        <pc:chgData name="Michael Hill" userId="41dba03d-e58d-4389-9894-554c10310ba4" providerId="ADAL" clId="{EF23FE1D-A042-481E-AFD7-2A9FB0847F54}" dt="2025-09-10T14:40:49.295" v="2346" actId="20577"/>
        <pc:sldMkLst>
          <pc:docMk/>
          <pc:sldMk cId="301769935" sldId="378"/>
        </pc:sldMkLst>
        <pc:spChg chg="mod">
          <ac:chgData name="Michael Hill" userId="41dba03d-e58d-4389-9894-554c10310ba4" providerId="ADAL" clId="{EF23FE1D-A042-481E-AFD7-2A9FB0847F54}" dt="2025-09-10T14:38:56.482" v="2032" actId="2711"/>
          <ac:spMkLst>
            <pc:docMk/>
            <pc:sldMk cId="301769935" sldId="378"/>
            <ac:spMk id="2" creationId="{1C6BFDC0-B505-1CB4-B84D-D3433F8A827F}"/>
          </ac:spMkLst>
        </pc:spChg>
        <pc:spChg chg="mod">
          <ac:chgData name="Michael Hill" userId="41dba03d-e58d-4389-9894-554c10310ba4" providerId="ADAL" clId="{EF23FE1D-A042-481E-AFD7-2A9FB0847F54}" dt="2025-09-10T14:40:49.295" v="2346" actId="20577"/>
          <ac:spMkLst>
            <pc:docMk/>
            <pc:sldMk cId="301769935" sldId="378"/>
            <ac:spMk id="8" creationId="{21BE2D68-6EE3-A24B-35B3-3CF3740D1C33}"/>
          </ac:spMkLst>
        </pc:spChg>
      </pc:sldChg>
      <pc:sldChg chg="modSp add mod">
        <pc:chgData name="Michael Hill" userId="41dba03d-e58d-4389-9894-554c10310ba4" providerId="ADAL" clId="{EF23FE1D-A042-481E-AFD7-2A9FB0847F54}" dt="2025-09-10T14:42:23.977" v="2417" actId="2711"/>
        <pc:sldMkLst>
          <pc:docMk/>
          <pc:sldMk cId="2667846711" sldId="379"/>
        </pc:sldMkLst>
        <pc:spChg chg="mod">
          <ac:chgData name="Michael Hill" userId="41dba03d-e58d-4389-9894-554c10310ba4" providerId="ADAL" clId="{EF23FE1D-A042-481E-AFD7-2A9FB0847F54}" dt="2025-09-10T14:42:23.977" v="2417" actId="2711"/>
          <ac:spMkLst>
            <pc:docMk/>
            <pc:sldMk cId="2667846711" sldId="379"/>
            <ac:spMk id="2" creationId="{C8B80B31-3BFF-AB85-2676-4046A09EC7A0}"/>
          </ac:spMkLst>
        </pc:spChg>
        <pc:spChg chg="mod">
          <ac:chgData name="Michael Hill" userId="41dba03d-e58d-4389-9894-554c10310ba4" providerId="ADAL" clId="{EF23FE1D-A042-481E-AFD7-2A9FB0847F54}" dt="2025-09-10T14:41:01.461" v="2414" actId="20577"/>
          <ac:spMkLst>
            <pc:docMk/>
            <pc:sldMk cId="2667846711" sldId="379"/>
            <ac:spMk id="8" creationId="{7EDF44FA-ED1D-9961-8758-D323D802AB1A}"/>
          </ac:spMkLst>
        </pc:spChg>
      </pc:sldChg>
      <pc:sldChg chg="modSp add mod">
        <pc:chgData name="Michael Hill" userId="41dba03d-e58d-4389-9894-554c10310ba4" providerId="ADAL" clId="{EF23FE1D-A042-481E-AFD7-2A9FB0847F54}" dt="2025-09-10T14:43:21.728" v="2458" actId="5793"/>
        <pc:sldMkLst>
          <pc:docMk/>
          <pc:sldMk cId="315652320" sldId="380"/>
        </pc:sldMkLst>
        <pc:spChg chg="mod">
          <ac:chgData name="Michael Hill" userId="41dba03d-e58d-4389-9894-554c10310ba4" providerId="ADAL" clId="{EF23FE1D-A042-481E-AFD7-2A9FB0847F54}" dt="2025-09-10T14:43:15.524" v="2452" actId="14100"/>
          <ac:spMkLst>
            <pc:docMk/>
            <pc:sldMk cId="315652320" sldId="380"/>
            <ac:spMk id="2" creationId="{59D47E4D-0AD4-8EA8-59AE-02783680787B}"/>
          </ac:spMkLst>
        </pc:spChg>
        <pc:spChg chg="mod">
          <ac:chgData name="Michael Hill" userId="41dba03d-e58d-4389-9894-554c10310ba4" providerId="ADAL" clId="{EF23FE1D-A042-481E-AFD7-2A9FB0847F54}" dt="2025-09-10T14:43:21.728" v="2458" actId="5793"/>
          <ac:spMkLst>
            <pc:docMk/>
            <pc:sldMk cId="315652320" sldId="380"/>
            <ac:spMk id="8" creationId="{6A94CAD2-240D-A97F-C963-2AC5EE5C076D}"/>
          </ac:spMkLst>
        </pc:spChg>
      </pc:sldChg>
      <pc:sldChg chg="modSp add mod">
        <pc:chgData name="Michael Hill" userId="41dba03d-e58d-4389-9894-554c10310ba4" providerId="ADAL" clId="{EF23FE1D-A042-481E-AFD7-2A9FB0847F54}" dt="2025-09-10T14:44:07.380" v="2641" actId="20577"/>
        <pc:sldMkLst>
          <pc:docMk/>
          <pc:sldMk cId="3828883416" sldId="381"/>
        </pc:sldMkLst>
        <pc:spChg chg="mod">
          <ac:chgData name="Michael Hill" userId="41dba03d-e58d-4389-9894-554c10310ba4" providerId="ADAL" clId="{EF23FE1D-A042-481E-AFD7-2A9FB0847F54}" dt="2025-09-10T14:44:07.380" v="2641" actId="20577"/>
          <ac:spMkLst>
            <pc:docMk/>
            <pc:sldMk cId="3828883416" sldId="381"/>
            <ac:spMk id="8" creationId="{627B9EB4-70FF-D8E4-7393-440848E99228}"/>
          </ac:spMkLst>
        </pc:spChg>
      </pc:sldChg>
      <pc:sldChg chg="delSp modSp add mod">
        <pc:chgData name="Michael Hill" userId="41dba03d-e58d-4389-9894-554c10310ba4" providerId="ADAL" clId="{EF23FE1D-A042-481E-AFD7-2A9FB0847F54}" dt="2025-09-10T19:15:03.091" v="4423" actId="207"/>
        <pc:sldMkLst>
          <pc:docMk/>
          <pc:sldMk cId="4062425200" sldId="382"/>
        </pc:sldMkLst>
        <pc:spChg chg="del">
          <ac:chgData name="Michael Hill" userId="41dba03d-e58d-4389-9894-554c10310ba4" providerId="ADAL" clId="{EF23FE1D-A042-481E-AFD7-2A9FB0847F54}" dt="2025-09-10T16:20:45.415" v="3211" actId="478"/>
          <ac:spMkLst>
            <pc:docMk/>
            <pc:sldMk cId="4062425200" sldId="382"/>
            <ac:spMk id="2" creationId="{C52A646D-18A8-18C8-4D3F-F4175B87DCD3}"/>
          </ac:spMkLst>
        </pc:spChg>
        <pc:spChg chg="mod">
          <ac:chgData name="Michael Hill" userId="41dba03d-e58d-4389-9894-554c10310ba4" providerId="ADAL" clId="{EF23FE1D-A042-481E-AFD7-2A9FB0847F54}" dt="2025-09-10T19:15:03.091" v="4423" actId="207"/>
          <ac:spMkLst>
            <pc:docMk/>
            <pc:sldMk cId="4062425200" sldId="382"/>
            <ac:spMk id="8" creationId="{C3CC432C-5CC1-8CA3-B18E-9ED41F73934F}"/>
          </ac:spMkLst>
        </pc:spChg>
      </pc:sldChg>
      <pc:sldChg chg="delSp modSp add mod">
        <pc:chgData name="Michael Hill" userId="41dba03d-e58d-4389-9894-554c10310ba4" providerId="ADAL" clId="{EF23FE1D-A042-481E-AFD7-2A9FB0847F54}" dt="2025-09-10T19:15:12.639" v="4429" actId="207"/>
        <pc:sldMkLst>
          <pc:docMk/>
          <pc:sldMk cId="2953819494" sldId="383"/>
        </pc:sldMkLst>
        <pc:spChg chg="del">
          <ac:chgData name="Michael Hill" userId="41dba03d-e58d-4389-9894-554c10310ba4" providerId="ADAL" clId="{EF23FE1D-A042-481E-AFD7-2A9FB0847F54}" dt="2025-09-10T16:20:47.393" v="3212" actId="478"/>
          <ac:spMkLst>
            <pc:docMk/>
            <pc:sldMk cId="2953819494" sldId="383"/>
            <ac:spMk id="2" creationId="{F6E54C50-6632-8556-E02C-14A66D140E20}"/>
          </ac:spMkLst>
        </pc:spChg>
        <pc:spChg chg="mod">
          <ac:chgData name="Michael Hill" userId="41dba03d-e58d-4389-9894-554c10310ba4" providerId="ADAL" clId="{EF23FE1D-A042-481E-AFD7-2A9FB0847F54}" dt="2025-09-10T19:15:12.639" v="4429" actId="207"/>
          <ac:spMkLst>
            <pc:docMk/>
            <pc:sldMk cId="2953819494" sldId="383"/>
            <ac:spMk id="8" creationId="{ACBD1174-72AB-ECD8-7D94-9DEAD4DF641A}"/>
          </ac:spMkLst>
        </pc:spChg>
      </pc:sldChg>
      <pc:sldChg chg="addSp delSp modSp add mod">
        <pc:chgData name="Michael Hill" userId="41dba03d-e58d-4389-9894-554c10310ba4" providerId="ADAL" clId="{EF23FE1D-A042-481E-AFD7-2A9FB0847F54}" dt="2025-09-10T16:21:26.833" v="3219" actId="1076"/>
        <pc:sldMkLst>
          <pc:docMk/>
          <pc:sldMk cId="3082214162" sldId="384"/>
        </pc:sldMkLst>
        <pc:spChg chg="del">
          <ac:chgData name="Michael Hill" userId="41dba03d-e58d-4389-9894-554c10310ba4" providerId="ADAL" clId="{EF23FE1D-A042-481E-AFD7-2A9FB0847F54}" dt="2025-09-10T16:21:22.098" v="3214" actId="478"/>
          <ac:spMkLst>
            <pc:docMk/>
            <pc:sldMk cId="3082214162" sldId="384"/>
            <ac:spMk id="8" creationId="{2C2AD1CD-692C-91CB-C742-325E9D9412F1}"/>
          </ac:spMkLst>
        </pc:spChg>
        <pc:picChg chg="add mod">
          <ac:chgData name="Michael Hill" userId="41dba03d-e58d-4389-9894-554c10310ba4" providerId="ADAL" clId="{EF23FE1D-A042-481E-AFD7-2A9FB0847F54}" dt="2025-09-10T16:21:26.833" v="3219" actId="1076"/>
          <ac:picMkLst>
            <pc:docMk/>
            <pc:sldMk cId="3082214162" sldId="384"/>
            <ac:picMk id="3" creationId="{77D38989-0676-BF9A-EDBA-A4E1EF24120F}"/>
          </ac:picMkLst>
        </pc:picChg>
      </pc:sldChg>
      <pc:sldChg chg="modSp add mod ord">
        <pc:chgData name="Michael Hill" userId="41dba03d-e58d-4389-9894-554c10310ba4" providerId="ADAL" clId="{EF23FE1D-A042-481E-AFD7-2A9FB0847F54}" dt="2025-09-10T19:15:20.429" v="4432" actId="207"/>
        <pc:sldMkLst>
          <pc:docMk/>
          <pc:sldMk cId="2552313922" sldId="385"/>
        </pc:sldMkLst>
        <pc:spChg chg="mod">
          <ac:chgData name="Michael Hill" userId="41dba03d-e58d-4389-9894-554c10310ba4" providerId="ADAL" clId="{EF23FE1D-A042-481E-AFD7-2A9FB0847F54}" dt="2025-09-10T19:03:41.354" v="3412" actId="2711"/>
          <ac:spMkLst>
            <pc:docMk/>
            <pc:sldMk cId="2552313922" sldId="385"/>
            <ac:spMk id="2" creationId="{76CB8771-6C7D-F792-1C68-7FCA15FD96F8}"/>
          </ac:spMkLst>
        </pc:spChg>
        <pc:spChg chg="mod">
          <ac:chgData name="Michael Hill" userId="41dba03d-e58d-4389-9894-554c10310ba4" providerId="ADAL" clId="{EF23FE1D-A042-481E-AFD7-2A9FB0847F54}" dt="2025-09-10T19:00:44.097" v="3318" actId="14100"/>
          <ac:spMkLst>
            <pc:docMk/>
            <pc:sldMk cId="2552313922" sldId="385"/>
            <ac:spMk id="5" creationId="{F43AAB73-C77A-5DC4-8ECA-381350D7289A}"/>
          </ac:spMkLst>
        </pc:spChg>
        <pc:spChg chg="mod">
          <ac:chgData name="Michael Hill" userId="41dba03d-e58d-4389-9894-554c10310ba4" providerId="ADAL" clId="{EF23FE1D-A042-481E-AFD7-2A9FB0847F54}" dt="2025-09-10T19:15:20.429" v="4432" actId="207"/>
          <ac:spMkLst>
            <pc:docMk/>
            <pc:sldMk cId="2552313922" sldId="385"/>
            <ac:spMk id="8" creationId="{B95B2491-DC77-778B-79DD-D568D7A54DC9}"/>
          </ac:spMkLst>
        </pc:spChg>
      </pc:sldChg>
      <pc:sldChg chg="add del">
        <pc:chgData name="Michael Hill" userId="41dba03d-e58d-4389-9894-554c10310ba4" providerId="ADAL" clId="{EF23FE1D-A042-481E-AFD7-2A9FB0847F54}" dt="2025-09-10T18:59:37.168" v="3221" actId="47"/>
        <pc:sldMkLst>
          <pc:docMk/>
          <pc:sldMk cId="3902736924" sldId="385"/>
        </pc:sldMkLst>
      </pc:sldChg>
      <pc:sldChg chg="modSp add mod">
        <pc:chgData name="Michael Hill" userId="41dba03d-e58d-4389-9894-554c10310ba4" providerId="ADAL" clId="{EF23FE1D-A042-481E-AFD7-2A9FB0847F54}" dt="2025-09-10T19:09:59.307" v="3440" actId="2711"/>
        <pc:sldMkLst>
          <pc:docMk/>
          <pc:sldMk cId="1736841145" sldId="386"/>
        </pc:sldMkLst>
        <pc:spChg chg="mod">
          <ac:chgData name="Michael Hill" userId="41dba03d-e58d-4389-9894-554c10310ba4" providerId="ADAL" clId="{EF23FE1D-A042-481E-AFD7-2A9FB0847F54}" dt="2025-09-10T19:09:59.307" v="3440" actId="2711"/>
          <ac:spMkLst>
            <pc:docMk/>
            <pc:sldMk cId="1736841145" sldId="386"/>
            <ac:spMk id="2" creationId="{AEA88575-8C78-CEC1-9B9D-E1724A357E93}"/>
          </ac:spMkLst>
        </pc:spChg>
        <pc:spChg chg="mod">
          <ac:chgData name="Michael Hill" userId="41dba03d-e58d-4389-9894-554c10310ba4" providerId="ADAL" clId="{EF23FE1D-A042-481E-AFD7-2A9FB0847F54}" dt="2025-09-10T19:09:50.563" v="3437" actId="20577"/>
          <ac:spMkLst>
            <pc:docMk/>
            <pc:sldMk cId="1736841145" sldId="386"/>
            <ac:spMk id="8" creationId="{A177F107-75A9-7F43-18B3-175E1A0D5EF7}"/>
          </ac:spMkLst>
        </pc:spChg>
      </pc:sldChg>
      <pc:sldChg chg="modSp add mod">
        <pc:chgData name="Michael Hill" userId="41dba03d-e58d-4389-9894-554c10310ba4" providerId="ADAL" clId="{EF23FE1D-A042-481E-AFD7-2A9FB0847F54}" dt="2025-09-10T19:10:51.289" v="3605" actId="20577"/>
        <pc:sldMkLst>
          <pc:docMk/>
          <pc:sldMk cId="3181395027" sldId="387"/>
        </pc:sldMkLst>
        <pc:spChg chg="mod">
          <ac:chgData name="Michael Hill" userId="41dba03d-e58d-4389-9894-554c10310ba4" providerId="ADAL" clId="{EF23FE1D-A042-481E-AFD7-2A9FB0847F54}" dt="2025-09-10T19:10:51.289" v="3605" actId="20577"/>
          <ac:spMkLst>
            <pc:docMk/>
            <pc:sldMk cId="3181395027" sldId="387"/>
            <ac:spMk id="8" creationId="{03976224-AD32-6428-052B-B2D8A0200F17}"/>
          </ac:spMkLst>
        </pc:spChg>
      </pc:sldChg>
      <pc:sldChg chg="modSp add mod">
        <pc:chgData name="Michael Hill" userId="41dba03d-e58d-4389-9894-554c10310ba4" providerId="ADAL" clId="{EF23FE1D-A042-481E-AFD7-2A9FB0847F54}" dt="2025-09-10T19:11:29.290" v="3790" actId="20577"/>
        <pc:sldMkLst>
          <pc:docMk/>
          <pc:sldMk cId="1598721903" sldId="388"/>
        </pc:sldMkLst>
        <pc:spChg chg="mod">
          <ac:chgData name="Michael Hill" userId="41dba03d-e58d-4389-9894-554c10310ba4" providerId="ADAL" clId="{EF23FE1D-A042-481E-AFD7-2A9FB0847F54}" dt="2025-09-10T19:11:29.290" v="3790" actId="20577"/>
          <ac:spMkLst>
            <pc:docMk/>
            <pc:sldMk cId="1598721903" sldId="388"/>
            <ac:spMk id="8" creationId="{1C0FB8CE-34F3-51B5-6834-285D988A8E9E}"/>
          </ac:spMkLst>
        </pc:spChg>
      </pc:sldChg>
      <pc:sldChg chg="delSp modSp add mod">
        <pc:chgData name="Michael Hill" userId="41dba03d-e58d-4389-9894-554c10310ba4" providerId="ADAL" clId="{EF23FE1D-A042-481E-AFD7-2A9FB0847F54}" dt="2025-09-10T19:14:06.953" v="4233" actId="20577"/>
        <pc:sldMkLst>
          <pc:docMk/>
          <pc:sldMk cId="1392675425" sldId="389"/>
        </pc:sldMkLst>
        <pc:spChg chg="del">
          <ac:chgData name="Michael Hill" userId="41dba03d-e58d-4389-9894-554c10310ba4" providerId="ADAL" clId="{EF23FE1D-A042-481E-AFD7-2A9FB0847F54}" dt="2025-09-10T19:13:27.553" v="4027" actId="478"/>
          <ac:spMkLst>
            <pc:docMk/>
            <pc:sldMk cId="1392675425" sldId="389"/>
            <ac:spMk id="2" creationId="{5D374EDC-7F8F-162D-02BA-5BE0243666EA}"/>
          </ac:spMkLst>
        </pc:spChg>
        <pc:spChg chg="mod">
          <ac:chgData name="Michael Hill" userId="41dba03d-e58d-4389-9894-554c10310ba4" providerId="ADAL" clId="{EF23FE1D-A042-481E-AFD7-2A9FB0847F54}" dt="2025-09-10T19:12:27.018" v="3822" actId="1076"/>
          <ac:spMkLst>
            <pc:docMk/>
            <pc:sldMk cId="1392675425" sldId="389"/>
            <ac:spMk id="5" creationId="{2B59C298-963B-DD14-1114-B01AD6003A70}"/>
          </ac:spMkLst>
        </pc:spChg>
        <pc:spChg chg="mod">
          <ac:chgData name="Michael Hill" userId="41dba03d-e58d-4389-9894-554c10310ba4" providerId="ADAL" clId="{EF23FE1D-A042-481E-AFD7-2A9FB0847F54}" dt="2025-09-10T19:14:06.953" v="4233" actId="20577"/>
          <ac:spMkLst>
            <pc:docMk/>
            <pc:sldMk cId="1392675425" sldId="389"/>
            <ac:spMk id="8" creationId="{941179C9-1308-3B5F-9F0E-E078FE438C9B}"/>
          </ac:spMkLst>
        </pc:spChg>
      </pc:sldChg>
      <pc:sldChg chg="modSp add mod">
        <pc:chgData name="Michael Hill" userId="41dba03d-e58d-4389-9894-554c10310ba4" providerId="ADAL" clId="{EF23FE1D-A042-481E-AFD7-2A9FB0847F54}" dt="2025-09-10T19:23:21.713" v="4469" actId="20577"/>
        <pc:sldMkLst>
          <pc:docMk/>
          <pc:sldMk cId="3212493249" sldId="390"/>
        </pc:sldMkLst>
        <pc:spChg chg="mod">
          <ac:chgData name="Michael Hill" userId="41dba03d-e58d-4389-9894-554c10310ba4" providerId="ADAL" clId="{EF23FE1D-A042-481E-AFD7-2A9FB0847F54}" dt="2025-09-10T19:23:17.622" v="4454" actId="2711"/>
          <ac:spMkLst>
            <pc:docMk/>
            <pc:sldMk cId="3212493249" sldId="390"/>
            <ac:spMk id="2" creationId="{811636EF-5217-EFA6-0F4D-64C47712F1ED}"/>
          </ac:spMkLst>
        </pc:spChg>
        <pc:spChg chg="mod">
          <ac:chgData name="Michael Hill" userId="41dba03d-e58d-4389-9894-554c10310ba4" providerId="ADAL" clId="{EF23FE1D-A042-481E-AFD7-2A9FB0847F54}" dt="2025-09-10T19:23:21.713" v="4469" actId="20577"/>
          <ac:spMkLst>
            <pc:docMk/>
            <pc:sldMk cId="3212493249" sldId="390"/>
            <ac:spMk id="8" creationId="{D2B06A2E-B0E5-5E82-0A1F-522A9FD374AE}"/>
          </ac:spMkLst>
        </pc:spChg>
      </pc:sldChg>
      <pc:sldChg chg="modSp add mod">
        <pc:chgData name="Michael Hill" userId="41dba03d-e58d-4389-9894-554c10310ba4" providerId="ADAL" clId="{EF23FE1D-A042-481E-AFD7-2A9FB0847F54}" dt="2025-09-10T19:24:55.753" v="4810" actId="20577"/>
        <pc:sldMkLst>
          <pc:docMk/>
          <pc:sldMk cId="1167209474" sldId="391"/>
        </pc:sldMkLst>
        <pc:spChg chg="mod">
          <ac:chgData name="Michael Hill" userId="41dba03d-e58d-4389-9894-554c10310ba4" providerId="ADAL" clId="{EF23FE1D-A042-481E-AFD7-2A9FB0847F54}" dt="2025-09-10T19:24:40.206" v="4801" actId="14100"/>
          <ac:spMkLst>
            <pc:docMk/>
            <pc:sldMk cId="1167209474" sldId="391"/>
            <ac:spMk id="2" creationId="{45D151BA-AE7D-0B3B-CA58-D018A4E60CCD}"/>
          </ac:spMkLst>
        </pc:spChg>
        <pc:spChg chg="mod">
          <ac:chgData name="Michael Hill" userId="41dba03d-e58d-4389-9894-554c10310ba4" providerId="ADAL" clId="{EF23FE1D-A042-481E-AFD7-2A9FB0847F54}" dt="2025-09-10T19:24:55.753" v="4810" actId="20577"/>
          <ac:spMkLst>
            <pc:docMk/>
            <pc:sldMk cId="1167209474" sldId="391"/>
            <ac:spMk id="8" creationId="{C233D5E9-BFC4-F6C1-615A-8C4D8744778A}"/>
          </ac:spMkLst>
        </pc:spChg>
      </pc:sldChg>
      <pc:sldChg chg="delSp modSp add mod">
        <pc:chgData name="Michael Hill" userId="41dba03d-e58d-4389-9894-554c10310ba4" providerId="ADAL" clId="{EF23FE1D-A042-481E-AFD7-2A9FB0847F54}" dt="2025-09-10T19:26:10.495" v="5068" actId="478"/>
        <pc:sldMkLst>
          <pc:docMk/>
          <pc:sldMk cId="4068063531" sldId="392"/>
        </pc:sldMkLst>
        <pc:spChg chg="del">
          <ac:chgData name="Michael Hill" userId="41dba03d-e58d-4389-9894-554c10310ba4" providerId="ADAL" clId="{EF23FE1D-A042-481E-AFD7-2A9FB0847F54}" dt="2025-09-10T19:26:10.495" v="5068" actId="478"/>
          <ac:spMkLst>
            <pc:docMk/>
            <pc:sldMk cId="4068063531" sldId="392"/>
            <ac:spMk id="2" creationId="{B43CDDA1-63B6-8B97-11E1-21DC9F5D5008}"/>
          </ac:spMkLst>
        </pc:spChg>
        <pc:spChg chg="mod">
          <ac:chgData name="Michael Hill" userId="41dba03d-e58d-4389-9894-554c10310ba4" providerId="ADAL" clId="{EF23FE1D-A042-481E-AFD7-2A9FB0847F54}" dt="2025-09-10T19:26:02.712" v="5067" actId="20577"/>
          <ac:spMkLst>
            <pc:docMk/>
            <pc:sldMk cId="4068063531" sldId="392"/>
            <ac:spMk id="8" creationId="{732FF917-FE6D-42C8-35BC-56153846B3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187A-54B1-63BB-0C3C-8EF4407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374D3-5CAC-73C3-D477-B9339FC26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F993-B5C9-DF5C-9651-2609B9AF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4EC4-B1EC-421C-F984-FBF90B88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DB48C-FCC8-4682-A5C6-34BDEF33D27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0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B2: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B2-9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3231338" y="3692233"/>
            <a:ext cx="7040193" cy="984125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ALGORITHM EFFICIENCY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51653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Big O Notation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Time Complexity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Space Complexity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Selecting Algorithms based on efficiency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a program that simulates the line at a theme park ride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Three people should come to the line, then the first person gets to ride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Print out who’s still in line at the end of this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6392-143E-AF29-937D-6BD2CAAB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E6D3C1D-2FC9-5A8F-0680-C3AF2E643DB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1CF06-772E-FF2C-3839-78AAEFA0A11B}"/>
              </a:ext>
            </a:extLst>
          </p:cNvPr>
          <p:cNvSpPr/>
          <p:nvPr/>
        </p:nvSpPr>
        <p:spPr>
          <a:xfrm>
            <a:off x="6157610" y="1363072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F076D-4943-0214-F6EE-FF302EBEC62C}"/>
              </a:ext>
            </a:extLst>
          </p:cNvPr>
          <p:cNvSpPr/>
          <p:nvPr/>
        </p:nvSpPr>
        <p:spPr>
          <a:xfrm>
            <a:off x="1183710" y="1780701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92782C-EA7B-F0D2-017B-9D6E5AEE03F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864B057-355B-8306-248E-60E16CA7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7FCFCCE3-C51B-5BE3-133A-CC40A879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EA21-E6C0-9AC9-9EB8-E7528ED5B6C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D6FC8A7-837D-0C82-0508-398DDF1DB9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3612398-5230-03BA-7AB5-DC74EB9B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648B85D8-8113-F692-CDA7-CA2CB6F4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D81634-986F-4974-A0A9-4D21FA765446}"/>
              </a:ext>
            </a:extLst>
          </p:cNvPr>
          <p:cNvSpPr/>
          <p:nvPr/>
        </p:nvSpPr>
        <p:spPr>
          <a:xfrm>
            <a:off x="618767" y="1537358"/>
            <a:ext cx="10821545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queue = []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queue.append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"Tommy"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queue.append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20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Jommy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queue.append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20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Bommy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queue.pop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(queue)</a:t>
            </a:r>
          </a:p>
        </p:txBody>
      </p:sp>
    </p:spTree>
    <p:extLst>
      <p:ext uri="{BB962C8B-B14F-4D97-AF65-F5344CB8AC3E}">
        <p14:creationId xmlns:p14="http://schemas.microsoft.com/office/powerpoint/2010/main" val="20981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4FA2EC-9EF9-3D22-D37A-D2C33F0B4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7BC2747-FB23-B074-583B-05DEE5E0EE0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017C27-92C2-299E-6755-D147C70435F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E46BAD-1368-1BD0-D12A-151BCA71258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86EDE8F-DB6A-6B58-4BF7-E9F7319EADD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975E50-7FB3-B06D-773B-3642E1C38505}"/>
              </a:ext>
            </a:extLst>
          </p:cNvPr>
          <p:cNvSpPr/>
          <p:nvPr/>
        </p:nvSpPr>
        <p:spPr>
          <a:xfrm>
            <a:off x="421105" y="1212852"/>
            <a:ext cx="677739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this world we live in, everything is always about efficiency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quickly can I finish my homework?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little work can I do and still get a good grade?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little effort can I put into a product before releasing it?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quickly will Game Freak release the next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Pokemon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game?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DAAC60-09A2-5F2C-0295-0B8557A1C1F2}"/>
              </a:ext>
            </a:extLst>
          </p:cNvPr>
          <p:cNvSpPr/>
          <p:nvPr/>
        </p:nvSpPr>
        <p:spPr>
          <a:xfrm>
            <a:off x="174576" y="155968"/>
            <a:ext cx="4383674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BIG O NOTATION</a:t>
            </a:r>
          </a:p>
        </p:txBody>
      </p:sp>
      <p:pic>
        <p:nvPicPr>
          <p:cNvPr id="6" name="Picture 5" descr="A blue and green text&#10;&#10;AI-generated content may be incorrect.">
            <a:extLst>
              <a:ext uri="{FF2B5EF4-FFF2-40B4-BE49-F238E27FC236}">
                <a16:creationId xmlns:a16="http://schemas.microsoft.com/office/drawing/2014/main" id="{18C7D0D2-72D2-882E-794B-CC3FAEB68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58"/>
          <a:stretch>
            <a:fillRect/>
          </a:stretch>
        </p:blipFill>
        <p:spPr>
          <a:xfrm>
            <a:off x="6964852" y="253477"/>
            <a:ext cx="5715000" cy="2352931"/>
          </a:xfrm>
          <a:prstGeom prst="rect">
            <a:avLst/>
          </a:prstGeom>
        </p:spPr>
      </p:pic>
      <p:pic>
        <p:nvPicPr>
          <p:cNvPr id="11" name="Picture 10" descr="A yellow and orange text&#10;&#10;AI-generated content may be incorrect.">
            <a:extLst>
              <a:ext uri="{FF2B5EF4-FFF2-40B4-BE49-F238E27FC236}">
                <a16:creationId xmlns:a16="http://schemas.microsoft.com/office/drawing/2014/main" id="{D159A1A4-BDDF-57FB-9D02-E4ACDE7B48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06"/>
          <a:stretch>
            <a:fillRect/>
          </a:stretch>
        </p:blipFill>
        <p:spPr>
          <a:xfrm>
            <a:off x="7009688" y="1618645"/>
            <a:ext cx="5715000" cy="250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20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6C9DEF-A2D6-DFA9-348C-533A0AA8D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6585A4E-A290-6014-DB3A-D9DF0EBE489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02D2025-1BD8-22FA-8F00-F1F0461D5A4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81F4E1B-9DE8-F36F-9523-8F48D8FABA4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9E1AAC-C2A6-BF4E-0ED4-E7EEAA0B2FB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7857E8-90A4-54AE-AA7C-CE5E8006B76A}"/>
              </a:ext>
            </a:extLst>
          </p:cNvPr>
          <p:cNvSpPr/>
          <p:nvPr/>
        </p:nvSpPr>
        <p:spPr>
          <a:xfrm>
            <a:off x="421105" y="1212852"/>
            <a:ext cx="677739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computer science, we do this with algorithms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analyze time and space efficiency.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Time efficiency analyses how many steps an algorithm takes to completion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Space efficiency analyses how much memory an algorithm takes to run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38BA5A-3DCA-C798-44B3-F534EEE08C15}"/>
              </a:ext>
            </a:extLst>
          </p:cNvPr>
          <p:cNvSpPr/>
          <p:nvPr/>
        </p:nvSpPr>
        <p:spPr>
          <a:xfrm>
            <a:off x="174576" y="155968"/>
            <a:ext cx="4383674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BIG O NOTATION</a:t>
            </a:r>
          </a:p>
        </p:txBody>
      </p:sp>
      <p:pic>
        <p:nvPicPr>
          <p:cNvPr id="6" name="Picture 5" descr="A blue and green text&#10;&#10;AI-generated content may be incorrect.">
            <a:extLst>
              <a:ext uri="{FF2B5EF4-FFF2-40B4-BE49-F238E27FC236}">
                <a16:creationId xmlns:a16="http://schemas.microsoft.com/office/drawing/2014/main" id="{F4A29FAB-A5B2-5B76-FEF3-3FCE2CADF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58"/>
          <a:stretch>
            <a:fillRect/>
          </a:stretch>
        </p:blipFill>
        <p:spPr>
          <a:xfrm>
            <a:off x="6964852" y="253477"/>
            <a:ext cx="5715000" cy="2352931"/>
          </a:xfrm>
          <a:prstGeom prst="rect">
            <a:avLst/>
          </a:prstGeom>
        </p:spPr>
      </p:pic>
      <p:pic>
        <p:nvPicPr>
          <p:cNvPr id="11" name="Picture 10" descr="A yellow and orange text&#10;&#10;AI-generated content may be incorrect.">
            <a:extLst>
              <a:ext uri="{FF2B5EF4-FFF2-40B4-BE49-F238E27FC236}">
                <a16:creationId xmlns:a16="http://schemas.microsoft.com/office/drawing/2014/main" id="{4754F665-B66B-8052-FB47-1093D68C3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06"/>
          <a:stretch>
            <a:fillRect/>
          </a:stretch>
        </p:blipFill>
        <p:spPr>
          <a:xfrm>
            <a:off x="7009688" y="1618645"/>
            <a:ext cx="5715000" cy="250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827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095381-BB99-055E-C93F-5022E1135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DBAFEFB-27FF-8A80-AB55-3EDB5EC0009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19658B-8C3E-AF32-696D-356B7066028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C54D57-AF99-09C2-B129-C85FD439F10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A61829-7834-1DDA-C777-ACCF4E20854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91A9B-29C9-EBA9-E22E-8F62762FB84E}"/>
              </a:ext>
            </a:extLst>
          </p:cNvPr>
          <p:cNvSpPr/>
          <p:nvPr/>
        </p:nvSpPr>
        <p:spPr>
          <a:xfrm>
            <a:off x="421106" y="1212852"/>
            <a:ext cx="549478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Consider the following code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many times will each of these loops repeat?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673A72-1868-7786-DBFE-E030CCB75135}"/>
              </a:ext>
            </a:extLst>
          </p:cNvPr>
          <p:cNvSpPr/>
          <p:nvPr/>
        </p:nvSpPr>
        <p:spPr>
          <a:xfrm>
            <a:off x="-72932" y="142543"/>
            <a:ext cx="496806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TIME COMPLEXITY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613787-7D89-1DB3-7D85-EC68987B69B9}"/>
              </a:ext>
            </a:extLst>
          </p:cNvPr>
          <p:cNvSpPr/>
          <p:nvPr/>
        </p:nvSpPr>
        <p:spPr>
          <a:xfrm>
            <a:off x="6511636" y="1633329"/>
            <a:ext cx="5121163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"Bazinga"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 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20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20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Twentyzinga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endParaRPr lang="en-US" sz="2000" dirty="0">
              <a:solidFill>
                <a:srgbClr val="A8AFBE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"Enter a number"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endParaRPr lang="en-US" sz="20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251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2501C-C098-089A-8163-00176334A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A7AE230-20D8-B47B-BA6D-062B51D6EF8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9D29591-A29F-8741-381E-D974A8633BA2}"/>
              </a:ext>
            </a:extLst>
          </p:cNvPr>
          <p:cNvSpPr/>
          <p:nvPr/>
        </p:nvSpPr>
        <p:spPr>
          <a:xfrm>
            <a:off x="6194214" y="1212852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37C0A1-388C-935D-11E3-9544A582770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44AD5AF-8BBD-E1BE-8B24-88D498507D7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70AC7A-629C-D149-2EA4-1E6A958653A2}"/>
              </a:ext>
            </a:extLst>
          </p:cNvPr>
          <p:cNvSpPr/>
          <p:nvPr/>
        </p:nvSpPr>
        <p:spPr>
          <a:xfrm>
            <a:off x="421106" y="1212852"/>
            <a:ext cx="549478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Any number could go in place of the 5 or the 20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loop will go for whatever number is placed there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if we were to place a variable in that position?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describe this loop as running for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n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number of times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written as O(n)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Hence, </a:t>
            </a: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Big O notation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073B5-193C-8848-7401-2B15D55EF608}"/>
              </a:ext>
            </a:extLst>
          </p:cNvPr>
          <p:cNvSpPr/>
          <p:nvPr/>
        </p:nvSpPr>
        <p:spPr>
          <a:xfrm>
            <a:off x="-72932" y="142543"/>
            <a:ext cx="496806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TIME COMPLEXITY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01CDB3-FE87-E759-8FF5-39F58DDE5DEA}"/>
              </a:ext>
            </a:extLst>
          </p:cNvPr>
          <p:cNvSpPr/>
          <p:nvPr/>
        </p:nvSpPr>
        <p:spPr>
          <a:xfrm>
            <a:off x="6511636" y="1633329"/>
            <a:ext cx="5121163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"Bazinga"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 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20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20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Twentyzinga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endParaRPr lang="en-US" sz="2000" dirty="0">
              <a:solidFill>
                <a:srgbClr val="A8AFBE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"Enter a number"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endParaRPr lang="en-US" sz="20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635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8A400F-600C-FCAC-67EF-27AD270D7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9CBCA46-D3B7-7004-8D9E-46F09544617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2E81EE-3854-065C-B3E7-01BD9EEE3B7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B1FE970-8BDB-7182-0779-D8B12053010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D1FB9E5-3584-CD1C-AD37-50008674E9C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2C789B-A46F-9AA4-A9B1-C7F0C88C4789}"/>
              </a:ext>
            </a:extLst>
          </p:cNvPr>
          <p:cNvSpPr/>
          <p:nvPr/>
        </p:nvSpPr>
        <p:spPr>
          <a:xfrm>
            <a:off x="421106" y="1212852"/>
            <a:ext cx="549478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about in this case?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many times will the message get printed out?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many numbers will be printed out in the bottom example?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8D935A-93E3-712A-F0E5-2708072A065F}"/>
              </a:ext>
            </a:extLst>
          </p:cNvPr>
          <p:cNvSpPr/>
          <p:nvPr/>
        </p:nvSpPr>
        <p:spPr>
          <a:xfrm>
            <a:off x="-72932" y="142543"/>
            <a:ext cx="496806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TIME COMPLEXITY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9305F5-EE56-3035-10C6-13569DD63C61}"/>
              </a:ext>
            </a:extLst>
          </p:cNvPr>
          <p:cNvSpPr/>
          <p:nvPr/>
        </p:nvSpPr>
        <p:spPr>
          <a:xfrm>
            <a:off x="6511636" y="1633329"/>
            <a:ext cx="5121163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 = </a:t>
            </a:r>
            <a:r>
              <a:rPr 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"Enter a number"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endParaRPr lang="en-US" sz="2000" dirty="0">
              <a:solidFill>
                <a:srgbClr val="CC844F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 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 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"Bazinga"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11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11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* j)</a:t>
            </a:r>
          </a:p>
        </p:txBody>
      </p:sp>
    </p:spTree>
    <p:extLst>
      <p:ext uri="{BB962C8B-B14F-4D97-AF65-F5344CB8AC3E}">
        <p14:creationId xmlns:p14="http://schemas.microsoft.com/office/powerpoint/2010/main" val="4150110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595DFC-7DD1-66BD-071D-19BE56A4E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B45DFF0-1F0E-115A-747C-14BDA37E5F7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87F5D78-0BB8-4C5D-2F4E-C87B39AAC79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CF0E46-42E2-29CF-10E5-A202F5F58BC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4DECAF-C20B-DC0A-0CC9-AD394FC0A61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A827DC-0EA8-76BA-BD8D-4F4971AA9BD2}"/>
              </a:ext>
            </a:extLst>
          </p:cNvPr>
          <p:cNvSpPr/>
          <p:nvPr/>
        </p:nvSpPr>
        <p:spPr>
          <a:xfrm>
            <a:off x="421106" y="1212852"/>
            <a:ext cx="549478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can’t guarantee what numbers are placed into these loops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theory, they could be any number, 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So, because for each outer loop, the inner loop has to run, we have n * n number of loops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leads to O(n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C4A6B1-2FF1-B7F8-20F9-210324C0E1A4}"/>
              </a:ext>
            </a:extLst>
          </p:cNvPr>
          <p:cNvSpPr/>
          <p:nvPr/>
        </p:nvSpPr>
        <p:spPr>
          <a:xfrm>
            <a:off x="-72932" y="142543"/>
            <a:ext cx="496806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TIME COMPLEXITY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87E539-B5F4-9A5A-F0D5-419C2447E832}"/>
              </a:ext>
            </a:extLst>
          </p:cNvPr>
          <p:cNvSpPr/>
          <p:nvPr/>
        </p:nvSpPr>
        <p:spPr>
          <a:xfrm>
            <a:off x="6511636" y="1633329"/>
            <a:ext cx="5121163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 = </a:t>
            </a:r>
            <a:r>
              <a:rPr 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"Enter a number"</a:t>
            </a:r>
            <a:r>
              <a:rPr lang="en-US" sz="20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endParaRPr lang="en-US" sz="2000" dirty="0">
              <a:solidFill>
                <a:srgbClr val="CC844F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 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 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"Bazinga"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11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11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* j)</a:t>
            </a:r>
          </a:p>
        </p:txBody>
      </p:sp>
    </p:spTree>
    <p:extLst>
      <p:ext uri="{BB962C8B-B14F-4D97-AF65-F5344CB8AC3E}">
        <p14:creationId xmlns:p14="http://schemas.microsoft.com/office/powerpoint/2010/main" val="928948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0C4E2-9C14-8ED7-A76D-D9E1D449D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E522991-1E4D-23F3-7405-2FB0A5CF534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2CDC74-8B5A-FEA8-522F-C77E1447889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4779A3D-49A9-B9F7-C7D8-8045DB62FAC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7322679-A4FE-B234-9F28-A4C2DB1FA40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BE2D68-6EE3-A24B-35B3-3CF3740D1C33}"/>
              </a:ext>
            </a:extLst>
          </p:cNvPr>
          <p:cNvSpPr/>
          <p:nvPr/>
        </p:nvSpPr>
        <p:spPr>
          <a:xfrm>
            <a:off x="421106" y="1212852"/>
            <a:ext cx="549478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many repetitions of the loop do we have here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 * (n+3) = n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+ 3n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Big O notation, anything past the largest term is ignored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So, even though there are     n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+ 3n iterations, the Big O is still O(n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Only the term with the highest exponent is used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362FBD-5DA8-C151-0230-E669C51EE202}"/>
              </a:ext>
            </a:extLst>
          </p:cNvPr>
          <p:cNvSpPr/>
          <p:nvPr/>
        </p:nvSpPr>
        <p:spPr>
          <a:xfrm>
            <a:off x="-72932" y="142543"/>
            <a:ext cx="496806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TIME COMPLEXITY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6BFDC0-B505-1CB4-B84D-D3433F8A827F}"/>
              </a:ext>
            </a:extLst>
          </p:cNvPr>
          <p:cNvSpPr/>
          <p:nvPr/>
        </p:nvSpPr>
        <p:spPr>
          <a:xfrm>
            <a:off x="6511636" y="1633329"/>
            <a:ext cx="5121163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"Enter a number"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n+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"WOAH!"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1769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46B288-266D-78EA-2865-BCFA71FC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A222F83-976A-7620-C670-B4B5F088329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CA73C3A-AD78-3559-2EDC-D2A544180D0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66F805-809A-EA4E-92F9-5078F61BD27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11E89DC-3824-8E40-EFFC-4DB98AD8E6B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B06A2E-B0E5-5E82-0A1F-522A9FD374AE}"/>
              </a:ext>
            </a:extLst>
          </p:cNvPr>
          <p:cNvSpPr/>
          <p:nvPr/>
        </p:nvSpPr>
        <p:spPr>
          <a:xfrm>
            <a:off x="421106" y="1212852"/>
            <a:ext cx="549478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about here?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22A89A-9853-9FC8-E389-693AA135C07D}"/>
              </a:ext>
            </a:extLst>
          </p:cNvPr>
          <p:cNvSpPr/>
          <p:nvPr/>
        </p:nvSpPr>
        <p:spPr>
          <a:xfrm>
            <a:off x="-72932" y="142543"/>
            <a:ext cx="496806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TIME COMPLEXITY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1636EF-5217-EFA6-0F4D-64C47712F1ED}"/>
              </a:ext>
            </a:extLst>
          </p:cNvPr>
          <p:cNvSpPr/>
          <p:nvPr/>
        </p:nvSpPr>
        <p:spPr>
          <a:xfrm>
            <a:off x="6511636" y="1633329"/>
            <a:ext cx="5121163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12493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956A0-4144-80C5-7BFF-C22011FF9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355892A-5522-259C-9FE7-ECB7C7DE368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8BC803B-4BC6-B369-402B-D9C54209842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5EB23A0-0F7D-0CCB-4657-B6EEE173ECE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1BC84A-6E73-2771-7EDD-84604AEBD02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33D5E9-BFC4-F6C1-615A-8C4D8744778A}"/>
              </a:ext>
            </a:extLst>
          </p:cNvPr>
          <p:cNvSpPr/>
          <p:nvPr/>
        </p:nvSpPr>
        <p:spPr>
          <a:xfrm>
            <a:off x="421105" y="1212852"/>
            <a:ext cx="6416467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might think this would be O(2n)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program loops 2 * n times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However, we ignore coefficients as well as lower order factors in big O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So, this is still O(n)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because the class of the algorithm is much more indicative of performance compared to coefficients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D2645-606E-F8FA-2205-03A33541AB2A}"/>
              </a:ext>
            </a:extLst>
          </p:cNvPr>
          <p:cNvSpPr/>
          <p:nvPr/>
        </p:nvSpPr>
        <p:spPr>
          <a:xfrm>
            <a:off x="-72932" y="142543"/>
            <a:ext cx="496806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TIME COMPLEXITY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D151BA-AE7D-0B3B-CA58-D018A4E60CCD}"/>
              </a:ext>
            </a:extLst>
          </p:cNvPr>
          <p:cNvSpPr/>
          <p:nvPr/>
        </p:nvSpPr>
        <p:spPr>
          <a:xfrm>
            <a:off x="7751618" y="1633329"/>
            <a:ext cx="3881181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67209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0BA87-289A-EDE9-642F-3BACFD5DA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7960BB3-1FA8-B231-1BDF-91F0946670E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4394F94-1691-6C16-50C4-A2EFAB3623B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E66D32C-4005-5E1A-7CE1-96120978742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1117E7-93BB-99BA-8349-10111FD14C0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2FF917-FE6D-42C8-35BC-56153846B3DC}"/>
              </a:ext>
            </a:extLst>
          </p:cNvPr>
          <p:cNvSpPr/>
          <p:nvPr/>
        </p:nvSpPr>
        <p:spPr>
          <a:xfrm>
            <a:off x="421105" y="1212852"/>
            <a:ext cx="6416467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 algorithm that loops n + 3 times will always only have a difference of three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100 vs 103 isn’t a huge difference to efficiency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But, n is quite different than n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We’re looking at 100 vs 10000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75C041-A295-1FC6-E0FB-373888FE64FA}"/>
              </a:ext>
            </a:extLst>
          </p:cNvPr>
          <p:cNvSpPr/>
          <p:nvPr/>
        </p:nvSpPr>
        <p:spPr>
          <a:xfrm>
            <a:off x="-72932" y="142543"/>
            <a:ext cx="496806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TIME COMPLEXITY</a:t>
            </a:r>
          </a:p>
        </p:txBody>
      </p:sp>
    </p:spTree>
    <p:extLst>
      <p:ext uri="{BB962C8B-B14F-4D97-AF65-F5344CB8AC3E}">
        <p14:creationId xmlns:p14="http://schemas.microsoft.com/office/powerpoint/2010/main" val="4068063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ED9C87-47EC-BDBB-92EF-C451B99EB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525BDA6-FFB0-CF79-2AD7-8F8B69B1757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164F3FE-812B-3BE5-E5F4-EB84AF7B093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0F328D-DD65-6AD0-2A4C-38EB4A0FB2C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B321EF-8585-3F29-E059-6C861BCEEDA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DF44FA-ED1D-9961-8758-D323D802AB1A}"/>
              </a:ext>
            </a:extLst>
          </p:cNvPr>
          <p:cNvSpPr/>
          <p:nvPr/>
        </p:nvSpPr>
        <p:spPr>
          <a:xfrm>
            <a:off x="421106" y="1212852"/>
            <a:ext cx="549478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Big O are the following loops?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CD5DDF-0F89-683D-885D-8D67B7FD0493}"/>
              </a:ext>
            </a:extLst>
          </p:cNvPr>
          <p:cNvSpPr/>
          <p:nvPr/>
        </p:nvSpPr>
        <p:spPr>
          <a:xfrm>
            <a:off x="-72932" y="142543"/>
            <a:ext cx="496806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TIME COMPLEXITY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B80B31-3BFF-AB85-2676-4046A09EC7A0}"/>
              </a:ext>
            </a:extLst>
          </p:cNvPr>
          <p:cNvSpPr/>
          <p:nvPr/>
        </p:nvSpPr>
        <p:spPr>
          <a:xfrm>
            <a:off x="6511636" y="1633329"/>
            <a:ext cx="5121163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"Test"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"Test"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 +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n+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k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"Test"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67846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AE6ADC-8DAD-185B-508B-A5B5EBDB0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D976DA7-E9C2-A74B-9CE4-416FE90AF14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E0EC8A4-ADA6-D092-5E7D-2869CCC7859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A2DE136-A2F5-8764-7834-5DF38D05A1B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DFE89E-8E34-ADC9-5F19-2AB3B30267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94CAD2-240D-A97F-C963-2AC5EE5C076D}"/>
              </a:ext>
            </a:extLst>
          </p:cNvPr>
          <p:cNvSpPr/>
          <p:nvPr/>
        </p:nvSpPr>
        <p:spPr>
          <a:xfrm>
            <a:off x="421106" y="1212852"/>
            <a:ext cx="549478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about the following code?</a:t>
            </a:r>
          </a:p>
          <a:p>
            <a:pPr>
              <a:spcBef>
                <a:spcPts val="1200"/>
              </a:spcBef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7D8CD4-D96D-AAA3-68E1-88160C24ADBB}"/>
              </a:ext>
            </a:extLst>
          </p:cNvPr>
          <p:cNvSpPr/>
          <p:nvPr/>
        </p:nvSpPr>
        <p:spPr>
          <a:xfrm>
            <a:off x="-72932" y="142543"/>
            <a:ext cx="496806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TIME COMPLEXITY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D47E4D-0AD4-8EA8-59AE-02783680787B}"/>
              </a:ext>
            </a:extLst>
          </p:cNvPr>
          <p:cNvSpPr/>
          <p:nvPr/>
        </p:nvSpPr>
        <p:spPr>
          <a:xfrm>
            <a:off x="6511636" y="1633329"/>
            <a:ext cx="5424441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var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"Enter a number"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50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var)</a:t>
            </a:r>
          </a:p>
        </p:txBody>
      </p:sp>
    </p:spTree>
    <p:extLst>
      <p:ext uri="{BB962C8B-B14F-4D97-AF65-F5344CB8AC3E}">
        <p14:creationId xmlns:p14="http://schemas.microsoft.com/office/powerpoint/2010/main" val="315652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A9185D-B2D8-E8E8-EFA9-741CF8C70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80AA640-D078-B04B-76EC-5E30F2F84E8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849B0C-B723-741C-7985-9970D953DB1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4C73C31-5E48-7992-98C5-6CC25FE3FFD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020D21-7BC7-71C1-22CB-EDC1B49DE86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7B9EB4-70FF-D8E4-7393-440848E99228}"/>
              </a:ext>
            </a:extLst>
          </p:cNvPr>
          <p:cNvSpPr/>
          <p:nvPr/>
        </p:nvSpPr>
        <p:spPr>
          <a:xfrm>
            <a:off x="421106" y="1212852"/>
            <a:ext cx="549478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Regardless of the input value here, the program will run the same number of times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called </a:t>
            </a: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constant time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is represented by Big O notation O(1)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184CEE-6307-3524-45BB-0B5C6373BFA2}"/>
              </a:ext>
            </a:extLst>
          </p:cNvPr>
          <p:cNvSpPr/>
          <p:nvPr/>
        </p:nvSpPr>
        <p:spPr>
          <a:xfrm>
            <a:off x="-72932" y="142543"/>
            <a:ext cx="496806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TIME COMPLEXITY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7BC76D-987A-93B7-495C-AC961AC43ED4}"/>
              </a:ext>
            </a:extLst>
          </p:cNvPr>
          <p:cNvSpPr/>
          <p:nvPr/>
        </p:nvSpPr>
        <p:spPr>
          <a:xfrm>
            <a:off x="6511636" y="1633329"/>
            <a:ext cx="5424441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var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"Enter a number"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50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var)</a:t>
            </a:r>
          </a:p>
        </p:txBody>
      </p:sp>
    </p:spTree>
    <p:extLst>
      <p:ext uri="{BB962C8B-B14F-4D97-AF65-F5344CB8AC3E}">
        <p14:creationId xmlns:p14="http://schemas.microsoft.com/office/powerpoint/2010/main" val="3828883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7E313-9A87-503F-9EEF-C03A8D44C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88D43C9-9777-2423-8A3E-531EC571B4F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58669E-3B54-718E-650A-D045FBCFE20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1A8B8F0-F335-13A9-4F12-D8B623B23B0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B969F0-E5C6-B827-918C-F06CF0B312D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CC432C-5CC1-8CA3-B18E-9ED41F73934F}"/>
              </a:ext>
            </a:extLst>
          </p:cNvPr>
          <p:cNvSpPr/>
          <p:nvPr/>
        </p:nvSpPr>
        <p:spPr>
          <a:xfrm>
            <a:off x="421106" y="1212852"/>
            <a:ext cx="549478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O(1) – </a:t>
            </a: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Constant time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 fixed number of operations; time taken does not depend on anything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O(n) – </a:t>
            </a: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Linear time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 time scales linearly with size of input, think looking through a list, one by one, for an item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O(n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 – </a:t>
            </a: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Quadratic time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 time taken is proportional to the square of the input size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EAE7E0-9B09-8CCD-FCD6-D2E0578E8499}"/>
              </a:ext>
            </a:extLst>
          </p:cNvPr>
          <p:cNvSpPr/>
          <p:nvPr/>
        </p:nvSpPr>
        <p:spPr>
          <a:xfrm>
            <a:off x="-72932" y="142543"/>
            <a:ext cx="496806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TIME COMPLEXITY</a:t>
            </a:r>
          </a:p>
        </p:txBody>
      </p:sp>
    </p:spTree>
    <p:extLst>
      <p:ext uri="{BB962C8B-B14F-4D97-AF65-F5344CB8AC3E}">
        <p14:creationId xmlns:p14="http://schemas.microsoft.com/office/powerpoint/2010/main" val="4062425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20AFCE-819B-5598-D2CA-A045A51B0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BAE06FD-9BD6-46C8-052A-0E8379792B1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4804A88-3FFC-BEF2-6281-8952ABAE0EA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248E746-EB45-1FE9-FDEA-A751D76036C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9B3A0AF-B564-090A-21F5-2F7EE4BEAB5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BD1174-72AB-ECD8-7D94-9DEAD4DF641A}"/>
              </a:ext>
            </a:extLst>
          </p:cNvPr>
          <p:cNvSpPr/>
          <p:nvPr/>
        </p:nvSpPr>
        <p:spPr>
          <a:xfrm>
            <a:off x="421106" y="1212852"/>
            <a:ext cx="549478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O(2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n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 – </a:t>
            </a: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Exponential time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 The algorithm’s run time doubles for each new thing added to the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O(log n) – </a:t>
            </a: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Logarithmic time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: time scales logarithmically with the increase in input size.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76D325-FBAD-F2DB-E237-0FD5CDBDE34C}"/>
              </a:ext>
            </a:extLst>
          </p:cNvPr>
          <p:cNvSpPr/>
          <p:nvPr/>
        </p:nvSpPr>
        <p:spPr>
          <a:xfrm>
            <a:off x="-72932" y="142543"/>
            <a:ext cx="496806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TIME COMPLEXITY</a:t>
            </a:r>
          </a:p>
        </p:txBody>
      </p:sp>
    </p:spTree>
    <p:extLst>
      <p:ext uri="{BB962C8B-B14F-4D97-AF65-F5344CB8AC3E}">
        <p14:creationId xmlns:p14="http://schemas.microsoft.com/office/powerpoint/2010/main" val="2953819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0710D-F1BB-AD2D-7D34-871E98936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1930929-D272-F4A4-3D34-A8A3963382B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9035CD0-5591-901A-FB80-8C52671C217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31D6930-7050-AD29-4FC4-A6627638310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F72963B-A666-6DE9-17E6-F853FC7DA14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049DA1-5F13-1443-6DEE-F0C8F319B174}"/>
              </a:ext>
            </a:extLst>
          </p:cNvPr>
          <p:cNvSpPr/>
          <p:nvPr/>
        </p:nvSpPr>
        <p:spPr>
          <a:xfrm>
            <a:off x="-72932" y="142543"/>
            <a:ext cx="496806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TIME COMPLEXITY</a:t>
            </a:r>
          </a:p>
        </p:txBody>
      </p:sp>
      <p:pic>
        <p:nvPicPr>
          <p:cNvPr id="3" name="Picture 2" descr="A diagram of complexity&#10;&#10;AI-generated content may be incorrect.">
            <a:extLst>
              <a:ext uri="{FF2B5EF4-FFF2-40B4-BE49-F238E27FC236}">
                <a16:creationId xmlns:a16="http://schemas.microsoft.com/office/drawing/2014/main" id="{77D38989-0676-BF9A-EDBA-A4E1EF241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577" y="1120703"/>
            <a:ext cx="7849763" cy="546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14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D2A2E1-5516-6CFA-1A75-E05B804D8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BE33D0F-206D-818B-100B-CDC4DD635FF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9406A78-52A2-E362-87AE-EF412669FC1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6793D4-889C-74A8-F606-2E3679742E3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FD8B63-90B5-BC81-F8F3-F834BC75CAF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5B2491-DC77-778B-79DD-D568D7A54DC9}"/>
              </a:ext>
            </a:extLst>
          </p:cNvPr>
          <p:cNvSpPr/>
          <p:nvPr/>
        </p:nvSpPr>
        <p:spPr>
          <a:xfrm>
            <a:off x="421106" y="1212852"/>
            <a:ext cx="549478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Much less important, but still important is </a:t>
            </a: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space complexity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the code on the right, how many variables are ever created/used?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3AAB73-C77A-5DC4-8ECA-381350D7289A}"/>
              </a:ext>
            </a:extLst>
          </p:cNvPr>
          <p:cNvSpPr/>
          <p:nvPr/>
        </p:nvSpPr>
        <p:spPr>
          <a:xfrm>
            <a:off x="-72932" y="142543"/>
            <a:ext cx="5303023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SPACE COMPLEXITY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CB8771-6C7D-F792-1C68-7FCA15FD96F8}"/>
              </a:ext>
            </a:extLst>
          </p:cNvPr>
          <p:cNvSpPr/>
          <p:nvPr/>
        </p:nvSpPr>
        <p:spPr>
          <a:xfrm>
            <a:off x="6511636" y="1633329"/>
            <a:ext cx="5121163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"Enter a number"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sum = sum +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(sum)</a:t>
            </a:r>
          </a:p>
        </p:txBody>
      </p:sp>
    </p:spTree>
    <p:extLst>
      <p:ext uri="{BB962C8B-B14F-4D97-AF65-F5344CB8AC3E}">
        <p14:creationId xmlns:p14="http://schemas.microsoft.com/office/powerpoint/2010/main" val="2552313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3B9EE7-21E8-DA80-70EE-CFA126E2D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A828723-7141-5F9C-228F-66079EDBE1E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414F70F-B024-34B9-1ED3-324A337A738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CFE7C5B-49C0-F236-AA49-002AC8C2065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B84589-6C18-20A2-CAEF-8670A4DDC01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77F107-75A9-7F43-18B3-175E1A0D5EF7}"/>
              </a:ext>
            </a:extLst>
          </p:cNvPr>
          <p:cNvSpPr/>
          <p:nvPr/>
        </p:nvSpPr>
        <p:spPr>
          <a:xfrm>
            <a:off x="421106" y="1212852"/>
            <a:ext cx="549478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about in this code?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AFB84D-07C7-9483-BD25-EEFEDC36851B}"/>
              </a:ext>
            </a:extLst>
          </p:cNvPr>
          <p:cNvSpPr/>
          <p:nvPr/>
        </p:nvSpPr>
        <p:spPr>
          <a:xfrm>
            <a:off x="-72932" y="142543"/>
            <a:ext cx="5303023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SPACE COMPLEXITY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A88575-8C78-CEC1-9B9D-E1724A357E93}"/>
              </a:ext>
            </a:extLst>
          </p:cNvPr>
          <p:cNvSpPr/>
          <p:nvPr/>
        </p:nvSpPr>
        <p:spPr>
          <a:xfrm>
            <a:off x="6511636" y="1633329"/>
            <a:ext cx="5121163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[]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"Enter a number"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nums.append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36841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28BE07-C6DC-A1A2-1009-EB8E09121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6EE681D-4EE2-C6C4-6506-D51226382EF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5347008-A4F2-3970-944F-1E6F988F897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88D0390-01D5-C249-DB54-FB69C754CF2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E0F5D7-803B-001C-DE21-4841C96DB5D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76224-AD32-6428-052B-B2D8A0200F17}"/>
              </a:ext>
            </a:extLst>
          </p:cNvPr>
          <p:cNvSpPr/>
          <p:nvPr/>
        </p:nvSpPr>
        <p:spPr>
          <a:xfrm>
            <a:off x="421106" y="1212852"/>
            <a:ext cx="549478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Because a new variable is added to the list with each n, this algorithm is O(n) in terms of space efficiency and time efficiency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F54368-F8FA-030E-755F-E05A641DD8D2}"/>
              </a:ext>
            </a:extLst>
          </p:cNvPr>
          <p:cNvSpPr/>
          <p:nvPr/>
        </p:nvSpPr>
        <p:spPr>
          <a:xfrm>
            <a:off x="-72932" y="142543"/>
            <a:ext cx="5303023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SPACE COMPLEXITY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DBC82A-DB4D-E57A-2663-1893BDD8DB55}"/>
              </a:ext>
            </a:extLst>
          </p:cNvPr>
          <p:cNvSpPr/>
          <p:nvPr/>
        </p:nvSpPr>
        <p:spPr>
          <a:xfrm>
            <a:off x="6511636" y="1633329"/>
            <a:ext cx="5121163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[]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"Enter a number"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nums.append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1395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B192FF-9B90-A7A0-D08D-2C03A7EDC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44E69AE-495C-D777-8E21-0F2A5E6C2FF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171B2E5-0F83-C208-2AEA-C1DFB2A9566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EB0B3E-F181-917B-8216-A661D25BCF4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7AED74A-91E2-4B85-6D09-174EAB8B1C9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0FB8CE-34F3-51B5-6834-285D988A8E9E}"/>
              </a:ext>
            </a:extLst>
          </p:cNvPr>
          <p:cNvSpPr/>
          <p:nvPr/>
        </p:nvSpPr>
        <p:spPr>
          <a:xfrm>
            <a:off x="421106" y="1212852"/>
            <a:ext cx="549478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Because computers have so much memory nowadays, this is much less of a problem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a handful of algorithms that use more space in exchange for shortening time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97C85A-8677-55A7-A763-83CB0EE9F5B7}"/>
              </a:ext>
            </a:extLst>
          </p:cNvPr>
          <p:cNvSpPr/>
          <p:nvPr/>
        </p:nvSpPr>
        <p:spPr>
          <a:xfrm>
            <a:off x="-72932" y="142543"/>
            <a:ext cx="5303023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SPACE COMPLEXITY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15E911-4364-C0AD-9014-3CCA6B0E7508}"/>
              </a:ext>
            </a:extLst>
          </p:cNvPr>
          <p:cNvSpPr/>
          <p:nvPr/>
        </p:nvSpPr>
        <p:spPr>
          <a:xfrm>
            <a:off x="6511636" y="1633329"/>
            <a:ext cx="5121163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[]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"Enter a number"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nums.append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98721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5C8E9-B0D2-DBCD-38C1-72049E6FA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56A7A19-2A9B-63F3-F494-CA4CDF8226B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7A86186-F17C-EAC9-B19A-D6B85BCA57A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A8371C-55E7-5DD6-558B-2B6D7D4117E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6EC011-9425-AB09-2D21-1CE18FB467A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1179C9-1308-3B5F-9F0E-E078FE438C9B}"/>
              </a:ext>
            </a:extLst>
          </p:cNvPr>
          <p:cNvSpPr/>
          <p:nvPr/>
        </p:nvSpPr>
        <p:spPr>
          <a:xfrm>
            <a:off x="421105" y="1212852"/>
            <a:ext cx="11417603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Small data sets – inefficient algorithms can be used without too much issue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Large data sets – time efficiency is key, such as O(log n), or O(n log n)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Real-time requirements – If a program needs to run very quickly, strive for O(1) or O(log n)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Complex problems – In many cases, a combination of algorithms is used where different parts can have different efficiencies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59C298-963B-DD14-1114-B01AD6003A70}"/>
              </a:ext>
            </a:extLst>
          </p:cNvPr>
          <p:cNvSpPr/>
          <p:nvPr/>
        </p:nvSpPr>
        <p:spPr>
          <a:xfrm>
            <a:off x="-255404" y="142543"/>
            <a:ext cx="684780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SELECTING ALGORITHMS</a:t>
            </a:r>
          </a:p>
        </p:txBody>
      </p:sp>
    </p:spTree>
    <p:extLst>
      <p:ext uri="{BB962C8B-B14F-4D97-AF65-F5344CB8AC3E}">
        <p14:creationId xmlns:p14="http://schemas.microsoft.com/office/powerpoint/2010/main" val="1392675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FF432-3742-E8CF-89DA-84C94CDD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CD3DCD2-C74C-95D3-8AE9-68F3C6AEDF40}"/>
              </a:ext>
            </a:extLst>
          </p:cNvPr>
          <p:cNvSpPr/>
          <p:nvPr/>
        </p:nvSpPr>
        <p:spPr>
          <a:xfrm>
            <a:off x="3181874" y="4727575"/>
            <a:ext cx="1253064" cy="125306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7092CD-4DF3-59F0-5AB9-E50FA41C4902}"/>
              </a:ext>
            </a:extLst>
          </p:cNvPr>
          <p:cNvSpPr/>
          <p:nvPr/>
        </p:nvSpPr>
        <p:spPr>
          <a:xfrm>
            <a:off x="215845" y="3717853"/>
            <a:ext cx="2019444" cy="201944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C3CAB5-3061-5F94-A88E-C0BDD9B048E5}"/>
              </a:ext>
            </a:extLst>
          </p:cNvPr>
          <p:cNvSpPr/>
          <p:nvPr/>
        </p:nvSpPr>
        <p:spPr>
          <a:xfrm>
            <a:off x="4061287" y="311889"/>
            <a:ext cx="1253064" cy="125306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EAB6A-CE7C-862A-42E1-D86D8C4198B3}"/>
              </a:ext>
            </a:extLst>
          </p:cNvPr>
          <p:cNvSpPr/>
          <p:nvPr/>
        </p:nvSpPr>
        <p:spPr>
          <a:xfrm>
            <a:off x="330518" y="1120703"/>
            <a:ext cx="4662651" cy="548635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Time Efficiency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Space Efficiency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Big O Notation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Constant Time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Linear Time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Logarithmic Time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Quadratic Time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Exponential Time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FD995-70BC-6581-0161-071153C10586}"/>
              </a:ext>
            </a:extLst>
          </p:cNvPr>
          <p:cNvSpPr/>
          <p:nvPr/>
        </p:nvSpPr>
        <p:spPr>
          <a:xfrm>
            <a:off x="-297523" y="201730"/>
            <a:ext cx="6265695" cy="73669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 TO REMEMBER</a:t>
            </a:r>
          </a:p>
        </p:txBody>
      </p:sp>
      <p:pic>
        <p:nvPicPr>
          <p:cNvPr id="6" name="Picture 5" descr="A cartoon of a person with a large brain&#10;&#10;AI-generated content may be incorrect.">
            <a:extLst>
              <a:ext uri="{FF2B5EF4-FFF2-40B4-BE49-F238E27FC236}">
                <a16:creationId xmlns:a16="http://schemas.microsoft.com/office/drawing/2014/main" id="{ADD5DD30-FEB4-6F2F-CD56-BC8E3371E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8" b="909"/>
          <a:stretch>
            <a:fillRect/>
          </a:stretch>
        </p:blipFill>
        <p:spPr>
          <a:xfrm flipH="1">
            <a:off x="7198831" y="2629528"/>
            <a:ext cx="3767602" cy="33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0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25 L 0.00221 0.025 C 0.00169 0.01898 0.00091 0.01296 0.00052 0.00694 C 0.00013 -0.00255 0.00091 -0.01204 3.75E-6 -0.0213 C -0.00105 -0.03241 -0.00365 -0.04329 -0.00508 -0.0544 C -0.00834 -0.0794 -0.00912 -0.08843 -0.01693 -0.11759 C -0.02032 -0.13009 -0.02318 -0.14329 -0.02709 -0.15556 C -0.02878 -0.16088 -0.03034 -0.16643 -0.03217 -0.17153 C -0.03373 -0.17639 -0.03568 -0.18079 -0.03724 -0.18565 C -0.03881 -0.19097 -0.03959 -0.19699 -0.04167 -0.20162 C -0.04558 -0.20995 -0.06459 -0.24028 -0.06993 -0.24676 C -0.07709 -0.25579 -0.07813 -0.25255 -0.08568 -0.25694 C -0.0892 -0.2588 -0.09245 -0.26157 -0.09584 -0.26389 C -0.10651 -0.27083 -0.11407 -0.27569 -0.12461 -0.27986 C -0.13776 -0.28518 -0.16407 -0.29491 -0.16407 -0.29491 L -0.19336 -0.2919 C -0.19662 -0.29143 -0.19987 -0.2912 -0.203 -0.29005 C -0.21029 -0.28704 -0.22526 -0.27431 -0.22891 -0.26898 C -0.23125 -0.26551 -0.23321 -0.26181 -0.23568 -0.2588 C -0.23646 -0.25787 -0.23464 -0.26157 -0.23399 -0.26296 C -0.2319 -0.26759 -0.23021 -0.27268 -0.22787 -0.27685 C -0.22539 -0.28125 -0.22331 -0.28634 -0.22045 -0.29005 C -0.21185 -0.30046 -0.19558 -0.31319 -0.18607 -0.31991 C -0.17813 -0.32569 -0.17019 -0.33194 -0.16185 -0.33611 C -0.13646 -0.34838 -0.11081 -0.35833 -0.08516 -0.36921 C -0.07565 -0.37315 -0.06602 -0.37662 -0.05638 -0.38009 C -0.04089 -0.38588 -0.02592 -0.39074 -0.01016 -0.39421 C -0.00039 -0.3963 0.00937 -0.39745 0.01914 -0.39931 C 0.04739 -0.39815 0.07565 -0.39907 0.10377 -0.3963 C 0.10989 -0.3956 0.11588 -0.3919 0.12187 -0.38912 C 0.13255 -0.38449 0.14323 -0.37893 0.15403 -0.37407 C 0.2095 -0.34884 0.13476 -0.38449 0.19179 -0.35602 C 0.19687 -0.3537 0.20208 -0.35231 0.20703 -0.34907 C 0.21354 -0.34468 0.21966 -0.33796 0.22617 -0.3331 C 0.22838 -0.33148 0.23073 -0.33009 0.23294 -0.32801 C 0.23463 -0.32639 0.2358 -0.32384 0.2375 -0.32199 C 0.2388 -0.32037 0.24049 -0.31944 0.24192 -0.31806 C 0.24323 -0.31667 0.24453 -0.31528 0.24596 -0.31412 C 0.24427 -0.31806 0.24297 -0.32292 0.24088 -0.32593 C 0.22252 -0.35255 0.19974 -0.37014 0.17877 -0.38727 C 0.16562 -0.39792 0.15247 -0.4088 0.1388 -0.41736 C 0.0888 -0.44815 0.04114 -0.47222 -0.01185 -0.48148 C -0.07318 -0.49213 -0.27201 -0.4919 -0.30847 -0.49236 C -0.36537 -0.48704 -0.42266 -0.48796 -0.4793 -0.47639 C -0.48386 -0.47546 -0.56172 -0.44329 -0.59271 -0.43032 C -0.60052 -0.42708 -0.60834 -0.42268 -0.61641 -0.42037 C -0.64636 -0.41111 -0.68008 -0.40162 -0.70834 -0.38611 C -0.71993 -0.37986 -0.73203 -0.37546 -0.74323 -0.36713 C -0.76029 -0.35463 -0.77631 -0.33704 -0.79336 -0.32407 C -0.79636 -0.32176 -0.81472 -0.30833 -0.81927 -0.30301 C -0.85704 -0.25833 -0.7668 -0.34653 -0.85365 -0.26481 C -0.86133 -0.25764 -0.86901 -0.25069 -0.87683 -0.24375 C -0.88711 -0.23472 -0.89766 -0.22639 -0.90782 -0.21667 C -0.92592 -0.19931 -0.94493 -0.18495 -0.96198 -0.16458 L -0.98907 -0.13264 C -0.99519 -0.08843 -0.99245 -0.11667 -0.99245 -0.0463 " pathEditMode="relative" ptsTypes="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BA6D2-661C-629D-3A0B-D8916DF3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B93D669-FD26-373F-CDBC-983ED72E17F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93F1B6-8034-6006-77FD-6E60A6700CC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B445EE-DFCD-15A2-8253-54896937091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FA388-F44C-0D62-E127-5DAA237B2FBA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Check 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github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repository for this class to find WS B2-1!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Good luck, and let me know if you need any help!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1E191-FB80-DD01-12DA-A63D6699BDF7}"/>
              </a:ext>
            </a:extLst>
          </p:cNvPr>
          <p:cNvSpPr/>
          <p:nvPr/>
        </p:nvSpPr>
        <p:spPr>
          <a:xfrm>
            <a:off x="0" y="72912"/>
            <a:ext cx="3863697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WORKSHEET</a:t>
            </a:r>
          </a:p>
        </p:txBody>
      </p:sp>
    </p:spTree>
    <p:extLst>
      <p:ext uri="{BB962C8B-B14F-4D97-AF65-F5344CB8AC3E}">
        <p14:creationId xmlns:p14="http://schemas.microsoft.com/office/powerpoint/2010/main" val="510623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5412</TotalTime>
  <Words>1552</Words>
  <Application>Microsoft Office PowerPoint</Application>
  <PresentationFormat>Widescreen</PresentationFormat>
  <Paragraphs>130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8</cp:revision>
  <dcterms:created xsi:type="dcterms:W3CDTF">2025-08-11T14:07:39Z</dcterms:created>
  <dcterms:modified xsi:type="dcterms:W3CDTF">2025-09-10T19:26:15Z</dcterms:modified>
</cp:coreProperties>
</file>