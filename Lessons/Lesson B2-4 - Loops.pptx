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87" r:id="rId5"/>
    <p:sldId id="296" r:id="rId6"/>
    <p:sldId id="297" r:id="rId7"/>
    <p:sldId id="298" r:id="rId8"/>
    <p:sldId id="261" r:id="rId9"/>
    <p:sldId id="299" r:id="rId10"/>
    <p:sldId id="300" r:id="rId11"/>
    <p:sldId id="301" r:id="rId12"/>
    <p:sldId id="277" r:id="rId13"/>
    <p:sldId id="302" r:id="rId14"/>
    <p:sldId id="303" r:id="rId15"/>
    <p:sldId id="291" r:id="rId16"/>
    <p:sldId id="304" r:id="rId17"/>
    <p:sldId id="288" r:id="rId18"/>
    <p:sldId id="307" r:id="rId19"/>
    <p:sldId id="306" r:id="rId20"/>
    <p:sldId id="305" r:id="rId21"/>
    <p:sldId id="308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4F3F"/>
    <a:srgbClr val="326648"/>
    <a:srgbClr val="388049"/>
    <a:srgbClr val="2A4C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184EEC-996A-44E9-99A4-F6031595A74F}" v="52" dt="2025-08-14T18:11:32.6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5A184EEC-996A-44E9-99A4-F6031595A74F}"/>
    <pc:docChg chg="undo custSel addSld delSld modSld sldOrd">
      <pc:chgData name="Michael Hill" userId="41dba03d-e58d-4389-9894-554c10310ba4" providerId="ADAL" clId="{5A184EEC-996A-44E9-99A4-F6031595A74F}" dt="2025-08-14T18:11:32.621" v="4431"/>
      <pc:docMkLst>
        <pc:docMk/>
      </pc:docMkLst>
      <pc:sldChg chg="modSp mod modAnim">
        <pc:chgData name="Michael Hill" userId="41dba03d-e58d-4389-9894-554c10310ba4" providerId="ADAL" clId="{5A184EEC-996A-44E9-99A4-F6031595A74F}" dt="2025-08-14T18:11:11.118" v="4427"/>
        <pc:sldMkLst>
          <pc:docMk/>
          <pc:sldMk cId="1878848435" sldId="256"/>
        </pc:sldMkLst>
        <pc:spChg chg="mod">
          <ac:chgData name="Michael Hill" userId="41dba03d-e58d-4389-9894-554c10310ba4" providerId="ADAL" clId="{5A184EEC-996A-44E9-99A4-F6031595A74F}" dt="2025-08-12T13:11:38.823" v="0" actId="20577"/>
          <ac:spMkLst>
            <pc:docMk/>
            <pc:sldMk cId="1878848435" sldId="256"/>
            <ac:spMk id="5" creationId="{18C18ECD-1A29-4735-FBF9-2230E3FED94F}"/>
          </ac:spMkLst>
        </pc:spChg>
        <pc:spChg chg="mod">
          <ac:chgData name="Michael Hill" userId="41dba03d-e58d-4389-9894-554c10310ba4" providerId="ADAL" clId="{5A184EEC-996A-44E9-99A4-F6031595A74F}" dt="2025-08-12T13:11:51.190" v="10" actId="1076"/>
          <ac:spMkLst>
            <pc:docMk/>
            <pc:sldMk cId="1878848435" sldId="256"/>
            <ac:spMk id="6" creationId="{945BB639-AC69-FE40-4352-5D3077A94591}"/>
          </ac:spMkLst>
        </pc:spChg>
      </pc:sldChg>
      <pc:sldChg chg="modSp mod modAnim">
        <pc:chgData name="Michael Hill" userId="41dba03d-e58d-4389-9894-554c10310ba4" providerId="ADAL" clId="{5A184EEC-996A-44E9-99A4-F6031595A74F}" dt="2025-08-14T18:11:14.809" v="4428"/>
        <pc:sldMkLst>
          <pc:docMk/>
          <pc:sldMk cId="854122100" sldId="257"/>
        </pc:sldMkLst>
        <pc:spChg chg="mod">
          <ac:chgData name="Michael Hill" userId="41dba03d-e58d-4389-9894-554c10310ba4" providerId="ADAL" clId="{5A184EEC-996A-44E9-99A4-F6031595A74F}" dt="2025-08-13T13:40:10.257" v="4426" actId="208"/>
          <ac:spMkLst>
            <pc:docMk/>
            <pc:sldMk cId="854122100" sldId="257"/>
            <ac:spMk id="7" creationId="{E03133FC-E875-8442-9063-C305CC0BFB20}"/>
          </ac:spMkLst>
        </pc:spChg>
        <pc:spChg chg="mod">
          <ac:chgData name="Michael Hill" userId="41dba03d-e58d-4389-9894-554c10310ba4" providerId="ADAL" clId="{5A184EEC-996A-44E9-99A4-F6031595A74F}" dt="2025-08-12T13:19:16.797" v="394" actId="20577"/>
          <ac:spMkLst>
            <pc:docMk/>
            <pc:sldMk cId="854122100" sldId="257"/>
            <ac:spMk id="8" creationId="{4D7671A2-401B-58C3-4049-2F9F2E07BD91}"/>
          </ac:spMkLst>
        </pc:spChg>
      </pc:sldChg>
      <pc:sldChg chg="modSp mod modAnim">
        <pc:chgData name="Michael Hill" userId="41dba03d-e58d-4389-9894-554c10310ba4" providerId="ADAL" clId="{5A184EEC-996A-44E9-99A4-F6031595A74F}" dt="2025-08-14T18:11:18.887" v="4429"/>
        <pc:sldMkLst>
          <pc:docMk/>
          <pc:sldMk cId="1910594286" sldId="258"/>
        </pc:sldMkLst>
        <pc:spChg chg="mod">
          <ac:chgData name="Michael Hill" userId="41dba03d-e58d-4389-9894-554c10310ba4" providerId="ADAL" clId="{5A184EEC-996A-44E9-99A4-F6031595A74F}" dt="2025-08-12T13:15:53.746" v="356" actId="20577"/>
          <ac:spMkLst>
            <pc:docMk/>
            <pc:sldMk cId="1910594286" sldId="258"/>
            <ac:spMk id="8" creationId="{9D3B4A7A-A70B-0C4A-C7FF-462ADF36D440}"/>
          </ac:spMkLst>
        </pc:spChg>
      </pc:sldChg>
      <pc:sldChg chg="addSp delSp modSp mod">
        <pc:chgData name="Michael Hill" userId="41dba03d-e58d-4389-9894-554c10310ba4" providerId="ADAL" clId="{5A184EEC-996A-44E9-99A4-F6031595A74F}" dt="2025-08-12T14:11:15.241" v="3797" actId="207"/>
        <pc:sldMkLst>
          <pc:docMk/>
          <pc:sldMk cId="3307172092" sldId="261"/>
        </pc:sldMkLst>
        <pc:spChg chg="mod">
          <ac:chgData name="Michael Hill" userId="41dba03d-e58d-4389-9894-554c10310ba4" providerId="ADAL" clId="{5A184EEC-996A-44E9-99A4-F6031595A74F}" dt="2025-08-12T13:33:17.279" v="1484" actId="1076"/>
          <ac:spMkLst>
            <pc:docMk/>
            <pc:sldMk cId="3307172092" sldId="261"/>
            <ac:spMk id="5" creationId="{403C02FC-7E07-3A7E-6B2B-FD078F0B388B}"/>
          </ac:spMkLst>
        </pc:spChg>
        <pc:spChg chg="mod">
          <ac:chgData name="Michael Hill" userId="41dba03d-e58d-4389-9894-554c10310ba4" providerId="ADAL" clId="{5A184EEC-996A-44E9-99A4-F6031595A74F}" dt="2025-08-12T14:11:15.241" v="3797" actId="207"/>
          <ac:spMkLst>
            <pc:docMk/>
            <pc:sldMk cId="3307172092" sldId="261"/>
            <ac:spMk id="8" creationId="{376C31C9-62DC-3675-D099-2F45431523AD}"/>
          </ac:spMkLst>
        </pc:spChg>
        <pc:spChg chg="add mod">
          <ac:chgData name="Michael Hill" userId="41dba03d-e58d-4389-9894-554c10310ba4" providerId="ADAL" clId="{5A184EEC-996A-44E9-99A4-F6031595A74F}" dt="2025-08-12T13:40:31.486" v="1648" actId="2711"/>
          <ac:spMkLst>
            <pc:docMk/>
            <pc:sldMk cId="3307172092" sldId="261"/>
            <ac:spMk id="11" creationId="{7B456498-B9E2-4B79-A91D-F6C15F0622FF}"/>
          </ac:spMkLst>
        </pc:spChg>
      </pc:sldChg>
      <pc:sldChg chg="modSp mod">
        <pc:chgData name="Michael Hill" userId="41dba03d-e58d-4389-9894-554c10310ba4" providerId="ADAL" clId="{5A184EEC-996A-44E9-99A4-F6031595A74F}" dt="2025-08-13T13:33:31.759" v="4425" actId="1076"/>
        <pc:sldMkLst>
          <pc:docMk/>
          <pc:sldMk cId="510623671" sldId="276"/>
        </pc:sldMkLst>
        <pc:spChg chg="mod">
          <ac:chgData name="Michael Hill" userId="41dba03d-e58d-4389-9894-554c10310ba4" providerId="ADAL" clId="{5A184EEC-996A-44E9-99A4-F6031595A74F}" dt="2025-08-13T13:33:31.759" v="4425" actId="1076"/>
          <ac:spMkLst>
            <pc:docMk/>
            <pc:sldMk cId="510623671" sldId="276"/>
            <ac:spMk id="5" creationId="{7A51E191-FB80-DD01-12DA-A63D6699BDF7}"/>
          </ac:spMkLst>
        </pc:spChg>
      </pc:sldChg>
      <pc:sldChg chg="modSp mod">
        <pc:chgData name="Michael Hill" userId="41dba03d-e58d-4389-9894-554c10310ba4" providerId="ADAL" clId="{5A184EEC-996A-44E9-99A4-F6031595A74F}" dt="2025-08-12T13:52:04.695" v="2669" actId="207"/>
        <pc:sldMkLst>
          <pc:docMk/>
          <pc:sldMk cId="1427619156" sldId="277"/>
        </pc:sldMkLst>
        <pc:spChg chg="mod">
          <ac:chgData name="Michael Hill" userId="41dba03d-e58d-4389-9894-554c10310ba4" providerId="ADAL" clId="{5A184EEC-996A-44E9-99A4-F6031595A74F}" dt="2025-08-12T13:50:38.204" v="2442" actId="20577"/>
          <ac:spMkLst>
            <pc:docMk/>
            <pc:sldMk cId="1427619156" sldId="277"/>
            <ac:spMk id="5" creationId="{4CD674A8-D224-2DB1-5A2A-15A3048FC598}"/>
          </ac:spMkLst>
        </pc:spChg>
        <pc:spChg chg="mod">
          <ac:chgData name="Michael Hill" userId="41dba03d-e58d-4389-9894-554c10310ba4" providerId="ADAL" clId="{5A184EEC-996A-44E9-99A4-F6031595A74F}" dt="2025-08-12T13:52:04.695" v="2669" actId="207"/>
          <ac:spMkLst>
            <pc:docMk/>
            <pc:sldMk cId="1427619156" sldId="277"/>
            <ac:spMk id="8" creationId="{D312D47B-2998-DDEE-40F9-18FAE493C6FB}"/>
          </ac:spMkLst>
        </pc:spChg>
      </pc:sldChg>
      <pc:sldChg chg="del">
        <pc:chgData name="Michael Hill" userId="41dba03d-e58d-4389-9894-554c10310ba4" providerId="ADAL" clId="{5A184EEC-996A-44E9-99A4-F6031595A74F}" dt="2025-08-12T16:36:00.583" v="4401" actId="47"/>
        <pc:sldMkLst>
          <pc:docMk/>
          <pc:sldMk cId="3967522526" sldId="278"/>
        </pc:sldMkLst>
      </pc:sldChg>
      <pc:sldChg chg="addSp delSp modSp mod modAnim">
        <pc:chgData name="Michael Hill" userId="41dba03d-e58d-4389-9894-554c10310ba4" providerId="ADAL" clId="{5A184EEC-996A-44E9-99A4-F6031595A74F}" dt="2025-08-14T18:11:24.373" v="4430"/>
        <pc:sldMkLst>
          <pc:docMk/>
          <pc:sldMk cId="2098128014" sldId="287"/>
        </pc:sldMkLst>
        <pc:spChg chg="mod">
          <ac:chgData name="Michael Hill" userId="41dba03d-e58d-4389-9894-554c10310ba4" providerId="ADAL" clId="{5A184EEC-996A-44E9-99A4-F6031595A74F}" dt="2025-08-12T13:18:43.198" v="369" actId="1076"/>
          <ac:spMkLst>
            <pc:docMk/>
            <pc:sldMk cId="2098128014" sldId="287"/>
            <ac:spMk id="2" creationId="{C08FB888-0AB5-FFCE-3B03-42E730CCD99C}"/>
          </ac:spMkLst>
        </pc:spChg>
        <pc:picChg chg="mod">
          <ac:chgData name="Michael Hill" userId="41dba03d-e58d-4389-9894-554c10310ba4" providerId="ADAL" clId="{5A184EEC-996A-44E9-99A4-F6031595A74F}" dt="2025-08-12T13:18:36.595" v="367" actId="1076"/>
          <ac:picMkLst>
            <pc:docMk/>
            <pc:sldMk cId="2098128014" sldId="287"/>
            <ac:picMk id="19" creationId="{7FCFCCE3-C51B-5BE3-133A-CC40A8792F61}"/>
          </ac:picMkLst>
        </pc:picChg>
      </pc:sldChg>
      <pc:sldChg chg="addSp delSp modSp mod">
        <pc:chgData name="Michael Hill" userId="41dba03d-e58d-4389-9894-554c10310ba4" providerId="ADAL" clId="{5A184EEC-996A-44E9-99A4-F6031595A74F}" dt="2025-08-12T16:11:37.232" v="3973" actId="478"/>
        <pc:sldMkLst>
          <pc:docMk/>
          <pc:sldMk cId="3906770352" sldId="288"/>
        </pc:sldMkLst>
        <pc:spChg chg="mod">
          <ac:chgData name="Michael Hill" userId="41dba03d-e58d-4389-9894-554c10310ba4" providerId="ADAL" clId="{5A184EEC-996A-44E9-99A4-F6031595A74F}" dt="2025-08-12T14:15:41.281" v="3816" actId="20577"/>
          <ac:spMkLst>
            <pc:docMk/>
            <pc:sldMk cId="3906770352" sldId="288"/>
            <ac:spMk id="2" creationId="{BDB4AC72-A326-B0C3-D838-E30E423C34A6}"/>
          </ac:spMkLst>
        </pc:spChg>
        <pc:spChg chg="mod">
          <ac:chgData name="Michael Hill" userId="41dba03d-e58d-4389-9894-554c10310ba4" providerId="ADAL" clId="{5A184EEC-996A-44E9-99A4-F6031595A74F}" dt="2025-08-12T14:10:01.240" v="3496" actId="20577"/>
          <ac:spMkLst>
            <pc:docMk/>
            <pc:sldMk cId="3906770352" sldId="288"/>
            <ac:spMk id="5" creationId="{9331BE2A-3F08-19C4-83C7-037FB779DFB8}"/>
          </ac:spMkLst>
        </pc:spChg>
        <pc:spChg chg="mod">
          <ac:chgData name="Michael Hill" userId="41dba03d-e58d-4389-9894-554c10310ba4" providerId="ADAL" clId="{5A184EEC-996A-44E9-99A4-F6031595A74F}" dt="2025-08-12T14:15:17.733" v="3811" actId="1076"/>
          <ac:spMkLst>
            <pc:docMk/>
            <pc:sldMk cId="3906770352" sldId="288"/>
            <ac:spMk id="7" creationId="{81D964A3-B86E-D130-5DE7-64E566099179}"/>
          </ac:spMkLst>
        </pc:spChg>
        <pc:spChg chg="mod">
          <ac:chgData name="Michael Hill" userId="41dba03d-e58d-4389-9894-554c10310ba4" providerId="ADAL" clId="{5A184EEC-996A-44E9-99A4-F6031595A74F}" dt="2025-08-12T14:15:12.652" v="3809" actId="1076"/>
          <ac:spMkLst>
            <pc:docMk/>
            <pc:sldMk cId="3906770352" sldId="288"/>
            <ac:spMk id="8" creationId="{F1CFE3E5-D1A9-A529-F941-0054110EC63B}"/>
          </ac:spMkLst>
        </pc:spChg>
        <pc:spChg chg="mod">
          <ac:chgData name="Michael Hill" userId="41dba03d-e58d-4389-9894-554c10310ba4" providerId="ADAL" clId="{5A184EEC-996A-44E9-99A4-F6031595A74F}" dt="2025-08-12T14:15:16.437" v="3810" actId="1076"/>
          <ac:spMkLst>
            <pc:docMk/>
            <pc:sldMk cId="3906770352" sldId="288"/>
            <ac:spMk id="9" creationId="{76213B1B-402A-8A45-8DE6-E0DD57A59E9E}"/>
          </ac:spMkLst>
        </pc:spChg>
      </pc:sldChg>
      <pc:sldChg chg="delSp del">
        <pc:chgData name="Michael Hill" userId="41dba03d-e58d-4389-9894-554c10310ba4" providerId="ADAL" clId="{5A184EEC-996A-44E9-99A4-F6031595A74F}" dt="2025-08-12T16:36:00.583" v="4401" actId="47"/>
        <pc:sldMkLst>
          <pc:docMk/>
          <pc:sldMk cId="3389016344" sldId="289"/>
        </pc:sldMkLst>
      </pc:sldChg>
      <pc:sldChg chg="del">
        <pc:chgData name="Michael Hill" userId="41dba03d-e58d-4389-9894-554c10310ba4" providerId="ADAL" clId="{5A184EEC-996A-44E9-99A4-F6031595A74F}" dt="2025-08-12T16:36:00.583" v="4401" actId="47"/>
        <pc:sldMkLst>
          <pc:docMk/>
          <pc:sldMk cId="1215668918" sldId="290"/>
        </pc:sldMkLst>
      </pc:sldChg>
      <pc:sldChg chg="addSp delSp modSp mod">
        <pc:chgData name="Michael Hill" userId="41dba03d-e58d-4389-9894-554c10310ba4" providerId="ADAL" clId="{5A184EEC-996A-44E9-99A4-F6031595A74F}" dt="2025-08-12T14:07:52.723" v="3304" actId="207"/>
        <pc:sldMkLst>
          <pc:docMk/>
          <pc:sldMk cId="2527467720" sldId="291"/>
        </pc:sldMkLst>
        <pc:spChg chg="mod">
          <ac:chgData name="Michael Hill" userId="41dba03d-e58d-4389-9894-554c10310ba4" providerId="ADAL" clId="{5A184EEC-996A-44E9-99A4-F6031595A74F}" dt="2025-08-12T14:04:32.068" v="2919" actId="20577"/>
          <ac:spMkLst>
            <pc:docMk/>
            <pc:sldMk cId="2527467720" sldId="291"/>
            <ac:spMk id="5" creationId="{B4780B7D-A9BF-467E-F91A-3B7D6190A330}"/>
          </ac:spMkLst>
        </pc:spChg>
        <pc:spChg chg="mod">
          <ac:chgData name="Michael Hill" userId="41dba03d-e58d-4389-9894-554c10310ba4" providerId="ADAL" clId="{5A184EEC-996A-44E9-99A4-F6031595A74F}" dt="2025-08-12T14:07:52.723" v="3304" actId="207"/>
          <ac:spMkLst>
            <pc:docMk/>
            <pc:sldMk cId="2527467720" sldId="291"/>
            <ac:spMk id="8" creationId="{59BBBBE1-DF35-1F47-88C5-6BFF9F74DAAB}"/>
          </ac:spMkLst>
        </pc:spChg>
        <pc:spChg chg="add mod">
          <ac:chgData name="Michael Hill" userId="41dba03d-e58d-4389-9894-554c10310ba4" providerId="ADAL" clId="{5A184EEC-996A-44E9-99A4-F6031595A74F}" dt="2025-08-12T14:07:15.595" v="3203" actId="2711"/>
          <ac:spMkLst>
            <pc:docMk/>
            <pc:sldMk cId="2527467720" sldId="291"/>
            <ac:spMk id="11" creationId="{9266ABAA-281B-AB68-5DDF-64448A72AA5F}"/>
          </ac:spMkLst>
        </pc:spChg>
      </pc:sldChg>
      <pc:sldChg chg="del">
        <pc:chgData name="Michael Hill" userId="41dba03d-e58d-4389-9894-554c10310ba4" providerId="ADAL" clId="{5A184EEC-996A-44E9-99A4-F6031595A74F}" dt="2025-08-12T16:36:00.583" v="4401" actId="47"/>
        <pc:sldMkLst>
          <pc:docMk/>
          <pc:sldMk cId="4163780656" sldId="292"/>
        </pc:sldMkLst>
      </pc:sldChg>
      <pc:sldChg chg="del">
        <pc:chgData name="Michael Hill" userId="41dba03d-e58d-4389-9894-554c10310ba4" providerId="ADAL" clId="{5A184EEC-996A-44E9-99A4-F6031595A74F}" dt="2025-08-12T16:36:00.583" v="4401" actId="47"/>
        <pc:sldMkLst>
          <pc:docMk/>
          <pc:sldMk cId="1886635001" sldId="293"/>
        </pc:sldMkLst>
      </pc:sldChg>
      <pc:sldChg chg="del">
        <pc:chgData name="Michael Hill" userId="41dba03d-e58d-4389-9894-554c10310ba4" providerId="ADAL" clId="{5A184EEC-996A-44E9-99A4-F6031595A74F}" dt="2025-08-12T16:36:00.583" v="4401" actId="47"/>
        <pc:sldMkLst>
          <pc:docMk/>
          <pc:sldMk cId="159126419" sldId="294"/>
        </pc:sldMkLst>
      </pc:sldChg>
      <pc:sldChg chg="del">
        <pc:chgData name="Michael Hill" userId="41dba03d-e58d-4389-9894-554c10310ba4" providerId="ADAL" clId="{5A184EEC-996A-44E9-99A4-F6031595A74F}" dt="2025-08-12T16:36:00.583" v="4401" actId="47"/>
        <pc:sldMkLst>
          <pc:docMk/>
          <pc:sldMk cId="1730217754" sldId="295"/>
        </pc:sldMkLst>
      </pc:sldChg>
      <pc:sldChg chg="modSp add mod ord modAnim">
        <pc:chgData name="Michael Hill" userId="41dba03d-e58d-4389-9894-554c10310ba4" providerId="ADAL" clId="{5A184EEC-996A-44E9-99A4-F6031595A74F}" dt="2025-08-14T18:11:32.621" v="4431"/>
        <pc:sldMkLst>
          <pc:docMk/>
          <pc:sldMk cId="1115561923" sldId="296"/>
        </pc:sldMkLst>
        <pc:spChg chg="mod">
          <ac:chgData name="Michael Hill" userId="41dba03d-e58d-4389-9894-554c10310ba4" providerId="ADAL" clId="{5A184EEC-996A-44E9-99A4-F6031595A74F}" dt="2025-08-12T13:19:57.232" v="445" actId="14100"/>
          <ac:spMkLst>
            <pc:docMk/>
            <pc:sldMk cId="1115561923" sldId="296"/>
            <ac:spMk id="5" creationId="{E7C36B6E-C7A9-A4FD-E620-C5311C6F21D8}"/>
          </ac:spMkLst>
        </pc:spChg>
        <pc:spChg chg="mod">
          <ac:chgData name="Michael Hill" userId="41dba03d-e58d-4389-9894-554c10310ba4" providerId="ADAL" clId="{5A184EEC-996A-44E9-99A4-F6031595A74F}" dt="2025-08-12T13:21:20.507" v="742" actId="20577"/>
          <ac:spMkLst>
            <pc:docMk/>
            <pc:sldMk cId="1115561923" sldId="296"/>
            <ac:spMk id="8" creationId="{F5B9035B-30AE-5146-EAAA-4FE8A28402EB}"/>
          </ac:spMkLst>
        </pc:spChg>
      </pc:sldChg>
      <pc:sldChg chg="modSp add mod">
        <pc:chgData name="Michael Hill" userId="41dba03d-e58d-4389-9894-554c10310ba4" providerId="ADAL" clId="{5A184EEC-996A-44E9-99A4-F6031595A74F}" dt="2025-08-12T13:29:39.982" v="1111" actId="20577"/>
        <pc:sldMkLst>
          <pc:docMk/>
          <pc:sldMk cId="2900713034" sldId="297"/>
        </pc:sldMkLst>
        <pc:spChg chg="mod">
          <ac:chgData name="Michael Hill" userId="41dba03d-e58d-4389-9894-554c10310ba4" providerId="ADAL" clId="{5A184EEC-996A-44E9-99A4-F6031595A74F}" dt="2025-08-12T13:29:39.982" v="1111" actId="20577"/>
          <ac:spMkLst>
            <pc:docMk/>
            <pc:sldMk cId="2900713034" sldId="297"/>
            <ac:spMk id="8" creationId="{DD111025-BBE1-4C2E-2DAB-E33FA1287F45}"/>
          </ac:spMkLst>
        </pc:spChg>
      </pc:sldChg>
      <pc:sldChg chg="modSp add mod">
        <pc:chgData name="Michael Hill" userId="41dba03d-e58d-4389-9894-554c10310ba4" providerId="ADAL" clId="{5A184EEC-996A-44E9-99A4-F6031595A74F}" dt="2025-08-12T13:33:06.487" v="1470" actId="20577"/>
        <pc:sldMkLst>
          <pc:docMk/>
          <pc:sldMk cId="4285025105" sldId="298"/>
        </pc:sldMkLst>
        <pc:spChg chg="mod">
          <ac:chgData name="Michael Hill" userId="41dba03d-e58d-4389-9894-554c10310ba4" providerId="ADAL" clId="{5A184EEC-996A-44E9-99A4-F6031595A74F}" dt="2025-08-12T13:32:10.477" v="1118" actId="14100"/>
          <ac:spMkLst>
            <pc:docMk/>
            <pc:sldMk cId="4285025105" sldId="298"/>
            <ac:spMk id="5" creationId="{C51124FF-9FE7-094C-88EB-80C571873105}"/>
          </ac:spMkLst>
        </pc:spChg>
        <pc:spChg chg="mod">
          <ac:chgData name="Michael Hill" userId="41dba03d-e58d-4389-9894-554c10310ba4" providerId="ADAL" clId="{5A184EEC-996A-44E9-99A4-F6031595A74F}" dt="2025-08-12T13:33:06.487" v="1470" actId="20577"/>
          <ac:spMkLst>
            <pc:docMk/>
            <pc:sldMk cId="4285025105" sldId="298"/>
            <ac:spMk id="8" creationId="{FCEF7061-0F41-BCD9-B3EA-9E61F581B7D3}"/>
          </ac:spMkLst>
        </pc:spChg>
      </pc:sldChg>
      <pc:sldChg chg="delSp modSp add mod">
        <pc:chgData name="Michael Hill" userId="41dba03d-e58d-4389-9894-554c10310ba4" providerId="ADAL" clId="{5A184EEC-996A-44E9-99A4-F6031595A74F}" dt="2025-08-12T13:47:00.173" v="2351" actId="478"/>
        <pc:sldMkLst>
          <pc:docMk/>
          <pc:sldMk cId="1414907375" sldId="299"/>
        </pc:sldMkLst>
        <pc:spChg chg="mod">
          <ac:chgData name="Michael Hill" userId="41dba03d-e58d-4389-9894-554c10310ba4" providerId="ADAL" clId="{5A184EEC-996A-44E9-99A4-F6031595A74F}" dt="2025-08-12T13:42:35.596" v="1962" actId="14100"/>
          <ac:spMkLst>
            <pc:docMk/>
            <pc:sldMk cId="1414907375" sldId="299"/>
            <ac:spMk id="8" creationId="{663A458C-3F91-A00F-4F91-FC1FFD71A6EC}"/>
          </ac:spMkLst>
        </pc:spChg>
      </pc:sldChg>
      <pc:sldChg chg="addSp delSp modSp add mod">
        <pc:chgData name="Michael Hill" userId="41dba03d-e58d-4389-9894-554c10310ba4" providerId="ADAL" clId="{5A184EEC-996A-44E9-99A4-F6031595A74F}" dt="2025-08-12T13:47:12.759" v="2354" actId="14100"/>
        <pc:sldMkLst>
          <pc:docMk/>
          <pc:sldMk cId="3717844468" sldId="300"/>
        </pc:sldMkLst>
        <pc:spChg chg="mod">
          <ac:chgData name="Michael Hill" userId="41dba03d-e58d-4389-9894-554c10310ba4" providerId="ADAL" clId="{5A184EEC-996A-44E9-99A4-F6031595A74F}" dt="2025-08-12T13:46:11.153" v="2345" actId="20577"/>
          <ac:spMkLst>
            <pc:docMk/>
            <pc:sldMk cId="3717844468" sldId="300"/>
            <ac:spMk id="8" creationId="{041B5D3B-8E2C-112B-F405-E1B50EF91FFF}"/>
          </ac:spMkLst>
        </pc:spChg>
        <pc:spChg chg="mod">
          <ac:chgData name="Michael Hill" userId="41dba03d-e58d-4389-9894-554c10310ba4" providerId="ADAL" clId="{5A184EEC-996A-44E9-99A4-F6031595A74F}" dt="2025-08-12T13:47:12.759" v="2354" actId="14100"/>
          <ac:spMkLst>
            <pc:docMk/>
            <pc:sldMk cId="3717844468" sldId="300"/>
            <ac:spMk id="11" creationId="{1B47CBE4-DCF8-F4D8-8402-354D2410BB90}"/>
          </ac:spMkLst>
        </pc:spChg>
      </pc:sldChg>
      <pc:sldChg chg="delSp modSp add mod">
        <pc:chgData name="Michael Hill" userId="41dba03d-e58d-4389-9894-554c10310ba4" providerId="ADAL" clId="{5A184EEC-996A-44E9-99A4-F6031595A74F}" dt="2025-08-12T13:48:08.210" v="2434" actId="1076"/>
        <pc:sldMkLst>
          <pc:docMk/>
          <pc:sldMk cId="149963755" sldId="301"/>
        </pc:sldMkLst>
        <pc:spChg chg="mod">
          <ac:chgData name="Michael Hill" userId="41dba03d-e58d-4389-9894-554c10310ba4" providerId="ADAL" clId="{5A184EEC-996A-44E9-99A4-F6031595A74F}" dt="2025-08-12T13:47:49.978" v="2363" actId="20577"/>
          <ac:spMkLst>
            <pc:docMk/>
            <pc:sldMk cId="149963755" sldId="301"/>
            <ac:spMk id="5" creationId="{2A8FE401-D95D-9D5A-59F9-7B955F6C84EB}"/>
          </ac:spMkLst>
        </pc:spChg>
        <pc:spChg chg="mod">
          <ac:chgData name="Michael Hill" userId="41dba03d-e58d-4389-9894-554c10310ba4" providerId="ADAL" clId="{5A184EEC-996A-44E9-99A4-F6031595A74F}" dt="2025-08-12T13:48:00.574" v="2432" actId="20577"/>
          <ac:spMkLst>
            <pc:docMk/>
            <pc:sldMk cId="149963755" sldId="301"/>
            <ac:spMk id="8" creationId="{347CE3DE-A7A6-FC47-BB5A-8204DC0FF0E6}"/>
          </ac:spMkLst>
        </pc:spChg>
        <pc:spChg chg="mod">
          <ac:chgData name="Michael Hill" userId="41dba03d-e58d-4389-9894-554c10310ba4" providerId="ADAL" clId="{5A184EEC-996A-44E9-99A4-F6031595A74F}" dt="2025-08-12T13:48:08.210" v="2434" actId="1076"/>
          <ac:spMkLst>
            <pc:docMk/>
            <pc:sldMk cId="149963755" sldId="301"/>
            <ac:spMk id="12" creationId="{CD321FAF-B486-805C-D8EA-EDFEB92DEBB1}"/>
          </ac:spMkLst>
        </pc:spChg>
      </pc:sldChg>
      <pc:sldChg chg="addSp delSp modSp add mod">
        <pc:chgData name="Michael Hill" userId="41dba03d-e58d-4389-9894-554c10310ba4" providerId="ADAL" clId="{5A184EEC-996A-44E9-99A4-F6031595A74F}" dt="2025-08-12T14:03:55.739" v="2812" actId="1076"/>
        <pc:sldMkLst>
          <pc:docMk/>
          <pc:sldMk cId="224491146" sldId="302"/>
        </pc:sldMkLst>
        <pc:spChg chg="mod">
          <ac:chgData name="Michael Hill" userId="41dba03d-e58d-4389-9894-554c10310ba4" providerId="ADAL" clId="{5A184EEC-996A-44E9-99A4-F6031595A74F}" dt="2025-08-12T14:03:41.453" v="2784" actId="1076"/>
          <ac:spMkLst>
            <pc:docMk/>
            <pc:sldMk cId="224491146" sldId="302"/>
            <ac:spMk id="2" creationId="{1A5BDBEB-E8E4-4E17-E9E8-ED6086EA3ECA}"/>
          </ac:spMkLst>
        </pc:spChg>
        <pc:spChg chg="mod">
          <ac:chgData name="Michael Hill" userId="41dba03d-e58d-4389-9894-554c10310ba4" providerId="ADAL" clId="{5A184EEC-996A-44E9-99A4-F6031595A74F}" dt="2025-08-12T14:03:55.739" v="2812" actId="1076"/>
          <ac:spMkLst>
            <pc:docMk/>
            <pc:sldMk cId="224491146" sldId="302"/>
            <ac:spMk id="5" creationId="{CB45B47B-CFC9-6587-EBA7-A649BDC9B8CE}"/>
          </ac:spMkLst>
        </pc:spChg>
        <pc:spChg chg="mod">
          <ac:chgData name="Michael Hill" userId="41dba03d-e58d-4389-9894-554c10310ba4" providerId="ADAL" clId="{5A184EEC-996A-44E9-99A4-F6031595A74F}" dt="2025-08-12T13:55:57.980" v="2777" actId="20577"/>
          <ac:spMkLst>
            <pc:docMk/>
            <pc:sldMk cId="224491146" sldId="302"/>
            <ac:spMk id="8" creationId="{AEA4D0DA-FC07-BCC8-974C-51DC66CC5B64}"/>
          </ac:spMkLst>
        </pc:spChg>
      </pc:sldChg>
      <pc:sldChg chg="addSp delSp modSp add mod">
        <pc:chgData name="Michael Hill" userId="41dba03d-e58d-4389-9894-554c10310ba4" providerId="ADAL" clId="{5A184EEC-996A-44E9-99A4-F6031595A74F}" dt="2025-08-12T14:04:27.802" v="2909" actId="20577"/>
        <pc:sldMkLst>
          <pc:docMk/>
          <pc:sldMk cId="706074467" sldId="303"/>
        </pc:sldMkLst>
        <pc:spChg chg="mod">
          <ac:chgData name="Michael Hill" userId="41dba03d-e58d-4389-9894-554c10310ba4" providerId="ADAL" clId="{5A184EEC-996A-44E9-99A4-F6031595A74F}" dt="2025-08-12T14:04:02.715" v="2832" actId="20577"/>
          <ac:spMkLst>
            <pc:docMk/>
            <pc:sldMk cId="706074467" sldId="303"/>
            <ac:spMk id="5" creationId="{A9C9CF07-9ED4-746E-6DC6-C1869359E8D7}"/>
          </ac:spMkLst>
        </pc:spChg>
        <pc:spChg chg="mod">
          <ac:chgData name="Michael Hill" userId="41dba03d-e58d-4389-9894-554c10310ba4" providerId="ADAL" clId="{5A184EEC-996A-44E9-99A4-F6031595A74F}" dt="2025-08-12T14:04:27.802" v="2909" actId="20577"/>
          <ac:spMkLst>
            <pc:docMk/>
            <pc:sldMk cId="706074467" sldId="303"/>
            <ac:spMk id="8" creationId="{DE9A50A2-5E4C-C756-8CAD-6088C74C907F}"/>
          </ac:spMkLst>
        </pc:spChg>
        <pc:picChg chg="add mod">
          <ac:chgData name="Michael Hill" userId="41dba03d-e58d-4389-9894-554c10310ba4" providerId="ADAL" clId="{5A184EEC-996A-44E9-99A4-F6031595A74F}" dt="2025-08-12T14:04:16.076" v="2838" actId="1076"/>
          <ac:picMkLst>
            <pc:docMk/>
            <pc:sldMk cId="706074467" sldId="303"/>
            <ac:picMk id="4" creationId="{B15DE5B6-38D7-89F5-036C-DE6B2999B8F4}"/>
          </ac:picMkLst>
        </pc:picChg>
      </pc:sldChg>
      <pc:sldChg chg="addSp delSp modSp add mod">
        <pc:chgData name="Michael Hill" userId="41dba03d-e58d-4389-9894-554c10310ba4" providerId="ADAL" clId="{5A184EEC-996A-44E9-99A4-F6031595A74F}" dt="2025-08-12T14:09:34.447" v="3475" actId="2711"/>
        <pc:sldMkLst>
          <pc:docMk/>
          <pc:sldMk cId="2096883273" sldId="304"/>
        </pc:sldMkLst>
        <pc:spChg chg="mod">
          <ac:chgData name="Michael Hill" userId="41dba03d-e58d-4389-9894-554c10310ba4" providerId="ADAL" clId="{5A184EEC-996A-44E9-99A4-F6031595A74F}" dt="2025-08-12T14:07:33.849" v="3218" actId="20577"/>
          <ac:spMkLst>
            <pc:docMk/>
            <pc:sldMk cId="2096883273" sldId="304"/>
            <ac:spMk id="5" creationId="{3CDEB36F-469C-39A4-5589-2E8103909F18}"/>
          </ac:spMkLst>
        </pc:spChg>
        <pc:spChg chg="mod">
          <ac:chgData name="Michael Hill" userId="41dba03d-e58d-4389-9894-554c10310ba4" providerId="ADAL" clId="{5A184EEC-996A-44E9-99A4-F6031595A74F}" dt="2025-08-12T14:08:46.259" v="3470" actId="20577"/>
          <ac:spMkLst>
            <pc:docMk/>
            <pc:sldMk cId="2096883273" sldId="304"/>
            <ac:spMk id="8" creationId="{1F56D6CD-EAE0-37F3-09EE-2309D461BCC5}"/>
          </ac:spMkLst>
        </pc:spChg>
        <pc:spChg chg="mod">
          <ac:chgData name="Michael Hill" userId="41dba03d-e58d-4389-9894-554c10310ba4" providerId="ADAL" clId="{5A184EEC-996A-44E9-99A4-F6031595A74F}" dt="2025-08-12T14:09:34.447" v="3475" actId="2711"/>
          <ac:spMkLst>
            <pc:docMk/>
            <pc:sldMk cId="2096883273" sldId="304"/>
            <ac:spMk id="11" creationId="{9C1CD7EB-0668-75D5-4A2F-D94189CF9306}"/>
          </ac:spMkLst>
        </pc:spChg>
      </pc:sldChg>
      <pc:sldChg chg="add del">
        <pc:chgData name="Michael Hill" userId="41dba03d-e58d-4389-9894-554c10310ba4" providerId="ADAL" clId="{5A184EEC-996A-44E9-99A4-F6031595A74F}" dt="2025-08-12T14:16:21.241" v="3818" actId="2890"/>
        <pc:sldMkLst>
          <pc:docMk/>
          <pc:sldMk cId="1341955845" sldId="305"/>
        </pc:sldMkLst>
      </pc:sldChg>
      <pc:sldChg chg="addSp delSp modSp add mod ord">
        <pc:chgData name="Michael Hill" userId="41dba03d-e58d-4389-9894-554c10310ba4" providerId="ADAL" clId="{5A184EEC-996A-44E9-99A4-F6031595A74F}" dt="2025-08-12T16:35:08.963" v="4317" actId="20577"/>
        <pc:sldMkLst>
          <pc:docMk/>
          <pc:sldMk cId="1945025085" sldId="305"/>
        </pc:sldMkLst>
        <pc:spChg chg="mod">
          <ac:chgData name="Michael Hill" userId="41dba03d-e58d-4389-9894-554c10310ba4" providerId="ADAL" clId="{5A184EEC-996A-44E9-99A4-F6031595A74F}" dt="2025-08-12T16:16:03.317" v="4064" actId="14100"/>
          <ac:spMkLst>
            <pc:docMk/>
            <pc:sldMk cId="1945025085" sldId="305"/>
            <ac:spMk id="5" creationId="{79466300-2EC9-6410-F0BB-E90641E68543}"/>
          </ac:spMkLst>
        </pc:spChg>
        <pc:spChg chg="mod">
          <ac:chgData name="Michael Hill" userId="41dba03d-e58d-4389-9894-554c10310ba4" providerId="ADAL" clId="{5A184EEC-996A-44E9-99A4-F6031595A74F}" dt="2025-08-12T16:35:08.963" v="4317" actId="20577"/>
          <ac:spMkLst>
            <pc:docMk/>
            <pc:sldMk cId="1945025085" sldId="305"/>
            <ac:spMk id="8" creationId="{3DAFB3C6-A695-54AA-1307-7515A79025CA}"/>
          </ac:spMkLst>
        </pc:spChg>
        <pc:spChg chg="mod">
          <ac:chgData name="Michael Hill" userId="41dba03d-e58d-4389-9894-554c10310ba4" providerId="ADAL" clId="{5A184EEC-996A-44E9-99A4-F6031595A74F}" dt="2025-08-12T16:35:00.034" v="4273" actId="2711"/>
          <ac:spMkLst>
            <pc:docMk/>
            <pc:sldMk cId="1945025085" sldId="305"/>
            <ac:spMk id="11" creationId="{9C7E0C39-483E-738C-3C0A-ADAFF4C653B8}"/>
          </ac:spMkLst>
        </pc:spChg>
      </pc:sldChg>
      <pc:sldChg chg="addSp delSp modSp add mod">
        <pc:chgData name="Michael Hill" userId="41dba03d-e58d-4389-9894-554c10310ba4" providerId="ADAL" clId="{5A184EEC-996A-44E9-99A4-F6031595A74F}" dt="2025-08-12T16:14:49.225" v="4056" actId="20577"/>
        <pc:sldMkLst>
          <pc:docMk/>
          <pc:sldMk cId="313228135" sldId="306"/>
        </pc:sldMkLst>
        <pc:spChg chg="mod">
          <ac:chgData name="Michael Hill" userId="41dba03d-e58d-4389-9894-554c10310ba4" providerId="ADAL" clId="{5A184EEC-996A-44E9-99A4-F6031595A74F}" dt="2025-08-12T16:14:49.225" v="4056" actId="20577"/>
          <ac:spMkLst>
            <pc:docMk/>
            <pc:sldMk cId="313228135" sldId="306"/>
            <ac:spMk id="8" creationId="{5308EF38-52B6-616B-868E-CBE1693FB35B}"/>
          </ac:spMkLst>
        </pc:spChg>
        <pc:picChg chg="add mod">
          <ac:chgData name="Michael Hill" userId="41dba03d-e58d-4389-9894-554c10310ba4" providerId="ADAL" clId="{5A184EEC-996A-44E9-99A4-F6031595A74F}" dt="2025-08-12T16:14:19.874" v="4054" actId="1076"/>
          <ac:picMkLst>
            <pc:docMk/>
            <pc:sldMk cId="313228135" sldId="306"/>
            <ac:picMk id="3" creationId="{C2C59932-6349-21E2-486A-99D6480FBCE2}"/>
          </ac:picMkLst>
        </pc:picChg>
      </pc:sldChg>
      <pc:sldChg chg="add">
        <pc:chgData name="Michael Hill" userId="41dba03d-e58d-4389-9894-554c10310ba4" providerId="ADAL" clId="{5A184EEC-996A-44E9-99A4-F6031595A74F}" dt="2025-08-12T16:15:48.471" v="4058" actId="2890"/>
        <pc:sldMkLst>
          <pc:docMk/>
          <pc:sldMk cId="3287027483" sldId="307"/>
        </pc:sldMkLst>
      </pc:sldChg>
      <pc:sldChg chg="addSp delSp modSp add mod">
        <pc:chgData name="Michael Hill" userId="41dba03d-e58d-4389-9894-554c10310ba4" providerId="ADAL" clId="{5A184EEC-996A-44E9-99A4-F6031595A74F}" dt="2025-08-12T16:35:57.104" v="4400" actId="27614"/>
        <pc:sldMkLst>
          <pc:docMk/>
          <pc:sldMk cId="2060426578" sldId="308"/>
        </pc:sldMkLst>
        <pc:spChg chg="mod">
          <ac:chgData name="Michael Hill" userId="41dba03d-e58d-4389-9894-554c10310ba4" providerId="ADAL" clId="{5A184EEC-996A-44E9-99A4-F6031595A74F}" dt="2025-08-12T16:35:35.090" v="4396" actId="207"/>
          <ac:spMkLst>
            <pc:docMk/>
            <pc:sldMk cId="2060426578" sldId="308"/>
            <ac:spMk id="8" creationId="{7698138B-9CB6-CAA4-46B8-50865F5F4E88}"/>
          </ac:spMkLst>
        </pc:spChg>
        <pc:picChg chg="add mod">
          <ac:chgData name="Michael Hill" userId="41dba03d-e58d-4389-9894-554c10310ba4" providerId="ADAL" clId="{5A184EEC-996A-44E9-99A4-F6031595A74F}" dt="2025-08-12T16:35:57.104" v="4400" actId="27614"/>
          <ac:picMkLst>
            <pc:docMk/>
            <pc:sldMk cId="2060426578" sldId="308"/>
            <ac:picMk id="3" creationId="{5B5DD5B5-3F33-02F3-D500-E5572553822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TOPIC B2:</a:t>
            </a:r>
          </a:p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PROGRAMMING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890905" y="2714847"/>
            <a:ext cx="4096073" cy="1160918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LESSON B2-4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6548868" y="3695603"/>
            <a:ext cx="2565990" cy="1160918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LOOPS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6881567" y="1777234"/>
            <a:ext cx="4516539" cy="2255680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Have a way to take notes and a way to write code available for this lesson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077431" y="938421"/>
            <a:ext cx="4516539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Warm-up Question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For Loop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While Loop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Do While Loop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Programming Assignment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endParaRPr lang="en-US" sz="2800" dirty="0">
              <a:latin typeface="Bahnschrift" panose="020B05020402040202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598031" y="1564953"/>
            <a:ext cx="1708202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NOTE!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474132"/>
            <a:ext cx="290343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F31C7-9D62-34F3-51FF-D499D29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CA8483F3-9D91-69C6-DAE4-E819F0292C96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9103A45C-BE5A-478E-4718-72C97F147BD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59044FD4-E5CB-7F72-D4E0-B3FF57F10D6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FB06C32-785C-D086-3043-42F7FBD0932E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DCA5AE-052C-5076-411F-06E5A022CDA7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C7B8BA-8B31-7B2C-E2AB-60712C1F61E8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3B4A7A-A70B-0C4A-C7FF-462ADF36D440}"/>
              </a:ext>
            </a:extLst>
          </p:cNvPr>
          <p:cNvSpPr/>
          <p:nvPr/>
        </p:nvSpPr>
        <p:spPr>
          <a:xfrm>
            <a:off x="1733476" y="1244357"/>
            <a:ext cx="9066029" cy="3830500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Create a program that takes in a number from the user and outputs “Fizz” if the number is divisible by 3, “Buzz” if the number is divisible by 5, or “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FizzBuzz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(one line) if the number is divisible by both 3 and 5.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50233D-41DE-6588-7EB0-97A3A19FFCB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QUESTION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572BAA1-AB30-2A31-99DA-E2636EF7873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F9670370-72F4-78E6-7DE3-64A5614A006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21F28121-5FF8-B768-E483-38897AA8B76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94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86392-143E-AF29-937D-6BD2CAAB1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4E6D3C1D-2FC9-5A8F-0680-C3AF2E643DB5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A1CF06-772E-FF2C-3839-78AAEFA0A11B}"/>
              </a:ext>
            </a:extLst>
          </p:cNvPr>
          <p:cNvSpPr/>
          <p:nvPr/>
        </p:nvSpPr>
        <p:spPr>
          <a:xfrm>
            <a:off x="6157610" y="1363072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77F076D-4943-0214-F6EE-FF302EBEC62C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92782C-EA7B-F0D2-017B-9D6E5AEE03FA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8FB888-0AB5-FFCE-3B03-42E730CCD99C}"/>
              </a:ext>
            </a:extLst>
          </p:cNvPr>
          <p:cNvSpPr/>
          <p:nvPr/>
        </p:nvSpPr>
        <p:spPr>
          <a:xfrm>
            <a:off x="2011234" y="1537359"/>
            <a:ext cx="8169531" cy="404605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num 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input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"Type in a number: 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(num %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==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and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num %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3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==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FizzBuzz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elif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(num %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==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"Buzz"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elif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(num %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3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==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"Fizz"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"No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fizzbuzz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for you &gt;:("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8864B057-355B-8306-248E-60E16CA7C11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7FCFCCE3-C51B-5BE3-133A-CC40A8792F6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7FEA21-E6C0-9AC9-9EB8-E7528ED5B6C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6D6FC8A7-837D-0C82-0508-398DDF1DB9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D3612398-5230-03BA-7AB5-DC74EB9BDE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648B85D8-8113-F692-CDA7-CA2CB6F4110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28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66BFE-343E-FB94-2F94-E9557E823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2DDDEEC9-71EF-0686-E768-15B5215AF43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1C739A-521C-76C8-DA94-DCB8AC8A3343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24A61FE-A1E9-AEF2-D7AC-28367819945B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B9035B-30AE-5146-EAAA-4FE8A28402EB}"/>
              </a:ext>
            </a:extLst>
          </p:cNvPr>
          <p:cNvSpPr/>
          <p:nvPr/>
        </p:nvSpPr>
        <p:spPr>
          <a:xfrm>
            <a:off x="825243" y="1120703"/>
            <a:ext cx="10296411" cy="5550244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happens if we want to run a certain line of code multiple times?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Say, we want to do something 100 times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Is it reasonable to ask the programmer to write this line that much?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Copy/Pasting will help with repetition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the drawback to doing this?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36B6E-C7A9-A4FD-E620-C5311C6F21D8}"/>
              </a:ext>
            </a:extLst>
          </p:cNvPr>
          <p:cNvSpPr/>
          <p:nvPr/>
        </p:nvSpPr>
        <p:spPr>
          <a:xfrm>
            <a:off x="148856" y="94904"/>
            <a:ext cx="6379960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NEED FOR LOOPS</a:t>
            </a:r>
          </a:p>
        </p:txBody>
      </p:sp>
    </p:spTree>
    <p:extLst>
      <p:ext uri="{BB962C8B-B14F-4D97-AF65-F5344CB8AC3E}">
        <p14:creationId xmlns:p14="http://schemas.microsoft.com/office/powerpoint/2010/main" val="1115561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C27A6E-FEF8-D9BB-B61F-EDDDCB0F8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396B003-9E29-862B-1CEF-6C35985BFE6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0EBE96-F554-5626-D173-8472531C85B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3CE126-2A34-A41C-1347-D2643D4B59E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111025-BBE1-4C2E-2DAB-E33FA1287F45}"/>
              </a:ext>
            </a:extLst>
          </p:cNvPr>
          <p:cNvSpPr/>
          <p:nvPr/>
        </p:nvSpPr>
        <p:spPr>
          <a:xfrm>
            <a:off x="825243" y="1120703"/>
            <a:ext cx="10296411" cy="5550244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Drawbacks: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Takes up more space on the computer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the program needs to be changed, each line will need to be changed manually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Makes the code harder to navigate the larger it gets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May slow down the computer as you try to write the code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BC6B6A-E227-5C3B-40A1-304234022B22}"/>
              </a:ext>
            </a:extLst>
          </p:cNvPr>
          <p:cNvSpPr/>
          <p:nvPr/>
        </p:nvSpPr>
        <p:spPr>
          <a:xfrm>
            <a:off x="148856" y="94904"/>
            <a:ext cx="6379960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NEED FOR LOOPS</a:t>
            </a:r>
          </a:p>
        </p:txBody>
      </p:sp>
    </p:spTree>
    <p:extLst>
      <p:ext uri="{BB962C8B-B14F-4D97-AF65-F5344CB8AC3E}">
        <p14:creationId xmlns:p14="http://schemas.microsoft.com/office/powerpoint/2010/main" val="2900713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82E01-7DED-AD0D-719D-0FAF6694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A00CAF80-6137-453A-BC50-08B50B82AAC9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AA532B9-9931-BA01-E752-4A62FAABBBBE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12FFEAA-ACB4-D8F7-D44C-E342B3783EE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EF7061-0F41-BCD9-B3EA-9E61F581B7D3}"/>
              </a:ext>
            </a:extLst>
          </p:cNvPr>
          <p:cNvSpPr/>
          <p:nvPr/>
        </p:nvSpPr>
        <p:spPr>
          <a:xfrm>
            <a:off x="825243" y="1120703"/>
            <a:ext cx="10296411" cy="5550244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Loops provide an effective way to execute a block of code repeatedly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There are many instances where this is useful to use, and we’ll look at a few types of loops today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For Loop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While Loop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Do While Loop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These are NOT the </a:t>
            </a:r>
            <a:r>
              <a:rPr lang="en-US" sz="2800" i="1" dirty="0">
                <a:solidFill>
                  <a:schemeClr val="bg1"/>
                </a:solidFill>
                <a:latin typeface="Bahnschrift" panose="020B0502040204020203" pitchFamily="34" charset="0"/>
              </a:rPr>
              <a:t>only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kinds of loops that exist, but they will make up a majority of our uses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124FF-9FE7-094C-88EB-80C571873105}"/>
              </a:ext>
            </a:extLst>
          </p:cNvPr>
          <p:cNvSpPr/>
          <p:nvPr/>
        </p:nvSpPr>
        <p:spPr>
          <a:xfrm>
            <a:off x="148856" y="94904"/>
            <a:ext cx="3371584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LOOPS</a:t>
            </a:r>
          </a:p>
        </p:txBody>
      </p:sp>
    </p:spTree>
    <p:extLst>
      <p:ext uri="{BB962C8B-B14F-4D97-AF65-F5344CB8AC3E}">
        <p14:creationId xmlns:p14="http://schemas.microsoft.com/office/powerpoint/2010/main" val="4285025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30268E-D364-4D9D-29AB-04704D35C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EC97D9B-BE6D-4324-3769-54ADF5CA3B3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0C1AA49-2B88-3995-C07D-E9ED1874AD8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A70EB3C-7074-C649-E10E-F6D225ED098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C31C9-62DC-3675-D099-2F45431523AD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For Loops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designed to run for a specific number of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iterations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will do these only when you know how many times you want a loop to run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These are also known as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Count-Controlled Loops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3C02FC-7E07-3A7E-6B2B-FD078F0B388B}"/>
              </a:ext>
            </a:extLst>
          </p:cNvPr>
          <p:cNvSpPr/>
          <p:nvPr/>
        </p:nvSpPr>
        <p:spPr>
          <a:xfrm>
            <a:off x="0" y="81907"/>
            <a:ext cx="4416550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FOR LOOPS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456498-B9E2-4B79-A91D-F6C15F0622FF}"/>
              </a:ext>
            </a:extLst>
          </p:cNvPr>
          <p:cNvSpPr/>
          <p:nvPr/>
        </p:nvSpPr>
        <p:spPr>
          <a:xfrm>
            <a:off x="5992933" y="1972801"/>
            <a:ext cx="5744945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for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range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200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"Hello "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+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str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17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BC89B9-0BF7-D0BD-28C9-4F1DD761B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2398F0B9-E663-3A2F-7546-AD4FAA43CAC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FDF205A-9C66-34DA-0658-91CAE7CB893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44F1950-C085-0CB3-9E4E-4B5309817C8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3A458C-3F91-A00F-4F91-FC1FFD71A6EC}"/>
              </a:ext>
            </a:extLst>
          </p:cNvPr>
          <p:cNvSpPr/>
          <p:nvPr/>
        </p:nvSpPr>
        <p:spPr>
          <a:xfrm>
            <a:off x="669300" y="1209304"/>
            <a:ext cx="4935971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Notice that the code on the right will include the 0 when it prints out, but only goes up to 199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is because we loop until </a:t>
            </a:r>
            <a:r>
              <a:rPr lang="en-US" sz="2800" dirty="0" err="1">
                <a:solidFill>
                  <a:schemeClr val="bg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2800" dirty="0">
                <a:solidFill>
                  <a:schemeClr val="bg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== 200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then stop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represents 200 iterations in the range of 0-199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would we do to get it to print 1-200?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15CBDD-9F22-939F-B4DC-5DFA78385E8C}"/>
              </a:ext>
            </a:extLst>
          </p:cNvPr>
          <p:cNvSpPr/>
          <p:nvPr/>
        </p:nvSpPr>
        <p:spPr>
          <a:xfrm>
            <a:off x="0" y="81907"/>
            <a:ext cx="4416550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FOR LOOPS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793BB4-F3AF-3D04-35B1-4338E2BAF2FC}"/>
              </a:ext>
            </a:extLst>
          </p:cNvPr>
          <p:cNvSpPr/>
          <p:nvPr/>
        </p:nvSpPr>
        <p:spPr>
          <a:xfrm>
            <a:off x="5992933" y="1972801"/>
            <a:ext cx="5744945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for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range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200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"Hello "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+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str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907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FFCDA-E7A6-041A-4270-F29AABB58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E9D6387-2266-31CE-33BD-B04B6702BEA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4127287-DAE7-E2F8-89C9-DF06D6B96A4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93BB546-67B6-819F-EB14-6044E98AA9A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1B5D3B-8E2C-112B-F405-E1B50EF91FFF}"/>
              </a:ext>
            </a:extLst>
          </p:cNvPr>
          <p:cNvSpPr/>
          <p:nvPr/>
        </p:nvSpPr>
        <p:spPr>
          <a:xfrm>
            <a:off x="669300" y="1209304"/>
            <a:ext cx="4935971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access and re-assign variables from outside of the loop while inside of the loop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also access variables created inside of the loop outside of the loop in Python, which is not a common feature among languages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34788D-9839-21C6-EB6B-E4AAFE2244AC}"/>
              </a:ext>
            </a:extLst>
          </p:cNvPr>
          <p:cNvSpPr/>
          <p:nvPr/>
        </p:nvSpPr>
        <p:spPr>
          <a:xfrm>
            <a:off x="0" y="81907"/>
            <a:ext cx="4416550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FOR LOOPS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7CBE4-DCF8-F4D8-8402-354D2410BB90}"/>
              </a:ext>
            </a:extLst>
          </p:cNvPr>
          <p:cNvSpPr/>
          <p:nvPr/>
        </p:nvSpPr>
        <p:spPr>
          <a:xfrm>
            <a:off x="5992933" y="1972800"/>
            <a:ext cx="5744945" cy="36599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x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for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range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6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x = x *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    y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y = y +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(x)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(y)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8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11A1A4-C7B0-1F1A-18EE-AFC142288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D321FAF-B486-805C-D8EA-EDFEB92DEBB1}"/>
              </a:ext>
            </a:extLst>
          </p:cNvPr>
          <p:cNvSpPr/>
          <p:nvPr/>
        </p:nvSpPr>
        <p:spPr>
          <a:xfrm>
            <a:off x="4978739" y="457206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496B6E6-8AF7-7A8E-D0E4-FED951A4094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3FF8A28-D243-5F09-86C6-D67E0D04D06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7CE3DE-A7A6-FC47-BB5A-8204DC0FF0E6}"/>
              </a:ext>
            </a:extLst>
          </p:cNvPr>
          <p:cNvSpPr/>
          <p:nvPr/>
        </p:nvSpPr>
        <p:spPr>
          <a:xfrm>
            <a:off x="669300" y="1209304"/>
            <a:ext cx="4935971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Write a program that will print out every even number from 0 to 100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8FE401-D95D-9D5A-59F9-7B955F6C84EB}"/>
              </a:ext>
            </a:extLst>
          </p:cNvPr>
          <p:cNvSpPr/>
          <p:nvPr/>
        </p:nvSpPr>
        <p:spPr>
          <a:xfrm>
            <a:off x="0" y="81907"/>
            <a:ext cx="4416550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PRACTICE</a:t>
            </a:r>
          </a:p>
        </p:txBody>
      </p:sp>
    </p:spTree>
    <p:extLst>
      <p:ext uri="{BB962C8B-B14F-4D97-AF65-F5344CB8AC3E}">
        <p14:creationId xmlns:p14="http://schemas.microsoft.com/office/powerpoint/2010/main" val="14996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369228-63D0-9B39-4438-3E55D266A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FDA2338-AB9D-45C5-3D49-0742F54F1CA5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93011C5-03F2-786E-3745-54CFFC884C47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78E8ED1-5036-6CF8-EEE8-0E7B978B890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D47B-2998-DDEE-40F9-18FAE493C6FB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can actually do this without using an if statement inside of our loop as well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Adding a third number to our range indicates our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step size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which indicates how many </a:t>
            </a:r>
            <a:r>
              <a:rPr lang="en-US" sz="2800" dirty="0" err="1">
                <a:solidFill>
                  <a:schemeClr val="bg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increases by with each iteration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674A8-D224-2DB1-5A2A-15A3048FC598}"/>
              </a:ext>
            </a:extLst>
          </p:cNvPr>
          <p:cNvSpPr/>
          <p:nvPr/>
        </p:nvSpPr>
        <p:spPr>
          <a:xfrm>
            <a:off x="1" y="63619"/>
            <a:ext cx="5056632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PRACTICE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31E5B5-EBAE-8AAB-EA8B-A6E4C548C0D8}"/>
              </a:ext>
            </a:extLst>
          </p:cNvPr>
          <p:cNvSpPr/>
          <p:nvPr/>
        </p:nvSpPr>
        <p:spPr>
          <a:xfrm>
            <a:off x="5992933" y="1972801"/>
            <a:ext cx="5744945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a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(a &gt;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a = a -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(a)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61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3EE758-3537-97EF-1508-4C3E8BC07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BA56E7E-9FEB-FDBD-5949-D8E769CADEA0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BBD4E1-4026-9328-B66E-920F63DFAE4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592463-21CC-F59D-67E7-5C84C663E81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D0DA-FC07-BCC8-974C-51DC66CC5B64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ironically allows us to iterate </a:t>
            </a:r>
            <a:r>
              <a:rPr lang="en-US" sz="2800" i="1" dirty="0">
                <a:solidFill>
                  <a:schemeClr val="bg1"/>
                </a:solidFill>
                <a:latin typeface="Bahnschrift" panose="020B0502040204020203" pitchFamily="34" charset="0"/>
              </a:rPr>
              <a:t>backwards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over a range as well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45B47B-CFC9-6587-EBA7-A649BDC9B8CE}"/>
              </a:ext>
            </a:extLst>
          </p:cNvPr>
          <p:cNvSpPr/>
          <p:nvPr/>
        </p:nvSpPr>
        <p:spPr>
          <a:xfrm>
            <a:off x="-292608" y="66355"/>
            <a:ext cx="745213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BACK, BACK, BACK IT UP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5BDBEB-E8E4-4E17-E9E8-ED6086EA3ECA}"/>
              </a:ext>
            </a:extLst>
          </p:cNvPr>
          <p:cNvSpPr/>
          <p:nvPr/>
        </p:nvSpPr>
        <p:spPr>
          <a:xfrm>
            <a:off x="5883205" y="1863073"/>
            <a:ext cx="5943144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for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range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-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491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546E1B-6484-578D-BCB2-A50811376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966CAEE-483C-B415-79FB-14E5FDDD37F6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6C56BFD-BED0-D086-68C4-3107F9A7BA8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FFBBF06-5DE3-3B0B-0C65-72230F3DC6C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9A50A2-5E4C-C756-8CAD-6088C74C907F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may also think of a for loop using the flowchart on the right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C9CF07-9ED4-746E-6DC6-C1869359E8D7}"/>
              </a:ext>
            </a:extLst>
          </p:cNvPr>
          <p:cNvSpPr/>
          <p:nvPr/>
        </p:nvSpPr>
        <p:spPr>
          <a:xfrm>
            <a:off x="-292608" y="66355"/>
            <a:ext cx="745213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FOR LOOP FLOWCHART</a:t>
            </a:r>
          </a:p>
        </p:txBody>
      </p:sp>
      <p:pic>
        <p:nvPicPr>
          <p:cNvPr id="4" name="Picture 3" descr="A diagram of a process&#10;&#10;AI-generated content may be incorrect.">
            <a:extLst>
              <a:ext uri="{FF2B5EF4-FFF2-40B4-BE49-F238E27FC236}">
                <a16:creationId xmlns:a16="http://schemas.microsoft.com/office/drawing/2014/main" id="{B15DE5B6-38D7-89F5-036C-DE6B2999B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9340" y="1519169"/>
            <a:ext cx="4824297" cy="4397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074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FE7CE-A47A-0C32-C8A9-CBF127EE5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5BFFD6B-2DFA-5950-543E-0A4AFDAAF218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171B16B-767C-8F31-439F-CE55706B67B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1EBF854-84B5-1FBD-35C4-202FF4DE630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BBBBE1-DF35-1F47-88C5-6BFF9F74DAAB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if we don’t know for sure how many times we want our loop to run?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That’s where the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While Loop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steps in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while loop, rather than being based on a range, is based on a condition, and it will continue to loop until the condition is false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780B7D-A9BF-467E-F91A-3B7D6190A330}"/>
              </a:ext>
            </a:extLst>
          </p:cNvPr>
          <p:cNvSpPr/>
          <p:nvPr/>
        </p:nvSpPr>
        <p:spPr>
          <a:xfrm>
            <a:off x="1" y="63619"/>
            <a:ext cx="5056632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WHILE LOOP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66ABAA-281B-AB68-5DDF-64448A72AA5F}"/>
              </a:ext>
            </a:extLst>
          </p:cNvPr>
          <p:cNvSpPr/>
          <p:nvPr/>
        </p:nvSpPr>
        <p:spPr>
          <a:xfrm>
            <a:off x="5883205" y="1863073"/>
            <a:ext cx="5943144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20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while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&gt;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//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467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54FB29-9B8E-8226-C46A-6E40C5F5F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9BFD692-6DD2-D2DC-52AA-09EC530FBC3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3F05D9-A4E3-CFF9-6F1B-82E40C63943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B8F415F-EA93-6CCC-F9C8-EC866E9B5008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56D6CD-EAE0-37F3-09EE-2309D461BCC5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may have noticed that this could allow for a condition that </a:t>
            </a:r>
            <a:r>
              <a:rPr lang="en-US" sz="2800" i="1" dirty="0">
                <a:solidFill>
                  <a:schemeClr val="bg1"/>
                </a:solidFill>
                <a:latin typeface="Bahnschrift" panose="020B0502040204020203" pitchFamily="34" charset="0"/>
              </a:rPr>
              <a:t>never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turns false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is called an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infinite loop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and it’s bad news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program will never stop running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There are a few instances where this can be helpful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tho</a:t>
            </a: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DEB36F-469C-39A4-5589-2E8103909F18}"/>
              </a:ext>
            </a:extLst>
          </p:cNvPr>
          <p:cNvSpPr/>
          <p:nvPr/>
        </p:nvSpPr>
        <p:spPr>
          <a:xfrm>
            <a:off x="1" y="63619"/>
            <a:ext cx="5056632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INFINITE LOOP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1CD7EB-0668-75D5-4A2F-D94189CF9306}"/>
              </a:ext>
            </a:extLst>
          </p:cNvPr>
          <p:cNvSpPr/>
          <p:nvPr/>
        </p:nvSpPr>
        <p:spPr>
          <a:xfrm>
            <a:off x="5883205" y="1863073"/>
            <a:ext cx="5943144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#this is an infinite loop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while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&gt;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"Yeah!"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88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92156-C260-AFDE-FCD8-869E212B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7F6B96E7-2C1F-010C-9FB0-A019FAC7D3B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213B1B-402A-8A45-8DE6-E0DD57A59E9E}"/>
              </a:ext>
            </a:extLst>
          </p:cNvPr>
          <p:cNvSpPr/>
          <p:nvPr/>
        </p:nvSpPr>
        <p:spPr>
          <a:xfrm>
            <a:off x="-454520" y="380929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1D964A3-B86E-D130-5DE7-64E566099179}"/>
              </a:ext>
            </a:extLst>
          </p:cNvPr>
          <p:cNvSpPr/>
          <p:nvPr/>
        </p:nvSpPr>
        <p:spPr>
          <a:xfrm>
            <a:off x="4430101" y="61393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CFE3E5-D1A9-A529-F941-0054110EC63B}"/>
              </a:ext>
            </a:extLst>
          </p:cNvPr>
          <p:cNvSpPr/>
          <p:nvPr/>
        </p:nvSpPr>
        <p:spPr>
          <a:xfrm>
            <a:off x="255923" y="1240466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While loops allow us more flexibility in the conditions that we want to be met for our loop to end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Any logical statements that could go into an If Statement can also go into a While Loop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These are also known as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pre-condition loops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31BE2A-3F08-19C4-83C7-037FB779DFB8}"/>
              </a:ext>
            </a:extLst>
          </p:cNvPr>
          <p:cNvSpPr/>
          <p:nvPr/>
        </p:nvSpPr>
        <p:spPr>
          <a:xfrm>
            <a:off x="1" y="63619"/>
            <a:ext cx="5056632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WHILE LOOPS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B4AC72-A326-B0C3-D838-E30E423C34A6}"/>
              </a:ext>
            </a:extLst>
          </p:cNvPr>
          <p:cNvSpPr/>
          <p:nvPr/>
        </p:nvSpPr>
        <p:spPr>
          <a:xfrm>
            <a:off x="5056633" y="1500899"/>
            <a:ext cx="7046411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num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guess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input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"Guess a number between 1 and 10: 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while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(guess != num):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guess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input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"Incorrect, try again: 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"You got it!"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677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B528FB-6CF7-26B1-E13C-1665F9D8B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AF4FBB0A-BD56-7635-6A9F-A838A07F5F4D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9F41DD3-CFEB-B753-069B-6A1380021B4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89B3E66-B5AF-55D1-5A29-8068BAF3882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05BFE9-B7C7-A819-BDD8-2CBECB0768EE}"/>
              </a:ext>
            </a:extLst>
          </p:cNvPr>
          <p:cNvSpPr/>
          <p:nvPr/>
        </p:nvSpPr>
        <p:spPr>
          <a:xfrm>
            <a:off x="761449" y="1212852"/>
            <a:ext cx="4907832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is also worth noting that ANY For Loop can be written as a While Loop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Why have the For Loop at all?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530E48-6DBF-A005-A616-98DA6F1DB03C}"/>
              </a:ext>
            </a:extLst>
          </p:cNvPr>
          <p:cNvSpPr/>
          <p:nvPr/>
        </p:nvSpPr>
        <p:spPr>
          <a:xfrm>
            <a:off x="1" y="63619"/>
            <a:ext cx="5056632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WHILE LOOPS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FBCD6-F3D7-5192-A537-70816DCF0EF2}"/>
              </a:ext>
            </a:extLst>
          </p:cNvPr>
          <p:cNvSpPr/>
          <p:nvPr/>
        </p:nvSpPr>
        <p:spPr>
          <a:xfrm>
            <a:off x="5883205" y="1863073"/>
            <a:ext cx="5943144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#for loop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for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range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#while loop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while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&lt;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+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027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294FD4-FBCE-2228-CEBF-B361F96B0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D3324BBE-8DC1-649C-90AD-B03BCBC635B9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3A40B87-6242-6885-6B81-FAB3EEB8C89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426EAC-699E-122F-B55B-2A44729ABAC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08EF38-52B6-616B-868E-CBE1693FB35B}"/>
              </a:ext>
            </a:extLst>
          </p:cNvPr>
          <p:cNvSpPr/>
          <p:nvPr/>
        </p:nvSpPr>
        <p:spPr>
          <a:xfrm>
            <a:off x="761449" y="1212852"/>
            <a:ext cx="4907832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also think of While Loops using this flowchart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9A4E48-9183-063E-13ED-C5BFE6E9E92F}"/>
              </a:ext>
            </a:extLst>
          </p:cNvPr>
          <p:cNvSpPr/>
          <p:nvPr/>
        </p:nvSpPr>
        <p:spPr>
          <a:xfrm>
            <a:off x="1" y="63619"/>
            <a:ext cx="5056632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WHILE LOOPS</a:t>
            </a:r>
          </a:p>
        </p:txBody>
      </p:sp>
      <p:pic>
        <p:nvPicPr>
          <p:cNvPr id="3" name="Picture 2" descr="A diagram of a flowchart&#10;&#10;AI-generated content may be incorrect.">
            <a:extLst>
              <a:ext uri="{FF2B5EF4-FFF2-40B4-BE49-F238E27FC236}">
                <a16:creationId xmlns:a16="http://schemas.microsoft.com/office/drawing/2014/main" id="{C2C59932-6349-21E2-486A-99D6480FB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6559" y="2317089"/>
            <a:ext cx="5063163" cy="3544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28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D725E-49EC-7ACB-412D-BEEB1FCF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94C94EB4-DD62-F6DA-3A78-63F912FA0289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EFE1342-30AE-9BF8-3157-13D551274DA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5C4BC9-77B9-5C12-B07C-8BD7B9AAAD09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AFB3C6-A695-54AA-1307-7515A79025CA}"/>
              </a:ext>
            </a:extLst>
          </p:cNvPr>
          <p:cNvSpPr/>
          <p:nvPr/>
        </p:nvSpPr>
        <p:spPr>
          <a:xfrm>
            <a:off x="761449" y="1212852"/>
            <a:ext cx="4907832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Do While Loops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function similarly to While Loops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Instead of checking the condition first, the loop will run once, and then check the conditions to determine if it will loop again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These are relatively situational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466300-2EC9-6410-F0BB-E90641E68543}"/>
              </a:ext>
            </a:extLst>
          </p:cNvPr>
          <p:cNvSpPr/>
          <p:nvPr/>
        </p:nvSpPr>
        <p:spPr>
          <a:xfrm>
            <a:off x="0" y="63619"/>
            <a:ext cx="5166359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DO WHILE LOOPS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7E0C39-483E-738C-3C0A-ADAFF4C653B8}"/>
              </a:ext>
            </a:extLst>
          </p:cNvPr>
          <p:cNvSpPr/>
          <p:nvPr/>
        </p:nvSpPr>
        <p:spPr>
          <a:xfrm>
            <a:off x="5883205" y="1863073"/>
            <a:ext cx="5943144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num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while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(num)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num = num+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if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num &gt;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844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break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025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015A60-4D4C-203E-D321-FA138298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E207D1D-BCAE-6265-A0DB-C56D7A20F2C3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7D82FAC-A53A-5220-73FF-4DC7FE387BC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39013B9-DA36-EBDC-94E3-4EBF94FC6DB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98138B-9CB6-CAA4-46B8-50865F5F4E88}"/>
              </a:ext>
            </a:extLst>
          </p:cNvPr>
          <p:cNvSpPr/>
          <p:nvPr/>
        </p:nvSpPr>
        <p:spPr>
          <a:xfrm>
            <a:off x="761449" y="1212852"/>
            <a:ext cx="4907832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use the following flowchart to visualize the Do While Loop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34A882-6F7E-853C-6659-0B2089FB829E}"/>
              </a:ext>
            </a:extLst>
          </p:cNvPr>
          <p:cNvSpPr/>
          <p:nvPr/>
        </p:nvSpPr>
        <p:spPr>
          <a:xfrm>
            <a:off x="0" y="63619"/>
            <a:ext cx="5166359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DO WHILE LOOPS</a:t>
            </a:r>
          </a:p>
        </p:txBody>
      </p:sp>
      <p:pic>
        <p:nvPicPr>
          <p:cNvPr id="3" name="Picture 2" descr="A diagram of a process&#10;&#10;AI-generated content may be incorrect.">
            <a:extLst>
              <a:ext uri="{FF2B5EF4-FFF2-40B4-BE49-F238E27FC236}">
                <a16:creationId xmlns:a16="http://schemas.microsoft.com/office/drawing/2014/main" id="{5B5DD5B5-3F33-02F3-D500-E55725538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068" y="588160"/>
            <a:ext cx="5343525" cy="557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5BA6D2-661C-629D-3A0B-D8916DF3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B93D669-FD26-373F-CDBC-983ED72E17F3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493F1B6-8034-6006-77FD-6E60A6700CC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B445EE-DFCD-15A2-8253-548969370912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1FA388-F44C-0D62-E127-5DAA237B2FBA}"/>
              </a:ext>
            </a:extLst>
          </p:cNvPr>
          <p:cNvSpPr/>
          <p:nvPr/>
        </p:nvSpPr>
        <p:spPr>
          <a:xfrm>
            <a:off x="825243" y="1120703"/>
            <a:ext cx="10296411" cy="5550244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1: Write a program that asks the user for a number and a Boolean variable. If the Boolean is true, output double the number. If it is false, output the square of the number.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2: Assume the retirement age for men is 65 and women is 62. Write a program that asks the user’s age and gender to determine if they are eligible for retirement. If not, tell them how many more years they have.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3: Write a program to ask the user for two numbers and then output the larger of the two. Tell the user also if they are equal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51E191-FB80-DD01-12DA-A63D6699BDF7}"/>
              </a:ext>
            </a:extLst>
          </p:cNvPr>
          <p:cNvSpPr/>
          <p:nvPr/>
        </p:nvSpPr>
        <p:spPr>
          <a:xfrm>
            <a:off x="-372352" y="59058"/>
            <a:ext cx="8446504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PROGRAMMING ASSIGNMENT</a:t>
            </a:r>
          </a:p>
        </p:txBody>
      </p:sp>
    </p:spTree>
    <p:extLst>
      <p:ext uri="{BB962C8B-B14F-4D97-AF65-F5344CB8AC3E}">
        <p14:creationId xmlns:p14="http://schemas.microsoft.com/office/powerpoint/2010/main" val="510623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2852</TotalTime>
  <Words>1227</Words>
  <Application>Microsoft Office PowerPoint</Application>
  <PresentationFormat>Widescreen</PresentationFormat>
  <Paragraphs>94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Bahnschrift</vt:lpstr>
      <vt:lpstr>Bahnschrift SemiBold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3</cp:revision>
  <dcterms:created xsi:type="dcterms:W3CDTF">2025-08-11T14:07:39Z</dcterms:created>
  <dcterms:modified xsi:type="dcterms:W3CDTF">2025-08-14T18:11:33Z</dcterms:modified>
</cp:coreProperties>
</file>