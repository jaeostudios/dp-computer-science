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87" r:id="rId5"/>
    <p:sldId id="296" r:id="rId6"/>
    <p:sldId id="297" r:id="rId7"/>
    <p:sldId id="298" r:id="rId8"/>
    <p:sldId id="261" r:id="rId9"/>
    <p:sldId id="299" r:id="rId10"/>
    <p:sldId id="300" r:id="rId11"/>
    <p:sldId id="301" r:id="rId12"/>
    <p:sldId id="277" r:id="rId13"/>
    <p:sldId id="302" r:id="rId14"/>
    <p:sldId id="303" r:id="rId15"/>
    <p:sldId id="291" r:id="rId16"/>
    <p:sldId id="304" r:id="rId17"/>
    <p:sldId id="288" r:id="rId18"/>
    <p:sldId id="307" r:id="rId19"/>
    <p:sldId id="306" r:id="rId20"/>
    <p:sldId id="305" r:id="rId21"/>
    <p:sldId id="308" r:id="rId22"/>
    <p:sldId id="276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74F3F"/>
    <a:srgbClr val="326648"/>
    <a:srgbClr val="388049"/>
    <a:srgbClr val="2A4C4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184EEC-996A-44E9-99A4-F6031595A74F}" v="52" dt="2025-08-14T18:11:32.62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00" autoAdjust="0"/>
    <p:restoredTop sz="94660"/>
  </p:normalViewPr>
  <p:slideViewPr>
    <p:cSldViewPr snapToGrid="0">
      <p:cViewPr varScale="1">
        <p:scale>
          <a:sx n="93" d="100"/>
          <a:sy n="93" d="100"/>
        </p:scale>
        <p:origin x="4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Hill" userId="41dba03d-e58d-4389-9894-554c10310ba4" providerId="ADAL" clId="{5A184EEC-996A-44E9-99A4-F6031595A74F}"/>
    <pc:docChg chg="undo custSel addSld delSld modSld sldOrd">
      <pc:chgData name="Michael Hill" userId="41dba03d-e58d-4389-9894-554c10310ba4" providerId="ADAL" clId="{5A184EEC-996A-44E9-99A4-F6031595A74F}" dt="2025-08-15T14:35:39.691" v="4564" actId="20577"/>
      <pc:docMkLst>
        <pc:docMk/>
      </pc:docMkLst>
      <pc:sldChg chg="modSp mod modAnim">
        <pc:chgData name="Michael Hill" userId="41dba03d-e58d-4389-9894-554c10310ba4" providerId="ADAL" clId="{5A184EEC-996A-44E9-99A4-F6031595A74F}" dt="2025-08-15T14:29:43.493" v="4447" actId="20577"/>
        <pc:sldMkLst>
          <pc:docMk/>
          <pc:sldMk cId="1878848435" sldId="256"/>
        </pc:sldMkLst>
        <pc:spChg chg="mod">
          <ac:chgData name="Michael Hill" userId="41dba03d-e58d-4389-9894-554c10310ba4" providerId="ADAL" clId="{5A184EEC-996A-44E9-99A4-F6031595A74F}" dt="2025-08-15T14:29:43.493" v="4447" actId="20577"/>
          <ac:spMkLst>
            <pc:docMk/>
            <pc:sldMk cId="1878848435" sldId="256"/>
            <ac:spMk id="5" creationId="{18C18ECD-1A29-4735-FBF9-2230E3FED94F}"/>
          </ac:spMkLst>
        </pc:spChg>
        <pc:spChg chg="mod">
          <ac:chgData name="Michael Hill" userId="41dba03d-e58d-4389-9894-554c10310ba4" providerId="ADAL" clId="{5A184EEC-996A-44E9-99A4-F6031595A74F}" dt="2025-08-15T14:29:42.555" v="4445" actId="20577"/>
          <ac:spMkLst>
            <pc:docMk/>
            <pc:sldMk cId="1878848435" sldId="256"/>
            <ac:spMk id="6" creationId="{945BB639-AC69-FE40-4352-5D3077A94591}"/>
          </ac:spMkLst>
        </pc:spChg>
      </pc:sldChg>
      <pc:sldChg chg="modSp mod modAnim">
        <pc:chgData name="Michael Hill" userId="41dba03d-e58d-4389-9894-554c10310ba4" providerId="ADAL" clId="{5A184EEC-996A-44E9-99A4-F6031595A74F}" dt="2025-08-14T18:11:14.809" v="4428"/>
        <pc:sldMkLst>
          <pc:docMk/>
          <pc:sldMk cId="854122100" sldId="257"/>
        </pc:sldMkLst>
        <pc:spChg chg="mod">
          <ac:chgData name="Michael Hill" userId="41dba03d-e58d-4389-9894-554c10310ba4" providerId="ADAL" clId="{5A184EEC-996A-44E9-99A4-F6031595A74F}" dt="2025-08-13T13:40:10.257" v="4426" actId="208"/>
          <ac:spMkLst>
            <pc:docMk/>
            <pc:sldMk cId="854122100" sldId="257"/>
            <ac:spMk id="7" creationId="{E03133FC-E875-8442-9063-C305CC0BFB20}"/>
          </ac:spMkLst>
        </pc:spChg>
        <pc:spChg chg="mod">
          <ac:chgData name="Michael Hill" userId="41dba03d-e58d-4389-9894-554c10310ba4" providerId="ADAL" clId="{5A184EEC-996A-44E9-99A4-F6031595A74F}" dt="2025-08-12T13:19:16.797" v="394" actId="20577"/>
          <ac:spMkLst>
            <pc:docMk/>
            <pc:sldMk cId="854122100" sldId="257"/>
            <ac:spMk id="8" creationId="{4D7671A2-401B-58C3-4049-2F9F2E07BD91}"/>
          </ac:spMkLst>
        </pc:spChg>
      </pc:sldChg>
      <pc:sldChg chg="modSp mod modAnim">
        <pc:chgData name="Michael Hill" userId="41dba03d-e58d-4389-9894-554c10310ba4" providerId="ADAL" clId="{5A184EEC-996A-44E9-99A4-F6031595A74F}" dt="2025-08-14T18:11:18.887" v="4429"/>
        <pc:sldMkLst>
          <pc:docMk/>
          <pc:sldMk cId="1910594286" sldId="258"/>
        </pc:sldMkLst>
        <pc:spChg chg="mod">
          <ac:chgData name="Michael Hill" userId="41dba03d-e58d-4389-9894-554c10310ba4" providerId="ADAL" clId="{5A184EEC-996A-44E9-99A4-F6031595A74F}" dt="2025-08-12T13:15:53.746" v="356" actId="20577"/>
          <ac:spMkLst>
            <pc:docMk/>
            <pc:sldMk cId="1910594286" sldId="258"/>
            <ac:spMk id="8" creationId="{9D3B4A7A-A70B-0C4A-C7FF-462ADF36D440}"/>
          </ac:spMkLst>
        </pc:spChg>
      </pc:sldChg>
      <pc:sldChg chg="addSp delSp modSp mod">
        <pc:chgData name="Michael Hill" userId="41dba03d-e58d-4389-9894-554c10310ba4" providerId="ADAL" clId="{5A184EEC-996A-44E9-99A4-F6031595A74F}" dt="2025-08-12T14:11:15.241" v="3797" actId="207"/>
        <pc:sldMkLst>
          <pc:docMk/>
          <pc:sldMk cId="3307172092" sldId="261"/>
        </pc:sldMkLst>
        <pc:spChg chg="mod">
          <ac:chgData name="Michael Hill" userId="41dba03d-e58d-4389-9894-554c10310ba4" providerId="ADAL" clId="{5A184EEC-996A-44E9-99A4-F6031595A74F}" dt="2025-08-12T13:33:17.279" v="1484" actId="1076"/>
          <ac:spMkLst>
            <pc:docMk/>
            <pc:sldMk cId="3307172092" sldId="261"/>
            <ac:spMk id="5" creationId="{403C02FC-7E07-3A7E-6B2B-FD078F0B388B}"/>
          </ac:spMkLst>
        </pc:spChg>
        <pc:spChg chg="mod">
          <ac:chgData name="Michael Hill" userId="41dba03d-e58d-4389-9894-554c10310ba4" providerId="ADAL" clId="{5A184EEC-996A-44E9-99A4-F6031595A74F}" dt="2025-08-12T14:11:15.241" v="3797" actId="207"/>
          <ac:spMkLst>
            <pc:docMk/>
            <pc:sldMk cId="3307172092" sldId="261"/>
            <ac:spMk id="8" creationId="{376C31C9-62DC-3675-D099-2F45431523AD}"/>
          </ac:spMkLst>
        </pc:spChg>
        <pc:spChg chg="add mod">
          <ac:chgData name="Michael Hill" userId="41dba03d-e58d-4389-9894-554c10310ba4" providerId="ADAL" clId="{5A184EEC-996A-44E9-99A4-F6031595A74F}" dt="2025-08-12T13:40:31.486" v="1648" actId="2711"/>
          <ac:spMkLst>
            <pc:docMk/>
            <pc:sldMk cId="3307172092" sldId="261"/>
            <ac:spMk id="11" creationId="{7B456498-B9E2-4B79-A91D-F6C15F0622FF}"/>
          </ac:spMkLst>
        </pc:spChg>
      </pc:sldChg>
      <pc:sldChg chg="modSp mod">
        <pc:chgData name="Michael Hill" userId="41dba03d-e58d-4389-9894-554c10310ba4" providerId="ADAL" clId="{5A184EEC-996A-44E9-99A4-F6031595A74F}" dt="2025-08-15T14:35:39.691" v="4564" actId="20577"/>
        <pc:sldMkLst>
          <pc:docMk/>
          <pc:sldMk cId="510623671" sldId="276"/>
        </pc:sldMkLst>
        <pc:spChg chg="mod">
          <ac:chgData name="Michael Hill" userId="41dba03d-e58d-4389-9894-554c10310ba4" providerId="ADAL" clId="{5A184EEC-996A-44E9-99A4-F6031595A74F}" dt="2025-08-13T13:33:31.759" v="4425" actId="1076"/>
          <ac:spMkLst>
            <pc:docMk/>
            <pc:sldMk cId="510623671" sldId="276"/>
            <ac:spMk id="5" creationId="{7A51E191-FB80-DD01-12DA-A63D6699BDF7}"/>
          </ac:spMkLst>
        </pc:spChg>
        <pc:spChg chg="mod">
          <ac:chgData name="Michael Hill" userId="41dba03d-e58d-4389-9894-554c10310ba4" providerId="ADAL" clId="{5A184EEC-996A-44E9-99A4-F6031595A74F}" dt="2025-08-15T14:35:39.691" v="4564" actId="20577"/>
          <ac:spMkLst>
            <pc:docMk/>
            <pc:sldMk cId="510623671" sldId="276"/>
            <ac:spMk id="8" creationId="{0D1FA388-F44C-0D62-E127-5DAA237B2FBA}"/>
          </ac:spMkLst>
        </pc:spChg>
      </pc:sldChg>
      <pc:sldChg chg="modSp mod">
        <pc:chgData name="Michael Hill" userId="41dba03d-e58d-4389-9894-554c10310ba4" providerId="ADAL" clId="{5A184EEC-996A-44E9-99A4-F6031595A74F}" dt="2025-08-12T13:52:04.695" v="2669" actId="207"/>
        <pc:sldMkLst>
          <pc:docMk/>
          <pc:sldMk cId="1427619156" sldId="277"/>
        </pc:sldMkLst>
        <pc:spChg chg="mod">
          <ac:chgData name="Michael Hill" userId="41dba03d-e58d-4389-9894-554c10310ba4" providerId="ADAL" clId="{5A184EEC-996A-44E9-99A4-F6031595A74F}" dt="2025-08-12T13:50:38.204" v="2442" actId="20577"/>
          <ac:spMkLst>
            <pc:docMk/>
            <pc:sldMk cId="1427619156" sldId="277"/>
            <ac:spMk id="5" creationId="{4CD674A8-D224-2DB1-5A2A-15A3048FC598}"/>
          </ac:spMkLst>
        </pc:spChg>
        <pc:spChg chg="mod">
          <ac:chgData name="Michael Hill" userId="41dba03d-e58d-4389-9894-554c10310ba4" providerId="ADAL" clId="{5A184EEC-996A-44E9-99A4-F6031595A74F}" dt="2025-08-12T13:52:04.695" v="2669" actId="207"/>
          <ac:spMkLst>
            <pc:docMk/>
            <pc:sldMk cId="1427619156" sldId="277"/>
            <ac:spMk id="8" creationId="{D312D47B-2998-DDEE-40F9-18FAE493C6FB}"/>
          </ac:spMkLst>
        </pc:spChg>
      </pc:sldChg>
      <pc:sldChg chg="del">
        <pc:chgData name="Michael Hill" userId="41dba03d-e58d-4389-9894-554c10310ba4" providerId="ADAL" clId="{5A184EEC-996A-44E9-99A4-F6031595A74F}" dt="2025-08-12T16:36:00.583" v="4401" actId="47"/>
        <pc:sldMkLst>
          <pc:docMk/>
          <pc:sldMk cId="3967522526" sldId="278"/>
        </pc:sldMkLst>
      </pc:sldChg>
      <pc:sldChg chg="addSp delSp modSp mod modAnim">
        <pc:chgData name="Michael Hill" userId="41dba03d-e58d-4389-9894-554c10310ba4" providerId="ADAL" clId="{5A184EEC-996A-44E9-99A4-F6031595A74F}" dt="2025-08-14T18:11:24.373" v="4430"/>
        <pc:sldMkLst>
          <pc:docMk/>
          <pc:sldMk cId="2098128014" sldId="287"/>
        </pc:sldMkLst>
        <pc:spChg chg="mod">
          <ac:chgData name="Michael Hill" userId="41dba03d-e58d-4389-9894-554c10310ba4" providerId="ADAL" clId="{5A184EEC-996A-44E9-99A4-F6031595A74F}" dt="2025-08-12T13:18:43.198" v="369" actId="1076"/>
          <ac:spMkLst>
            <pc:docMk/>
            <pc:sldMk cId="2098128014" sldId="287"/>
            <ac:spMk id="2" creationId="{C08FB888-0AB5-FFCE-3B03-42E730CCD99C}"/>
          </ac:spMkLst>
        </pc:spChg>
        <pc:picChg chg="mod">
          <ac:chgData name="Michael Hill" userId="41dba03d-e58d-4389-9894-554c10310ba4" providerId="ADAL" clId="{5A184EEC-996A-44E9-99A4-F6031595A74F}" dt="2025-08-12T13:18:36.595" v="367" actId="1076"/>
          <ac:picMkLst>
            <pc:docMk/>
            <pc:sldMk cId="2098128014" sldId="287"/>
            <ac:picMk id="19" creationId="{7FCFCCE3-C51B-5BE3-133A-CC40A8792F61}"/>
          </ac:picMkLst>
        </pc:picChg>
      </pc:sldChg>
      <pc:sldChg chg="addSp delSp modSp mod">
        <pc:chgData name="Michael Hill" userId="41dba03d-e58d-4389-9894-554c10310ba4" providerId="ADAL" clId="{5A184EEC-996A-44E9-99A4-F6031595A74F}" dt="2025-08-12T16:11:37.232" v="3973" actId="478"/>
        <pc:sldMkLst>
          <pc:docMk/>
          <pc:sldMk cId="3906770352" sldId="288"/>
        </pc:sldMkLst>
        <pc:spChg chg="mod">
          <ac:chgData name="Michael Hill" userId="41dba03d-e58d-4389-9894-554c10310ba4" providerId="ADAL" clId="{5A184EEC-996A-44E9-99A4-F6031595A74F}" dt="2025-08-12T14:15:41.281" v="3816" actId="20577"/>
          <ac:spMkLst>
            <pc:docMk/>
            <pc:sldMk cId="3906770352" sldId="288"/>
            <ac:spMk id="2" creationId="{BDB4AC72-A326-B0C3-D838-E30E423C34A6}"/>
          </ac:spMkLst>
        </pc:spChg>
        <pc:spChg chg="mod">
          <ac:chgData name="Michael Hill" userId="41dba03d-e58d-4389-9894-554c10310ba4" providerId="ADAL" clId="{5A184EEC-996A-44E9-99A4-F6031595A74F}" dt="2025-08-12T14:10:01.240" v="3496" actId="20577"/>
          <ac:spMkLst>
            <pc:docMk/>
            <pc:sldMk cId="3906770352" sldId="288"/>
            <ac:spMk id="5" creationId="{9331BE2A-3F08-19C4-83C7-037FB779DFB8}"/>
          </ac:spMkLst>
        </pc:spChg>
        <pc:spChg chg="mod">
          <ac:chgData name="Michael Hill" userId="41dba03d-e58d-4389-9894-554c10310ba4" providerId="ADAL" clId="{5A184EEC-996A-44E9-99A4-F6031595A74F}" dt="2025-08-12T14:15:17.733" v="3811" actId="1076"/>
          <ac:spMkLst>
            <pc:docMk/>
            <pc:sldMk cId="3906770352" sldId="288"/>
            <ac:spMk id="7" creationId="{81D964A3-B86E-D130-5DE7-64E566099179}"/>
          </ac:spMkLst>
        </pc:spChg>
        <pc:spChg chg="mod">
          <ac:chgData name="Michael Hill" userId="41dba03d-e58d-4389-9894-554c10310ba4" providerId="ADAL" clId="{5A184EEC-996A-44E9-99A4-F6031595A74F}" dt="2025-08-12T14:15:12.652" v="3809" actId="1076"/>
          <ac:spMkLst>
            <pc:docMk/>
            <pc:sldMk cId="3906770352" sldId="288"/>
            <ac:spMk id="8" creationId="{F1CFE3E5-D1A9-A529-F941-0054110EC63B}"/>
          </ac:spMkLst>
        </pc:spChg>
        <pc:spChg chg="mod">
          <ac:chgData name="Michael Hill" userId="41dba03d-e58d-4389-9894-554c10310ba4" providerId="ADAL" clId="{5A184EEC-996A-44E9-99A4-F6031595A74F}" dt="2025-08-12T14:15:16.437" v="3810" actId="1076"/>
          <ac:spMkLst>
            <pc:docMk/>
            <pc:sldMk cId="3906770352" sldId="288"/>
            <ac:spMk id="9" creationId="{76213B1B-402A-8A45-8DE6-E0DD57A59E9E}"/>
          </ac:spMkLst>
        </pc:spChg>
      </pc:sldChg>
      <pc:sldChg chg="delSp del">
        <pc:chgData name="Michael Hill" userId="41dba03d-e58d-4389-9894-554c10310ba4" providerId="ADAL" clId="{5A184EEC-996A-44E9-99A4-F6031595A74F}" dt="2025-08-12T16:36:00.583" v="4401" actId="47"/>
        <pc:sldMkLst>
          <pc:docMk/>
          <pc:sldMk cId="3389016344" sldId="289"/>
        </pc:sldMkLst>
      </pc:sldChg>
      <pc:sldChg chg="del">
        <pc:chgData name="Michael Hill" userId="41dba03d-e58d-4389-9894-554c10310ba4" providerId="ADAL" clId="{5A184EEC-996A-44E9-99A4-F6031595A74F}" dt="2025-08-12T16:36:00.583" v="4401" actId="47"/>
        <pc:sldMkLst>
          <pc:docMk/>
          <pc:sldMk cId="1215668918" sldId="290"/>
        </pc:sldMkLst>
      </pc:sldChg>
      <pc:sldChg chg="addSp delSp modSp mod">
        <pc:chgData name="Michael Hill" userId="41dba03d-e58d-4389-9894-554c10310ba4" providerId="ADAL" clId="{5A184EEC-996A-44E9-99A4-F6031595A74F}" dt="2025-08-12T14:07:52.723" v="3304" actId="207"/>
        <pc:sldMkLst>
          <pc:docMk/>
          <pc:sldMk cId="2527467720" sldId="291"/>
        </pc:sldMkLst>
        <pc:spChg chg="mod">
          <ac:chgData name="Michael Hill" userId="41dba03d-e58d-4389-9894-554c10310ba4" providerId="ADAL" clId="{5A184EEC-996A-44E9-99A4-F6031595A74F}" dt="2025-08-12T14:04:32.068" v="2919" actId="20577"/>
          <ac:spMkLst>
            <pc:docMk/>
            <pc:sldMk cId="2527467720" sldId="291"/>
            <ac:spMk id="5" creationId="{B4780B7D-A9BF-467E-F91A-3B7D6190A330}"/>
          </ac:spMkLst>
        </pc:spChg>
        <pc:spChg chg="mod">
          <ac:chgData name="Michael Hill" userId="41dba03d-e58d-4389-9894-554c10310ba4" providerId="ADAL" clId="{5A184EEC-996A-44E9-99A4-F6031595A74F}" dt="2025-08-12T14:07:52.723" v="3304" actId="207"/>
          <ac:spMkLst>
            <pc:docMk/>
            <pc:sldMk cId="2527467720" sldId="291"/>
            <ac:spMk id="8" creationId="{59BBBBE1-DF35-1F47-88C5-6BFF9F74DAAB}"/>
          </ac:spMkLst>
        </pc:spChg>
        <pc:spChg chg="add mod">
          <ac:chgData name="Michael Hill" userId="41dba03d-e58d-4389-9894-554c10310ba4" providerId="ADAL" clId="{5A184EEC-996A-44E9-99A4-F6031595A74F}" dt="2025-08-12T14:07:15.595" v="3203" actId="2711"/>
          <ac:spMkLst>
            <pc:docMk/>
            <pc:sldMk cId="2527467720" sldId="291"/>
            <ac:spMk id="11" creationId="{9266ABAA-281B-AB68-5DDF-64448A72AA5F}"/>
          </ac:spMkLst>
        </pc:spChg>
      </pc:sldChg>
      <pc:sldChg chg="del">
        <pc:chgData name="Michael Hill" userId="41dba03d-e58d-4389-9894-554c10310ba4" providerId="ADAL" clId="{5A184EEC-996A-44E9-99A4-F6031595A74F}" dt="2025-08-12T16:36:00.583" v="4401" actId="47"/>
        <pc:sldMkLst>
          <pc:docMk/>
          <pc:sldMk cId="4163780656" sldId="292"/>
        </pc:sldMkLst>
      </pc:sldChg>
      <pc:sldChg chg="del">
        <pc:chgData name="Michael Hill" userId="41dba03d-e58d-4389-9894-554c10310ba4" providerId="ADAL" clId="{5A184EEC-996A-44E9-99A4-F6031595A74F}" dt="2025-08-12T16:36:00.583" v="4401" actId="47"/>
        <pc:sldMkLst>
          <pc:docMk/>
          <pc:sldMk cId="1886635001" sldId="293"/>
        </pc:sldMkLst>
      </pc:sldChg>
      <pc:sldChg chg="del">
        <pc:chgData name="Michael Hill" userId="41dba03d-e58d-4389-9894-554c10310ba4" providerId="ADAL" clId="{5A184EEC-996A-44E9-99A4-F6031595A74F}" dt="2025-08-12T16:36:00.583" v="4401" actId="47"/>
        <pc:sldMkLst>
          <pc:docMk/>
          <pc:sldMk cId="159126419" sldId="294"/>
        </pc:sldMkLst>
      </pc:sldChg>
      <pc:sldChg chg="del">
        <pc:chgData name="Michael Hill" userId="41dba03d-e58d-4389-9894-554c10310ba4" providerId="ADAL" clId="{5A184EEC-996A-44E9-99A4-F6031595A74F}" dt="2025-08-12T16:36:00.583" v="4401" actId="47"/>
        <pc:sldMkLst>
          <pc:docMk/>
          <pc:sldMk cId="1730217754" sldId="295"/>
        </pc:sldMkLst>
      </pc:sldChg>
      <pc:sldChg chg="modSp add mod ord modAnim">
        <pc:chgData name="Michael Hill" userId="41dba03d-e58d-4389-9894-554c10310ba4" providerId="ADAL" clId="{5A184EEC-996A-44E9-99A4-F6031595A74F}" dt="2025-08-14T18:11:32.621" v="4431"/>
        <pc:sldMkLst>
          <pc:docMk/>
          <pc:sldMk cId="1115561923" sldId="296"/>
        </pc:sldMkLst>
        <pc:spChg chg="mod">
          <ac:chgData name="Michael Hill" userId="41dba03d-e58d-4389-9894-554c10310ba4" providerId="ADAL" clId="{5A184EEC-996A-44E9-99A4-F6031595A74F}" dt="2025-08-12T13:19:57.232" v="445" actId="14100"/>
          <ac:spMkLst>
            <pc:docMk/>
            <pc:sldMk cId="1115561923" sldId="296"/>
            <ac:spMk id="5" creationId="{E7C36B6E-C7A9-A4FD-E620-C5311C6F21D8}"/>
          </ac:spMkLst>
        </pc:spChg>
        <pc:spChg chg="mod">
          <ac:chgData name="Michael Hill" userId="41dba03d-e58d-4389-9894-554c10310ba4" providerId="ADAL" clId="{5A184EEC-996A-44E9-99A4-F6031595A74F}" dt="2025-08-12T13:21:20.507" v="742" actId="20577"/>
          <ac:spMkLst>
            <pc:docMk/>
            <pc:sldMk cId="1115561923" sldId="296"/>
            <ac:spMk id="8" creationId="{F5B9035B-30AE-5146-EAAA-4FE8A28402EB}"/>
          </ac:spMkLst>
        </pc:spChg>
      </pc:sldChg>
      <pc:sldChg chg="modSp add mod">
        <pc:chgData name="Michael Hill" userId="41dba03d-e58d-4389-9894-554c10310ba4" providerId="ADAL" clId="{5A184EEC-996A-44E9-99A4-F6031595A74F}" dt="2025-08-12T13:29:39.982" v="1111" actId="20577"/>
        <pc:sldMkLst>
          <pc:docMk/>
          <pc:sldMk cId="2900713034" sldId="297"/>
        </pc:sldMkLst>
        <pc:spChg chg="mod">
          <ac:chgData name="Michael Hill" userId="41dba03d-e58d-4389-9894-554c10310ba4" providerId="ADAL" clId="{5A184EEC-996A-44E9-99A4-F6031595A74F}" dt="2025-08-12T13:29:39.982" v="1111" actId="20577"/>
          <ac:spMkLst>
            <pc:docMk/>
            <pc:sldMk cId="2900713034" sldId="297"/>
            <ac:spMk id="8" creationId="{DD111025-BBE1-4C2E-2DAB-E33FA1287F45}"/>
          </ac:spMkLst>
        </pc:spChg>
      </pc:sldChg>
      <pc:sldChg chg="modSp add mod">
        <pc:chgData name="Michael Hill" userId="41dba03d-e58d-4389-9894-554c10310ba4" providerId="ADAL" clId="{5A184EEC-996A-44E9-99A4-F6031595A74F}" dt="2025-08-12T13:33:06.487" v="1470" actId="20577"/>
        <pc:sldMkLst>
          <pc:docMk/>
          <pc:sldMk cId="4285025105" sldId="298"/>
        </pc:sldMkLst>
        <pc:spChg chg="mod">
          <ac:chgData name="Michael Hill" userId="41dba03d-e58d-4389-9894-554c10310ba4" providerId="ADAL" clId="{5A184EEC-996A-44E9-99A4-F6031595A74F}" dt="2025-08-12T13:32:10.477" v="1118" actId="14100"/>
          <ac:spMkLst>
            <pc:docMk/>
            <pc:sldMk cId="4285025105" sldId="298"/>
            <ac:spMk id="5" creationId="{C51124FF-9FE7-094C-88EB-80C571873105}"/>
          </ac:spMkLst>
        </pc:spChg>
        <pc:spChg chg="mod">
          <ac:chgData name="Michael Hill" userId="41dba03d-e58d-4389-9894-554c10310ba4" providerId="ADAL" clId="{5A184EEC-996A-44E9-99A4-F6031595A74F}" dt="2025-08-12T13:33:06.487" v="1470" actId="20577"/>
          <ac:spMkLst>
            <pc:docMk/>
            <pc:sldMk cId="4285025105" sldId="298"/>
            <ac:spMk id="8" creationId="{FCEF7061-0F41-BCD9-B3EA-9E61F581B7D3}"/>
          </ac:spMkLst>
        </pc:spChg>
      </pc:sldChg>
      <pc:sldChg chg="delSp modSp add mod">
        <pc:chgData name="Michael Hill" userId="41dba03d-e58d-4389-9894-554c10310ba4" providerId="ADAL" clId="{5A184EEC-996A-44E9-99A4-F6031595A74F}" dt="2025-08-12T13:47:00.173" v="2351" actId="478"/>
        <pc:sldMkLst>
          <pc:docMk/>
          <pc:sldMk cId="1414907375" sldId="299"/>
        </pc:sldMkLst>
        <pc:spChg chg="mod">
          <ac:chgData name="Michael Hill" userId="41dba03d-e58d-4389-9894-554c10310ba4" providerId="ADAL" clId="{5A184EEC-996A-44E9-99A4-F6031595A74F}" dt="2025-08-12T13:42:35.596" v="1962" actId="14100"/>
          <ac:spMkLst>
            <pc:docMk/>
            <pc:sldMk cId="1414907375" sldId="299"/>
            <ac:spMk id="8" creationId="{663A458C-3F91-A00F-4F91-FC1FFD71A6EC}"/>
          </ac:spMkLst>
        </pc:spChg>
      </pc:sldChg>
      <pc:sldChg chg="addSp delSp modSp add mod">
        <pc:chgData name="Michael Hill" userId="41dba03d-e58d-4389-9894-554c10310ba4" providerId="ADAL" clId="{5A184EEC-996A-44E9-99A4-F6031595A74F}" dt="2025-08-12T13:47:12.759" v="2354" actId="14100"/>
        <pc:sldMkLst>
          <pc:docMk/>
          <pc:sldMk cId="3717844468" sldId="300"/>
        </pc:sldMkLst>
        <pc:spChg chg="mod">
          <ac:chgData name="Michael Hill" userId="41dba03d-e58d-4389-9894-554c10310ba4" providerId="ADAL" clId="{5A184EEC-996A-44E9-99A4-F6031595A74F}" dt="2025-08-12T13:46:11.153" v="2345" actId="20577"/>
          <ac:spMkLst>
            <pc:docMk/>
            <pc:sldMk cId="3717844468" sldId="300"/>
            <ac:spMk id="8" creationId="{041B5D3B-8E2C-112B-F405-E1B50EF91FFF}"/>
          </ac:spMkLst>
        </pc:spChg>
        <pc:spChg chg="mod">
          <ac:chgData name="Michael Hill" userId="41dba03d-e58d-4389-9894-554c10310ba4" providerId="ADAL" clId="{5A184EEC-996A-44E9-99A4-F6031595A74F}" dt="2025-08-12T13:47:12.759" v="2354" actId="14100"/>
          <ac:spMkLst>
            <pc:docMk/>
            <pc:sldMk cId="3717844468" sldId="300"/>
            <ac:spMk id="11" creationId="{1B47CBE4-DCF8-F4D8-8402-354D2410BB90}"/>
          </ac:spMkLst>
        </pc:spChg>
      </pc:sldChg>
      <pc:sldChg chg="delSp modSp add mod">
        <pc:chgData name="Michael Hill" userId="41dba03d-e58d-4389-9894-554c10310ba4" providerId="ADAL" clId="{5A184EEC-996A-44E9-99A4-F6031595A74F}" dt="2025-08-12T13:48:08.210" v="2434" actId="1076"/>
        <pc:sldMkLst>
          <pc:docMk/>
          <pc:sldMk cId="149963755" sldId="301"/>
        </pc:sldMkLst>
        <pc:spChg chg="mod">
          <ac:chgData name="Michael Hill" userId="41dba03d-e58d-4389-9894-554c10310ba4" providerId="ADAL" clId="{5A184EEC-996A-44E9-99A4-F6031595A74F}" dt="2025-08-12T13:47:49.978" v="2363" actId="20577"/>
          <ac:spMkLst>
            <pc:docMk/>
            <pc:sldMk cId="149963755" sldId="301"/>
            <ac:spMk id="5" creationId="{2A8FE401-D95D-9D5A-59F9-7B955F6C84EB}"/>
          </ac:spMkLst>
        </pc:spChg>
        <pc:spChg chg="mod">
          <ac:chgData name="Michael Hill" userId="41dba03d-e58d-4389-9894-554c10310ba4" providerId="ADAL" clId="{5A184EEC-996A-44E9-99A4-F6031595A74F}" dt="2025-08-12T13:48:00.574" v="2432" actId="20577"/>
          <ac:spMkLst>
            <pc:docMk/>
            <pc:sldMk cId="149963755" sldId="301"/>
            <ac:spMk id="8" creationId="{347CE3DE-A7A6-FC47-BB5A-8204DC0FF0E6}"/>
          </ac:spMkLst>
        </pc:spChg>
        <pc:spChg chg="mod">
          <ac:chgData name="Michael Hill" userId="41dba03d-e58d-4389-9894-554c10310ba4" providerId="ADAL" clId="{5A184EEC-996A-44E9-99A4-F6031595A74F}" dt="2025-08-12T13:48:08.210" v="2434" actId="1076"/>
          <ac:spMkLst>
            <pc:docMk/>
            <pc:sldMk cId="149963755" sldId="301"/>
            <ac:spMk id="12" creationId="{CD321FAF-B486-805C-D8EA-EDFEB92DEBB1}"/>
          </ac:spMkLst>
        </pc:spChg>
      </pc:sldChg>
      <pc:sldChg chg="addSp delSp modSp add mod">
        <pc:chgData name="Michael Hill" userId="41dba03d-e58d-4389-9894-554c10310ba4" providerId="ADAL" clId="{5A184EEC-996A-44E9-99A4-F6031595A74F}" dt="2025-08-12T14:03:55.739" v="2812" actId="1076"/>
        <pc:sldMkLst>
          <pc:docMk/>
          <pc:sldMk cId="224491146" sldId="302"/>
        </pc:sldMkLst>
        <pc:spChg chg="mod">
          <ac:chgData name="Michael Hill" userId="41dba03d-e58d-4389-9894-554c10310ba4" providerId="ADAL" clId="{5A184EEC-996A-44E9-99A4-F6031595A74F}" dt="2025-08-12T14:03:41.453" v="2784" actId="1076"/>
          <ac:spMkLst>
            <pc:docMk/>
            <pc:sldMk cId="224491146" sldId="302"/>
            <ac:spMk id="2" creationId="{1A5BDBEB-E8E4-4E17-E9E8-ED6086EA3ECA}"/>
          </ac:spMkLst>
        </pc:spChg>
        <pc:spChg chg="mod">
          <ac:chgData name="Michael Hill" userId="41dba03d-e58d-4389-9894-554c10310ba4" providerId="ADAL" clId="{5A184EEC-996A-44E9-99A4-F6031595A74F}" dt="2025-08-12T14:03:55.739" v="2812" actId="1076"/>
          <ac:spMkLst>
            <pc:docMk/>
            <pc:sldMk cId="224491146" sldId="302"/>
            <ac:spMk id="5" creationId="{CB45B47B-CFC9-6587-EBA7-A649BDC9B8CE}"/>
          </ac:spMkLst>
        </pc:spChg>
        <pc:spChg chg="mod">
          <ac:chgData name="Michael Hill" userId="41dba03d-e58d-4389-9894-554c10310ba4" providerId="ADAL" clId="{5A184EEC-996A-44E9-99A4-F6031595A74F}" dt="2025-08-12T13:55:57.980" v="2777" actId="20577"/>
          <ac:spMkLst>
            <pc:docMk/>
            <pc:sldMk cId="224491146" sldId="302"/>
            <ac:spMk id="8" creationId="{AEA4D0DA-FC07-BCC8-974C-51DC66CC5B64}"/>
          </ac:spMkLst>
        </pc:spChg>
      </pc:sldChg>
      <pc:sldChg chg="addSp delSp modSp add mod">
        <pc:chgData name="Michael Hill" userId="41dba03d-e58d-4389-9894-554c10310ba4" providerId="ADAL" clId="{5A184EEC-996A-44E9-99A4-F6031595A74F}" dt="2025-08-12T14:04:27.802" v="2909" actId="20577"/>
        <pc:sldMkLst>
          <pc:docMk/>
          <pc:sldMk cId="706074467" sldId="303"/>
        </pc:sldMkLst>
        <pc:spChg chg="mod">
          <ac:chgData name="Michael Hill" userId="41dba03d-e58d-4389-9894-554c10310ba4" providerId="ADAL" clId="{5A184EEC-996A-44E9-99A4-F6031595A74F}" dt="2025-08-12T14:04:02.715" v="2832" actId="20577"/>
          <ac:spMkLst>
            <pc:docMk/>
            <pc:sldMk cId="706074467" sldId="303"/>
            <ac:spMk id="5" creationId="{A9C9CF07-9ED4-746E-6DC6-C1869359E8D7}"/>
          </ac:spMkLst>
        </pc:spChg>
        <pc:spChg chg="mod">
          <ac:chgData name="Michael Hill" userId="41dba03d-e58d-4389-9894-554c10310ba4" providerId="ADAL" clId="{5A184EEC-996A-44E9-99A4-F6031595A74F}" dt="2025-08-12T14:04:27.802" v="2909" actId="20577"/>
          <ac:spMkLst>
            <pc:docMk/>
            <pc:sldMk cId="706074467" sldId="303"/>
            <ac:spMk id="8" creationId="{DE9A50A2-5E4C-C756-8CAD-6088C74C907F}"/>
          </ac:spMkLst>
        </pc:spChg>
        <pc:picChg chg="add mod">
          <ac:chgData name="Michael Hill" userId="41dba03d-e58d-4389-9894-554c10310ba4" providerId="ADAL" clId="{5A184EEC-996A-44E9-99A4-F6031595A74F}" dt="2025-08-12T14:04:16.076" v="2838" actId="1076"/>
          <ac:picMkLst>
            <pc:docMk/>
            <pc:sldMk cId="706074467" sldId="303"/>
            <ac:picMk id="4" creationId="{B15DE5B6-38D7-89F5-036C-DE6B2999B8F4}"/>
          </ac:picMkLst>
        </pc:picChg>
      </pc:sldChg>
      <pc:sldChg chg="addSp delSp modSp add mod">
        <pc:chgData name="Michael Hill" userId="41dba03d-e58d-4389-9894-554c10310ba4" providerId="ADAL" clId="{5A184EEC-996A-44E9-99A4-F6031595A74F}" dt="2025-08-12T14:09:34.447" v="3475" actId="2711"/>
        <pc:sldMkLst>
          <pc:docMk/>
          <pc:sldMk cId="2096883273" sldId="304"/>
        </pc:sldMkLst>
        <pc:spChg chg="mod">
          <ac:chgData name="Michael Hill" userId="41dba03d-e58d-4389-9894-554c10310ba4" providerId="ADAL" clId="{5A184EEC-996A-44E9-99A4-F6031595A74F}" dt="2025-08-12T14:07:33.849" v="3218" actId="20577"/>
          <ac:spMkLst>
            <pc:docMk/>
            <pc:sldMk cId="2096883273" sldId="304"/>
            <ac:spMk id="5" creationId="{3CDEB36F-469C-39A4-5589-2E8103909F18}"/>
          </ac:spMkLst>
        </pc:spChg>
        <pc:spChg chg="mod">
          <ac:chgData name="Michael Hill" userId="41dba03d-e58d-4389-9894-554c10310ba4" providerId="ADAL" clId="{5A184EEC-996A-44E9-99A4-F6031595A74F}" dt="2025-08-12T14:08:46.259" v="3470" actId="20577"/>
          <ac:spMkLst>
            <pc:docMk/>
            <pc:sldMk cId="2096883273" sldId="304"/>
            <ac:spMk id="8" creationId="{1F56D6CD-EAE0-37F3-09EE-2309D461BCC5}"/>
          </ac:spMkLst>
        </pc:spChg>
        <pc:spChg chg="mod">
          <ac:chgData name="Michael Hill" userId="41dba03d-e58d-4389-9894-554c10310ba4" providerId="ADAL" clId="{5A184EEC-996A-44E9-99A4-F6031595A74F}" dt="2025-08-12T14:09:34.447" v="3475" actId="2711"/>
          <ac:spMkLst>
            <pc:docMk/>
            <pc:sldMk cId="2096883273" sldId="304"/>
            <ac:spMk id="11" creationId="{9C1CD7EB-0668-75D5-4A2F-D94189CF9306}"/>
          </ac:spMkLst>
        </pc:spChg>
      </pc:sldChg>
      <pc:sldChg chg="add del">
        <pc:chgData name="Michael Hill" userId="41dba03d-e58d-4389-9894-554c10310ba4" providerId="ADAL" clId="{5A184EEC-996A-44E9-99A4-F6031595A74F}" dt="2025-08-12T14:16:21.241" v="3818" actId="2890"/>
        <pc:sldMkLst>
          <pc:docMk/>
          <pc:sldMk cId="1341955845" sldId="305"/>
        </pc:sldMkLst>
      </pc:sldChg>
      <pc:sldChg chg="addSp delSp modSp add mod ord">
        <pc:chgData name="Michael Hill" userId="41dba03d-e58d-4389-9894-554c10310ba4" providerId="ADAL" clId="{5A184EEC-996A-44E9-99A4-F6031595A74F}" dt="2025-08-12T16:35:08.963" v="4317" actId="20577"/>
        <pc:sldMkLst>
          <pc:docMk/>
          <pc:sldMk cId="1945025085" sldId="305"/>
        </pc:sldMkLst>
        <pc:spChg chg="mod">
          <ac:chgData name="Michael Hill" userId="41dba03d-e58d-4389-9894-554c10310ba4" providerId="ADAL" clId="{5A184EEC-996A-44E9-99A4-F6031595A74F}" dt="2025-08-12T16:16:03.317" v="4064" actId="14100"/>
          <ac:spMkLst>
            <pc:docMk/>
            <pc:sldMk cId="1945025085" sldId="305"/>
            <ac:spMk id="5" creationId="{79466300-2EC9-6410-F0BB-E90641E68543}"/>
          </ac:spMkLst>
        </pc:spChg>
        <pc:spChg chg="mod">
          <ac:chgData name="Michael Hill" userId="41dba03d-e58d-4389-9894-554c10310ba4" providerId="ADAL" clId="{5A184EEC-996A-44E9-99A4-F6031595A74F}" dt="2025-08-12T16:35:08.963" v="4317" actId="20577"/>
          <ac:spMkLst>
            <pc:docMk/>
            <pc:sldMk cId="1945025085" sldId="305"/>
            <ac:spMk id="8" creationId="{3DAFB3C6-A695-54AA-1307-7515A79025CA}"/>
          </ac:spMkLst>
        </pc:spChg>
        <pc:spChg chg="mod">
          <ac:chgData name="Michael Hill" userId="41dba03d-e58d-4389-9894-554c10310ba4" providerId="ADAL" clId="{5A184EEC-996A-44E9-99A4-F6031595A74F}" dt="2025-08-12T16:35:00.034" v="4273" actId="2711"/>
          <ac:spMkLst>
            <pc:docMk/>
            <pc:sldMk cId="1945025085" sldId="305"/>
            <ac:spMk id="11" creationId="{9C7E0C39-483E-738C-3C0A-ADAFF4C653B8}"/>
          </ac:spMkLst>
        </pc:spChg>
      </pc:sldChg>
      <pc:sldChg chg="addSp delSp modSp add mod">
        <pc:chgData name="Michael Hill" userId="41dba03d-e58d-4389-9894-554c10310ba4" providerId="ADAL" clId="{5A184EEC-996A-44E9-99A4-F6031595A74F}" dt="2025-08-12T16:14:49.225" v="4056" actId="20577"/>
        <pc:sldMkLst>
          <pc:docMk/>
          <pc:sldMk cId="313228135" sldId="306"/>
        </pc:sldMkLst>
        <pc:spChg chg="mod">
          <ac:chgData name="Michael Hill" userId="41dba03d-e58d-4389-9894-554c10310ba4" providerId="ADAL" clId="{5A184EEC-996A-44E9-99A4-F6031595A74F}" dt="2025-08-12T16:14:49.225" v="4056" actId="20577"/>
          <ac:spMkLst>
            <pc:docMk/>
            <pc:sldMk cId="313228135" sldId="306"/>
            <ac:spMk id="8" creationId="{5308EF38-52B6-616B-868E-CBE1693FB35B}"/>
          </ac:spMkLst>
        </pc:spChg>
        <pc:picChg chg="add mod">
          <ac:chgData name="Michael Hill" userId="41dba03d-e58d-4389-9894-554c10310ba4" providerId="ADAL" clId="{5A184EEC-996A-44E9-99A4-F6031595A74F}" dt="2025-08-12T16:14:19.874" v="4054" actId="1076"/>
          <ac:picMkLst>
            <pc:docMk/>
            <pc:sldMk cId="313228135" sldId="306"/>
            <ac:picMk id="3" creationId="{C2C59932-6349-21E2-486A-99D6480FBCE2}"/>
          </ac:picMkLst>
        </pc:picChg>
      </pc:sldChg>
      <pc:sldChg chg="add">
        <pc:chgData name="Michael Hill" userId="41dba03d-e58d-4389-9894-554c10310ba4" providerId="ADAL" clId="{5A184EEC-996A-44E9-99A4-F6031595A74F}" dt="2025-08-12T16:15:48.471" v="4058" actId="2890"/>
        <pc:sldMkLst>
          <pc:docMk/>
          <pc:sldMk cId="3287027483" sldId="307"/>
        </pc:sldMkLst>
      </pc:sldChg>
      <pc:sldChg chg="addSp delSp modSp add mod">
        <pc:chgData name="Michael Hill" userId="41dba03d-e58d-4389-9894-554c10310ba4" providerId="ADAL" clId="{5A184EEC-996A-44E9-99A4-F6031595A74F}" dt="2025-08-12T16:35:57.104" v="4400" actId="27614"/>
        <pc:sldMkLst>
          <pc:docMk/>
          <pc:sldMk cId="2060426578" sldId="308"/>
        </pc:sldMkLst>
        <pc:spChg chg="mod">
          <ac:chgData name="Michael Hill" userId="41dba03d-e58d-4389-9894-554c10310ba4" providerId="ADAL" clId="{5A184EEC-996A-44E9-99A4-F6031595A74F}" dt="2025-08-12T16:35:35.090" v="4396" actId="207"/>
          <ac:spMkLst>
            <pc:docMk/>
            <pc:sldMk cId="2060426578" sldId="308"/>
            <ac:spMk id="8" creationId="{7698138B-9CB6-CAA4-46B8-50865F5F4E88}"/>
          </ac:spMkLst>
        </pc:spChg>
        <pc:picChg chg="add mod">
          <ac:chgData name="Michael Hill" userId="41dba03d-e58d-4389-9894-554c10310ba4" providerId="ADAL" clId="{5A184EEC-996A-44E9-99A4-F6031595A74F}" dt="2025-08-12T16:35:57.104" v="4400" actId="27614"/>
          <ac:picMkLst>
            <pc:docMk/>
            <pc:sldMk cId="2060426578" sldId="308"/>
            <ac:picMk id="3" creationId="{5B5DD5B5-3F33-02F3-D500-E55725538227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C6A4B-E724-C642-63ED-9C1381B808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85E653-4903-1005-D15B-66DB874D27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04A978-A4B2-A67F-C69F-38ADC7DB4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4910B7-42B2-3D3D-3AE4-AC7E6C388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F21657-9CFD-95BE-EEE3-E1B47D77D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272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00003-439B-FA69-F591-6D66E2741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C20904-0912-32D7-F6E6-31372E4888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C3E7E8-F851-BEB7-2C68-8FE1EF674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BAE2CA-7781-6E95-12BA-557F775A9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F9952B-F381-1189-2020-9A14F470C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639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9F060-3D96-5480-3C88-EE775B82F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3569D8-9209-8B7C-1538-E818415FF6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F66B1C-5056-EDDF-CD36-E7BFD2F43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CF8CB3-3858-3C51-AA38-3F86C0974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CEA923-CF31-8772-A331-247B9144D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05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F25B0-376D-3011-4FDF-D4CA713D7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71C86-3E65-FA4B-6F6C-0BB7AA3900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FE646B-5AE1-A23D-3D1F-474544BF3B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B279F2-41EE-1489-59DC-32CD90629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9EC4E9-67EE-D095-37A7-39EFE82D1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7B2442-8F9C-AC5E-9546-BDE753C18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941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C8DBA-2489-9EF4-F45E-238BC26EF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D34AAF-B93F-48B6-1B8B-FD3E959FB9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D8698B-3528-B8DC-27B8-D49145D604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9008AA-A42D-2259-0D36-908024A20B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8A62E1-25E1-7552-ABA8-BE7F2A3B1B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97670D-8F54-733D-3639-1B7CCE4C1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3C6C20-7A45-CC6A-CA55-61F7CCF3B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B7766C-30F5-1A8E-58AF-CDC986CF8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576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B690D-7611-3967-E6F3-81F032CFF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1D4BA6-7CE7-229C-2BD5-FECCA2886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CA691A-621C-6EB1-3EB8-CA9FF47FB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257F05-B410-F8DD-455C-490CEB149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566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709F58-5A85-92F4-B06D-216430334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9B9967-5360-F0CB-62AE-C03CEF75E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5E68E6-84C0-1723-6611-61380FA19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955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855B2-ECD6-C08F-72AD-183650C66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896BA6-2739-2BD7-969A-4113A51196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886298-57FD-A8A8-D424-73178F2DB4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D784E3-D576-8AA7-A98D-17AA30F76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948EE1-5288-E1AE-89F1-37B64F23E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C75274-EEF3-4830-9978-53BE36B7A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701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332C3-BAF4-D846-43C1-525BE354E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72DC9A-2E8B-6C73-166E-961BCED000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CE3A54-E42B-7858-93B4-F1A981487B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2C60C9-5A10-7256-4190-5DE6C1C30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52744C-0DE9-DCDB-4998-7A3221F15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6D5596-7365-792E-D0E3-4ED3B5E7D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055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A8605-B3B6-D788-279D-476906E34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AD9E01-2C5E-0FD4-BF7C-54659537D7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1685CA-CEBB-6B85-90D4-1BEF716FC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B0A526-A1AA-3BC7-DC9D-B44EBC07B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AED0B1-5EB5-A414-75E8-6BA511C07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256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BD8E7E-5301-E447-23C8-B8B5D2932F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336805-717E-9F25-0794-88BD42C6E8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03C3FF-BEC2-31C8-6723-85EC31276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A1747-0799-AAD2-1377-F19D1A5E7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CF77C4-38FB-B4D4-348D-9D2957422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171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A3BEBB-B682-7839-B2B4-500CE17CB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BD3092-A078-5BEF-361E-CB3FDD457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44A81F-9B16-8EEC-9FE4-9E9D0C8E87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CFA067-BC5A-4095-A3A5-99A1BAFE9208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B43794-F45F-30BE-BC6F-DDF9A70C2A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82708D-8AD6-9D50-70CF-8FFDD3AB7B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898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9BBF4B62-D7BF-1C6A-40E3-7B807FA87977}"/>
              </a:ext>
            </a:extLst>
          </p:cNvPr>
          <p:cNvSpPr/>
          <p:nvPr/>
        </p:nvSpPr>
        <p:spPr>
          <a:xfrm>
            <a:off x="4713768" y="2110368"/>
            <a:ext cx="2565990" cy="2565990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B883CE-936E-CB73-2B3E-56A618536A26}"/>
              </a:ext>
            </a:extLst>
          </p:cNvPr>
          <p:cNvSpPr/>
          <p:nvPr/>
        </p:nvSpPr>
        <p:spPr>
          <a:xfrm>
            <a:off x="895936" y="1574232"/>
            <a:ext cx="5652932" cy="2301533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541717" lon="20311593" rev="27507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>
                <a:latin typeface="Bahnschrift SemiBold" panose="020B0502040204020203" pitchFamily="34" charset="0"/>
              </a:rPr>
              <a:t>TOPIC B2:</a:t>
            </a:r>
          </a:p>
          <a:p>
            <a:pPr algn="ctr"/>
            <a:r>
              <a:rPr lang="en-US" sz="6000" dirty="0">
                <a:latin typeface="Bahnschrift SemiBold" panose="020B0502040204020203" pitchFamily="34" charset="0"/>
              </a:rPr>
              <a:t>PROGRAMMING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C18ECD-1A29-4735-FBF9-2230E3FED94F}"/>
              </a:ext>
            </a:extLst>
          </p:cNvPr>
          <p:cNvSpPr/>
          <p:nvPr/>
        </p:nvSpPr>
        <p:spPr>
          <a:xfrm>
            <a:off x="6890905" y="2714847"/>
            <a:ext cx="4096073" cy="1160918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LESSON B2-4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5BB639-AC69-FE40-4352-5D3077A94591}"/>
              </a:ext>
            </a:extLst>
          </p:cNvPr>
          <p:cNvSpPr/>
          <p:nvPr/>
        </p:nvSpPr>
        <p:spPr>
          <a:xfrm>
            <a:off x="6548868" y="3695603"/>
            <a:ext cx="2565990" cy="1160918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0129102" lon="991603" rev="2117886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LOOPS</a:t>
            </a:r>
          </a:p>
        </p:txBody>
      </p:sp>
    </p:spTree>
    <p:extLst>
      <p:ext uri="{BB962C8B-B14F-4D97-AF65-F5344CB8AC3E}">
        <p14:creationId xmlns:p14="http://schemas.microsoft.com/office/powerpoint/2010/main" val="1878848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950A9E-999F-1BB1-2C00-779227746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86893419-8B7B-38C3-2D89-D4BB95E0AB27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D4645F-350F-77B1-036C-D01223EB808D}"/>
              </a:ext>
            </a:extLst>
          </p:cNvPr>
          <p:cNvSpPr/>
          <p:nvPr/>
        </p:nvSpPr>
        <p:spPr>
          <a:xfrm>
            <a:off x="6881567" y="1777234"/>
            <a:ext cx="4516539" cy="2255680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1072296" lon="587304" rev="21567845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Bahnschrift" panose="020B0502040204020203" pitchFamily="34" charset="0"/>
              </a:rPr>
              <a:t>Have a way to take notes and a way to write code available for this lesson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9CF6B3F-1F6D-7800-03EB-3D197914A30A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03133FC-E875-8442-9063-C305CC0BFB20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7671A2-401B-58C3-4049-2F9F2E07BD91}"/>
              </a:ext>
            </a:extLst>
          </p:cNvPr>
          <p:cNvSpPr/>
          <p:nvPr/>
        </p:nvSpPr>
        <p:spPr>
          <a:xfrm>
            <a:off x="1077431" y="938421"/>
            <a:ext cx="4516539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Warm-up Question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For Loop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While Loop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Do While Loop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Programming Assignment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endParaRPr lang="en-US" sz="2800" dirty="0">
              <a:latin typeface="Bahnschrift" panose="020B0502040204020203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2468F18-96E8-0BDE-DEDF-19E7735BE1E6}"/>
              </a:ext>
            </a:extLst>
          </p:cNvPr>
          <p:cNvSpPr/>
          <p:nvPr/>
        </p:nvSpPr>
        <p:spPr>
          <a:xfrm>
            <a:off x="6598031" y="1564953"/>
            <a:ext cx="1708202" cy="632442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0129102" lon="991603" rev="2117886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Bahnschrift SemiBold" panose="020B0502040204020203" pitchFamily="34" charset="0"/>
              </a:rPr>
              <a:t>NOTE!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CD8CB0-8A02-BF4E-6CF1-A22B96E02C67}"/>
              </a:ext>
            </a:extLst>
          </p:cNvPr>
          <p:cNvSpPr/>
          <p:nvPr/>
        </p:nvSpPr>
        <p:spPr>
          <a:xfrm>
            <a:off x="1824466" y="474132"/>
            <a:ext cx="2903431" cy="928577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854122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DF31C7-9D62-34F3-51FF-D499D2944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val 20">
            <a:extLst>
              <a:ext uri="{FF2B5EF4-FFF2-40B4-BE49-F238E27FC236}">
                <a16:creationId xmlns:a16="http://schemas.microsoft.com/office/drawing/2014/main" id="{CA8483F3-9D91-69C6-DAE4-E819F0292C96}"/>
              </a:ext>
            </a:extLst>
          </p:cNvPr>
          <p:cNvSpPr/>
          <p:nvPr/>
        </p:nvSpPr>
        <p:spPr>
          <a:xfrm>
            <a:off x="9605200" y="3896291"/>
            <a:ext cx="1497660" cy="1497660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 descr="A close up of fire&#10;&#10;AI-generated content may be incorrect.">
            <a:extLst>
              <a:ext uri="{FF2B5EF4-FFF2-40B4-BE49-F238E27FC236}">
                <a16:creationId xmlns:a16="http://schemas.microsoft.com/office/drawing/2014/main" id="{9103A45C-BE5A-478E-4718-72C97F147BD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4556237" y="-1564556"/>
            <a:ext cx="6748129" cy="3830500"/>
          </a:xfrm>
          <a:prstGeom prst="rect">
            <a:avLst/>
          </a:prstGeom>
        </p:spPr>
      </p:pic>
      <p:pic>
        <p:nvPicPr>
          <p:cNvPr id="19" name="Picture 18" descr="A close up of fire&#10;&#10;AI-generated content may be incorrect.">
            <a:extLst>
              <a:ext uri="{FF2B5EF4-FFF2-40B4-BE49-F238E27FC236}">
                <a16:creationId xmlns:a16="http://schemas.microsoft.com/office/drawing/2014/main" id="{59044FD4-E5CB-7F72-D4E0-B3FF57F10D6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200024" y="-1477760"/>
            <a:ext cx="6748129" cy="3830500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1FB06C32-785C-D086-3043-42F7FBD0932E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ADCA5AE-052C-5076-411F-06E5A022CDA7}"/>
              </a:ext>
            </a:extLst>
          </p:cNvPr>
          <p:cNvSpPr/>
          <p:nvPr/>
        </p:nvSpPr>
        <p:spPr>
          <a:xfrm>
            <a:off x="358687" y="2026486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3C7B8BA-8B31-7B2C-E2AB-60712C1F61E8}"/>
              </a:ext>
            </a:extLst>
          </p:cNvPr>
          <p:cNvSpPr/>
          <p:nvPr/>
        </p:nvSpPr>
        <p:spPr>
          <a:xfrm>
            <a:off x="9978799" y="1099676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D3B4A7A-A70B-0C4A-C7FF-462ADF36D440}"/>
              </a:ext>
            </a:extLst>
          </p:cNvPr>
          <p:cNvSpPr/>
          <p:nvPr/>
        </p:nvSpPr>
        <p:spPr>
          <a:xfrm>
            <a:off x="1733476" y="1244357"/>
            <a:ext cx="9066029" cy="3830500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HeroicExtremeRightFacing">
              <a:rot lat="21346875" lon="21280510" rev="119997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Create a program that takes in a number from the user and outputs “Fizz” if the number is divisible by 3, “Buzz” if the number is divisible by 5, or “</a:t>
            </a: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FizzBuzz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(one line) if the number is divisible by both 3 and 5.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50233D-41DE-6588-7EB0-97A3A19FFCB8}"/>
              </a:ext>
            </a:extLst>
          </p:cNvPr>
          <p:cNvSpPr/>
          <p:nvPr/>
        </p:nvSpPr>
        <p:spPr>
          <a:xfrm>
            <a:off x="1989751" y="65791"/>
            <a:ext cx="7581804" cy="928577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THE WARM UP QUESTION</a:t>
            </a:r>
          </a:p>
        </p:txBody>
      </p:sp>
      <p:pic>
        <p:nvPicPr>
          <p:cNvPr id="15" name="Picture 14" descr="A close up of fire&#10;&#10;AI-generated content may be incorrect.">
            <a:extLst>
              <a:ext uri="{FF2B5EF4-FFF2-40B4-BE49-F238E27FC236}">
                <a16:creationId xmlns:a16="http://schemas.microsoft.com/office/drawing/2014/main" id="{0572BAA1-AB30-2A31-99DA-E2636EF7873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-1297170" y="4306188"/>
            <a:ext cx="6748129" cy="3830500"/>
          </a:xfrm>
          <a:prstGeom prst="rect">
            <a:avLst/>
          </a:prstGeom>
        </p:spPr>
      </p:pic>
      <p:pic>
        <p:nvPicPr>
          <p:cNvPr id="17" name="Picture 16" descr="A close up of fire&#10;&#10;AI-generated content may be incorrect.">
            <a:extLst>
              <a:ext uri="{FF2B5EF4-FFF2-40B4-BE49-F238E27FC236}">
                <a16:creationId xmlns:a16="http://schemas.microsoft.com/office/drawing/2014/main" id="{F9670370-72F4-78E6-7DE3-64A5614A006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3605901" y="4306188"/>
            <a:ext cx="6748129" cy="3830500"/>
          </a:xfrm>
          <a:prstGeom prst="rect">
            <a:avLst/>
          </a:prstGeom>
        </p:spPr>
      </p:pic>
      <p:pic>
        <p:nvPicPr>
          <p:cNvPr id="18" name="Picture 17" descr="A close up of fire&#10;&#10;AI-generated content may be incorrect.">
            <a:extLst>
              <a:ext uri="{FF2B5EF4-FFF2-40B4-BE49-F238E27FC236}">
                <a16:creationId xmlns:a16="http://schemas.microsoft.com/office/drawing/2014/main" id="{21F28121-5FF8-B768-E483-38897AA8B76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8435162" y="4306188"/>
            <a:ext cx="6748129" cy="383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5942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386392-143E-AF29-937D-6BD2CAAB1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val 20">
            <a:extLst>
              <a:ext uri="{FF2B5EF4-FFF2-40B4-BE49-F238E27FC236}">
                <a16:creationId xmlns:a16="http://schemas.microsoft.com/office/drawing/2014/main" id="{4E6D3C1D-2FC9-5A8F-0680-C3AF2E643DB5}"/>
              </a:ext>
            </a:extLst>
          </p:cNvPr>
          <p:cNvSpPr/>
          <p:nvPr/>
        </p:nvSpPr>
        <p:spPr>
          <a:xfrm>
            <a:off x="9605200" y="3896291"/>
            <a:ext cx="1497660" cy="1497660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8A1CF06-772E-FF2C-3839-78AAEFA0A11B}"/>
              </a:ext>
            </a:extLst>
          </p:cNvPr>
          <p:cNvSpPr/>
          <p:nvPr/>
        </p:nvSpPr>
        <p:spPr>
          <a:xfrm>
            <a:off x="6157610" y="1363072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77F076D-4943-0214-F6EE-FF302EBEC62C}"/>
              </a:ext>
            </a:extLst>
          </p:cNvPr>
          <p:cNvSpPr/>
          <p:nvPr/>
        </p:nvSpPr>
        <p:spPr>
          <a:xfrm>
            <a:off x="358687" y="2026486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292782C-EA7B-F0D2-017B-9D6E5AEE03FA}"/>
              </a:ext>
            </a:extLst>
          </p:cNvPr>
          <p:cNvSpPr/>
          <p:nvPr/>
        </p:nvSpPr>
        <p:spPr>
          <a:xfrm>
            <a:off x="9978799" y="1099676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08FB888-0AB5-FFCE-3B03-42E730CCD99C}"/>
              </a:ext>
            </a:extLst>
          </p:cNvPr>
          <p:cNvSpPr/>
          <p:nvPr/>
        </p:nvSpPr>
        <p:spPr>
          <a:xfrm>
            <a:off x="2011234" y="1537359"/>
            <a:ext cx="8169531" cy="404605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8100">
            <a:solidFill>
              <a:srgbClr val="326648"/>
            </a:solidFill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69195" lon="290748" rev="2154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num =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int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input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75AA5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"Type in a number: "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))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CC844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if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(num %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5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==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0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CC844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and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num %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3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==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0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):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   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print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75AA5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"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75AA5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FizzBuzz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75AA5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"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CC844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elif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(num %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5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==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0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):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   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print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75AA5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"Buzz"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CC844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elif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(num %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3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==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0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):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   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print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75AA5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"Fizz"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CC844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else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: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   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print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75AA5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"No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75AA5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fizzbuzz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75AA5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 for you &gt;:("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endParaRPr kumimoji="0" lang="en-US" altLang="en-US" sz="5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pic>
        <p:nvPicPr>
          <p:cNvPr id="20" name="Picture 19" descr="A close up of fire&#10;&#10;AI-generated content may be incorrect.">
            <a:extLst>
              <a:ext uri="{FF2B5EF4-FFF2-40B4-BE49-F238E27FC236}">
                <a16:creationId xmlns:a16="http://schemas.microsoft.com/office/drawing/2014/main" id="{8864B057-355B-8306-248E-60E16CA7C11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4556237" y="-1564556"/>
            <a:ext cx="6748129" cy="3830500"/>
          </a:xfrm>
          <a:prstGeom prst="rect">
            <a:avLst/>
          </a:prstGeom>
        </p:spPr>
      </p:pic>
      <p:pic>
        <p:nvPicPr>
          <p:cNvPr id="19" name="Picture 18" descr="A close up of fire&#10;&#10;AI-generated content may be incorrect.">
            <a:extLst>
              <a:ext uri="{FF2B5EF4-FFF2-40B4-BE49-F238E27FC236}">
                <a16:creationId xmlns:a16="http://schemas.microsoft.com/office/drawing/2014/main" id="{7FCFCCE3-C51B-5BE3-133A-CC40A8792F6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200024" y="-1477760"/>
            <a:ext cx="6748129" cy="38305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F7FEA21-E6C0-9AC9-9EB8-E7528ED5B6C8}"/>
              </a:ext>
            </a:extLst>
          </p:cNvPr>
          <p:cNvSpPr/>
          <p:nvPr/>
        </p:nvSpPr>
        <p:spPr>
          <a:xfrm>
            <a:off x="1989751" y="65791"/>
            <a:ext cx="7581804" cy="928577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THE WARM UP ANSWER</a:t>
            </a:r>
          </a:p>
        </p:txBody>
      </p:sp>
      <p:pic>
        <p:nvPicPr>
          <p:cNvPr id="15" name="Picture 14" descr="A close up of fire&#10;&#10;AI-generated content may be incorrect.">
            <a:extLst>
              <a:ext uri="{FF2B5EF4-FFF2-40B4-BE49-F238E27FC236}">
                <a16:creationId xmlns:a16="http://schemas.microsoft.com/office/drawing/2014/main" id="{6D6FC8A7-837D-0C82-0508-398DDF1DB91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-1297170" y="4306188"/>
            <a:ext cx="6748129" cy="3830500"/>
          </a:xfrm>
          <a:prstGeom prst="rect">
            <a:avLst/>
          </a:prstGeom>
        </p:spPr>
      </p:pic>
      <p:pic>
        <p:nvPicPr>
          <p:cNvPr id="17" name="Picture 16" descr="A close up of fire&#10;&#10;AI-generated content may be incorrect.">
            <a:extLst>
              <a:ext uri="{FF2B5EF4-FFF2-40B4-BE49-F238E27FC236}">
                <a16:creationId xmlns:a16="http://schemas.microsoft.com/office/drawing/2014/main" id="{D3612398-5230-03BA-7AB5-DC74EB9BDE0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3605901" y="4306188"/>
            <a:ext cx="6748129" cy="3830500"/>
          </a:xfrm>
          <a:prstGeom prst="rect">
            <a:avLst/>
          </a:prstGeom>
        </p:spPr>
      </p:pic>
      <p:pic>
        <p:nvPicPr>
          <p:cNvPr id="18" name="Picture 17" descr="A close up of fire&#10;&#10;AI-generated content may be incorrect.">
            <a:extLst>
              <a:ext uri="{FF2B5EF4-FFF2-40B4-BE49-F238E27FC236}">
                <a16:creationId xmlns:a16="http://schemas.microsoft.com/office/drawing/2014/main" id="{648B85D8-8113-F692-CDA7-CA2CB6F4110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8435162" y="4306188"/>
            <a:ext cx="6748129" cy="383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1280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466BFE-343E-FB94-2F94-E9557E823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2DDDEEC9-71EF-0686-E768-15B5215AF43F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51C739A-521C-76C8-DA94-DCB8AC8A3343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24A61FE-A1E9-AEF2-D7AC-28367819945B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5B9035B-30AE-5146-EAAA-4FE8A28402EB}"/>
              </a:ext>
            </a:extLst>
          </p:cNvPr>
          <p:cNvSpPr/>
          <p:nvPr/>
        </p:nvSpPr>
        <p:spPr>
          <a:xfrm>
            <a:off x="825243" y="1120703"/>
            <a:ext cx="10296411" cy="5550244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What happens if we want to run a certain line of code multiple times?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Say, we want to do something 100 times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Is it reasonable to ask the programmer to write this line that much?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Copy/Pasting will help with repetition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What’s the drawback to doing this?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7C36B6E-C7A9-A4FD-E620-C5311C6F21D8}"/>
              </a:ext>
            </a:extLst>
          </p:cNvPr>
          <p:cNvSpPr/>
          <p:nvPr/>
        </p:nvSpPr>
        <p:spPr>
          <a:xfrm>
            <a:off x="148856" y="94904"/>
            <a:ext cx="6379960" cy="928577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THE NEED FOR LOOPS</a:t>
            </a:r>
          </a:p>
        </p:txBody>
      </p:sp>
    </p:spTree>
    <p:extLst>
      <p:ext uri="{BB962C8B-B14F-4D97-AF65-F5344CB8AC3E}">
        <p14:creationId xmlns:p14="http://schemas.microsoft.com/office/powerpoint/2010/main" val="11155619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C27A6E-FEF8-D9BB-B61F-EDDDCB0F8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C396B003-9E29-862B-1CEF-6C35985BFE6F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60EBE96-F554-5626-D173-8472531C85B1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53CE126-2A34-A41C-1347-D2643D4B59E0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D111025-BBE1-4C2E-2DAB-E33FA1287F45}"/>
              </a:ext>
            </a:extLst>
          </p:cNvPr>
          <p:cNvSpPr/>
          <p:nvPr/>
        </p:nvSpPr>
        <p:spPr>
          <a:xfrm>
            <a:off x="825243" y="1120703"/>
            <a:ext cx="10296411" cy="5550244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Drawbacks: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Takes up more space on the computer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If the program needs to be changed, each line will need to be changed manually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Makes the code harder to navigate the larger it gets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May slow down the computer as you try to write the code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1BC6B6A-E227-5C3B-40A1-304234022B22}"/>
              </a:ext>
            </a:extLst>
          </p:cNvPr>
          <p:cNvSpPr/>
          <p:nvPr/>
        </p:nvSpPr>
        <p:spPr>
          <a:xfrm>
            <a:off x="148856" y="94904"/>
            <a:ext cx="6379960" cy="928577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THE NEED FOR LOOPS</a:t>
            </a:r>
          </a:p>
        </p:txBody>
      </p:sp>
    </p:spTree>
    <p:extLst>
      <p:ext uri="{BB962C8B-B14F-4D97-AF65-F5344CB8AC3E}">
        <p14:creationId xmlns:p14="http://schemas.microsoft.com/office/powerpoint/2010/main" val="2900713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0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4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9" grpId="0" animBg="1"/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B82E01-7DED-AD0D-719D-0FAF66940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A00CAF80-6137-453A-BC50-08B50B82AAC9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AA532B9-9931-BA01-E752-4A62FAABBBBE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12FFEAA-ACB4-D8F7-D44C-E342B3783EE4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CEF7061-0F41-BCD9-B3EA-9E61F581B7D3}"/>
              </a:ext>
            </a:extLst>
          </p:cNvPr>
          <p:cNvSpPr/>
          <p:nvPr/>
        </p:nvSpPr>
        <p:spPr>
          <a:xfrm>
            <a:off x="825243" y="1120703"/>
            <a:ext cx="10296411" cy="5550244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Loops provide an effective way to execute a block of code repeatedly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There are many instances where this is useful to use, and we’ll look at a few types of loops today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For Loop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While Loop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Do While Loop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These are NOT the </a:t>
            </a:r>
            <a:r>
              <a:rPr lang="en-US" sz="2800" i="1" dirty="0">
                <a:solidFill>
                  <a:schemeClr val="bg1"/>
                </a:solidFill>
                <a:latin typeface="Bahnschrift" panose="020B0502040204020203" pitchFamily="34" charset="0"/>
              </a:rPr>
              <a:t>only 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kinds of loops that exist, but they will make up a majority of our uses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51124FF-9FE7-094C-88EB-80C571873105}"/>
              </a:ext>
            </a:extLst>
          </p:cNvPr>
          <p:cNvSpPr/>
          <p:nvPr/>
        </p:nvSpPr>
        <p:spPr>
          <a:xfrm>
            <a:off x="148856" y="94904"/>
            <a:ext cx="3371584" cy="928577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LOOPS</a:t>
            </a:r>
          </a:p>
        </p:txBody>
      </p:sp>
    </p:spTree>
    <p:extLst>
      <p:ext uri="{BB962C8B-B14F-4D97-AF65-F5344CB8AC3E}">
        <p14:creationId xmlns:p14="http://schemas.microsoft.com/office/powerpoint/2010/main" val="4285025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0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4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9" grpId="0" animBg="1"/>
      <p:bldP spid="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30268E-D364-4D9D-29AB-04704D35C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FEC97D9B-BE6D-4324-3769-54ADF5CA3B3F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0C1AA49-2B88-3995-C07D-E9ED1874AD8F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A70EB3C-7074-C649-E10E-F6D225ED0987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76C31C9-62DC-3675-D099-2F45431523AD}"/>
              </a:ext>
            </a:extLst>
          </p:cNvPr>
          <p:cNvSpPr/>
          <p:nvPr/>
        </p:nvSpPr>
        <p:spPr>
          <a:xfrm>
            <a:off x="761449" y="1212852"/>
            <a:ext cx="4685128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b="1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Bahnschrift" panose="020B0502040204020203" pitchFamily="34" charset="0"/>
              </a:rPr>
              <a:t>For Loops 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are designed to run for a specific number of </a:t>
            </a:r>
            <a:r>
              <a:rPr lang="en-US" sz="2800" b="1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Bahnschrift" panose="020B0502040204020203" pitchFamily="34" charset="0"/>
              </a:rPr>
              <a:t>iterations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You will do these only when you know how many times you want a loop to run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These are also known as </a:t>
            </a:r>
            <a:r>
              <a:rPr lang="en-US" sz="2800" b="1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Bahnschrift" panose="020B0502040204020203" pitchFamily="34" charset="0"/>
              </a:rPr>
              <a:t>Count-Controlled Loops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03C02FC-7E07-3A7E-6B2B-FD078F0B388B}"/>
              </a:ext>
            </a:extLst>
          </p:cNvPr>
          <p:cNvSpPr/>
          <p:nvPr/>
        </p:nvSpPr>
        <p:spPr>
          <a:xfrm>
            <a:off x="0" y="81907"/>
            <a:ext cx="4416550" cy="928577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FOR LOOPS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B456498-B9E2-4B79-A91D-F6C15F0622FF}"/>
              </a:ext>
            </a:extLst>
          </p:cNvPr>
          <p:cNvSpPr/>
          <p:nvPr/>
        </p:nvSpPr>
        <p:spPr>
          <a:xfrm>
            <a:off x="5992933" y="1972801"/>
            <a:ext cx="5744945" cy="349010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8100">
            <a:solidFill>
              <a:srgbClr val="326648"/>
            </a:solidFill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69195" lon="290748" rev="2154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CC844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for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i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CC844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in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range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0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200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):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   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print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75AA5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"Hello "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+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str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i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))</a:t>
            </a:r>
            <a:endParaRPr kumimoji="0" lang="en-US" altLang="en-US" sz="6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7172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0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4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9" grpId="0" animBg="1"/>
      <p:bldP spid="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BC89B9-0BF7-D0BD-28C9-4F1DD761B4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2398F0B9-E663-3A2F-7546-AD4FAA43CACF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FDF205A-9C66-34DA-0658-91CAE7CB893C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44F1950-C085-0CB3-9E4E-4B5309817C8D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63A458C-3F91-A00F-4F91-FC1FFD71A6EC}"/>
              </a:ext>
            </a:extLst>
          </p:cNvPr>
          <p:cNvSpPr/>
          <p:nvPr/>
        </p:nvSpPr>
        <p:spPr>
          <a:xfrm>
            <a:off x="669300" y="1209304"/>
            <a:ext cx="4935971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Notice that the code on the right will include the 0 when it prints out, but only goes up to 199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This is because we loop until </a:t>
            </a:r>
            <a:r>
              <a:rPr lang="en-US" sz="2800" dirty="0" err="1">
                <a:solidFill>
                  <a:schemeClr val="bg1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i</a:t>
            </a:r>
            <a:r>
              <a:rPr lang="en-US" sz="2800" dirty="0">
                <a:solidFill>
                  <a:schemeClr val="bg1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== 200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, then stop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This represents 200 iterations in the range of 0-199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What would we do to get it to print 1-200?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D15CBDD-9F22-939F-B4DC-5DFA78385E8C}"/>
              </a:ext>
            </a:extLst>
          </p:cNvPr>
          <p:cNvSpPr/>
          <p:nvPr/>
        </p:nvSpPr>
        <p:spPr>
          <a:xfrm>
            <a:off x="0" y="81907"/>
            <a:ext cx="4416550" cy="928577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FOR LOOPS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793BB4-F3AF-3D04-35B1-4338E2BAF2FC}"/>
              </a:ext>
            </a:extLst>
          </p:cNvPr>
          <p:cNvSpPr/>
          <p:nvPr/>
        </p:nvSpPr>
        <p:spPr>
          <a:xfrm>
            <a:off x="5992933" y="1972801"/>
            <a:ext cx="5744945" cy="349010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8100">
            <a:solidFill>
              <a:srgbClr val="326648"/>
            </a:solidFill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69195" lon="290748" rev="2154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CC844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for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i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CC844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in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range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0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200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):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   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print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75AA5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"Hello "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+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str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i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))</a:t>
            </a:r>
            <a:endParaRPr kumimoji="0" lang="en-US" altLang="en-US" sz="6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4907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0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4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9" grpId="0" animBg="1"/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0FFCDA-E7A6-041A-4270-F29AABB58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CE9D6387-2266-31CE-33BD-B04B6702BEA7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4127287-DAE7-E2F8-89C9-DF06D6B96A4C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93BB546-67B6-819F-EB14-6044E98AA9AE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41B5D3B-8E2C-112B-F405-E1B50EF91FFF}"/>
              </a:ext>
            </a:extLst>
          </p:cNvPr>
          <p:cNvSpPr/>
          <p:nvPr/>
        </p:nvSpPr>
        <p:spPr>
          <a:xfrm>
            <a:off x="669300" y="1209304"/>
            <a:ext cx="4935971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You can access and re-assign variables from outside of the loop while inside of the loop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You can also access variables created inside of the loop outside of the loop in Python, which is not a common feature among languages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934788D-9839-21C6-EB6B-E4AAFE2244AC}"/>
              </a:ext>
            </a:extLst>
          </p:cNvPr>
          <p:cNvSpPr/>
          <p:nvPr/>
        </p:nvSpPr>
        <p:spPr>
          <a:xfrm>
            <a:off x="0" y="81907"/>
            <a:ext cx="4416550" cy="928577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FOR LOOPS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B47CBE4-DCF8-F4D8-8402-354D2410BB90}"/>
              </a:ext>
            </a:extLst>
          </p:cNvPr>
          <p:cNvSpPr/>
          <p:nvPr/>
        </p:nvSpPr>
        <p:spPr>
          <a:xfrm>
            <a:off x="5992933" y="1972800"/>
            <a:ext cx="5744945" cy="365990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8100">
            <a:solidFill>
              <a:srgbClr val="326648"/>
            </a:solidFill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69195" lon="290748" rev="2154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x =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5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CC844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for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i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CC844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in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range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1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6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):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    x = x *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i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   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CC844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if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i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 ==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1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):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        y =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1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   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y = y +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1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   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print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(x)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print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(y)</a:t>
            </a:r>
            <a:endParaRPr kumimoji="0" lang="en-US" altLang="en-US" sz="6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7844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0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4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9" grpId="0" animBg="1"/>
      <p:bldP spid="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11A1A4-C7B0-1F1A-18EE-AFC142288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CD321FAF-B486-805C-D8EA-EDFEB92DEBB1}"/>
              </a:ext>
            </a:extLst>
          </p:cNvPr>
          <p:cNvSpPr/>
          <p:nvPr/>
        </p:nvSpPr>
        <p:spPr>
          <a:xfrm>
            <a:off x="4978739" y="457206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496B6E6-8AF7-7A8E-D0E4-FED951A4094A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3FF8A28-D243-5F09-86C6-D67E0D04D065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47CE3DE-A7A6-FC47-BB5A-8204DC0FF0E6}"/>
              </a:ext>
            </a:extLst>
          </p:cNvPr>
          <p:cNvSpPr/>
          <p:nvPr/>
        </p:nvSpPr>
        <p:spPr>
          <a:xfrm>
            <a:off x="669300" y="1209304"/>
            <a:ext cx="4935971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Write a program that will print out every even number from 0 to 100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A8FE401-D95D-9D5A-59F9-7B955F6C84EB}"/>
              </a:ext>
            </a:extLst>
          </p:cNvPr>
          <p:cNvSpPr/>
          <p:nvPr/>
        </p:nvSpPr>
        <p:spPr>
          <a:xfrm>
            <a:off x="0" y="81907"/>
            <a:ext cx="4416550" cy="928577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PRACTICE</a:t>
            </a:r>
          </a:p>
        </p:txBody>
      </p:sp>
    </p:spTree>
    <p:extLst>
      <p:ext uri="{BB962C8B-B14F-4D97-AF65-F5344CB8AC3E}">
        <p14:creationId xmlns:p14="http://schemas.microsoft.com/office/powerpoint/2010/main" val="149963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0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4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9" grpId="0" animBg="1"/>
      <p:bldP spid="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369228-63D0-9B39-4438-3E55D266A5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5FDA2338-AB9D-45C5-3D49-0742F54F1CA5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93011C5-03F2-786E-3745-54CFFC884C47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78E8ED1-5036-6CF8-EEE8-0E7B978B890C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312D47B-2998-DDEE-40F9-18FAE493C6FB}"/>
              </a:ext>
            </a:extLst>
          </p:cNvPr>
          <p:cNvSpPr/>
          <p:nvPr/>
        </p:nvSpPr>
        <p:spPr>
          <a:xfrm>
            <a:off x="761449" y="1212852"/>
            <a:ext cx="4685128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We can actually do this without using an if statement inside of our loop as well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Adding a third number to our range indicates our </a:t>
            </a:r>
            <a:r>
              <a:rPr lang="en-US" sz="2800" b="1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Bahnschrift" panose="020B0502040204020203" pitchFamily="34" charset="0"/>
              </a:rPr>
              <a:t>step size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, which indicates how many </a:t>
            </a:r>
            <a:r>
              <a:rPr lang="en-US" sz="2800" dirty="0" err="1">
                <a:solidFill>
                  <a:schemeClr val="bg1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i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increases by with each iteration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CD674A8-D224-2DB1-5A2A-15A3048FC598}"/>
              </a:ext>
            </a:extLst>
          </p:cNvPr>
          <p:cNvSpPr/>
          <p:nvPr/>
        </p:nvSpPr>
        <p:spPr>
          <a:xfrm>
            <a:off x="1" y="63619"/>
            <a:ext cx="5056632" cy="928577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PRACTICE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831E5B5-EBAE-8AAB-EA8B-A6E4C548C0D8}"/>
              </a:ext>
            </a:extLst>
          </p:cNvPr>
          <p:cNvSpPr/>
          <p:nvPr/>
        </p:nvSpPr>
        <p:spPr>
          <a:xfrm>
            <a:off x="5992933" y="1972801"/>
            <a:ext cx="5744945" cy="349010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8100">
            <a:solidFill>
              <a:srgbClr val="326648"/>
            </a:solidFill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69195" lon="290748" rev="2154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a =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10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CC844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if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(a &gt;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5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):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    a = a -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2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print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(a)</a:t>
            </a:r>
            <a:endParaRPr kumimoji="0" lang="en-US" altLang="en-US" sz="6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7619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0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4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9" grpId="0" animBg="1"/>
      <p:bldP spid="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3EE758-3537-97EF-1508-4C3E8BC07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CBA56E7E-9FEB-FDBD-5949-D8E769CADEA0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DBBD4E1-4026-9328-B66E-920F63DFAE45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E592463-21CC-F59D-67E7-5C84C663E81D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EA4D0DA-FC07-BCC8-974C-51DC66CC5B64}"/>
              </a:ext>
            </a:extLst>
          </p:cNvPr>
          <p:cNvSpPr/>
          <p:nvPr/>
        </p:nvSpPr>
        <p:spPr>
          <a:xfrm>
            <a:off x="761449" y="1212852"/>
            <a:ext cx="4685128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This ironically allows us to iterate </a:t>
            </a:r>
            <a:r>
              <a:rPr lang="en-US" sz="2800" i="1" dirty="0">
                <a:solidFill>
                  <a:schemeClr val="bg1"/>
                </a:solidFill>
                <a:latin typeface="Bahnschrift" panose="020B0502040204020203" pitchFamily="34" charset="0"/>
              </a:rPr>
              <a:t>backwards 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over a range as well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B45B47B-CFC9-6587-EBA7-A649BDC9B8CE}"/>
              </a:ext>
            </a:extLst>
          </p:cNvPr>
          <p:cNvSpPr/>
          <p:nvPr/>
        </p:nvSpPr>
        <p:spPr>
          <a:xfrm>
            <a:off x="-292608" y="66355"/>
            <a:ext cx="7452131" cy="928577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BACK, BACK, BACK IT UP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A5BDBEB-E8E4-4E17-E9E8-ED6086EA3ECA}"/>
              </a:ext>
            </a:extLst>
          </p:cNvPr>
          <p:cNvSpPr/>
          <p:nvPr/>
        </p:nvSpPr>
        <p:spPr>
          <a:xfrm>
            <a:off x="5883205" y="1863073"/>
            <a:ext cx="5943144" cy="349010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8100">
            <a:solidFill>
              <a:srgbClr val="326648"/>
            </a:solidFill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69195" lon="290748" rev="2154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CC844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for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i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CC844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in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range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100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,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0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,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-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2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):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   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print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i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endParaRPr kumimoji="0" lang="en-US" altLang="en-US" sz="6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491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0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4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9" grpId="0" animBg="1"/>
      <p:bldP spid="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546E1B-6484-578D-BCB2-A50811376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0966CAEE-483C-B415-79FB-14E5FDDD37F6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6C56BFD-BED0-D086-68C4-3107F9A7BA85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FFBBF06-5DE3-3B0B-0C65-72230F3DC6C0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E9A50A2-5E4C-C756-8CAD-6088C74C907F}"/>
              </a:ext>
            </a:extLst>
          </p:cNvPr>
          <p:cNvSpPr/>
          <p:nvPr/>
        </p:nvSpPr>
        <p:spPr>
          <a:xfrm>
            <a:off x="761449" y="1212852"/>
            <a:ext cx="4685128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You may also think of a for loop using the flowchart on the right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9C9CF07-9ED4-746E-6DC6-C1869359E8D7}"/>
              </a:ext>
            </a:extLst>
          </p:cNvPr>
          <p:cNvSpPr/>
          <p:nvPr/>
        </p:nvSpPr>
        <p:spPr>
          <a:xfrm>
            <a:off x="-292608" y="66355"/>
            <a:ext cx="7452131" cy="928577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FOR LOOP FLOWCHART</a:t>
            </a:r>
          </a:p>
        </p:txBody>
      </p:sp>
      <p:pic>
        <p:nvPicPr>
          <p:cNvPr id="4" name="Picture 3" descr="A diagram of a process&#10;&#10;AI-generated content may be incorrect.">
            <a:extLst>
              <a:ext uri="{FF2B5EF4-FFF2-40B4-BE49-F238E27FC236}">
                <a16:creationId xmlns:a16="http://schemas.microsoft.com/office/drawing/2014/main" id="{B15DE5B6-38D7-89F5-036C-DE6B2999B8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9340" y="1519169"/>
            <a:ext cx="4824297" cy="4397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6074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0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4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9" grpId="0" animBg="1"/>
      <p:bldP spid="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DFE7CE-A47A-0C32-C8A9-CBF127EE5C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05BFFD6B-2DFA-5950-543E-0A4AFDAAF218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171B16B-767C-8F31-439F-CE55706B67B4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1EBF854-84B5-1FBD-35C4-202FF4DE6307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9BBBBE1-DF35-1F47-88C5-6BFF9F74DAAB}"/>
              </a:ext>
            </a:extLst>
          </p:cNvPr>
          <p:cNvSpPr/>
          <p:nvPr/>
        </p:nvSpPr>
        <p:spPr>
          <a:xfrm>
            <a:off x="761449" y="1212852"/>
            <a:ext cx="4685128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What if we don’t know for sure how many times we want our loop to run?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That’s where the </a:t>
            </a:r>
            <a:r>
              <a:rPr lang="en-US" sz="2800" b="1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Bahnschrift" panose="020B0502040204020203" pitchFamily="34" charset="0"/>
              </a:rPr>
              <a:t>While Loop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steps in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 while loop, rather than being based on a range, is based on a condition, and it will continue to loop until the condition is false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4780B7D-A9BF-467E-F91A-3B7D6190A330}"/>
              </a:ext>
            </a:extLst>
          </p:cNvPr>
          <p:cNvSpPr/>
          <p:nvPr/>
        </p:nvSpPr>
        <p:spPr>
          <a:xfrm>
            <a:off x="1" y="63619"/>
            <a:ext cx="5056632" cy="928577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WHILE LOOP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266ABAA-281B-AB68-5DDF-64448A72AA5F}"/>
              </a:ext>
            </a:extLst>
          </p:cNvPr>
          <p:cNvSpPr/>
          <p:nvPr/>
        </p:nvSpPr>
        <p:spPr>
          <a:xfrm>
            <a:off x="5883205" y="1863073"/>
            <a:ext cx="5943144" cy="349010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8100">
            <a:solidFill>
              <a:srgbClr val="326648"/>
            </a:solidFill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69195" lon="290748" rev="2154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i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 =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20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CC844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while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i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 &gt;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1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):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   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i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 =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i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 //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2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   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print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i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endParaRPr kumimoji="0" lang="en-US" altLang="en-US" sz="6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7467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0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4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9" grpId="0" animBg="1"/>
      <p:bldP spid="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54FB29-9B8E-8226-C46A-6E40C5F5F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89BFD692-6DD2-D2DC-52AA-09EC530FBC3F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E3F05D9-A4E3-CFF9-6F1B-82E40C639431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B8F415F-EA93-6CCC-F9C8-EC866E9B5008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F56D6CD-EAE0-37F3-09EE-2309D461BCC5}"/>
              </a:ext>
            </a:extLst>
          </p:cNvPr>
          <p:cNvSpPr/>
          <p:nvPr/>
        </p:nvSpPr>
        <p:spPr>
          <a:xfrm>
            <a:off x="761449" y="1212852"/>
            <a:ext cx="4685128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You may have noticed that this could allow for a condition that </a:t>
            </a:r>
            <a:r>
              <a:rPr lang="en-US" sz="2800" i="1" dirty="0">
                <a:solidFill>
                  <a:schemeClr val="bg1"/>
                </a:solidFill>
                <a:latin typeface="Bahnschrift" panose="020B0502040204020203" pitchFamily="34" charset="0"/>
              </a:rPr>
              <a:t>never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turns false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This is called an </a:t>
            </a:r>
            <a:r>
              <a:rPr lang="en-US" sz="2800" b="1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Bahnschrift" panose="020B0502040204020203" pitchFamily="34" charset="0"/>
              </a:rPr>
              <a:t>infinite loop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, and it’s bad news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 program will never stop running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There are a few instances where this can be helpful </a:t>
            </a: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tho</a:t>
            </a: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CDEB36F-469C-39A4-5589-2E8103909F18}"/>
              </a:ext>
            </a:extLst>
          </p:cNvPr>
          <p:cNvSpPr/>
          <p:nvPr/>
        </p:nvSpPr>
        <p:spPr>
          <a:xfrm>
            <a:off x="1" y="63619"/>
            <a:ext cx="5056632" cy="928577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INFINITE LOOP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C1CD7EB-0668-75D5-4A2F-D94189CF9306}"/>
              </a:ext>
            </a:extLst>
          </p:cNvPr>
          <p:cNvSpPr/>
          <p:nvPr/>
        </p:nvSpPr>
        <p:spPr>
          <a:xfrm>
            <a:off x="5883205" y="1863073"/>
            <a:ext cx="5943144" cy="349010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8100">
            <a:solidFill>
              <a:srgbClr val="326648"/>
            </a:solidFill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69195" lon="290748" rev="2154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#this is an infinite loop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i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 =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10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CC844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while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i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 &gt;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5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):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   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print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75AA5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"Yeah!"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endParaRPr kumimoji="0" lang="en-US" altLang="en-US" sz="6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6883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0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4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9" grpId="0" animBg="1"/>
      <p:bldP spid="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892156-C260-AFDE-FCD8-869E212BC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7F6B96E7-2C1F-010C-9FB0-A019FAC7D3B7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6213B1B-402A-8A45-8DE6-E0DD57A59E9E}"/>
              </a:ext>
            </a:extLst>
          </p:cNvPr>
          <p:cNvSpPr/>
          <p:nvPr/>
        </p:nvSpPr>
        <p:spPr>
          <a:xfrm>
            <a:off x="-454520" y="380929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1D964A3-B86E-D130-5DE7-64E566099179}"/>
              </a:ext>
            </a:extLst>
          </p:cNvPr>
          <p:cNvSpPr/>
          <p:nvPr/>
        </p:nvSpPr>
        <p:spPr>
          <a:xfrm>
            <a:off x="4430101" y="61393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1CFE3E5-D1A9-A529-F941-0054110EC63B}"/>
              </a:ext>
            </a:extLst>
          </p:cNvPr>
          <p:cNvSpPr/>
          <p:nvPr/>
        </p:nvSpPr>
        <p:spPr>
          <a:xfrm>
            <a:off x="255923" y="1240466"/>
            <a:ext cx="4685128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While loops allow us more flexibility in the conditions that we want to be met for our loop to end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Any logical statements that could go into an If Statement can also go into a While Loop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These are also known as </a:t>
            </a:r>
            <a:r>
              <a:rPr lang="en-US" sz="2800" b="1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Bahnschrift" panose="020B0502040204020203" pitchFamily="34" charset="0"/>
              </a:rPr>
              <a:t>pre-condition loops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331BE2A-3F08-19C4-83C7-037FB779DFB8}"/>
              </a:ext>
            </a:extLst>
          </p:cNvPr>
          <p:cNvSpPr/>
          <p:nvPr/>
        </p:nvSpPr>
        <p:spPr>
          <a:xfrm>
            <a:off x="1" y="63619"/>
            <a:ext cx="5056632" cy="928577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WHILE LOOPS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DB4AC72-A326-B0C3-D838-E30E423C34A6}"/>
              </a:ext>
            </a:extLst>
          </p:cNvPr>
          <p:cNvSpPr/>
          <p:nvPr/>
        </p:nvSpPr>
        <p:spPr>
          <a:xfrm>
            <a:off x="5056633" y="1500899"/>
            <a:ext cx="7046411" cy="349010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8100">
            <a:solidFill>
              <a:srgbClr val="326648"/>
            </a:solidFill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69195" lon="290748" rev="2154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num =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5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guess =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int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input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75AA5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"Guess a number between 1 and 10: "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))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CC844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while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(guess != num):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    guess =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int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input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75AA5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"Incorrect, try again: "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))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print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75AA5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"You got it!"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endParaRPr kumimoji="0" lang="en-US" altLang="en-US" sz="6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6770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0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4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9" grpId="0" animBg="1"/>
      <p:bldP spid="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B528FB-6CF7-26B1-E13C-1665F9D8B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AF4FBB0A-BD56-7635-6A9F-A838A07F5F4D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9F41DD3-CFEB-B753-069B-6A1380021B4F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89B3E66-B5AF-55D1-5A29-8068BAF3882D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405BFE9-B7C7-A819-BDD8-2CBECB0768EE}"/>
              </a:ext>
            </a:extLst>
          </p:cNvPr>
          <p:cNvSpPr/>
          <p:nvPr/>
        </p:nvSpPr>
        <p:spPr>
          <a:xfrm>
            <a:off x="761449" y="1212852"/>
            <a:ext cx="4907832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It is also worth noting that ANY For Loop can be written as a While Loop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Why have the For Loop at all?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0530E48-6DBF-A005-A616-98DA6F1DB03C}"/>
              </a:ext>
            </a:extLst>
          </p:cNvPr>
          <p:cNvSpPr/>
          <p:nvPr/>
        </p:nvSpPr>
        <p:spPr>
          <a:xfrm>
            <a:off x="1" y="63619"/>
            <a:ext cx="5056632" cy="928577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WHILE LOOPS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E1FBCD6-F3D7-5192-A537-70816DCF0EF2}"/>
              </a:ext>
            </a:extLst>
          </p:cNvPr>
          <p:cNvSpPr/>
          <p:nvPr/>
        </p:nvSpPr>
        <p:spPr>
          <a:xfrm>
            <a:off x="5883205" y="1863073"/>
            <a:ext cx="5943144" cy="349010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8100">
            <a:solidFill>
              <a:srgbClr val="326648"/>
            </a:solidFill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69195" lon="290748" rev="2154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#for loop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CC844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for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i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CC844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in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range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0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,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100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):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   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print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i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#while loop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i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 =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0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CC844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while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i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 &lt;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100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: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   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print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i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   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i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 =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i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 +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1</a:t>
            </a:r>
            <a:endParaRPr kumimoji="0" lang="en-US" altLang="en-US" sz="6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7027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0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4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9" grpId="0" animBg="1"/>
      <p:bldP spid="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294FD4-FBCE-2228-CEBF-B361F96B0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D3324BBE-8DC1-649C-90AD-B03BCBC635B9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3A40B87-6242-6885-6B81-FAB3EEB8C895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5426EAC-699E-122F-B55B-2A44729ABAC0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308EF38-52B6-616B-868E-CBE1693FB35B}"/>
              </a:ext>
            </a:extLst>
          </p:cNvPr>
          <p:cNvSpPr/>
          <p:nvPr/>
        </p:nvSpPr>
        <p:spPr>
          <a:xfrm>
            <a:off x="761449" y="1212852"/>
            <a:ext cx="4907832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You can also think of While Loops using this flowchart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39A4E48-9183-063E-13ED-C5BFE6E9E92F}"/>
              </a:ext>
            </a:extLst>
          </p:cNvPr>
          <p:cNvSpPr/>
          <p:nvPr/>
        </p:nvSpPr>
        <p:spPr>
          <a:xfrm>
            <a:off x="1" y="63619"/>
            <a:ext cx="5056632" cy="928577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WHILE LOOPS</a:t>
            </a:r>
          </a:p>
        </p:txBody>
      </p:sp>
      <p:pic>
        <p:nvPicPr>
          <p:cNvPr id="3" name="Picture 2" descr="A diagram of a flowchart&#10;&#10;AI-generated content may be incorrect.">
            <a:extLst>
              <a:ext uri="{FF2B5EF4-FFF2-40B4-BE49-F238E27FC236}">
                <a16:creationId xmlns:a16="http://schemas.microsoft.com/office/drawing/2014/main" id="{C2C59932-6349-21E2-486A-99D6480FBC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6559" y="2317089"/>
            <a:ext cx="5063163" cy="3544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228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0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4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9" grpId="0" animBg="1"/>
      <p:bldP spid="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1D725E-49EC-7ACB-412D-BEEB1FCFA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94C94EB4-DD62-F6DA-3A78-63F912FA0289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EFE1342-30AE-9BF8-3157-13D551274DA2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15C4BC9-77B9-5C12-B07C-8BD7B9AAAD09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AFB3C6-A695-54AA-1307-7515A79025CA}"/>
              </a:ext>
            </a:extLst>
          </p:cNvPr>
          <p:cNvSpPr/>
          <p:nvPr/>
        </p:nvSpPr>
        <p:spPr>
          <a:xfrm>
            <a:off x="761449" y="1212852"/>
            <a:ext cx="4907832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b="1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Bahnschrift" panose="020B0502040204020203" pitchFamily="34" charset="0"/>
              </a:rPr>
              <a:t>Do While Loops 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function similarly to While Loops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Instead of checking the condition first, the loop will run once, and then check the conditions to determine if it will loop again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These are relatively situational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9466300-2EC9-6410-F0BB-E90641E68543}"/>
              </a:ext>
            </a:extLst>
          </p:cNvPr>
          <p:cNvSpPr/>
          <p:nvPr/>
        </p:nvSpPr>
        <p:spPr>
          <a:xfrm>
            <a:off x="0" y="63619"/>
            <a:ext cx="5166359" cy="928577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DO WHILE LOOPS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C7E0C39-483E-738C-3C0A-ADAFF4C653B8}"/>
              </a:ext>
            </a:extLst>
          </p:cNvPr>
          <p:cNvSpPr/>
          <p:nvPr/>
        </p:nvSpPr>
        <p:spPr>
          <a:xfrm>
            <a:off x="5883205" y="1863073"/>
            <a:ext cx="5943144" cy="349010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8100">
            <a:solidFill>
              <a:srgbClr val="326648"/>
            </a:solidFill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69195" lon="290748" rev="2154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num =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1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CC844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while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CC844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True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):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   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print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(num)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    num = num+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1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   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CC844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if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num &gt;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100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: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       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CC844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break</a:t>
            </a:r>
            <a:endParaRPr kumimoji="0" lang="en-US" altLang="en-US" sz="6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5025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0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4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9" grpId="0" animBg="1"/>
      <p:bldP spid="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015A60-4D4C-203E-D321-FA138298E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CE207D1D-BCAE-6265-A0DB-C56D7A20F2C3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7D82FAC-A53A-5220-73FF-4DC7FE387BCC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39013B9-DA36-EBDC-94E3-4EBF94FC6DB7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698138B-9CB6-CAA4-46B8-50865F5F4E88}"/>
              </a:ext>
            </a:extLst>
          </p:cNvPr>
          <p:cNvSpPr/>
          <p:nvPr/>
        </p:nvSpPr>
        <p:spPr>
          <a:xfrm>
            <a:off x="761449" y="1212852"/>
            <a:ext cx="4907832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You can use the following flowchart to visualize the Do While Loop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634A882-6F7E-853C-6659-0B2089FB829E}"/>
              </a:ext>
            </a:extLst>
          </p:cNvPr>
          <p:cNvSpPr/>
          <p:nvPr/>
        </p:nvSpPr>
        <p:spPr>
          <a:xfrm>
            <a:off x="0" y="63619"/>
            <a:ext cx="5166359" cy="928577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DO WHILE LOOPS</a:t>
            </a:r>
          </a:p>
        </p:txBody>
      </p:sp>
      <p:pic>
        <p:nvPicPr>
          <p:cNvPr id="3" name="Picture 2" descr="A diagram of a process&#10;&#10;AI-generated content may be incorrect.">
            <a:extLst>
              <a:ext uri="{FF2B5EF4-FFF2-40B4-BE49-F238E27FC236}">
                <a16:creationId xmlns:a16="http://schemas.microsoft.com/office/drawing/2014/main" id="{5B5DD5B5-3F33-02F3-D500-E557255382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9068" y="588160"/>
            <a:ext cx="5343525" cy="5572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0426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0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4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9" grpId="0" animBg="1"/>
      <p:bldP spid="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5BA6D2-661C-629D-3A0B-D8916DF3A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8B93D669-FD26-373F-CDBC-983ED72E17F3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493F1B6-8034-6006-77FD-6E60A6700CC2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3B445EE-DFCD-15A2-8253-548969370912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D1FA388-F44C-0D62-E127-5DAA237B2FBA}"/>
              </a:ext>
            </a:extLst>
          </p:cNvPr>
          <p:cNvSpPr/>
          <p:nvPr/>
        </p:nvSpPr>
        <p:spPr>
          <a:xfrm>
            <a:off x="825243" y="1120703"/>
            <a:ext cx="10296411" cy="5550244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You can find today’s programming assignment </a:t>
            </a:r>
            <a:r>
              <a:rPr lang="en-US" sz="2800">
                <a:solidFill>
                  <a:schemeClr val="bg1"/>
                </a:solidFill>
                <a:latin typeface="Bahnschrift" panose="020B0502040204020203" pitchFamily="34" charset="0"/>
              </a:rPr>
              <a:t>(PA B2-1) on 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 class </a:t>
            </a: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Github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Repository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A51E191-FB80-DD01-12DA-A63D6699BDF7}"/>
              </a:ext>
            </a:extLst>
          </p:cNvPr>
          <p:cNvSpPr/>
          <p:nvPr/>
        </p:nvSpPr>
        <p:spPr>
          <a:xfrm>
            <a:off x="-372352" y="59058"/>
            <a:ext cx="8446504" cy="928577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PROGRAMMING ASSIGNMENT</a:t>
            </a:r>
          </a:p>
        </p:txBody>
      </p:sp>
    </p:spTree>
    <p:extLst>
      <p:ext uri="{BB962C8B-B14F-4D97-AF65-F5344CB8AC3E}">
        <p14:creationId xmlns:p14="http://schemas.microsoft.com/office/powerpoint/2010/main" val="510623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0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4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9" grpId="0" animBg="1"/>
      <p:bldP spid="7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2853</TotalTime>
  <Words>1124</Words>
  <Application>Microsoft Office PowerPoint</Application>
  <PresentationFormat>Widescreen</PresentationFormat>
  <Paragraphs>92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Aptos</vt:lpstr>
      <vt:lpstr>Aptos Display</vt:lpstr>
      <vt:lpstr>Arial</vt:lpstr>
      <vt:lpstr>Bahnschrift</vt:lpstr>
      <vt:lpstr>Bahnschrift SemiBold</vt:lpstr>
      <vt:lpstr>Cascadia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Hill</dc:creator>
  <cp:lastModifiedBy>Michael Hill</cp:lastModifiedBy>
  <cp:revision>3</cp:revision>
  <dcterms:created xsi:type="dcterms:W3CDTF">2025-08-11T14:07:39Z</dcterms:created>
  <dcterms:modified xsi:type="dcterms:W3CDTF">2025-08-15T14:35:46Z</dcterms:modified>
</cp:coreProperties>
</file>