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427" r:id="rId5"/>
    <p:sldId id="455" r:id="rId6"/>
    <p:sldId id="456" r:id="rId7"/>
    <p:sldId id="457" r:id="rId8"/>
    <p:sldId id="458" r:id="rId9"/>
    <p:sldId id="459" r:id="rId10"/>
    <p:sldId id="460" r:id="rId11"/>
    <p:sldId id="461" r:id="rId12"/>
    <p:sldId id="462" r:id="rId13"/>
    <p:sldId id="463" r:id="rId14"/>
    <p:sldId id="464" r:id="rId15"/>
    <p:sldId id="465" r:id="rId16"/>
    <p:sldId id="466" r:id="rId17"/>
    <p:sldId id="467" r:id="rId18"/>
    <p:sldId id="468" r:id="rId19"/>
    <p:sldId id="469" r:id="rId20"/>
    <p:sldId id="470" r:id="rId21"/>
    <p:sldId id="471" r:id="rId22"/>
    <p:sldId id="472" r:id="rId23"/>
    <p:sldId id="473" r:id="rId24"/>
    <p:sldId id="474" r:id="rId25"/>
    <p:sldId id="475" r:id="rId26"/>
    <p:sldId id="476" r:id="rId27"/>
    <p:sldId id="477" r:id="rId28"/>
    <p:sldId id="478" r:id="rId29"/>
    <p:sldId id="479" r:id="rId30"/>
    <p:sldId id="480" r:id="rId31"/>
    <p:sldId id="481" r:id="rId32"/>
    <p:sldId id="482" r:id="rId33"/>
    <p:sldId id="483" r:id="rId34"/>
    <p:sldId id="484" r:id="rId35"/>
    <p:sldId id="485" r:id="rId36"/>
    <p:sldId id="486" r:id="rId37"/>
    <p:sldId id="487" r:id="rId38"/>
    <p:sldId id="488" r:id="rId39"/>
    <p:sldId id="489" r:id="rId40"/>
    <p:sldId id="490" r:id="rId41"/>
    <p:sldId id="491" r:id="rId42"/>
    <p:sldId id="492" r:id="rId43"/>
    <p:sldId id="493" r:id="rId44"/>
    <p:sldId id="45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4500"/>
    <a:srgbClr val="2A4C45"/>
    <a:srgbClr val="326648"/>
    <a:srgbClr val="D2A65C"/>
    <a:srgbClr val="A74923"/>
    <a:srgbClr val="388049"/>
    <a:srgbClr val="274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D0C77B-EC13-4254-8CDF-BC7A089E8EBD}" v="41" dt="2025-11-11T15:41:55.7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67" autoAdjust="0"/>
    <p:restoredTop sz="94660"/>
  </p:normalViewPr>
  <p:slideViewPr>
    <p:cSldViewPr snapToGrid="0">
      <p:cViewPr varScale="1">
        <p:scale>
          <a:sx n="105" d="100"/>
          <a:sy n="105" d="100"/>
        </p:scale>
        <p:origin x="6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ill" userId="41dba03d-e58d-4389-9894-554c10310ba4" providerId="ADAL" clId="{EF23FE1D-A042-481E-AFD7-2A9FB0847F54}"/>
    <pc:docChg chg="undo redo custSel addSld delSld modSld">
      <pc:chgData name="Michael Hill" userId="41dba03d-e58d-4389-9894-554c10310ba4" providerId="ADAL" clId="{EF23FE1D-A042-481E-AFD7-2A9FB0847F54}" dt="2025-11-11T15:41:59.213" v="1793" actId="478"/>
      <pc:docMkLst>
        <pc:docMk/>
      </pc:docMkLst>
      <pc:sldChg chg="modSp mod">
        <pc:chgData name="Michael Hill" userId="41dba03d-e58d-4389-9894-554c10310ba4" providerId="ADAL" clId="{EF23FE1D-A042-481E-AFD7-2A9FB0847F54}" dt="2025-11-11T15:21:29.933" v="26" actId="1076"/>
        <pc:sldMkLst>
          <pc:docMk/>
          <pc:sldMk cId="1878848435" sldId="256"/>
        </pc:sldMkLst>
        <pc:spChg chg="mod">
          <ac:chgData name="Michael Hill" userId="41dba03d-e58d-4389-9894-554c10310ba4" providerId="ADAL" clId="{EF23FE1D-A042-481E-AFD7-2A9FB0847F54}" dt="2025-11-11T15:21:20.412" v="3" actId="20577"/>
          <ac:spMkLst>
            <pc:docMk/>
            <pc:sldMk cId="1878848435" sldId="256"/>
            <ac:spMk id="5" creationId="{18C18ECD-1A29-4735-FBF9-2230E3FED94F}"/>
          </ac:spMkLst>
        </pc:spChg>
        <pc:spChg chg="mod">
          <ac:chgData name="Michael Hill" userId="41dba03d-e58d-4389-9894-554c10310ba4" providerId="ADAL" clId="{EF23FE1D-A042-481E-AFD7-2A9FB0847F54}" dt="2025-11-11T15:21:29.933" v="26" actId="1076"/>
          <ac:spMkLst>
            <pc:docMk/>
            <pc:sldMk cId="1878848435" sldId="256"/>
            <ac:spMk id="6" creationId="{945BB639-AC69-FE40-4352-5D3077A94591}"/>
          </ac:spMkLst>
        </pc:spChg>
      </pc:sldChg>
      <pc:sldChg chg="modSp mod">
        <pc:chgData name="Michael Hill" userId="41dba03d-e58d-4389-9894-554c10310ba4" providerId="ADAL" clId="{EF23FE1D-A042-481E-AFD7-2A9FB0847F54}" dt="2025-11-11T15:35:10.753" v="1002" actId="20577"/>
        <pc:sldMkLst>
          <pc:docMk/>
          <pc:sldMk cId="854122100" sldId="257"/>
        </pc:sldMkLst>
        <pc:spChg chg="mod">
          <ac:chgData name="Michael Hill" userId="41dba03d-e58d-4389-9894-554c10310ba4" providerId="ADAL" clId="{EF23FE1D-A042-481E-AFD7-2A9FB0847F54}" dt="2025-11-11T15:35:10.753" v="1002" actId="20577"/>
          <ac:spMkLst>
            <pc:docMk/>
            <pc:sldMk cId="854122100" sldId="257"/>
            <ac:spMk id="8" creationId="{4D7671A2-401B-58C3-4049-2F9F2E07BD91}"/>
          </ac:spMkLst>
        </pc:spChg>
      </pc:sldChg>
      <pc:sldChg chg="modSp mod">
        <pc:chgData name="Michael Hill" userId="41dba03d-e58d-4389-9894-554c10310ba4" providerId="ADAL" clId="{EF23FE1D-A042-481E-AFD7-2A9FB0847F54}" dt="2025-11-11T15:25:09.669" v="263" actId="6549"/>
        <pc:sldMkLst>
          <pc:docMk/>
          <pc:sldMk cId="1910594286" sldId="258"/>
        </pc:sldMkLst>
        <pc:spChg chg="mod">
          <ac:chgData name="Michael Hill" userId="41dba03d-e58d-4389-9894-554c10310ba4" providerId="ADAL" clId="{EF23FE1D-A042-481E-AFD7-2A9FB0847F54}" dt="2025-11-11T15:25:09.669" v="263" actId="6549"/>
          <ac:spMkLst>
            <pc:docMk/>
            <pc:sldMk cId="1910594286" sldId="258"/>
            <ac:spMk id="8" creationId="{9D3B4A7A-A70B-0C4A-C7FF-462ADF36D440}"/>
          </ac:spMkLst>
        </pc:spChg>
      </pc:sldChg>
      <pc:sldChg chg="add del setBg">
        <pc:chgData name="Michael Hill" userId="41dba03d-e58d-4389-9894-554c10310ba4" providerId="ADAL" clId="{EF23FE1D-A042-481E-AFD7-2A9FB0847F54}" dt="2025-11-11T15:35:56.216" v="1006"/>
        <pc:sldMkLst>
          <pc:docMk/>
          <pc:sldMk cId="1450864674" sldId="371"/>
        </pc:sldMkLst>
      </pc:sldChg>
      <pc:sldChg chg="modSp mod">
        <pc:chgData name="Michael Hill" userId="41dba03d-e58d-4389-9894-554c10310ba4" providerId="ADAL" clId="{EF23FE1D-A042-481E-AFD7-2A9FB0847F54}" dt="2025-11-11T15:27:03.521" v="719" actId="403"/>
        <pc:sldMkLst>
          <pc:docMk/>
          <pc:sldMk cId="4217859482" sldId="427"/>
        </pc:sldMkLst>
        <pc:spChg chg="mod">
          <ac:chgData name="Michael Hill" userId="41dba03d-e58d-4389-9894-554c10310ba4" providerId="ADAL" clId="{EF23FE1D-A042-481E-AFD7-2A9FB0847F54}" dt="2025-11-11T15:27:03.521" v="719" actId="403"/>
          <ac:spMkLst>
            <pc:docMk/>
            <pc:sldMk cId="4217859482" sldId="427"/>
            <ac:spMk id="8" creationId="{D12E8945-8B7A-5FF6-41CB-3A36AA2FF6DA}"/>
          </ac:spMkLst>
        </pc:spChg>
      </pc:sldChg>
      <pc:sldChg chg="delSp modSp mod">
        <pc:chgData name="Michael Hill" userId="41dba03d-e58d-4389-9894-554c10310ba4" providerId="ADAL" clId="{EF23FE1D-A042-481E-AFD7-2A9FB0847F54}" dt="2025-11-11T15:41:59.213" v="1793" actId="478"/>
        <pc:sldMkLst>
          <pc:docMk/>
          <pc:sldMk cId="782115972" sldId="454"/>
        </pc:sldMkLst>
        <pc:spChg chg="del">
          <ac:chgData name="Michael Hill" userId="41dba03d-e58d-4389-9894-554c10310ba4" providerId="ADAL" clId="{EF23FE1D-A042-481E-AFD7-2A9FB0847F54}" dt="2025-11-11T15:41:59.213" v="1793" actId="478"/>
          <ac:spMkLst>
            <pc:docMk/>
            <pc:sldMk cId="782115972" sldId="454"/>
            <ac:spMk id="3" creationId="{47B3FBC6-39EC-FA65-6E67-88AFA14C8FBF}"/>
          </ac:spMkLst>
        </pc:spChg>
        <pc:spChg chg="mod">
          <ac:chgData name="Michael Hill" userId="41dba03d-e58d-4389-9894-554c10310ba4" providerId="ADAL" clId="{EF23FE1D-A042-481E-AFD7-2A9FB0847F54}" dt="2025-11-11T15:31:56.091" v="834" actId="14100"/>
          <ac:spMkLst>
            <pc:docMk/>
            <pc:sldMk cId="782115972" sldId="454"/>
            <ac:spMk id="5" creationId="{114C4382-6508-C8FE-9226-90B3DD641032}"/>
          </ac:spMkLst>
        </pc:spChg>
        <pc:spChg chg="mod">
          <ac:chgData name="Michael Hill" userId="41dba03d-e58d-4389-9894-554c10310ba4" providerId="ADAL" clId="{EF23FE1D-A042-481E-AFD7-2A9FB0847F54}" dt="2025-11-11T15:41:57.693" v="1792" actId="20577"/>
          <ac:spMkLst>
            <pc:docMk/>
            <pc:sldMk cId="782115972" sldId="454"/>
            <ac:spMk id="8" creationId="{F65BA143-CA8C-162E-8EE1-5979D9C12717}"/>
          </ac:spMkLst>
        </pc:spChg>
      </pc:sldChg>
      <pc:sldChg chg="addSp delSp modSp mod">
        <pc:chgData name="Michael Hill" userId="41dba03d-e58d-4389-9894-554c10310ba4" providerId="ADAL" clId="{EF23FE1D-A042-481E-AFD7-2A9FB0847F54}" dt="2025-11-11T15:27:32.732" v="747" actId="478"/>
        <pc:sldMkLst>
          <pc:docMk/>
          <pc:sldMk cId="2358883517" sldId="455"/>
        </pc:sldMkLst>
        <pc:spChg chg="del">
          <ac:chgData name="Michael Hill" userId="41dba03d-e58d-4389-9894-554c10310ba4" providerId="ADAL" clId="{EF23FE1D-A042-481E-AFD7-2A9FB0847F54}" dt="2025-11-11T15:27:25.327" v="739" actId="478"/>
          <ac:spMkLst>
            <pc:docMk/>
            <pc:sldMk cId="2358883517" sldId="455"/>
            <ac:spMk id="2" creationId="{FC42DDD3-23DC-1936-F3B7-F4BB5FDE47B6}"/>
          </ac:spMkLst>
        </pc:spChg>
        <pc:spChg chg="mod">
          <ac:chgData name="Michael Hill" userId="41dba03d-e58d-4389-9894-554c10310ba4" providerId="ADAL" clId="{EF23FE1D-A042-481E-AFD7-2A9FB0847F54}" dt="2025-11-11T15:27:20.559" v="737" actId="14100"/>
          <ac:spMkLst>
            <pc:docMk/>
            <pc:sldMk cId="2358883517" sldId="455"/>
            <ac:spMk id="5" creationId="{C1AAB5C6-C654-7564-5F81-E8EC4783C0EB}"/>
          </ac:spMkLst>
        </pc:spChg>
        <pc:spChg chg="del">
          <ac:chgData name="Michael Hill" userId="41dba03d-e58d-4389-9894-554c10310ba4" providerId="ADAL" clId="{EF23FE1D-A042-481E-AFD7-2A9FB0847F54}" dt="2025-11-11T15:27:30.656" v="745" actId="478"/>
          <ac:spMkLst>
            <pc:docMk/>
            <pc:sldMk cId="2358883517" sldId="455"/>
            <ac:spMk id="6" creationId="{C54E731E-6B9F-CE57-4C0B-341B6B7972F0}"/>
          </ac:spMkLst>
        </pc:spChg>
        <pc:spChg chg="add del mod">
          <ac:chgData name="Michael Hill" userId="41dba03d-e58d-4389-9894-554c10310ba4" providerId="ADAL" clId="{EF23FE1D-A042-481E-AFD7-2A9FB0847F54}" dt="2025-11-11T15:27:27.902" v="742" actId="478"/>
          <ac:spMkLst>
            <pc:docMk/>
            <pc:sldMk cId="2358883517" sldId="455"/>
            <ac:spMk id="8" creationId="{AC284222-4860-E182-B319-EF08F8E4B64E}"/>
          </ac:spMkLst>
        </pc:spChg>
        <pc:spChg chg="del">
          <ac:chgData name="Michael Hill" userId="41dba03d-e58d-4389-9894-554c10310ba4" providerId="ADAL" clId="{EF23FE1D-A042-481E-AFD7-2A9FB0847F54}" dt="2025-11-11T15:27:26.429" v="740" actId="478"/>
          <ac:spMkLst>
            <pc:docMk/>
            <pc:sldMk cId="2358883517" sldId="455"/>
            <ac:spMk id="10" creationId="{9B4FCB3B-6BCD-5596-6909-DA587502966B}"/>
          </ac:spMkLst>
        </pc:spChg>
        <pc:spChg chg="del">
          <ac:chgData name="Michael Hill" userId="41dba03d-e58d-4389-9894-554c10310ba4" providerId="ADAL" clId="{EF23FE1D-A042-481E-AFD7-2A9FB0847F54}" dt="2025-11-11T15:27:32.732" v="747" actId="478"/>
          <ac:spMkLst>
            <pc:docMk/>
            <pc:sldMk cId="2358883517" sldId="455"/>
            <ac:spMk id="14" creationId="{F142CAD6-9A16-8B03-CB0E-F78C98F1176A}"/>
          </ac:spMkLst>
        </pc:spChg>
        <pc:spChg chg="del">
          <ac:chgData name="Michael Hill" userId="41dba03d-e58d-4389-9894-554c10310ba4" providerId="ADAL" clId="{EF23FE1D-A042-481E-AFD7-2A9FB0847F54}" dt="2025-11-11T15:27:30.092" v="744" actId="478"/>
          <ac:spMkLst>
            <pc:docMk/>
            <pc:sldMk cId="2358883517" sldId="455"/>
            <ac:spMk id="15" creationId="{695FFDC2-AB6C-8EF4-9459-3D78873C76F0}"/>
          </ac:spMkLst>
        </pc:spChg>
        <pc:cxnChg chg="del">
          <ac:chgData name="Michael Hill" userId="41dba03d-e58d-4389-9894-554c10310ba4" providerId="ADAL" clId="{EF23FE1D-A042-481E-AFD7-2A9FB0847F54}" dt="2025-11-11T15:27:31.582" v="746" actId="478"/>
          <ac:cxnSpMkLst>
            <pc:docMk/>
            <pc:sldMk cId="2358883517" sldId="455"/>
            <ac:cxnSpMk id="11" creationId="{6548031B-B2D3-C289-7700-C9250F2245FE}"/>
          </ac:cxnSpMkLst>
        </pc:cxnChg>
        <pc:cxnChg chg="del">
          <ac:chgData name="Michael Hill" userId="41dba03d-e58d-4389-9894-554c10310ba4" providerId="ADAL" clId="{EF23FE1D-A042-481E-AFD7-2A9FB0847F54}" dt="2025-11-11T15:27:28.893" v="743" actId="478"/>
          <ac:cxnSpMkLst>
            <pc:docMk/>
            <pc:sldMk cId="2358883517" sldId="455"/>
            <ac:cxnSpMk id="13" creationId="{AC742393-7EE8-76F4-C1CA-FB3CEA3BBE27}"/>
          </ac:cxnSpMkLst>
        </pc:cxnChg>
      </pc:sldChg>
      <pc:sldChg chg="addSp modSp mod">
        <pc:chgData name="Michael Hill" userId="41dba03d-e58d-4389-9894-554c10310ba4" providerId="ADAL" clId="{EF23FE1D-A042-481E-AFD7-2A9FB0847F54}" dt="2025-11-11T15:30:35.844" v="799" actId="207"/>
        <pc:sldMkLst>
          <pc:docMk/>
          <pc:sldMk cId="3364364777" sldId="456"/>
        </pc:sldMkLst>
        <pc:spChg chg="mod">
          <ac:chgData name="Michael Hill" userId="41dba03d-e58d-4389-9894-554c10310ba4" providerId="ADAL" clId="{EF23FE1D-A042-481E-AFD7-2A9FB0847F54}" dt="2025-11-11T15:29:18.167" v="759" actId="1076"/>
          <ac:spMkLst>
            <pc:docMk/>
            <pc:sldMk cId="3364364777" sldId="456"/>
            <ac:spMk id="5" creationId="{C2472215-F38E-8292-8DFB-C176B02C9FC1}"/>
          </ac:spMkLst>
        </pc:spChg>
        <pc:spChg chg="mod">
          <ac:chgData name="Michael Hill" userId="41dba03d-e58d-4389-9894-554c10310ba4" providerId="ADAL" clId="{EF23FE1D-A042-481E-AFD7-2A9FB0847F54}" dt="2025-11-11T15:30:35.844" v="799" actId="207"/>
          <ac:spMkLst>
            <pc:docMk/>
            <pc:sldMk cId="3364364777" sldId="456"/>
            <ac:spMk id="8" creationId="{4F1BF2F8-A1DE-E403-1083-45064509664F}"/>
          </ac:spMkLst>
        </pc:spChg>
        <pc:picChg chg="add mod">
          <ac:chgData name="Michael Hill" userId="41dba03d-e58d-4389-9894-554c10310ba4" providerId="ADAL" clId="{EF23FE1D-A042-481E-AFD7-2A9FB0847F54}" dt="2025-11-11T15:29:28.280" v="761"/>
          <ac:picMkLst>
            <pc:docMk/>
            <pc:sldMk cId="3364364777" sldId="456"/>
            <ac:picMk id="3" creationId="{705C3C8D-9B97-F868-AD4F-3519D684065B}"/>
          </ac:picMkLst>
        </pc:picChg>
      </pc:sldChg>
      <pc:sldChg chg="addSp modSp mod">
        <pc:chgData name="Michael Hill" userId="41dba03d-e58d-4389-9894-554c10310ba4" providerId="ADAL" clId="{EF23FE1D-A042-481E-AFD7-2A9FB0847F54}" dt="2025-11-11T15:30:16.828" v="796" actId="207"/>
        <pc:sldMkLst>
          <pc:docMk/>
          <pc:sldMk cId="4163532292" sldId="457"/>
        </pc:sldMkLst>
        <pc:spChg chg="mod">
          <ac:chgData name="Michael Hill" userId="41dba03d-e58d-4389-9894-554c10310ba4" providerId="ADAL" clId="{EF23FE1D-A042-481E-AFD7-2A9FB0847F54}" dt="2025-11-11T15:29:45.899" v="787" actId="14100"/>
          <ac:spMkLst>
            <pc:docMk/>
            <pc:sldMk cId="4163532292" sldId="457"/>
            <ac:spMk id="5" creationId="{EBFE385A-08D4-4894-BA9B-E6294B3FB7AE}"/>
          </ac:spMkLst>
        </pc:spChg>
        <pc:spChg chg="mod">
          <ac:chgData name="Michael Hill" userId="41dba03d-e58d-4389-9894-554c10310ba4" providerId="ADAL" clId="{EF23FE1D-A042-481E-AFD7-2A9FB0847F54}" dt="2025-11-11T15:30:16.828" v="796" actId="207"/>
          <ac:spMkLst>
            <pc:docMk/>
            <pc:sldMk cId="4163532292" sldId="457"/>
            <ac:spMk id="8" creationId="{B727EC41-74BD-EE92-B23C-CD739029424D}"/>
          </ac:spMkLst>
        </pc:spChg>
        <pc:picChg chg="add mod">
          <ac:chgData name="Michael Hill" userId="41dba03d-e58d-4389-9894-554c10310ba4" providerId="ADAL" clId="{EF23FE1D-A042-481E-AFD7-2A9FB0847F54}" dt="2025-11-11T15:29:49.898" v="788"/>
          <ac:picMkLst>
            <pc:docMk/>
            <pc:sldMk cId="4163532292" sldId="457"/>
            <ac:picMk id="2" creationId="{207D5F7B-FDE1-3D77-5AC9-05D3AEC2A897}"/>
          </ac:picMkLst>
        </pc:picChg>
      </pc:sldChg>
      <pc:sldChg chg="addSp delSp modSp mod">
        <pc:chgData name="Michael Hill" userId="41dba03d-e58d-4389-9894-554c10310ba4" providerId="ADAL" clId="{EF23FE1D-A042-481E-AFD7-2A9FB0847F54}" dt="2025-11-11T15:30:48.459" v="804" actId="14100"/>
        <pc:sldMkLst>
          <pc:docMk/>
          <pc:sldMk cId="4192814254" sldId="458"/>
        </pc:sldMkLst>
        <pc:spChg chg="mod">
          <ac:chgData name="Michael Hill" userId="41dba03d-e58d-4389-9894-554c10310ba4" providerId="ADAL" clId="{EF23FE1D-A042-481E-AFD7-2A9FB0847F54}" dt="2025-11-11T15:30:41.633" v="800"/>
          <ac:spMkLst>
            <pc:docMk/>
            <pc:sldMk cId="4192814254" sldId="458"/>
            <ac:spMk id="5" creationId="{6AE3289C-315F-E6D3-8CC0-988EB03CFB57}"/>
          </ac:spMkLst>
        </pc:spChg>
        <pc:spChg chg="mod">
          <ac:chgData name="Michael Hill" userId="41dba03d-e58d-4389-9894-554c10310ba4" providerId="ADAL" clId="{EF23FE1D-A042-481E-AFD7-2A9FB0847F54}" dt="2025-11-11T15:30:03.365" v="792" actId="114"/>
          <ac:spMkLst>
            <pc:docMk/>
            <pc:sldMk cId="4192814254" sldId="458"/>
            <ac:spMk id="8" creationId="{0CB0D383-4F44-07EF-56F7-F8E965B9414C}"/>
          </ac:spMkLst>
        </pc:spChg>
        <pc:picChg chg="del">
          <ac:chgData name="Michael Hill" userId="41dba03d-e58d-4389-9894-554c10310ba4" providerId="ADAL" clId="{EF23FE1D-A042-481E-AFD7-2A9FB0847F54}" dt="2025-11-11T15:30:44.466" v="801" actId="478"/>
          <ac:picMkLst>
            <pc:docMk/>
            <pc:sldMk cId="4192814254" sldId="458"/>
            <ac:picMk id="2" creationId="{CAC982A5-1FFF-9AF0-2DD7-5D8512B3B07B}"/>
          </ac:picMkLst>
        </pc:picChg>
        <pc:picChg chg="add mod">
          <ac:chgData name="Michael Hill" userId="41dba03d-e58d-4389-9894-554c10310ba4" providerId="ADAL" clId="{EF23FE1D-A042-481E-AFD7-2A9FB0847F54}" dt="2025-11-11T15:30:48.459" v="804" actId="14100"/>
          <ac:picMkLst>
            <pc:docMk/>
            <pc:sldMk cId="4192814254" sldId="458"/>
            <ac:picMk id="3" creationId="{51404CE2-7AC8-8FDD-EB6C-074D88F264FD}"/>
          </ac:picMkLst>
        </pc:picChg>
      </pc:sldChg>
      <pc:sldChg chg="addSp modSp mod">
        <pc:chgData name="Michael Hill" userId="41dba03d-e58d-4389-9894-554c10310ba4" providerId="ADAL" clId="{EF23FE1D-A042-481E-AFD7-2A9FB0847F54}" dt="2025-11-11T15:31:05.679" v="819"/>
        <pc:sldMkLst>
          <pc:docMk/>
          <pc:sldMk cId="32404966" sldId="459"/>
        </pc:sldMkLst>
        <pc:spChg chg="mod">
          <ac:chgData name="Michael Hill" userId="41dba03d-e58d-4389-9894-554c10310ba4" providerId="ADAL" clId="{EF23FE1D-A042-481E-AFD7-2A9FB0847F54}" dt="2025-11-11T15:30:54.010" v="813" actId="20577"/>
          <ac:spMkLst>
            <pc:docMk/>
            <pc:sldMk cId="32404966" sldId="459"/>
            <ac:spMk id="5" creationId="{5CE8793D-A081-2AE6-E24E-3E9D34228494}"/>
          </ac:spMkLst>
        </pc:spChg>
        <pc:spChg chg="mod">
          <ac:chgData name="Michael Hill" userId="41dba03d-e58d-4389-9894-554c10310ba4" providerId="ADAL" clId="{EF23FE1D-A042-481E-AFD7-2A9FB0847F54}" dt="2025-11-11T15:31:05.012" v="818" actId="14100"/>
          <ac:spMkLst>
            <pc:docMk/>
            <pc:sldMk cId="32404966" sldId="459"/>
            <ac:spMk id="8" creationId="{F373E1AB-8C22-B5DC-1337-A03F5BFD4483}"/>
          </ac:spMkLst>
        </pc:spChg>
        <pc:picChg chg="add mod">
          <ac:chgData name="Michael Hill" userId="41dba03d-e58d-4389-9894-554c10310ba4" providerId="ADAL" clId="{EF23FE1D-A042-481E-AFD7-2A9FB0847F54}" dt="2025-11-11T15:31:05.679" v="819"/>
          <ac:picMkLst>
            <pc:docMk/>
            <pc:sldMk cId="32404966" sldId="459"/>
            <ac:picMk id="3" creationId="{B1516F2C-503D-2C20-EA46-3193B0174B42}"/>
          </ac:picMkLst>
        </pc:picChg>
      </pc:sldChg>
      <pc:sldChg chg="addSp delSp modSp mod">
        <pc:chgData name="Michael Hill" userId="41dba03d-e58d-4389-9894-554c10310ba4" providerId="ADAL" clId="{EF23FE1D-A042-481E-AFD7-2A9FB0847F54}" dt="2025-11-11T15:31:25.472" v="828" actId="1076"/>
        <pc:sldMkLst>
          <pc:docMk/>
          <pc:sldMk cId="183363712" sldId="460"/>
        </pc:sldMkLst>
        <pc:spChg chg="mod">
          <ac:chgData name="Michael Hill" userId="41dba03d-e58d-4389-9894-554c10310ba4" providerId="ADAL" clId="{EF23FE1D-A042-481E-AFD7-2A9FB0847F54}" dt="2025-11-11T15:31:13.240" v="821" actId="14100"/>
          <ac:spMkLst>
            <pc:docMk/>
            <pc:sldMk cId="183363712" sldId="460"/>
            <ac:spMk id="5" creationId="{DB07A981-F03A-EE3D-0D8A-1499FBB2F328}"/>
          </ac:spMkLst>
        </pc:spChg>
        <pc:spChg chg="mod">
          <ac:chgData name="Michael Hill" userId="41dba03d-e58d-4389-9894-554c10310ba4" providerId="ADAL" clId="{EF23FE1D-A042-481E-AFD7-2A9FB0847F54}" dt="2025-11-11T15:31:19.398" v="825" actId="207"/>
          <ac:spMkLst>
            <pc:docMk/>
            <pc:sldMk cId="183363712" sldId="460"/>
            <ac:spMk id="8" creationId="{57C3CFD4-8F31-F52B-75AB-B5AFE9DA9A12}"/>
          </ac:spMkLst>
        </pc:spChg>
        <pc:picChg chg="del">
          <ac:chgData name="Michael Hill" userId="41dba03d-e58d-4389-9894-554c10310ba4" providerId="ADAL" clId="{EF23FE1D-A042-481E-AFD7-2A9FB0847F54}" dt="2025-11-11T15:31:23.524" v="826" actId="478"/>
          <ac:picMkLst>
            <pc:docMk/>
            <pc:sldMk cId="183363712" sldId="460"/>
            <ac:picMk id="2" creationId="{84C501BE-E73E-ABB0-8F51-27974018F889}"/>
          </ac:picMkLst>
        </pc:picChg>
        <pc:picChg chg="add mod">
          <ac:chgData name="Michael Hill" userId="41dba03d-e58d-4389-9894-554c10310ba4" providerId="ADAL" clId="{EF23FE1D-A042-481E-AFD7-2A9FB0847F54}" dt="2025-11-11T15:31:25.472" v="828" actId="1076"/>
          <ac:picMkLst>
            <pc:docMk/>
            <pc:sldMk cId="183363712" sldId="460"/>
            <ac:picMk id="3" creationId="{4655B39A-88AA-CD60-132A-56A72B593025}"/>
          </ac:picMkLst>
        </pc:picChg>
      </pc:sldChg>
      <pc:sldChg chg="add del">
        <pc:chgData name="Michael Hill" userId="41dba03d-e58d-4389-9894-554c10310ba4" providerId="ADAL" clId="{EF23FE1D-A042-481E-AFD7-2A9FB0847F54}" dt="2025-11-11T15:32:01.407" v="836" actId="47"/>
        <pc:sldMkLst>
          <pc:docMk/>
          <pc:sldMk cId="2508752975" sldId="461"/>
        </pc:sldMkLst>
      </pc:sldChg>
      <pc:sldChg chg="addSp delSp modSp add mod">
        <pc:chgData name="Michael Hill" userId="41dba03d-e58d-4389-9894-554c10310ba4" providerId="ADAL" clId="{EF23FE1D-A042-481E-AFD7-2A9FB0847F54}" dt="2025-11-11T15:32:18.809" v="846" actId="1076"/>
        <pc:sldMkLst>
          <pc:docMk/>
          <pc:sldMk cId="2580943575" sldId="461"/>
        </pc:sldMkLst>
        <pc:spChg chg="mod">
          <ac:chgData name="Michael Hill" userId="41dba03d-e58d-4389-9894-554c10310ba4" providerId="ADAL" clId="{EF23FE1D-A042-481E-AFD7-2A9FB0847F54}" dt="2025-11-11T15:32:07.318" v="839"/>
          <ac:spMkLst>
            <pc:docMk/>
            <pc:sldMk cId="2580943575" sldId="461"/>
            <ac:spMk id="5" creationId="{49FAEC7E-648A-A74C-E962-DBA2DA4F63AD}"/>
          </ac:spMkLst>
        </pc:spChg>
        <pc:spChg chg="mod">
          <ac:chgData name="Michael Hill" userId="41dba03d-e58d-4389-9894-554c10310ba4" providerId="ADAL" clId="{EF23FE1D-A042-481E-AFD7-2A9FB0847F54}" dt="2025-11-11T15:32:12.632" v="843" actId="207"/>
          <ac:spMkLst>
            <pc:docMk/>
            <pc:sldMk cId="2580943575" sldId="461"/>
            <ac:spMk id="8" creationId="{F4BBAD1E-E774-91EB-7733-18984C5EB6A2}"/>
          </ac:spMkLst>
        </pc:spChg>
        <pc:picChg chg="add mod">
          <ac:chgData name="Michael Hill" userId="41dba03d-e58d-4389-9894-554c10310ba4" providerId="ADAL" clId="{EF23FE1D-A042-481E-AFD7-2A9FB0847F54}" dt="2025-11-11T15:32:18.809" v="846" actId="1076"/>
          <ac:picMkLst>
            <pc:docMk/>
            <pc:sldMk cId="2580943575" sldId="461"/>
            <ac:picMk id="2" creationId="{60DFFADF-C586-8745-A515-E659CCB141D1}"/>
          </ac:picMkLst>
        </pc:picChg>
        <pc:picChg chg="del">
          <ac:chgData name="Michael Hill" userId="41dba03d-e58d-4389-9894-554c10310ba4" providerId="ADAL" clId="{EF23FE1D-A042-481E-AFD7-2A9FB0847F54}" dt="2025-11-11T15:32:17.285" v="844" actId="478"/>
          <ac:picMkLst>
            <pc:docMk/>
            <pc:sldMk cId="2580943575" sldId="461"/>
            <ac:picMk id="3" creationId="{0910FA68-49F4-07A0-1242-A4E8088A37F4}"/>
          </ac:picMkLst>
        </pc:picChg>
      </pc:sldChg>
      <pc:sldChg chg="addSp delSp modSp add mod">
        <pc:chgData name="Michael Hill" userId="41dba03d-e58d-4389-9894-554c10310ba4" providerId="ADAL" clId="{EF23FE1D-A042-481E-AFD7-2A9FB0847F54}" dt="2025-11-11T15:33:24.460" v="946" actId="20577"/>
        <pc:sldMkLst>
          <pc:docMk/>
          <pc:sldMk cId="3600291678" sldId="462"/>
        </pc:sldMkLst>
        <pc:spChg chg="mod">
          <ac:chgData name="Michael Hill" userId="41dba03d-e58d-4389-9894-554c10310ba4" providerId="ADAL" clId="{EF23FE1D-A042-481E-AFD7-2A9FB0847F54}" dt="2025-11-11T15:32:54.888" v="848"/>
          <ac:spMkLst>
            <pc:docMk/>
            <pc:sldMk cId="3600291678" sldId="462"/>
            <ac:spMk id="5" creationId="{AD16E2BE-3DF4-0B43-39AD-9E69940D1352}"/>
          </ac:spMkLst>
        </pc:spChg>
        <pc:spChg chg="mod">
          <ac:chgData name="Michael Hill" userId="41dba03d-e58d-4389-9894-554c10310ba4" providerId="ADAL" clId="{EF23FE1D-A042-481E-AFD7-2A9FB0847F54}" dt="2025-11-11T15:33:24.460" v="946" actId="20577"/>
          <ac:spMkLst>
            <pc:docMk/>
            <pc:sldMk cId="3600291678" sldId="462"/>
            <ac:spMk id="8" creationId="{F253CAD1-8D26-CEB4-D375-9B736E6C3644}"/>
          </ac:spMkLst>
        </pc:spChg>
        <pc:picChg chg="del">
          <ac:chgData name="Michael Hill" userId="41dba03d-e58d-4389-9894-554c10310ba4" providerId="ADAL" clId="{EF23FE1D-A042-481E-AFD7-2A9FB0847F54}" dt="2025-11-11T15:33:11.804" v="857" actId="478"/>
          <ac:picMkLst>
            <pc:docMk/>
            <pc:sldMk cId="3600291678" sldId="462"/>
            <ac:picMk id="2" creationId="{4B68EC92-07CC-D7D5-7DC1-69D437118F92}"/>
          </ac:picMkLst>
        </pc:picChg>
        <pc:picChg chg="add mod">
          <ac:chgData name="Michael Hill" userId="41dba03d-e58d-4389-9894-554c10310ba4" providerId="ADAL" clId="{EF23FE1D-A042-481E-AFD7-2A9FB0847F54}" dt="2025-11-11T15:33:13.546" v="859" actId="1076"/>
          <ac:picMkLst>
            <pc:docMk/>
            <pc:sldMk cId="3600291678" sldId="462"/>
            <ac:picMk id="3" creationId="{399433B1-AAB7-DC79-8CF7-C95AECD80565}"/>
          </ac:picMkLst>
        </pc:picChg>
      </pc:sldChg>
      <pc:sldChg chg="add del">
        <pc:chgData name="Michael Hill" userId="41dba03d-e58d-4389-9894-554c10310ba4" providerId="ADAL" clId="{EF23FE1D-A042-481E-AFD7-2A9FB0847F54}" dt="2025-11-11T15:32:01.407" v="836" actId="47"/>
        <pc:sldMkLst>
          <pc:docMk/>
          <pc:sldMk cId="4031061204" sldId="462"/>
        </pc:sldMkLst>
      </pc:sldChg>
      <pc:sldChg chg="delSp modSp add mod">
        <pc:chgData name="Michael Hill" userId="41dba03d-e58d-4389-9894-554c10310ba4" providerId="ADAL" clId="{EF23FE1D-A042-481E-AFD7-2A9FB0847F54}" dt="2025-11-11T15:33:38.859" v="957" actId="478"/>
        <pc:sldMkLst>
          <pc:docMk/>
          <pc:sldMk cId="249789772" sldId="463"/>
        </pc:sldMkLst>
        <pc:spChg chg="mod">
          <ac:chgData name="Michael Hill" userId="41dba03d-e58d-4389-9894-554c10310ba4" providerId="ADAL" clId="{EF23FE1D-A042-481E-AFD7-2A9FB0847F54}" dt="2025-11-11T15:33:35.996" v="955" actId="20577"/>
          <ac:spMkLst>
            <pc:docMk/>
            <pc:sldMk cId="249789772" sldId="463"/>
            <ac:spMk id="5" creationId="{E713CA1B-8DC4-456E-6EEC-883CF8404F19}"/>
          </ac:spMkLst>
        </pc:spChg>
        <pc:spChg chg="mod">
          <ac:chgData name="Michael Hill" userId="41dba03d-e58d-4389-9894-554c10310ba4" providerId="ADAL" clId="{EF23FE1D-A042-481E-AFD7-2A9FB0847F54}" dt="2025-11-11T15:33:37.542" v="956"/>
          <ac:spMkLst>
            <pc:docMk/>
            <pc:sldMk cId="249789772" sldId="463"/>
            <ac:spMk id="8" creationId="{30A5DC1F-9A93-2DDC-7AA0-4D7EF60827F7}"/>
          </ac:spMkLst>
        </pc:spChg>
        <pc:picChg chg="del">
          <ac:chgData name="Michael Hill" userId="41dba03d-e58d-4389-9894-554c10310ba4" providerId="ADAL" clId="{EF23FE1D-A042-481E-AFD7-2A9FB0847F54}" dt="2025-11-11T15:33:38.859" v="957" actId="478"/>
          <ac:picMkLst>
            <pc:docMk/>
            <pc:sldMk cId="249789772" sldId="463"/>
            <ac:picMk id="3" creationId="{00ECE3C9-9470-CE1D-BDDE-DC4F9BA8E78D}"/>
          </ac:picMkLst>
        </pc:picChg>
      </pc:sldChg>
      <pc:sldChg chg="add del">
        <pc:chgData name="Michael Hill" userId="41dba03d-e58d-4389-9894-554c10310ba4" providerId="ADAL" clId="{EF23FE1D-A042-481E-AFD7-2A9FB0847F54}" dt="2025-11-11T15:32:01.407" v="836" actId="47"/>
        <pc:sldMkLst>
          <pc:docMk/>
          <pc:sldMk cId="4021024165" sldId="463"/>
        </pc:sldMkLst>
      </pc:sldChg>
      <pc:sldChg chg="add del">
        <pc:chgData name="Michael Hill" userId="41dba03d-e58d-4389-9894-554c10310ba4" providerId="ADAL" clId="{EF23FE1D-A042-481E-AFD7-2A9FB0847F54}" dt="2025-11-11T15:32:01.407" v="836" actId="47"/>
        <pc:sldMkLst>
          <pc:docMk/>
          <pc:sldMk cId="3132979976" sldId="464"/>
        </pc:sldMkLst>
      </pc:sldChg>
      <pc:sldChg chg="modSp add">
        <pc:chgData name="Michael Hill" userId="41dba03d-e58d-4389-9894-554c10310ba4" providerId="ADAL" clId="{EF23FE1D-A042-481E-AFD7-2A9FB0847F54}" dt="2025-11-11T15:33:44.648" v="959"/>
        <pc:sldMkLst>
          <pc:docMk/>
          <pc:sldMk cId="4292076523" sldId="464"/>
        </pc:sldMkLst>
        <pc:spChg chg="mod">
          <ac:chgData name="Michael Hill" userId="41dba03d-e58d-4389-9894-554c10310ba4" providerId="ADAL" clId="{EF23FE1D-A042-481E-AFD7-2A9FB0847F54}" dt="2025-11-11T15:33:44.648" v="959"/>
          <ac:spMkLst>
            <pc:docMk/>
            <pc:sldMk cId="4292076523" sldId="464"/>
            <ac:spMk id="8" creationId="{C24AB518-9044-70BB-972A-43F867398A3C}"/>
          </ac:spMkLst>
        </pc:spChg>
      </pc:sldChg>
      <pc:sldChg chg="add del">
        <pc:chgData name="Michael Hill" userId="41dba03d-e58d-4389-9894-554c10310ba4" providerId="ADAL" clId="{EF23FE1D-A042-481E-AFD7-2A9FB0847F54}" dt="2025-11-11T15:32:01.407" v="836" actId="47"/>
        <pc:sldMkLst>
          <pc:docMk/>
          <pc:sldMk cId="990411058" sldId="465"/>
        </pc:sldMkLst>
      </pc:sldChg>
      <pc:sldChg chg="modSp add">
        <pc:chgData name="Michael Hill" userId="41dba03d-e58d-4389-9894-554c10310ba4" providerId="ADAL" clId="{EF23FE1D-A042-481E-AFD7-2A9FB0847F54}" dt="2025-11-11T15:33:52.939" v="961"/>
        <pc:sldMkLst>
          <pc:docMk/>
          <pc:sldMk cId="2800408075" sldId="465"/>
        </pc:sldMkLst>
        <pc:spChg chg="mod">
          <ac:chgData name="Michael Hill" userId="41dba03d-e58d-4389-9894-554c10310ba4" providerId="ADAL" clId="{EF23FE1D-A042-481E-AFD7-2A9FB0847F54}" dt="2025-11-11T15:33:52.939" v="961"/>
          <ac:spMkLst>
            <pc:docMk/>
            <pc:sldMk cId="2800408075" sldId="465"/>
            <ac:spMk id="8" creationId="{73CC4F58-2CAE-3938-CF36-5D890A80D1E2}"/>
          </ac:spMkLst>
        </pc:spChg>
      </pc:sldChg>
      <pc:sldChg chg="addSp modSp add mod">
        <pc:chgData name="Michael Hill" userId="41dba03d-e58d-4389-9894-554c10310ba4" providerId="ADAL" clId="{EF23FE1D-A042-481E-AFD7-2A9FB0847F54}" dt="2025-11-11T15:34:17.572" v="975" actId="1076"/>
        <pc:sldMkLst>
          <pc:docMk/>
          <pc:sldMk cId="1480970334" sldId="466"/>
        </pc:sldMkLst>
        <pc:spChg chg="mod">
          <ac:chgData name="Michael Hill" userId="41dba03d-e58d-4389-9894-554c10310ba4" providerId="ADAL" clId="{EF23FE1D-A042-481E-AFD7-2A9FB0847F54}" dt="2025-11-11T15:34:09.676" v="970" actId="20577"/>
          <ac:spMkLst>
            <pc:docMk/>
            <pc:sldMk cId="1480970334" sldId="466"/>
            <ac:spMk id="5" creationId="{DBF9E6EF-EF54-E81D-88EB-0187232A6208}"/>
          </ac:spMkLst>
        </pc:spChg>
        <pc:spChg chg="mod">
          <ac:chgData name="Michael Hill" userId="41dba03d-e58d-4389-9894-554c10310ba4" providerId="ADAL" clId="{EF23FE1D-A042-481E-AFD7-2A9FB0847F54}" dt="2025-11-11T15:34:17.572" v="975" actId="1076"/>
          <ac:spMkLst>
            <pc:docMk/>
            <pc:sldMk cId="1480970334" sldId="466"/>
            <ac:spMk id="8" creationId="{CE7686AD-38F1-9E71-BE2A-6A6E271A4768}"/>
          </ac:spMkLst>
        </pc:spChg>
        <pc:picChg chg="add mod">
          <ac:chgData name="Michael Hill" userId="41dba03d-e58d-4389-9894-554c10310ba4" providerId="ADAL" clId="{EF23FE1D-A042-481E-AFD7-2A9FB0847F54}" dt="2025-11-11T15:34:17.115" v="974" actId="1076"/>
          <ac:picMkLst>
            <pc:docMk/>
            <pc:sldMk cId="1480970334" sldId="466"/>
            <ac:picMk id="2" creationId="{BFCE6A63-1722-F88B-E77D-242E380A4282}"/>
          </ac:picMkLst>
        </pc:picChg>
      </pc:sldChg>
      <pc:sldChg chg="add del">
        <pc:chgData name="Michael Hill" userId="41dba03d-e58d-4389-9894-554c10310ba4" providerId="ADAL" clId="{EF23FE1D-A042-481E-AFD7-2A9FB0847F54}" dt="2025-11-11T15:32:01.407" v="836" actId="47"/>
        <pc:sldMkLst>
          <pc:docMk/>
          <pc:sldMk cId="3531554426" sldId="466"/>
        </pc:sldMkLst>
      </pc:sldChg>
      <pc:sldChg chg="add del">
        <pc:chgData name="Michael Hill" userId="41dba03d-e58d-4389-9894-554c10310ba4" providerId="ADAL" clId="{EF23FE1D-A042-481E-AFD7-2A9FB0847F54}" dt="2025-11-11T15:32:01.407" v="836" actId="47"/>
        <pc:sldMkLst>
          <pc:docMk/>
          <pc:sldMk cId="1288406644" sldId="467"/>
        </pc:sldMkLst>
      </pc:sldChg>
      <pc:sldChg chg="addSp delSp modSp add mod">
        <pc:chgData name="Michael Hill" userId="41dba03d-e58d-4389-9894-554c10310ba4" providerId="ADAL" clId="{EF23FE1D-A042-481E-AFD7-2A9FB0847F54}" dt="2025-11-11T15:34:38.876" v="984" actId="14100"/>
        <pc:sldMkLst>
          <pc:docMk/>
          <pc:sldMk cId="3305188185" sldId="467"/>
        </pc:sldMkLst>
        <pc:spChg chg="mod">
          <ac:chgData name="Michael Hill" userId="41dba03d-e58d-4389-9894-554c10310ba4" providerId="ADAL" clId="{EF23FE1D-A042-481E-AFD7-2A9FB0847F54}" dt="2025-11-11T15:34:38.876" v="984" actId="14100"/>
          <ac:spMkLst>
            <pc:docMk/>
            <pc:sldMk cId="3305188185" sldId="467"/>
            <ac:spMk id="8" creationId="{24D500D9-F3DF-36BA-9517-E2546F66AC73}"/>
          </ac:spMkLst>
        </pc:spChg>
        <pc:picChg chg="del">
          <ac:chgData name="Michael Hill" userId="41dba03d-e58d-4389-9894-554c10310ba4" providerId="ADAL" clId="{EF23FE1D-A042-481E-AFD7-2A9FB0847F54}" dt="2025-11-11T15:34:25.996" v="978" actId="478"/>
          <ac:picMkLst>
            <pc:docMk/>
            <pc:sldMk cId="3305188185" sldId="467"/>
            <ac:picMk id="2" creationId="{C66217CE-9E98-932A-AC82-4AA53D470ECE}"/>
          </ac:picMkLst>
        </pc:picChg>
        <pc:picChg chg="add del mod">
          <ac:chgData name="Michael Hill" userId="41dba03d-e58d-4389-9894-554c10310ba4" providerId="ADAL" clId="{EF23FE1D-A042-481E-AFD7-2A9FB0847F54}" dt="2025-11-11T15:34:33.982" v="982" actId="478"/>
          <ac:picMkLst>
            <pc:docMk/>
            <pc:sldMk cId="3305188185" sldId="467"/>
            <ac:picMk id="3" creationId="{6387F75D-19AD-5592-86F6-30E72500D258}"/>
          </ac:picMkLst>
        </pc:picChg>
      </pc:sldChg>
      <pc:sldChg chg="addSp modSp add mod">
        <pc:chgData name="Michael Hill" userId="41dba03d-e58d-4389-9894-554c10310ba4" providerId="ADAL" clId="{EF23FE1D-A042-481E-AFD7-2A9FB0847F54}" dt="2025-11-11T15:34:51.783" v="989" actId="1076"/>
        <pc:sldMkLst>
          <pc:docMk/>
          <pc:sldMk cId="1154263371" sldId="468"/>
        </pc:sldMkLst>
        <pc:spChg chg="mod">
          <ac:chgData name="Michael Hill" userId="41dba03d-e58d-4389-9894-554c10310ba4" providerId="ADAL" clId="{EF23FE1D-A042-481E-AFD7-2A9FB0847F54}" dt="2025-11-11T15:34:49.853" v="987" actId="14100"/>
          <ac:spMkLst>
            <pc:docMk/>
            <pc:sldMk cId="1154263371" sldId="468"/>
            <ac:spMk id="8" creationId="{795B3B9F-9CB0-D073-D069-9BD62803C8B6}"/>
          </ac:spMkLst>
        </pc:spChg>
        <pc:picChg chg="add mod">
          <ac:chgData name="Michael Hill" userId="41dba03d-e58d-4389-9894-554c10310ba4" providerId="ADAL" clId="{EF23FE1D-A042-481E-AFD7-2A9FB0847F54}" dt="2025-11-11T15:34:51.783" v="989" actId="1076"/>
          <ac:picMkLst>
            <pc:docMk/>
            <pc:sldMk cId="1154263371" sldId="468"/>
            <ac:picMk id="2" creationId="{5335C6E7-270F-D481-67CD-8B75471E0C96}"/>
          </ac:picMkLst>
        </pc:picChg>
      </pc:sldChg>
      <pc:sldChg chg="add del">
        <pc:chgData name="Michael Hill" userId="41dba03d-e58d-4389-9894-554c10310ba4" providerId="ADAL" clId="{EF23FE1D-A042-481E-AFD7-2A9FB0847F54}" dt="2025-11-11T15:32:01.407" v="836" actId="47"/>
        <pc:sldMkLst>
          <pc:docMk/>
          <pc:sldMk cId="3247278245" sldId="468"/>
        </pc:sldMkLst>
      </pc:sldChg>
      <pc:sldChg chg="addSp delSp modSp add mod">
        <pc:chgData name="Michael Hill" userId="41dba03d-e58d-4389-9894-554c10310ba4" providerId="ADAL" clId="{EF23FE1D-A042-481E-AFD7-2A9FB0847F54}" dt="2025-11-11T15:35:04.209" v="993" actId="478"/>
        <pc:sldMkLst>
          <pc:docMk/>
          <pc:sldMk cId="2139126857" sldId="469"/>
        </pc:sldMkLst>
        <pc:spChg chg="mod">
          <ac:chgData name="Michael Hill" userId="41dba03d-e58d-4389-9894-554c10310ba4" providerId="ADAL" clId="{EF23FE1D-A042-481E-AFD7-2A9FB0847F54}" dt="2025-11-11T15:34:59.725" v="991"/>
          <ac:spMkLst>
            <pc:docMk/>
            <pc:sldMk cId="2139126857" sldId="469"/>
            <ac:spMk id="8" creationId="{15BD7A2C-2EC0-C59A-468B-AEE58ADA9615}"/>
          </ac:spMkLst>
        </pc:spChg>
        <pc:picChg chg="add del">
          <ac:chgData name="Michael Hill" userId="41dba03d-e58d-4389-9894-554c10310ba4" providerId="ADAL" clId="{EF23FE1D-A042-481E-AFD7-2A9FB0847F54}" dt="2025-11-11T15:35:04.209" v="993" actId="478"/>
          <ac:picMkLst>
            <pc:docMk/>
            <pc:sldMk cId="2139126857" sldId="469"/>
            <ac:picMk id="2" creationId="{5C078962-A36C-088B-C21E-D8F19AC38DA3}"/>
          </ac:picMkLst>
        </pc:picChg>
      </pc:sldChg>
      <pc:sldChg chg="add del">
        <pc:chgData name="Michael Hill" userId="41dba03d-e58d-4389-9894-554c10310ba4" providerId="ADAL" clId="{EF23FE1D-A042-481E-AFD7-2A9FB0847F54}" dt="2025-11-11T15:32:01.407" v="836" actId="47"/>
        <pc:sldMkLst>
          <pc:docMk/>
          <pc:sldMk cId="4025703363" sldId="469"/>
        </pc:sldMkLst>
      </pc:sldChg>
      <pc:sldChg chg="addSp delSp modSp add mod">
        <pc:chgData name="Michael Hill" userId="41dba03d-e58d-4389-9894-554c10310ba4" providerId="ADAL" clId="{EF23FE1D-A042-481E-AFD7-2A9FB0847F54}" dt="2025-11-11T15:37:02.923" v="1241" actId="1076"/>
        <pc:sldMkLst>
          <pc:docMk/>
          <pc:sldMk cId="416491736" sldId="470"/>
        </pc:sldMkLst>
        <pc:spChg chg="mod">
          <ac:chgData name="Michael Hill" userId="41dba03d-e58d-4389-9894-554c10310ba4" providerId="ADAL" clId="{EF23FE1D-A042-481E-AFD7-2A9FB0847F54}" dt="2025-11-11T15:36:08.576" v="1017" actId="20577"/>
          <ac:spMkLst>
            <pc:docMk/>
            <pc:sldMk cId="416491736" sldId="470"/>
            <ac:spMk id="5" creationId="{63BEA075-684D-E60C-0C0C-ADF408361101}"/>
          </ac:spMkLst>
        </pc:spChg>
        <pc:spChg chg="add mod">
          <ac:chgData name="Michael Hill" userId="41dba03d-e58d-4389-9894-554c10310ba4" providerId="ADAL" clId="{EF23FE1D-A042-481E-AFD7-2A9FB0847F54}" dt="2025-11-11T15:37:02.923" v="1241" actId="1076"/>
          <ac:spMkLst>
            <pc:docMk/>
            <pc:sldMk cId="416491736" sldId="470"/>
            <ac:spMk id="6" creationId="{B2989C16-1627-2846-5F44-1DE09DBE49CB}"/>
          </ac:spMkLst>
        </pc:spChg>
        <pc:spChg chg="mod">
          <ac:chgData name="Michael Hill" userId="41dba03d-e58d-4389-9894-554c10310ba4" providerId="ADAL" clId="{EF23FE1D-A042-481E-AFD7-2A9FB0847F54}" dt="2025-11-11T15:36:55.283" v="1240" actId="14100"/>
          <ac:spMkLst>
            <pc:docMk/>
            <pc:sldMk cId="416491736" sldId="470"/>
            <ac:spMk id="8" creationId="{6D339EF2-A6AD-75FE-36B7-08524C15BB9F}"/>
          </ac:spMkLst>
        </pc:spChg>
        <pc:picChg chg="del">
          <ac:chgData name="Michael Hill" userId="41dba03d-e58d-4389-9894-554c10310ba4" providerId="ADAL" clId="{EF23FE1D-A042-481E-AFD7-2A9FB0847F54}" dt="2025-11-11T15:35:53.102" v="1004" actId="478"/>
          <ac:picMkLst>
            <pc:docMk/>
            <pc:sldMk cId="416491736" sldId="470"/>
            <ac:picMk id="2" creationId="{9688F6F1-BFBF-CD3E-94EB-F8085E696871}"/>
          </ac:picMkLst>
        </pc:picChg>
        <pc:picChg chg="add mod">
          <ac:chgData name="Michael Hill" userId="41dba03d-e58d-4389-9894-554c10310ba4" providerId="ADAL" clId="{EF23FE1D-A042-481E-AFD7-2A9FB0847F54}" dt="2025-11-11T15:37:02.923" v="1241" actId="1076"/>
          <ac:picMkLst>
            <pc:docMk/>
            <pc:sldMk cId="416491736" sldId="470"/>
            <ac:picMk id="3" creationId="{C7F370AD-84A1-52B0-79EE-92C99E5D75EF}"/>
          </ac:picMkLst>
        </pc:picChg>
      </pc:sldChg>
      <pc:sldChg chg="add del">
        <pc:chgData name="Michael Hill" userId="41dba03d-e58d-4389-9894-554c10310ba4" providerId="ADAL" clId="{EF23FE1D-A042-481E-AFD7-2A9FB0847F54}" dt="2025-11-11T15:32:01.407" v="836" actId="47"/>
        <pc:sldMkLst>
          <pc:docMk/>
          <pc:sldMk cId="960234915" sldId="470"/>
        </pc:sldMkLst>
      </pc:sldChg>
      <pc:sldChg chg="modSp add mod">
        <pc:chgData name="Michael Hill" userId="41dba03d-e58d-4389-9894-554c10310ba4" providerId="ADAL" clId="{EF23FE1D-A042-481E-AFD7-2A9FB0847F54}" dt="2025-11-11T15:37:30.805" v="1315" actId="1076"/>
        <pc:sldMkLst>
          <pc:docMk/>
          <pc:sldMk cId="1688514963" sldId="471"/>
        </pc:sldMkLst>
        <pc:spChg chg="mod">
          <ac:chgData name="Michael Hill" userId="41dba03d-e58d-4389-9894-554c10310ba4" providerId="ADAL" clId="{EF23FE1D-A042-481E-AFD7-2A9FB0847F54}" dt="2025-11-11T15:37:30.805" v="1315" actId="1076"/>
          <ac:spMkLst>
            <pc:docMk/>
            <pc:sldMk cId="1688514963" sldId="471"/>
            <ac:spMk id="6" creationId="{0305B704-8B4A-B022-62AB-AD64CEBF57C7}"/>
          </ac:spMkLst>
        </pc:spChg>
        <pc:spChg chg="mod">
          <ac:chgData name="Michael Hill" userId="41dba03d-e58d-4389-9894-554c10310ba4" providerId="ADAL" clId="{EF23FE1D-A042-481E-AFD7-2A9FB0847F54}" dt="2025-11-11T15:37:20.154" v="1307" actId="14100"/>
          <ac:spMkLst>
            <pc:docMk/>
            <pc:sldMk cId="1688514963" sldId="471"/>
            <ac:spMk id="8" creationId="{7DFA0421-DC75-68C6-8376-7904AA71DF9D}"/>
          </ac:spMkLst>
        </pc:spChg>
        <pc:picChg chg="mod">
          <ac:chgData name="Michael Hill" userId="41dba03d-e58d-4389-9894-554c10310ba4" providerId="ADAL" clId="{EF23FE1D-A042-481E-AFD7-2A9FB0847F54}" dt="2025-11-11T15:37:23.364" v="1308" actId="1076"/>
          <ac:picMkLst>
            <pc:docMk/>
            <pc:sldMk cId="1688514963" sldId="471"/>
            <ac:picMk id="3" creationId="{AFC8E21A-A1BD-F0DE-A45A-CA68D1C6B015}"/>
          </ac:picMkLst>
        </pc:picChg>
      </pc:sldChg>
      <pc:sldChg chg="add del">
        <pc:chgData name="Michael Hill" userId="41dba03d-e58d-4389-9894-554c10310ba4" providerId="ADAL" clId="{EF23FE1D-A042-481E-AFD7-2A9FB0847F54}" dt="2025-11-11T15:32:01.407" v="836" actId="47"/>
        <pc:sldMkLst>
          <pc:docMk/>
          <pc:sldMk cId="1863791539" sldId="471"/>
        </pc:sldMkLst>
      </pc:sldChg>
      <pc:sldChg chg="modSp add mod">
        <pc:chgData name="Michael Hill" userId="41dba03d-e58d-4389-9894-554c10310ba4" providerId="ADAL" clId="{EF23FE1D-A042-481E-AFD7-2A9FB0847F54}" dt="2025-11-11T15:37:38.763" v="1330" actId="1076"/>
        <pc:sldMkLst>
          <pc:docMk/>
          <pc:sldMk cId="3284917205" sldId="472"/>
        </pc:sldMkLst>
        <pc:spChg chg="mod">
          <ac:chgData name="Michael Hill" userId="41dba03d-e58d-4389-9894-554c10310ba4" providerId="ADAL" clId="{EF23FE1D-A042-481E-AFD7-2A9FB0847F54}" dt="2025-11-11T15:37:38.763" v="1330" actId="1076"/>
          <ac:spMkLst>
            <pc:docMk/>
            <pc:sldMk cId="3284917205" sldId="472"/>
            <ac:spMk id="6" creationId="{D823A684-8D16-9BAE-55FA-4E60948E91C8}"/>
          </ac:spMkLst>
        </pc:spChg>
      </pc:sldChg>
      <pc:sldChg chg="modSp add mod">
        <pc:chgData name="Michael Hill" userId="41dba03d-e58d-4389-9894-554c10310ba4" providerId="ADAL" clId="{EF23FE1D-A042-481E-AFD7-2A9FB0847F54}" dt="2025-11-11T15:37:49.077" v="1345" actId="1076"/>
        <pc:sldMkLst>
          <pc:docMk/>
          <pc:sldMk cId="3944783527" sldId="473"/>
        </pc:sldMkLst>
        <pc:spChg chg="mod">
          <ac:chgData name="Michael Hill" userId="41dba03d-e58d-4389-9894-554c10310ba4" providerId="ADAL" clId="{EF23FE1D-A042-481E-AFD7-2A9FB0847F54}" dt="2025-11-11T15:37:49.077" v="1345" actId="1076"/>
          <ac:spMkLst>
            <pc:docMk/>
            <pc:sldMk cId="3944783527" sldId="473"/>
            <ac:spMk id="6" creationId="{4A2B9464-4BD6-7645-9D54-855759F0F2AD}"/>
          </ac:spMkLst>
        </pc:spChg>
      </pc:sldChg>
      <pc:sldChg chg="modSp add mod">
        <pc:chgData name="Michael Hill" userId="41dba03d-e58d-4389-9894-554c10310ba4" providerId="ADAL" clId="{EF23FE1D-A042-481E-AFD7-2A9FB0847F54}" dt="2025-11-11T15:38:13.317" v="1362" actId="20577"/>
        <pc:sldMkLst>
          <pc:docMk/>
          <pc:sldMk cId="2686804356" sldId="474"/>
        </pc:sldMkLst>
        <pc:spChg chg="mod">
          <ac:chgData name="Michael Hill" userId="41dba03d-e58d-4389-9894-554c10310ba4" providerId="ADAL" clId="{EF23FE1D-A042-481E-AFD7-2A9FB0847F54}" dt="2025-11-11T15:38:13.317" v="1362" actId="20577"/>
          <ac:spMkLst>
            <pc:docMk/>
            <pc:sldMk cId="2686804356" sldId="474"/>
            <ac:spMk id="6" creationId="{1B8CE962-4562-BA0D-7F8C-16F629559A59}"/>
          </ac:spMkLst>
        </pc:spChg>
      </pc:sldChg>
      <pc:sldChg chg="modSp add mod">
        <pc:chgData name="Michael Hill" userId="41dba03d-e58d-4389-9894-554c10310ba4" providerId="ADAL" clId="{EF23FE1D-A042-481E-AFD7-2A9FB0847F54}" dt="2025-11-11T15:38:23.710" v="1383" actId="1076"/>
        <pc:sldMkLst>
          <pc:docMk/>
          <pc:sldMk cId="3671220077" sldId="475"/>
        </pc:sldMkLst>
        <pc:spChg chg="mod">
          <ac:chgData name="Michael Hill" userId="41dba03d-e58d-4389-9894-554c10310ba4" providerId="ADAL" clId="{EF23FE1D-A042-481E-AFD7-2A9FB0847F54}" dt="2025-11-11T15:38:23.710" v="1383" actId="1076"/>
          <ac:spMkLst>
            <pc:docMk/>
            <pc:sldMk cId="3671220077" sldId="475"/>
            <ac:spMk id="6" creationId="{16F0A12B-0661-AAD9-6068-42EF7D3118B0}"/>
          </ac:spMkLst>
        </pc:spChg>
      </pc:sldChg>
      <pc:sldChg chg="modSp add mod">
        <pc:chgData name="Michael Hill" userId="41dba03d-e58d-4389-9894-554c10310ba4" providerId="ADAL" clId="{EF23FE1D-A042-481E-AFD7-2A9FB0847F54}" dt="2025-11-11T15:38:34.294" v="1396" actId="1076"/>
        <pc:sldMkLst>
          <pc:docMk/>
          <pc:sldMk cId="1777121032" sldId="476"/>
        </pc:sldMkLst>
        <pc:spChg chg="mod">
          <ac:chgData name="Michael Hill" userId="41dba03d-e58d-4389-9894-554c10310ba4" providerId="ADAL" clId="{EF23FE1D-A042-481E-AFD7-2A9FB0847F54}" dt="2025-11-11T15:38:34.294" v="1396" actId="1076"/>
          <ac:spMkLst>
            <pc:docMk/>
            <pc:sldMk cId="1777121032" sldId="476"/>
            <ac:spMk id="6" creationId="{C4A8777B-1858-2F9C-17C3-DFDF1F97D9B4}"/>
          </ac:spMkLst>
        </pc:spChg>
      </pc:sldChg>
      <pc:sldChg chg="modSp add mod">
        <pc:chgData name="Michael Hill" userId="41dba03d-e58d-4389-9894-554c10310ba4" providerId="ADAL" clId="{EF23FE1D-A042-481E-AFD7-2A9FB0847F54}" dt="2025-11-11T15:38:43.319" v="1415" actId="20577"/>
        <pc:sldMkLst>
          <pc:docMk/>
          <pc:sldMk cId="647805130" sldId="477"/>
        </pc:sldMkLst>
        <pc:spChg chg="mod">
          <ac:chgData name="Michael Hill" userId="41dba03d-e58d-4389-9894-554c10310ba4" providerId="ADAL" clId="{EF23FE1D-A042-481E-AFD7-2A9FB0847F54}" dt="2025-11-11T15:38:43.319" v="1415" actId="20577"/>
          <ac:spMkLst>
            <pc:docMk/>
            <pc:sldMk cId="647805130" sldId="477"/>
            <ac:spMk id="6" creationId="{38431985-F338-E7FA-B44F-96F6DBD429DE}"/>
          </ac:spMkLst>
        </pc:spChg>
      </pc:sldChg>
      <pc:sldChg chg="modSp add mod">
        <pc:chgData name="Michael Hill" userId="41dba03d-e58d-4389-9894-554c10310ba4" providerId="ADAL" clId="{EF23FE1D-A042-481E-AFD7-2A9FB0847F54}" dt="2025-11-11T15:38:53.095" v="1436" actId="20577"/>
        <pc:sldMkLst>
          <pc:docMk/>
          <pc:sldMk cId="3846673990" sldId="478"/>
        </pc:sldMkLst>
        <pc:spChg chg="mod">
          <ac:chgData name="Michael Hill" userId="41dba03d-e58d-4389-9894-554c10310ba4" providerId="ADAL" clId="{EF23FE1D-A042-481E-AFD7-2A9FB0847F54}" dt="2025-11-11T15:38:53.095" v="1436" actId="20577"/>
          <ac:spMkLst>
            <pc:docMk/>
            <pc:sldMk cId="3846673990" sldId="478"/>
            <ac:spMk id="6" creationId="{6A48A67F-8C64-1380-74B3-1000DAD2A84B}"/>
          </ac:spMkLst>
        </pc:spChg>
      </pc:sldChg>
      <pc:sldChg chg="modSp add mod">
        <pc:chgData name="Michael Hill" userId="41dba03d-e58d-4389-9894-554c10310ba4" providerId="ADAL" clId="{EF23FE1D-A042-481E-AFD7-2A9FB0847F54}" dt="2025-11-11T15:39:11.864" v="1477" actId="20577"/>
        <pc:sldMkLst>
          <pc:docMk/>
          <pc:sldMk cId="62850155" sldId="479"/>
        </pc:sldMkLst>
        <pc:spChg chg="mod">
          <ac:chgData name="Michael Hill" userId="41dba03d-e58d-4389-9894-554c10310ba4" providerId="ADAL" clId="{EF23FE1D-A042-481E-AFD7-2A9FB0847F54}" dt="2025-11-11T15:39:11.864" v="1477" actId="20577"/>
          <ac:spMkLst>
            <pc:docMk/>
            <pc:sldMk cId="62850155" sldId="479"/>
            <ac:spMk id="6" creationId="{BC71C3B4-ED77-4AB8-8830-115DE9421491}"/>
          </ac:spMkLst>
        </pc:spChg>
      </pc:sldChg>
      <pc:sldChg chg="modSp add mod">
        <pc:chgData name="Michael Hill" userId="41dba03d-e58d-4389-9894-554c10310ba4" providerId="ADAL" clId="{EF23FE1D-A042-481E-AFD7-2A9FB0847F54}" dt="2025-11-11T15:39:22.097" v="1501" actId="1076"/>
        <pc:sldMkLst>
          <pc:docMk/>
          <pc:sldMk cId="125991553" sldId="480"/>
        </pc:sldMkLst>
        <pc:spChg chg="mod">
          <ac:chgData name="Michael Hill" userId="41dba03d-e58d-4389-9894-554c10310ba4" providerId="ADAL" clId="{EF23FE1D-A042-481E-AFD7-2A9FB0847F54}" dt="2025-11-11T15:39:22.097" v="1501" actId="1076"/>
          <ac:spMkLst>
            <pc:docMk/>
            <pc:sldMk cId="125991553" sldId="480"/>
            <ac:spMk id="6" creationId="{08666F84-E742-4A01-45CB-A55C96BB0B4A}"/>
          </ac:spMkLst>
        </pc:spChg>
      </pc:sldChg>
      <pc:sldChg chg="modSp add mod">
        <pc:chgData name="Michael Hill" userId="41dba03d-e58d-4389-9894-554c10310ba4" providerId="ADAL" clId="{EF23FE1D-A042-481E-AFD7-2A9FB0847F54}" dt="2025-11-11T15:39:46.848" v="1549" actId="1076"/>
        <pc:sldMkLst>
          <pc:docMk/>
          <pc:sldMk cId="1274624311" sldId="481"/>
        </pc:sldMkLst>
        <pc:spChg chg="mod">
          <ac:chgData name="Michael Hill" userId="41dba03d-e58d-4389-9894-554c10310ba4" providerId="ADAL" clId="{EF23FE1D-A042-481E-AFD7-2A9FB0847F54}" dt="2025-11-11T15:39:46.848" v="1549" actId="1076"/>
          <ac:spMkLst>
            <pc:docMk/>
            <pc:sldMk cId="1274624311" sldId="481"/>
            <ac:spMk id="6" creationId="{BCE5C72C-6FBD-4844-9BBF-AFC5AD2A586F}"/>
          </ac:spMkLst>
        </pc:spChg>
      </pc:sldChg>
      <pc:sldChg chg="modSp add mod">
        <pc:chgData name="Michael Hill" userId="41dba03d-e58d-4389-9894-554c10310ba4" providerId="ADAL" clId="{EF23FE1D-A042-481E-AFD7-2A9FB0847F54}" dt="2025-11-11T15:39:36.129" v="1536" actId="1076"/>
        <pc:sldMkLst>
          <pc:docMk/>
          <pc:sldMk cId="1572907964" sldId="482"/>
        </pc:sldMkLst>
        <pc:spChg chg="mod">
          <ac:chgData name="Michael Hill" userId="41dba03d-e58d-4389-9894-554c10310ba4" providerId="ADAL" clId="{EF23FE1D-A042-481E-AFD7-2A9FB0847F54}" dt="2025-11-11T15:39:36.129" v="1536" actId="1076"/>
          <ac:spMkLst>
            <pc:docMk/>
            <pc:sldMk cId="1572907964" sldId="482"/>
            <ac:spMk id="6" creationId="{F9F2CD3E-FC58-4E04-6A96-73111E269BF9}"/>
          </ac:spMkLst>
        </pc:spChg>
      </pc:sldChg>
      <pc:sldChg chg="modSp add mod">
        <pc:chgData name="Michael Hill" userId="41dba03d-e58d-4389-9894-554c10310ba4" providerId="ADAL" clId="{EF23FE1D-A042-481E-AFD7-2A9FB0847F54}" dt="2025-11-11T15:39:56.442" v="1576" actId="20577"/>
        <pc:sldMkLst>
          <pc:docMk/>
          <pc:sldMk cId="2759764845" sldId="483"/>
        </pc:sldMkLst>
        <pc:spChg chg="mod">
          <ac:chgData name="Michael Hill" userId="41dba03d-e58d-4389-9894-554c10310ba4" providerId="ADAL" clId="{EF23FE1D-A042-481E-AFD7-2A9FB0847F54}" dt="2025-11-11T15:39:56.442" v="1576" actId="20577"/>
          <ac:spMkLst>
            <pc:docMk/>
            <pc:sldMk cId="2759764845" sldId="483"/>
            <ac:spMk id="6" creationId="{BFE13BF0-C8C6-6828-E870-826B0F1931AC}"/>
          </ac:spMkLst>
        </pc:spChg>
      </pc:sldChg>
      <pc:sldChg chg="modSp add mod">
        <pc:chgData name="Michael Hill" userId="41dba03d-e58d-4389-9894-554c10310ba4" providerId="ADAL" clId="{EF23FE1D-A042-481E-AFD7-2A9FB0847F54}" dt="2025-11-11T15:40:11.482" v="1598" actId="1076"/>
        <pc:sldMkLst>
          <pc:docMk/>
          <pc:sldMk cId="1129563727" sldId="484"/>
        </pc:sldMkLst>
        <pc:spChg chg="mod">
          <ac:chgData name="Michael Hill" userId="41dba03d-e58d-4389-9894-554c10310ba4" providerId="ADAL" clId="{EF23FE1D-A042-481E-AFD7-2A9FB0847F54}" dt="2025-11-11T15:40:11.482" v="1598" actId="1076"/>
          <ac:spMkLst>
            <pc:docMk/>
            <pc:sldMk cId="1129563727" sldId="484"/>
            <ac:spMk id="6" creationId="{F28CC1A2-7862-B70E-83C1-35C7A2EAF517}"/>
          </ac:spMkLst>
        </pc:spChg>
        <pc:picChg chg="mod">
          <ac:chgData name="Michael Hill" userId="41dba03d-e58d-4389-9894-554c10310ba4" providerId="ADAL" clId="{EF23FE1D-A042-481E-AFD7-2A9FB0847F54}" dt="2025-11-11T15:40:09.582" v="1597" actId="1076"/>
          <ac:picMkLst>
            <pc:docMk/>
            <pc:sldMk cId="1129563727" sldId="484"/>
            <ac:picMk id="3" creationId="{89F3544E-B8B1-8434-FD2E-B29E1FA65A1D}"/>
          </ac:picMkLst>
        </pc:picChg>
      </pc:sldChg>
      <pc:sldChg chg="modSp add mod">
        <pc:chgData name="Michael Hill" userId="41dba03d-e58d-4389-9894-554c10310ba4" providerId="ADAL" clId="{EF23FE1D-A042-481E-AFD7-2A9FB0847F54}" dt="2025-11-11T15:40:17.563" v="1619" actId="20577"/>
        <pc:sldMkLst>
          <pc:docMk/>
          <pc:sldMk cId="3694134893" sldId="485"/>
        </pc:sldMkLst>
        <pc:spChg chg="mod">
          <ac:chgData name="Michael Hill" userId="41dba03d-e58d-4389-9894-554c10310ba4" providerId="ADAL" clId="{EF23FE1D-A042-481E-AFD7-2A9FB0847F54}" dt="2025-11-11T15:40:17.563" v="1619" actId="20577"/>
          <ac:spMkLst>
            <pc:docMk/>
            <pc:sldMk cId="3694134893" sldId="485"/>
            <ac:spMk id="6" creationId="{79E33DA1-0C7A-35B3-5062-9BFF712B1CCD}"/>
          </ac:spMkLst>
        </pc:spChg>
      </pc:sldChg>
      <pc:sldChg chg="modSp add mod">
        <pc:chgData name="Michael Hill" userId="41dba03d-e58d-4389-9894-554c10310ba4" providerId="ADAL" clId="{EF23FE1D-A042-481E-AFD7-2A9FB0847F54}" dt="2025-11-11T15:40:25.050" v="1634" actId="1076"/>
        <pc:sldMkLst>
          <pc:docMk/>
          <pc:sldMk cId="2874112188" sldId="486"/>
        </pc:sldMkLst>
        <pc:spChg chg="mod">
          <ac:chgData name="Michael Hill" userId="41dba03d-e58d-4389-9894-554c10310ba4" providerId="ADAL" clId="{EF23FE1D-A042-481E-AFD7-2A9FB0847F54}" dt="2025-11-11T15:40:25.050" v="1634" actId="1076"/>
          <ac:spMkLst>
            <pc:docMk/>
            <pc:sldMk cId="2874112188" sldId="486"/>
            <ac:spMk id="6" creationId="{B131F464-38DC-B8A4-355B-F3EBCD66488A}"/>
          </ac:spMkLst>
        </pc:spChg>
      </pc:sldChg>
      <pc:sldChg chg="modSp add mod">
        <pc:chgData name="Michael Hill" userId="41dba03d-e58d-4389-9894-554c10310ba4" providerId="ADAL" clId="{EF23FE1D-A042-481E-AFD7-2A9FB0847F54}" dt="2025-11-11T15:40:43.634" v="1665" actId="1076"/>
        <pc:sldMkLst>
          <pc:docMk/>
          <pc:sldMk cId="2094965177" sldId="487"/>
        </pc:sldMkLst>
        <pc:spChg chg="mod">
          <ac:chgData name="Michael Hill" userId="41dba03d-e58d-4389-9894-554c10310ba4" providerId="ADAL" clId="{EF23FE1D-A042-481E-AFD7-2A9FB0847F54}" dt="2025-11-11T15:40:43.634" v="1665" actId="1076"/>
          <ac:spMkLst>
            <pc:docMk/>
            <pc:sldMk cId="2094965177" sldId="487"/>
            <ac:spMk id="6" creationId="{B98FC68A-7A11-2DDE-B020-AEB85A08BBDA}"/>
          </ac:spMkLst>
        </pc:spChg>
      </pc:sldChg>
      <pc:sldChg chg="modSp add mod">
        <pc:chgData name="Michael Hill" userId="41dba03d-e58d-4389-9894-554c10310ba4" providerId="ADAL" clId="{EF23FE1D-A042-481E-AFD7-2A9FB0847F54}" dt="2025-11-11T15:40:55.971" v="1681" actId="1076"/>
        <pc:sldMkLst>
          <pc:docMk/>
          <pc:sldMk cId="3388369445" sldId="488"/>
        </pc:sldMkLst>
        <pc:spChg chg="mod">
          <ac:chgData name="Michael Hill" userId="41dba03d-e58d-4389-9894-554c10310ba4" providerId="ADAL" clId="{EF23FE1D-A042-481E-AFD7-2A9FB0847F54}" dt="2025-11-11T15:40:55.971" v="1681" actId="1076"/>
          <ac:spMkLst>
            <pc:docMk/>
            <pc:sldMk cId="3388369445" sldId="488"/>
            <ac:spMk id="6" creationId="{C04330B2-1F68-1373-08FA-8E9A1C59E5C7}"/>
          </ac:spMkLst>
        </pc:spChg>
        <pc:picChg chg="mod">
          <ac:chgData name="Michael Hill" userId="41dba03d-e58d-4389-9894-554c10310ba4" providerId="ADAL" clId="{EF23FE1D-A042-481E-AFD7-2A9FB0847F54}" dt="2025-11-11T15:40:53.614" v="1680" actId="1076"/>
          <ac:picMkLst>
            <pc:docMk/>
            <pc:sldMk cId="3388369445" sldId="488"/>
            <ac:picMk id="3" creationId="{4E5499F3-F805-2E5A-C62A-E647FE9CFAC0}"/>
          </ac:picMkLst>
        </pc:picChg>
      </pc:sldChg>
      <pc:sldChg chg="modSp add mod">
        <pc:chgData name="Michael Hill" userId="41dba03d-e58d-4389-9894-554c10310ba4" providerId="ADAL" clId="{EF23FE1D-A042-481E-AFD7-2A9FB0847F54}" dt="2025-11-11T15:41:04.235" v="1692" actId="1076"/>
        <pc:sldMkLst>
          <pc:docMk/>
          <pc:sldMk cId="3706455517" sldId="489"/>
        </pc:sldMkLst>
        <pc:spChg chg="mod">
          <ac:chgData name="Michael Hill" userId="41dba03d-e58d-4389-9894-554c10310ba4" providerId="ADAL" clId="{EF23FE1D-A042-481E-AFD7-2A9FB0847F54}" dt="2025-11-11T15:41:04.235" v="1692" actId="1076"/>
          <ac:spMkLst>
            <pc:docMk/>
            <pc:sldMk cId="3706455517" sldId="489"/>
            <ac:spMk id="6" creationId="{BE434358-E4C1-31FE-4C30-F5B12FA0114E}"/>
          </ac:spMkLst>
        </pc:spChg>
      </pc:sldChg>
      <pc:sldChg chg="modSp add mod">
        <pc:chgData name="Michael Hill" userId="41dba03d-e58d-4389-9894-554c10310ba4" providerId="ADAL" clId="{EF23FE1D-A042-481E-AFD7-2A9FB0847F54}" dt="2025-11-11T15:41:15.276" v="1722" actId="1076"/>
        <pc:sldMkLst>
          <pc:docMk/>
          <pc:sldMk cId="2353905924" sldId="490"/>
        </pc:sldMkLst>
        <pc:spChg chg="mod">
          <ac:chgData name="Michael Hill" userId="41dba03d-e58d-4389-9894-554c10310ba4" providerId="ADAL" clId="{EF23FE1D-A042-481E-AFD7-2A9FB0847F54}" dt="2025-11-11T15:41:15.276" v="1722" actId="1076"/>
          <ac:spMkLst>
            <pc:docMk/>
            <pc:sldMk cId="2353905924" sldId="490"/>
            <ac:spMk id="6" creationId="{57D8FB0C-FC13-E242-D974-4BB06CB071E2}"/>
          </ac:spMkLst>
        </pc:spChg>
      </pc:sldChg>
      <pc:sldChg chg="modSp add mod">
        <pc:chgData name="Michael Hill" userId="41dba03d-e58d-4389-9894-554c10310ba4" providerId="ADAL" clId="{EF23FE1D-A042-481E-AFD7-2A9FB0847F54}" dt="2025-11-11T15:41:21.196" v="1741" actId="20577"/>
        <pc:sldMkLst>
          <pc:docMk/>
          <pc:sldMk cId="3904272349" sldId="491"/>
        </pc:sldMkLst>
        <pc:spChg chg="mod">
          <ac:chgData name="Michael Hill" userId="41dba03d-e58d-4389-9894-554c10310ba4" providerId="ADAL" clId="{EF23FE1D-A042-481E-AFD7-2A9FB0847F54}" dt="2025-11-11T15:41:21.196" v="1741" actId="20577"/>
          <ac:spMkLst>
            <pc:docMk/>
            <pc:sldMk cId="3904272349" sldId="491"/>
            <ac:spMk id="6" creationId="{3C551D41-3342-5842-FD3E-9E563DF8F174}"/>
          </ac:spMkLst>
        </pc:spChg>
      </pc:sldChg>
      <pc:sldChg chg="modSp add mod">
        <pc:chgData name="Michael Hill" userId="41dba03d-e58d-4389-9894-554c10310ba4" providerId="ADAL" clId="{EF23FE1D-A042-481E-AFD7-2A9FB0847F54}" dt="2025-11-11T15:41:31.524" v="1760" actId="1076"/>
        <pc:sldMkLst>
          <pc:docMk/>
          <pc:sldMk cId="2314992430" sldId="492"/>
        </pc:sldMkLst>
        <pc:spChg chg="mod">
          <ac:chgData name="Michael Hill" userId="41dba03d-e58d-4389-9894-554c10310ba4" providerId="ADAL" clId="{EF23FE1D-A042-481E-AFD7-2A9FB0847F54}" dt="2025-11-11T15:41:31.524" v="1760" actId="1076"/>
          <ac:spMkLst>
            <pc:docMk/>
            <pc:sldMk cId="2314992430" sldId="492"/>
            <ac:spMk id="6" creationId="{626587BD-3180-AC38-58D3-CDD49B59D564}"/>
          </ac:spMkLst>
        </pc:spChg>
        <pc:picChg chg="mod">
          <ac:chgData name="Michael Hill" userId="41dba03d-e58d-4389-9894-554c10310ba4" providerId="ADAL" clId="{EF23FE1D-A042-481E-AFD7-2A9FB0847F54}" dt="2025-11-11T15:41:29.552" v="1759" actId="1076"/>
          <ac:picMkLst>
            <pc:docMk/>
            <pc:sldMk cId="2314992430" sldId="492"/>
            <ac:picMk id="3" creationId="{CCC3F97D-EEC2-7C5F-B307-018F93A146D4}"/>
          </ac:picMkLst>
        </pc:picChg>
      </pc:sldChg>
      <pc:sldChg chg="addSp delSp modSp add mod">
        <pc:chgData name="Michael Hill" userId="41dba03d-e58d-4389-9894-554c10310ba4" providerId="ADAL" clId="{EF23FE1D-A042-481E-AFD7-2A9FB0847F54}" dt="2025-11-11T15:41:50.367" v="1783" actId="1076"/>
        <pc:sldMkLst>
          <pc:docMk/>
          <pc:sldMk cId="2842837057" sldId="493"/>
        </pc:sldMkLst>
        <pc:spChg chg="mod">
          <ac:chgData name="Michael Hill" userId="41dba03d-e58d-4389-9894-554c10310ba4" providerId="ADAL" clId="{EF23FE1D-A042-481E-AFD7-2A9FB0847F54}" dt="2025-11-11T15:41:39.486" v="1775" actId="14100"/>
          <ac:spMkLst>
            <pc:docMk/>
            <pc:sldMk cId="2842837057" sldId="493"/>
            <ac:spMk id="5" creationId="{EFB1333C-0644-7D85-533D-3C1A9226C94A}"/>
          </ac:spMkLst>
        </pc:spChg>
        <pc:spChg chg="del">
          <ac:chgData name="Michael Hill" userId="41dba03d-e58d-4389-9894-554c10310ba4" providerId="ADAL" clId="{EF23FE1D-A042-481E-AFD7-2A9FB0847F54}" dt="2025-11-11T15:41:48.797" v="1782" actId="478"/>
          <ac:spMkLst>
            <pc:docMk/>
            <pc:sldMk cId="2842837057" sldId="493"/>
            <ac:spMk id="6" creationId="{8CFA320E-533D-8E5F-14F5-130F23C1BB54}"/>
          </ac:spMkLst>
        </pc:spChg>
        <pc:spChg chg="del">
          <ac:chgData name="Michael Hill" userId="41dba03d-e58d-4389-9894-554c10310ba4" providerId="ADAL" clId="{EF23FE1D-A042-481E-AFD7-2A9FB0847F54}" dt="2025-11-11T15:41:43.998" v="1778" actId="478"/>
          <ac:spMkLst>
            <pc:docMk/>
            <pc:sldMk cId="2842837057" sldId="493"/>
            <ac:spMk id="8" creationId="{6ADC8ECF-D570-E60D-DD75-9E0CE78EC85C}"/>
          </ac:spMkLst>
        </pc:spChg>
        <pc:picChg chg="add mod">
          <ac:chgData name="Michael Hill" userId="41dba03d-e58d-4389-9894-554c10310ba4" providerId="ADAL" clId="{EF23FE1D-A042-481E-AFD7-2A9FB0847F54}" dt="2025-11-11T15:41:50.367" v="1783" actId="1076"/>
          <ac:picMkLst>
            <pc:docMk/>
            <pc:sldMk cId="2842837057" sldId="493"/>
            <ac:picMk id="2" creationId="{02A2D916-8C0F-4222-68F5-D7902273C4C8}"/>
          </ac:picMkLst>
        </pc:picChg>
        <pc:picChg chg="del">
          <ac:chgData name="Michael Hill" userId="41dba03d-e58d-4389-9894-554c10310ba4" providerId="ADAL" clId="{EF23FE1D-A042-481E-AFD7-2A9FB0847F54}" dt="2025-11-11T15:41:40.619" v="1776" actId="478"/>
          <ac:picMkLst>
            <pc:docMk/>
            <pc:sldMk cId="2842837057" sldId="493"/>
            <ac:picMk id="3" creationId="{7142EB8E-247B-520B-70DF-62F4865D23F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EF95B-9744-42BF-8E95-B5A640A352E6}"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3B401-C566-4517-ADD4-C67058331A8A}" type="slidenum">
              <a:rPr lang="en-US" smtClean="0"/>
              <a:t>‹#›</a:t>
            </a:fld>
            <a:endParaRPr lang="en-US"/>
          </a:p>
        </p:txBody>
      </p:sp>
    </p:spTree>
    <p:extLst>
      <p:ext uri="{BB962C8B-B14F-4D97-AF65-F5344CB8AC3E}">
        <p14:creationId xmlns:p14="http://schemas.microsoft.com/office/powerpoint/2010/main" val="212892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6A4B-E724-C642-63ED-9C1381B808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5E653-4903-1005-D15B-66DB874D2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4A978-A4B2-A67F-C69F-38ADC7DB4D2B}"/>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FE4910B7-42B2-3D3D-3AE4-AC7E6C388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21657-9CFD-95BE-EEE3-E1B47D77D80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0227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003-439B-FA69-F591-6D66E27419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C20904-0912-32D7-F6E6-31372E488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3E7E8-F851-BEB7-2C68-8FE1EF6742E1}"/>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CABAE2CA-7781-6E95-12BA-557F775A9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9952B-F381-1189-2020-9A14F470CCE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05763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F060-3D96-5480-3C88-EE775B82FB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3569D8-9209-8B7C-1538-E818415FF6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66B1C-5056-EDDF-CD36-E7BFD2F437E0}"/>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77CF8CB3-3858-3C51-AA38-3F86C0974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EA923-CF31-8772-A331-247B9144D1B6}"/>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6220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25B0-376D-3011-4FDF-D4CA713D7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71C86-3E65-FA4B-6F6C-0BB7AA3900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E646B-5AE1-A23D-3D1F-474544BF3B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279F2-41EE-1489-59DC-32CD90629E44}"/>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6" name="Footer Placeholder 5">
            <a:extLst>
              <a:ext uri="{FF2B5EF4-FFF2-40B4-BE49-F238E27FC236}">
                <a16:creationId xmlns:a16="http://schemas.microsoft.com/office/drawing/2014/main" id="{159EC4E9-67EE-D095-37A7-39EFE82D1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B2442-8F9C-AC5E-9546-BDE753C186C9}"/>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95994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8DBA-2489-9EF4-F45E-238BC26EF7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34AAF-B93F-48B6-1B8B-FD3E959FB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8698B-3528-B8DC-27B8-D49145D604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9008AA-A42D-2259-0D36-908024A20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A62E1-25E1-7552-ABA8-BE7F2A3B1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97670D-8F54-733D-3639-1B7CCE4C117B}"/>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8" name="Footer Placeholder 7">
            <a:extLst>
              <a:ext uri="{FF2B5EF4-FFF2-40B4-BE49-F238E27FC236}">
                <a16:creationId xmlns:a16="http://schemas.microsoft.com/office/drawing/2014/main" id="{4B3C6C20-7A45-CC6A-CA55-61F7CCF3B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B7766C-30F5-1A8E-58AF-CDC986CF869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94457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690D-7611-3967-E6F3-81F032CFF7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1D4BA6-7CE7-229C-2BD5-FECCA2886FAF}"/>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4" name="Footer Placeholder 3">
            <a:extLst>
              <a:ext uri="{FF2B5EF4-FFF2-40B4-BE49-F238E27FC236}">
                <a16:creationId xmlns:a16="http://schemas.microsoft.com/office/drawing/2014/main" id="{81CA691A-621C-6EB1-3EB8-CA9FF47FB9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57F05-B410-F8DD-455C-490CEB149F11}"/>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7156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709F58-5A85-92F4-B06D-2164303344CB}"/>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3" name="Footer Placeholder 2">
            <a:extLst>
              <a:ext uri="{FF2B5EF4-FFF2-40B4-BE49-F238E27FC236}">
                <a16:creationId xmlns:a16="http://schemas.microsoft.com/office/drawing/2014/main" id="{CB9B9967-5360-F0CB-62AE-C03CEF75ED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E68E6-84C0-1723-6611-61380FA19F8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6795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55B2-ECD6-C08F-72AD-183650C66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96BA6-2739-2BD7-969A-4113A5119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886298-57FD-A8A8-D424-73178F2DB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D784E3-D576-8AA7-A98D-17AA30F763C6}"/>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6" name="Footer Placeholder 5">
            <a:extLst>
              <a:ext uri="{FF2B5EF4-FFF2-40B4-BE49-F238E27FC236}">
                <a16:creationId xmlns:a16="http://schemas.microsoft.com/office/drawing/2014/main" id="{42948EE1-5288-E1AE-89F1-37B64F23E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75274-EEF3-4830-9978-53BE36B7A20D}"/>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10270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2C3-BAF4-D846-43C1-525BE354E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2DC9A-2E8B-6C73-166E-961BCED000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E3A54-E42B-7858-93B4-F1A981487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C60C9-5A10-7256-4190-5DE6C1C3006E}"/>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6" name="Footer Placeholder 5">
            <a:extLst>
              <a:ext uri="{FF2B5EF4-FFF2-40B4-BE49-F238E27FC236}">
                <a16:creationId xmlns:a16="http://schemas.microsoft.com/office/drawing/2014/main" id="{1E52744C-0DE9-DCDB-4998-7A3221F15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D5596-7365-792E-D0E3-4ED3B5E7D42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6950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8605-B3B6-D788-279D-476906E34B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AD9E01-2C5E-0FD4-BF7C-54659537D7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685CA-CEBB-6B85-90D4-1BEF716FCB6C}"/>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15B0A526-A1AA-3BC7-DC9D-B44EBC07B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ED0B1-5EB5-A414-75E8-6BA511C07E04}"/>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22125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D8E7E-5301-E447-23C8-B8B5D2932F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36805-717E-9F25-0794-88BD42C6E8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03C3FF-BEC2-31C8-6723-85EC312761E6}"/>
              </a:ext>
            </a:extLst>
          </p:cNvPr>
          <p:cNvSpPr>
            <a:spLocks noGrp="1"/>
          </p:cNvSpPr>
          <p:nvPr>
            <p:ph type="dt" sz="half" idx="10"/>
          </p:nvPr>
        </p:nvSpPr>
        <p:spPr/>
        <p:txBody>
          <a:body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63DA1747-0799-AAD2-1377-F19D1A5E7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F77C4-38FB-B4D4-348D-9D2957422C3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88171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3BEBB-B682-7839-B2B4-500CE17CB2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BD3092-A078-5BEF-361E-CB3FDD457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4A81F-9B16-8EEC-9FE4-9E9D0C8E8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CFA067-BC5A-4095-A3A5-99A1BAFE9208}" type="datetimeFigureOut">
              <a:rPr lang="en-US" smtClean="0"/>
              <a:t>11/10/2025</a:t>
            </a:fld>
            <a:endParaRPr lang="en-US"/>
          </a:p>
        </p:txBody>
      </p:sp>
      <p:sp>
        <p:nvSpPr>
          <p:cNvPr id="5" name="Footer Placeholder 4">
            <a:extLst>
              <a:ext uri="{FF2B5EF4-FFF2-40B4-BE49-F238E27FC236}">
                <a16:creationId xmlns:a16="http://schemas.microsoft.com/office/drawing/2014/main" id="{1EB43794-F45F-30BE-BC6F-DDF9A70C2A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82708D-8AD6-9D50-70CF-8FFDD3AB7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0788BB-6672-4C27-B0EA-4C0AD0E80F39}" type="slidenum">
              <a:rPr lang="en-US" smtClean="0"/>
              <a:t>‹#›</a:t>
            </a:fld>
            <a:endParaRPr lang="en-US"/>
          </a:p>
        </p:txBody>
      </p:sp>
    </p:spTree>
    <p:extLst>
      <p:ext uri="{BB962C8B-B14F-4D97-AF65-F5344CB8AC3E}">
        <p14:creationId xmlns:p14="http://schemas.microsoft.com/office/powerpoint/2010/main" val="63889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9BBF4B62-D7BF-1C6A-40E3-7B807FA87977}"/>
              </a:ext>
            </a:extLst>
          </p:cNvPr>
          <p:cNvSpPr/>
          <p:nvPr/>
        </p:nvSpPr>
        <p:spPr>
          <a:xfrm>
            <a:off x="4713768" y="2110368"/>
            <a:ext cx="2565990" cy="256599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B883CE-936E-CB73-2B3E-56A618536A26}"/>
              </a:ext>
            </a:extLst>
          </p:cNvPr>
          <p:cNvSpPr/>
          <p:nvPr/>
        </p:nvSpPr>
        <p:spPr>
          <a:xfrm>
            <a:off x="895936" y="1574232"/>
            <a:ext cx="5652932" cy="2301533"/>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541717" lon="20311593" rev="27507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Bahnschrift SemiBold" panose="020B0502040204020203" pitchFamily="34" charset="0"/>
              </a:rPr>
              <a:t>TOPIC A3:</a:t>
            </a:r>
          </a:p>
          <a:p>
            <a:pPr algn="ctr"/>
            <a:r>
              <a:rPr lang="en-US" sz="6000" dirty="0">
                <a:latin typeface="Bahnschrift SemiBold" panose="020B0502040204020203" pitchFamily="34" charset="0"/>
              </a:rPr>
              <a:t>DATABASES</a:t>
            </a:r>
          </a:p>
        </p:txBody>
      </p:sp>
      <p:sp>
        <p:nvSpPr>
          <p:cNvPr id="5" name="Rectangle 4">
            <a:extLst>
              <a:ext uri="{FF2B5EF4-FFF2-40B4-BE49-F238E27FC236}">
                <a16:creationId xmlns:a16="http://schemas.microsoft.com/office/drawing/2014/main" id="{18C18ECD-1A29-4735-FBF9-2230E3FED94F}"/>
              </a:ext>
            </a:extLst>
          </p:cNvPr>
          <p:cNvSpPr/>
          <p:nvPr/>
        </p:nvSpPr>
        <p:spPr>
          <a:xfrm>
            <a:off x="6890905" y="2714847"/>
            <a:ext cx="4405159" cy="1160918"/>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LESSON A3-4</a:t>
            </a:r>
          </a:p>
        </p:txBody>
      </p:sp>
      <p:sp>
        <p:nvSpPr>
          <p:cNvPr id="6" name="Rectangle 5">
            <a:extLst>
              <a:ext uri="{FF2B5EF4-FFF2-40B4-BE49-F238E27FC236}">
                <a16:creationId xmlns:a16="http://schemas.microsoft.com/office/drawing/2014/main" id="{945BB639-AC69-FE40-4352-5D3077A94591}"/>
              </a:ext>
            </a:extLst>
          </p:cNvPr>
          <p:cNvSpPr/>
          <p:nvPr/>
        </p:nvSpPr>
        <p:spPr>
          <a:xfrm>
            <a:off x="2771589" y="3692233"/>
            <a:ext cx="6648822" cy="984125"/>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DATABASE DATA TYPES</a:t>
            </a:r>
          </a:p>
        </p:txBody>
      </p:sp>
    </p:spTree>
    <p:extLst>
      <p:ext uri="{BB962C8B-B14F-4D97-AF65-F5344CB8AC3E}">
        <p14:creationId xmlns:p14="http://schemas.microsoft.com/office/powerpoint/2010/main" val="187884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6950A9E-999F-1BB1-2C00-779227746E04}"/>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86893419-8B7B-38C3-2D89-D4BB95E0AB27}"/>
              </a:ext>
            </a:extLst>
          </p:cNvPr>
          <p:cNvSpPr/>
          <p:nvPr/>
        </p:nvSpPr>
        <p:spPr>
          <a:xfrm>
            <a:off x="6199068" y="1783144"/>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D4645F-350F-77B1-036C-D01223EB808D}"/>
              </a:ext>
            </a:extLst>
          </p:cNvPr>
          <p:cNvSpPr/>
          <p:nvPr/>
        </p:nvSpPr>
        <p:spPr>
          <a:xfrm>
            <a:off x="6881567" y="1777234"/>
            <a:ext cx="4516539" cy="2255680"/>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1072296" lon="587304" rev="21567845"/>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Have a way to take notes and a way to write code available for this lesson</a:t>
            </a:r>
          </a:p>
        </p:txBody>
      </p:sp>
      <p:sp>
        <p:nvSpPr>
          <p:cNvPr id="9" name="Oval 8">
            <a:extLst>
              <a:ext uri="{FF2B5EF4-FFF2-40B4-BE49-F238E27FC236}">
                <a16:creationId xmlns:a16="http://schemas.microsoft.com/office/drawing/2014/main" id="{39CF6B3F-1F6D-7800-03EB-3D197914A30A}"/>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3133FC-E875-8442-9063-C305CC0BFB20}"/>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7671A2-401B-58C3-4049-2F9F2E07BD91}"/>
              </a:ext>
            </a:extLst>
          </p:cNvPr>
          <p:cNvSpPr/>
          <p:nvPr/>
        </p:nvSpPr>
        <p:spPr>
          <a:xfrm>
            <a:off x="1060728" y="1213429"/>
            <a:ext cx="4516539" cy="5391671"/>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800" dirty="0">
                <a:latin typeface="Bahnschrift" panose="020B0502040204020203" pitchFamily="34" charset="0"/>
              </a:rPr>
              <a:t>Warm-up Question</a:t>
            </a:r>
          </a:p>
          <a:p>
            <a:pPr marL="457200" indent="-457200" algn="ctr">
              <a:buFont typeface="Arial" panose="020B0604020202020204" pitchFamily="34" charset="0"/>
              <a:buChar char="•"/>
            </a:pPr>
            <a:r>
              <a:rPr lang="en-US" sz="2800" dirty="0">
                <a:latin typeface="Bahnschrift" panose="020B0502040204020203" pitchFamily="34" charset="0"/>
              </a:rPr>
              <a:t>Data Types Review</a:t>
            </a:r>
          </a:p>
          <a:p>
            <a:pPr marL="457200" indent="-457200" algn="ctr">
              <a:buFont typeface="Arial" panose="020B0604020202020204" pitchFamily="34" charset="0"/>
              <a:buChar char="•"/>
            </a:pPr>
            <a:r>
              <a:rPr lang="en-US" sz="2800" dirty="0">
                <a:latin typeface="Bahnschrift" panose="020B0502040204020203" pitchFamily="34" charset="0"/>
              </a:rPr>
              <a:t>Justifying Data Types</a:t>
            </a:r>
          </a:p>
          <a:p>
            <a:pPr marL="457200" indent="-457200" algn="ctr">
              <a:buFont typeface="Arial" panose="020B0604020202020204" pitchFamily="34" charset="0"/>
              <a:buChar char="•"/>
            </a:pPr>
            <a:r>
              <a:rPr lang="en-US" sz="2800" dirty="0">
                <a:latin typeface="Bahnschrift" panose="020B0502040204020203" pitchFamily="34" charset="0"/>
              </a:rPr>
              <a:t>Privacy</a:t>
            </a:r>
          </a:p>
          <a:p>
            <a:pPr marL="457200" indent="-457200" algn="ctr">
              <a:buFont typeface="Arial" panose="020B0604020202020204" pitchFamily="34" charset="0"/>
              <a:buChar char="•"/>
            </a:pPr>
            <a:r>
              <a:rPr lang="en-US" sz="2800" dirty="0">
                <a:latin typeface="Bahnschrift" panose="020B0502040204020203" pitchFamily="34" charset="0"/>
              </a:rPr>
              <a:t>Practice</a:t>
            </a:r>
          </a:p>
        </p:txBody>
      </p:sp>
      <p:sp>
        <p:nvSpPr>
          <p:cNvPr id="10" name="Rectangle 9">
            <a:extLst>
              <a:ext uri="{FF2B5EF4-FFF2-40B4-BE49-F238E27FC236}">
                <a16:creationId xmlns:a16="http://schemas.microsoft.com/office/drawing/2014/main" id="{22468F18-96E8-0BDE-DEDF-19E7735BE1E6}"/>
              </a:ext>
            </a:extLst>
          </p:cNvPr>
          <p:cNvSpPr/>
          <p:nvPr/>
        </p:nvSpPr>
        <p:spPr>
          <a:xfrm>
            <a:off x="6598031" y="1564953"/>
            <a:ext cx="1708202" cy="632442"/>
          </a:xfrm>
          <a:prstGeom prst="rect">
            <a:avLst/>
          </a:prstGeom>
          <a:solidFill>
            <a:schemeClr val="accent5">
              <a:lumMod val="75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ahnschrift SemiBold" panose="020B0502040204020203" pitchFamily="34" charset="0"/>
              </a:rPr>
              <a:t>NOTE!</a:t>
            </a:r>
          </a:p>
        </p:txBody>
      </p:sp>
      <p:sp>
        <p:nvSpPr>
          <p:cNvPr id="5" name="Rectangle 4">
            <a:extLst>
              <a:ext uri="{FF2B5EF4-FFF2-40B4-BE49-F238E27FC236}">
                <a16:creationId xmlns:a16="http://schemas.microsoft.com/office/drawing/2014/main" id="{AFCD8CB0-8A02-BF4E-6CF1-A22B96E02C67}"/>
              </a:ext>
            </a:extLst>
          </p:cNvPr>
          <p:cNvSpPr/>
          <p:nvPr/>
        </p:nvSpPr>
        <p:spPr>
          <a:xfrm>
            <a:off x="1824466" y="252900"/>
            <a:ext cx="2903431"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AGENDA</a:t>
            </a:r>
          </a:p>
        </p:txBody>
      </p:sp>
    </p:spTree>
    <p:extLst>
      <p:ext uri="{BB962C8B-B14F-4D97-AF65-F5344CB8AC3E}">
        <p14:creationId xmlns:p14="http://schemas.microsoft.com/office/powerpoint/2010/main" val="85412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4DF31C7-9D62-34F3-51FF-D499D2944EF0}"/>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CA8483F3-9D91-69C6-DAE4-E819F0292C96}"/>
              </a:ext>
            </a:extLst>
          </p:cNvPr>
          <p:cNvSpPr/>
          <p:nvPr/>
        </p:nvSpPr>
        <p:spPr>
          <a:xfrm>
            <a:off x="9605200" y="3896291"/>
            <a:ext cx="1497660" cy="149766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9103A45C-BE5A-478E-4718-72C97F147BDD}"/>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a:ln>
            <a:noFill/>
          </a:ln>
        </p:spPr>
      </p:pic>
      <p:pic>
        <p:nvPicPr>
          <p:cNvPr id="19" name="Picture 18" descr="A close up of fire&#10;&#10;AI-generated content may be incorrect.">
            <a:extLst>
              <a:ext uri="{FF2B5EF4-FFF2-40B4-BE49-F238E27FC236}">
                <a16:creationId xmlns:a16="http://schemas.microsoft.com/office/drawing/2014/main" id="{59044FD4-E5CB-7F72-D4E0-B3FF57F10D64}"/>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1FB06C32-785C-D086-3043-42F7FBD0932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DCA5AE-052C-5076-411F-06E5A022CDA7}"/>
              </a:ext>
            </a:extLst>
          </p:cNvPr>
          <p:cNvSpPr/>
          <p:nvPr/>
        </p:nvSpPr>
        <p:spPr>
          <a:xfrm>
            <a:off x="358687" y="2026486"/>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3C7B8BA-8B31-7B2C-E2AB-60712C1F61E8}"/>
              </a:ext>
            </a:extLst>
          </p:cNvPr>
          <p:cNvSpPr/>
          <p:nvPr/>
        </p:nvSpPr>
        <p:spPr>
          <a:xfrm>
            <a:off x="9978799" y="1099676"/>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3B4A7A-A70B-0C4A-C7FF-462ADF36D440}"/>
              </a:ext>
            </a:extLst>
          </p:cNvPr>
          <p:cNvSpPr/>
          <p:nvPr/>
        </p:nvSpPr>
        <p:spPr>
          <a:xfrm>
            <a:off x="1089140" y="1246841"/>
            <a:ext cx="9808033" cy="3830500"/>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lvl="0" indent="-457200">
              <a:spcBef>
                <a:spcPts val="1200"/>
              </a:spcBef>
              <a:buFont typeface="Arial" panose="020B0604020202020204" pitchFamily="34" charset="0"/>
              <a:buChar char="•"/>
              <a:defRPr/>
            </a:pPr>
            <a:r>
              <a:rPr lang="en-US" sz="2800" dirty="0">
                <a:solidFill>
                  <a:prstClr val="white"/>
                </a:solidFill>
                <a:latin typeface="Bahnschrift" panose="020B0502040204020203" pitchFamily="34" charset="0"/>
              </a:rPr>
              <a:t>Identify the cardinality and modality of the following relationships: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Person &amp; Passport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Author &amp; Books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Movies &amp; Actors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Car &amp; License Plate</a:t>
            </a:r>
          </a:p>
          <a:p>
            <a:pPr marL="914400" lvl="1" indent="-457200">
              <a:spcBef>
                <a:spcPts val="1200"/>
              </a:spcBef>
              <a:buFont typeface="Arial" panose="020B0604020202020204" pitchFamily="34" charset="0"/>
              <a:buChar char="•"/>
            </a:pPr>
            <a:endParaRPr lang="en-US" sz="2800" dirty="0">
              <a:solidFill>
                <a:prstClr val="white"/>
              </a:solidFill>
              <a:latin typeface="Bahnschrift" panose="020B0502040204020203" pitchFamily="34" charset="0"/>
            </a:endParaRPr>
          </a:p>
        </p:txBody>
      </p:sp>
      <p:sp>
        <p:nvSpPr>
          <p:cNvPr id="5" name="Rectangle 4">
            <a:extLst>
              <a:ext uri="{FF2B5EF4-FFF2-40B4-BE49-F238E27FC236}">
                <a16:creationId xmlns:a16="http://schemas.microsoft.com/office/drawing/2014/main" id="{3050233D-41DE-6588-7EB0-97A3A19FFCB8}"/>
              </a:ext>
            </a:extLst>
          </p:cNvPr>
          <p:cNvSpPr/>
          <p:nvPr/>
        </p:nvSpPr>
        <p:spPr>
          <a:xfrm>
            <a:off x="1989751" y="65791"/>
            <a:ext cx="7581804"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QUESTION</a:t>
            </a:r>
          </a:p>
        </p:txBody>
      </p:sp>
      <p:pic>
        <p:nvPicPr>
          <p:cNvPr id="15" name="Picture 14" descr="A close up of fire&#10;&#10;AI-generated content may be incorrect.">
            <a:extLst>
              <a:ext uri="{FF2B5EF4-FFF2-40B4-BE49-F238E27FC236}">
                <a16:creationId xmlns:a16="http://schemas.microsoft.com/office/drawing/2014/main" id="{0572BAA1-AB30-2A31-99DA-E2636EF7873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F9670370-72F4-78E6-7DE3-64A5614A0062}"/>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21F28121-5FF8-B768-E483-38897AA8B76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191059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C4F2867-8E56-228A-A272-D4ED8954C4D7}"/>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926B7704-86EF-7FEC-8155-3D847292CD2C}"/>
              </a:ext>
            </a:extLst>
          </p:cNvPr>
          <p:cNvSpPr/>
          <p:nvPr/>
        </p:nvSpPr>
        <p:spPr>
          <a:xfrm>
            <a:off x="9605200" y="3896291"/>
            <a:ext cx="1497660" cy="149766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690CDB7F-EB96-D8B0-D3AA-E3CAB1D0AB9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21671FCB-EF5E-A9AE-9B16-D4B88C68617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54A81DB0-35AE-121E-AE82-A4D31AF2D19B}"/>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C3F3785-EC31-8804-47D6-C260A012DD18}"/>
              </a:ext>
            </a:extLst>
          </p:cNvPr>
          <p:cNvSpPr/>
          <p:nvPr/>
        </p:nvSpPr>
        <p:spPr>
          <a:xfrm>
            <a:off x="358687" y="2026486"/>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EA9A261-C404-6850-0145-A6263A349EF9}"/>
              </a:ext>
            </a:extLst>
          </p:cNvPr>
          <p:cNvSpPr/>
          <p:nvPr/>
        </p:nvSpPr>
        <p:spPr>
          <a:xfrm>
            <a:off x="9978799" y="1099676"/>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2E8945-8B7A-5FF6-41CB-3A36AA2FF6DA}"/>
              </a:ext>
            </a:extLst>
          </p:cNvPr>
          <p:cNvSpPr/>
          <p:nvPr/>
        </p:nvSpPr>
        <p:spPr>
          <a:xfrm>
            <a:off x="1089140" y="1246841"/>
            <a:ext cx="9808033" cy="5292504"/>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Person &amp; Passport: One to one, passport must have person (required), person does not need passport (optional)</a:t>
            </a:r>
          </a:p>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Author &amp; Books: One to many (arguably many to many), Book must have author and author must have book</a:t>
            </a:r>
          </a:p>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Movies &amp; Actors: Many to many, actor must have movie, movies do not always have actors</a:t>
            </a:r>
          </a:p>
          <a:p>
            <a:pPr marL="914400" lvl="1" indent="-457200">
              <a:spcBef>
                <a:spcPts val="1200"/>
              </a:spcBef>
              <a:buFont typeface="Arial" panose="020B0604020202020204" pitchFamily="34" charset="0"/>
              <a:buChar char="•"/>
            </a:pPr>
            <a:r>
              <a:rPr lang="en-US" sz="2400" dirty="0">
                <a:solidFill>
                  <a:schemeClr val="bg1"/>
                </a:solidFill>
                <a:latin typeface="Bahnschrift" panose="020B0502040204020203" pitchFamily="34" charset="0"/>
              </a:rPr>
              <a:t>Car &amp; License Plate: One to one, car must have license plate, license plate must have car</a:t>
            </a:r>
          </a:p>
        </p:txBody>
      </p:sp>
      <p:sp>
        <p:nvSpPr>
          <p:cNvPr id="5" name="Rectangle 4">
            <a:extLst>
              <a:ext uri="{FF2B5EF4-FFF2-40B4-BE49-F238E27FC236}">
                <a16:creationId xmlns:a16="http://schemas.microsoft.com/office/drawing/2014/main" id="{387B9208-16B9-4FF3-0246-620CA9B1108A}"/>
              </a:ext>
            </a:extLst>
          </p:cNvPr>
          <p:cNvSpPr/>
          <p:nvPr/>
        </p:nvSpPr>
        <p:spPr>
          <a:xfrm>
            <a:off x="1989751" y="65791"/>
            <a:ext cx="7581804"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ANSWER</a:t>
            </a:r>
          </a:p>
        </p:txBody>
      </p:sp>
      <p:pic>
        <p:nvPicPr>
          <p:cNvPr id="15" name="Picture 14" descr="A close up of fire&#10;&#10;AI-generated content may be incorrect.">
            <a:extLst>
              <a:ext uri="{FF2B5EF4-FFF2-40B4-BE49-F238E27FC236}">
                <a16:creationId xmlns:a16="http://schemas.microsoft.com/office/drawing/2014/main" id="{0150267B-6788-74B0-B03C-5D096BDF8D8A}"/>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083C1FE4-D717-FE13-FA70-8EC95E3A3D3B}"/>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91B051B8-C24A-43E0-0391-560DEA8A9ED3}"/>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4217859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56F2BE8-11FC-440C-AD68-3916E79348FE}"/>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462D68A9-AC5B-EE00-E367-633AE4FEF5F8}"/>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E3D1ACC-E0E3-E4EC-54EE-0243D91C0973}"/>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AA69669-4FDB-DABA-4D47-37F64F9A8D5B}"/>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7D071E9-AC04-5B92-BC09-FCCD1E07A5C2}"/>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C284222-4860-E182-B319-EF08F8E4B64E}"/>
              </a:ext>
            </a:extLst>
          </p:cNvPr>
          <p:cNvSpPr/>
          <p:nvPr/>
        </p:nvSpPr>
        <p:spPr>
          <a:xfrm>
            <a:off x="421106" y="1357745"/>
            <a:ext cx="11264926"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you use to store a phone number in a system?</a:t>
            </a:r>
          </a:p>
        </p:txBody>
      </p:sp>
      <p:sp>
        <p:nvSpPr>
          <p:cNvPr id="5" name="Rectangle 4">
            <a:extLst>
              <a:ext uri="{FF2B5EF4-FFF2-40B4-BE49-F238E27FC236}">
                <a16:creationId xmlns:a16="http://schemas.microsoft.com/office/drawing/2014/main" id="{C1AAB5C6-C654-7564-5F81-E8EC4783C0EB}"/>
              </a:ext>
            </a:extLst>
          </p:cNvPr>
          <p:cNvSpPr/>
          <p:nvPr/>
        </p:nvSpPr>
        <p:spPr>
          <a:xfrm>
            <a:off x="163792" y="155968"/>
            <a:ext cx="5637667"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DATA TYPES REVIEW</a:t>
            </a:r>
          </a:p>
        </p:txBody>
      </p:sp>
    </p:spTree>
    <p:extLst>
      <p:ext uri="{BB962C8B-B14F-4D97-AF65-F5344CB8AC3E}">
        <p14:creationId xmlns:p14="http://schemas.microsoft.com/office/powerpoint/2010/main" val="2358883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AD450B5-E3BC-D049-D56A-D4E63343945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90A129A-D6A6-CD13-F99D-4CCE990564FE}"/>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B32C20-8F69-0539-9FC1-D39508DB6C53}"/>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1C8D59B-E8D0-C177-BA46-4A41FBA33647}"/>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2F5CA11-F99B-708B-A5E9-18E9D8BA065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1BF2F8-A1DE-E403-1083-45064509664F}"/>
              </a:ext>
            </a:extLst>
          </p:cNvPr>
          <p:cNvSpPr/>
          <p:nvPr/>
        </p:nvSpPr>
        <p:spPr>
          <a:xfrm>
            <a:off x="421106" y="1357745"/>
            <a:ext cx="11264926"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Integer</a:t>
            </a:r>
            <a:r>
              <a:rPr lang="en-US" sz="2800" dirty="0">
                <a:solidFill>
                  <a:schemeClr val="bg1"/>
                </a:solidFill>
                <a:latin typeface="Bahnschrift" panose="020B0502040204020203" pitchFamily="34" charset="0"/>
              </a:rPr>
              <a:t> – used for storing whole numbers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Numbers/Large Number data types in Access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C2472215-F38E-8292-8DFB-C176B02C9FC1}"/>
              </a:ext>
            </a:extLst>
          </p:cNvPr>
          <p:cNvSpPr/>
          <p:nvPr/>
        </p:nvSpPr>
        <p:spPr>
          <a:xfrm>
            <a:off x="0" y="129275"/>
            <a:ext cx="2815247"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INTEGERS</a:t>
            </a:r>
          </a:p>
        </p:txBody>
      </p:sp>
      <p:pic>
        <p:nvPicPr>
          <p:cNvPr id="3" name="Picture 2" descr="A toy story character with a hand raised&#10;&#10;AI-generated content may be incorrect.">
            <a:extLst>
              <a:ext uri="{FF2B5EF4-FFF2-40B4-BE49-F238E27FC236}">
                <a16:creationId xmlns:a16="http://schemas.microsoft.com/office/drawing/2014/main" id="{705C3C8D-9B97-F868-AD4F-3519D684065B}"/>
              </a:ext>
            </a:extLst>
          </p:cNvPr>
          <p:cNvPicPr>
            <a:picLocks noChangeAspect="1"/>
          </p:cNvPicPr>
          <p:nvPr/>
        </p:nvPicPr>
        <p:blipFill>
          <a:blip r:embed="rId2">
            <a:extLst>
              <a:ext uri="{28A0092B-C50C-407E-A947-70E740481C1C}">
                <a14:useLocalDpi xmlns:a14="http://schemas.microsoft.com/office/drawing/2010/main" val="0"/>
              </a:ext>
            </a:extLst>
          </a:blip>
          <a:srcRect b="6996"/>
          <a:stretch>
            <a:fillRect/>
          </a:stretch>
        </p:blipFill>
        <p:spPr>
          <a:xfrm>
            <a:off x="2723727" y="3542997"/>
            <a:ext cx="5715000" cy="2896764"/>
          </a:xfrm>
          <a:prstGeom prst="rect">
            <a:avLst/>
          </a:prstGeom>
        </p:spPr>
      </p:pic>
    </p:spTree>
    <p:extLst>
      <p:ext uri="{BB962C8B-B14F-4D97-AF65-F5344CB8AC3E}">
        <p14:creationId xmlns:p14="http://schemas.microsoft.com/office/powerpoint/2010/main" val="3364364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49CFFD5-5D5A-0C2B-F7A5-070360B27BF0}"/>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F0EB067-B1EA-1823-5151-10FFB558F944}"/>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F0C1326-1104-019D-E6EB-9B06C78846DB}"/>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F6AA500-ABC6-E46F-E9E4-CAECF299E22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3A407BE-42FB-D091-5770-1022F837059F}"/>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727EC41-74BD-EE92-B23C-CD739029424D}"/>
              </a:ext>
            </a:extLst>
          </p:cNvPr>
          <p:cNvSpPr/>
          <p:nvPr/>
        </p:nvSpPr>
        <p:spPr>
          <a:xfrm>
            <a:off x="421106" y="1357745"/>
            <a:ext cx="5074438"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Doubles/Floats/Decimals </a:t>
            </a:r>
            <a:r>
              <a:rPr lang="en-US" sz="2800" dirty="0">
                <a:solidFill>
                  <a:schemeClr val="bg1"/>
                </a:solidFill>
                <a:latin typeface="Bahnschrift" panose="020B0502040204020203" pitchFamily="34" charset="0"/>
              </a:rPr>
              <a:t>– used for storing numbers with decimal places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Numbers/Large Numbers in Access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These are much less efficient than integers internally</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EBFE385A-08D4-4894-BA9B-E6294B3FB7AE}"/>
              </a:ext>
            </a:extLst>
          </p:cNvPr>
          <p:cNvSpPr/>
          <p:nvPr/>
        </p:nvSpPr>
        <p:spPr>
          <a:xfrm>
            <a:off x="92274" y="155968"/>
            <a:ext cx="78630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DOUBLES/FLOATS/DECIMALS</a:t>
            </a:r>
          </a:p>
        </p:txBody>
      </p:sp>
      <p:pic>
        <p:nvPicPr>
          <p:cNvPr id="2" name="Picture 1" descr="A collage of cartoon characters&#10;&#10;AI-generated content may be incorrect.">
            <a:extLst>
              <a:ext uri="{FF2B5EF4-FFF2-40B4-BE49-F238E27FC236}">
                <a16:creationId xmlns:a16="http://schemas.microsoft.com/office/drawing/2014/main" id="{207D5F7B-FDE1-3D77-5AC9-05D3AEC2A8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20239"/>
            <a:ext cx="4047490" cy="5439827"/>
          </a:xfrm>
          <a:prstGeom prst="rect">
            <a:avLst/>
          </a:prstGeom>
        </p:spPr>
      </p:pic>
    </p:spTree>
    <p:extLst>
      <p:ext uri="{BB962C8B-B14F-4D97-AF65-F5344CB8AC3E}">
        <p14:creationId xmlns:p14="http://schemas.microsoft.com/office/powerpoint/2010/main" val="4163532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40075E5-2CFE-6F9D-34A8-E9EA4C2C6CC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5EC37FB-3370-D7B5-C593-324034EB173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42398F8-0486-DFB8-0669-1A3751850E7C}"/>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6CDF48B-06B1-8C60-E44A-0B75368B1FE2}"/>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A0C938D-1430-760F-86E3-88B945B1407A}"/>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CB0D383-4F44-07EF-56F7-F8E965B9414C}"/>
              </a:ext>
            </a:extLst>
          </p:cNvPr>
          <p:cNvSpPr/>
          <p:nvPr/>
        </p:nvSpPr>
        <p:spPr>
          <a:xfrm>
            <a:off x="421106" y="1357745"/>
            <a:ext cx="5380353"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Strings</a:t>
            </a:r>
            <a:r>
              <a:rPr lang="en-US" sz="2800" dirty="0">
                <a:solidFill>
                  <a:schemeClr val="bg1"/>
                </a:solidFill>
                <a:latin typeface="Bahnschrift" panose="020B0502040204020203" pitchFamily="34" charset="0"/>
              </a:rPr>
              <a:t> – used for storing words or strings of characters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Short Text/Long Text in Access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VARCHAR when detailing schema</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Maximum length specified</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6AE3289C-315F-E6D3-8CC0-988EB03CFB57}"/>
              </a:ext>
            </a:extLst>
          </p:cNvPr>
          <p:cNvSpPr/>
          <p:nvPr/>
        </p:nvSpPr>
        <p:spPr>
          <a:xfrm>
            <a:off x="92274" y="155968"/>
            <a:ext cx="293667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STRINGS</a:t>
            </a:r>
          </a:p>
        </p:txBody>
      </p:sp>
      <p:pic>
        <p:nvPicPr>
          <p:cNvPr id="3" name="Picture 2" descr="A close up of food&#10;&#10;AI-generated content may be incorrect.">
            <a:extLst>
              <a:ext uri="{FF2B5EF4-FFF2-40B4-BE49-F238E27FC236}">
                <a16:creationId xmlns:a16="http://schemas.microsoft.com/office/drawing/2014/main" id="{51404CE2-7AC8-8FDD-EB6C-074D88F26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9105" y="2039688"/>
            <a:ext cx="5081458" cy="2861496"/>
          </a:xfrm>
          <a:prstGeom prst="rect">
            <a:avLst/>
          </a:prstGeom>
        </p:spPr>
      </p:pic>
    </p:spTree>
    <p:extLst>
      <p:ext uri="{BB962C8B-B14F-4D97-AF65-F5344CB8AC3E}">
        <p14:creationId xmlns:p14="http://schemas.microsoft.com/office/powerpoint/2010/main" val="419281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2914039-4459-E7DE-B9F6-19536B30E734}"/>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F59C7EE-7283-FEA9-0694-31EDE9382BDA}"/>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DA5E702-9EEE-0594-54B0-80EB2C232E99}"/>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D903FB-D6A6-275C-6EA3-A47941499BE9}"/>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E44E21D-E1F6-5999-28C1-D09E25B83E9D}"/>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373E1AB-8C22-B5DC-1337-A03F5BFD4483}"/>
              </a:ext>
            </a:extLst>
          </p:cNvPr>
          <p:cNvSpPr/>
          <p:nvPr/>
        </p:nvSpPr>
        <p:spPr>
          <a:xfrm>
            <a:off x="421106" y="1357745"/>
            <a:ext cx="7461022"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err="1">
                <a:solidFill>
                  <a:schemeClr val="accent4"/>
                </a:solidFill>
                <a:latin typeface="Bahnschrift" panose="020B0502040204020203" pitchFamily="34" charset="0"/>
              </a:rPr>
              <a:t>DateTime</a:t>
            </a:r>
            <a:r>
              <a:rPr lang="en-US" sz="2800" dirty="0">
                <a:solidFill>
                  <a:schemeClr val="bg1"/>
                </a:solidFill>
                <a:latin typeface="Bahnschrift" panose="020B0502040204020203" pitchFamily="34" charset="0"/>
              </a:rPr>
              <a:t> – used for storing date and time in a database (shocker)</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Date/Time or Date/Time Extended in Access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 can change if it’s storing mainly the date or the time, and how that information is presented (digits for months, or words) using the format dropdown below the data type dropdown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5CE8793D-A081-2AE6-E24E-3E9D34228494}"/>
              </a:ext>
            </a:extLst>
          </p:cNvPr>
          <p:cNvSpPr/>
          <p:nvPr/>
        </p:nvSpPr>
        <p:spPr>
          <a:xfrm>
            <a:off x="92274" y="155968"/>
            <a:ext cx="293667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DATE/TIME</a:t>
            </a:r>
          </a:p>
        </p:txBody>
      </p:sp>
      <p:pic>
        <p:nvPicPr>
          <p:cNvPr id="3" name="Picture 2" descr="A person and person sitting at a table with coffee cups&#10;&#10;AI-generated content may be incorrect.">
            <a:extLst>
              <a:ext uri="{FF2B5EF4-FFF2-40B4-BE49-F238E27FC236}">
                <a16:creationId xmlns:a16="http://schemas.microsoft.com/office/drawing/2014/main" id="{B1516F2C-503D-2C20-EA46-3193B0174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9739" y="1639146"/>
            <a:ext cx="3902914" cy="3962306"/>
          </a:xfrm>
          <a:prstGeom prst="rect">
            <a:avLst/>
          </a:prstGeom>
        </p:spPr>
      </p:pic>
    </p:spTree>
    <p:extLst>
      <p:ext uri="{BB962C8B-B14F-4D97-AF65-F5344CB8AC3E}">
        <p14:creationId xmlns:p14="http://schemas.microsoft.com/office/powerpoint/2010/main" val="32404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317262F-FB5F-7EF5-1183-6145EF89D38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F4568A9-3B5C-49A3-FAAD-A3FACB791CB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3B65DA-CBF5-27C9-18FF-3AB332ABCE4F}"/>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4D74104-C67C-E05F-8EEB-3A43DCDBC081}"/>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903D6BA-5E11-2303-254A-B8FA97F9038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7C3CFD4-8F31-F52B-75AB-B5AFE9DA9A12}"/>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Currency</a:t>
            </a:r>
            <a:r>
              <a:rPr lang="en-US" sz="2800" dirty="0">
                <a:solidFill>
                  <a:schemeClr val="bg1"/>
                </a:solidFill>
                <a:latin typeface="Bahnschrift" panose="020B0502040204020203" pitchFamily="34" charset="0"/>
              </a:rPr>
              <a:t> – used for storing monetary values (shocker)</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Currency in Access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change type of currency and how it’s represented using format dropdown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DB07A981-F03A-EE3D-0D8A-1499FBB2F328}"/>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CURRENCY</a:t>
            </a:r>
          </a:p>
        </p:txBody>
      </p:sp>
      <p:pic>
        <p:nvPicPr>
          <p:cNvPr id="3" name="Picture 2" descr="A person holding a video game&#10;&#10;AI-generated content may be incorrect.">
            <a:extLst>
              <a:ext uri="{FF2B5EF4-FFF2-40B4-BE49-F238E27FC236}">
                <a16:creationId xmlns:a16="http://schemas.microsoft.com/office/drawing/2014/main" id="{4655B39A-88AA-CD60-132A-56A72B593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800" y="2485507"/>
            <a:ext cx="3404129" cy="2114056"/>
          </a:xfrm>
          <a:prstGeom prst="rect">
            <a:avLst/>
          </a:prstGeom>
        </p:spPr>
      </p:pic>
    </p:spTree>
    <p:extLst>
      <p:ext uri="{BB962C8B-B14F-4D97-AF65-F5344CB8AC3E}">
        <p14:creationId xmlns:p14="http://schemas.microsoft.com/office/powerpoint/2010/main" val="18336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E555A97-F469-7197-BE04-67F298BE313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E251920-CC83-2B0F-E384-107F6C626E0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CFAE7CE-2BA2-B597-BBE3-D9F240A73E7A}"/>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74BC80-2F1C-6380-DCAE-38EB2FF716D2}"/>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7CF1F76-1F54-2345-6BC6-453A3B65BBC9}"/>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4BBAD1E-E774-91EB-7733-18984C5EB6A2}"/>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Boolean</a:t>
            </a:r>
            <a:r>
              <a:rPr lang="en-US" sz="2800" dirty="0">
                <a:solidFill>
                  <a:schemeClr val="bg1"/>
                </a:solidFill>
                <a:latin typeface="Bahnschrift" panose="020B0502040204020203" pitchFamily="34" charset="0"/>
              </a:rPr>
              <a:t> – stores a True/False value and nothing else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Yes/No in Access</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Can change format to True/False or On/Off</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some examples of this?</a:t>
            </a:r>
          </a:p>
        </p:txBody>
      </p:sp>
      <p:sp>
        <p:nvSpPr>
          <p:cNvPr id="5" name="Rectangle 4">
            <a:extLst>
              <a:ext uri="{FF2B5EF4-FFF2-40B4-BE49-F238E27FC236}">
                <a16:creationId xmlns:a16="http://schemas.microsoft.com/office/drawing/2014/main" id="{49FAEC7E-648A-A74C-E962-DBA2DA4F63AD}"/>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BOOLEAN</a:t>
            </a:r>
          </a:p>
        </p:txBody>
      </p:sp>
      <p:pic>
        <p:nvPicPr>
          <p:cNvPr id="2" name="Picture 1" descr="A cartoon of a white ball with teeth&#10;&#10;AI-generated content may be incorrect.">
            <a:extLst>
              <a:ext uri="{FF2B5EF4-FFF2-40B4-BE49-F238E27FC236}">
                <a16:creationId xmlns:a16="http://schemas.microsoft.com/office/drawing/2014/main" id="{60DFFADF-C586-8745-A515-E659CCB141D1}"/>
              </a:ext>
            </a:extLst>
          </p:cNvPr>
          <p:cNvPicPr>
            <a:picLocks noChangeAspect="1"/>
          </p:cNvPicPr>
          <p:nvPr/>
        </p:nvPicPr>
        <p:blipFill>
          <a:blip r:embed="rId2">
            <a:extLst>
              <a:ext uri="{28A0092B-C50C-407E-A947-70E740481C1C}">
                <a14:useLocalDpi xmlns:a14="http://schemas.microsoft.com/office/drawing/2010/main" val="0"/>
              </a:ext>
            </a:extLst>
          </a:blip>
          <a:srcRect b="28540"/>
          <a:stretch>
            <a:fillRect/>
          </a:stretch>
        </p:blipFill>
        <p:spPr>
          <a:xfrm>
            <a:off x="7277947" y="1267494"/>
            <a:ext cx="4572000" cy="4900717"/>
          </a:xfrm>
          <a:prstGeom prst="rect">
            <a:avLst/>
          </a:prstGeom>
        </p:spPr>
      </p:pic>
    </p:spTree>
    <p:extLst>
      <p:ext uri="{BB962C8B-B14F-4D97-AF65-F5344CB8AC3E}">
        <p14:creationId xmlns:p14="http://schemas.microsoft.com/office/powerpoint/2010/main" val="2580943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D20A2EE-0763-F250-D034-1450D6E375F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D2300D3-52FF-24FF-EB9E-1C3A25B04DC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FF086AB-2F7A-E4B6-C422-1A6F90909D2D}"/>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1508F1-CE74-EC34-29CE-C283200336C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9FE23A8-F271-06EA-1734-5070ED7057C5}"/>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3CAD1-8D26-CEB4-D375-9B736E6C3644}"/>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BLOBS</a:t>
            </a:r>
            <a:r>
              <a:rPr lang="en-US" sz="2800" dirty="0">
                <a:solidFill>
                  <a:schemeClr val="bg1"/>
                </a:solidFill>
                <a:latin typeface="Bahnschrift" panose="020B0502040204020203" pitchFamily="34" charset="0"/>
              </a:rPr>
              <a:t> – Short for </a:t>
            </a:r>
            <a:r>
              <a:rPr lang="en-US" sz="2800" b="1" i="1" dirty="0">
                <a:solidFill>
                  <a:schemeClr val="accent4"/>
                </a:solidFill>
                <a:latin typeface="Bahnschrift" panose="020B0502040204020203" pitchFamily="34" charset="0"/>
              </a:rPr>
              <a:t>B</a:t>
            </a:r>
            <a:r>
              <a:rPr lang="en-US" sz="2800" dirty="0">
                <a:solidFill>
                  <a:schemeClr val="bg1"/>
                </a:solidFill>
                <a:latin typeface="Bahnschrift" panose="020B0502040204020203" pitchFamily="34" charset="0"/>
              </a:rPr>
              <a:t>inary </a:t>
            </a:r>
            <a:r>
              <a:rPr lang="en-US" sz="2800" b="1" i="1" dirty="0">
                <a:solidFill>
                  <a:schemeClr val="accent4"/>
                </a:solidFill>
                <a:latin typeface="Bahnschrift" panose="020B0502040204020203" pitchFamily="34" charset="0"/>
              </a:rPr>
              <a:t>L</a:t>
            </a:r>
            <a:r>
              <a:rPr lang="en-US" sz="2800" dirty="0">
                <a:solidFill>
                  <a:schemeClr val="bg1"/>
                </a:solidFill>
                <a:latin typeface="Bahnschrift" panose="020B0502040204020203" pitchFamily="34" charset="0"/>
              </a:rPr>
              <a:t>arge </a:t>
            </a:r>
            <a:r>
              <a:rPr lang="en-US" sz="2800" b="1" i="1" dirty="0">
                <a:solidFill>
                  <a:schemeClr val="accent4"/>
                </a:solidFill>
                <a:latin typeface="Bahnschrift" panose="020B0502040204020203" pitchFamily="34" charset="0"/>
              </a:rPr>
              <a:t>Ob</a:t>
            </a:r>
            <a:r>
              <a:rPr lang="en-US" sz="2800" dirty="0">
                <a:solidFill>
                  <a:schemeClr val="bg1"/>
                </a:solidFill>
                <a:latin typeface="Bahnschrift" panose="020B0502040204020203" pitchFamily="34" charset="0"/>
              </a:rPr>
              <a:t>ject</a:t>
            </a:r>
            <a:r>
              <a:rPr lang="en-US" sz="2800" b="1" i="1" dirty="0">
                <a:solidFill>
                  <a:schemeClr val="accent4"/>
                </a:solidFill>
                <a:latin typeface="Bahnschrift" panose="020B0502040204020203" pitchFamily="34" charset="0"/>
              </a:rPr>
              <a:t>s</a:t>
            </a:r>
            <a:r>
              <a:rPr lang="en-US" sz="2800" dirty="0">
                <a:solidFill>
                  <a:schemeClr val="bg1"/>
                </a:solidFill>
                <a:latin typeface="Bahnschrift" panose="020B0502040204020203" pitchFamily="34" charset="0"/>
              </a:rPr>
              <a:t> </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is the attachments data type in Access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is how we store files inside a database such as images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There are a lot of downsides to using these as they take up a ton of space</a:t>
            </a: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AD16E2BE-3DF4-0B43-39AD-9E69940D1352}"/>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BLOBS</a:t>
            </a:r>
          </a:p>
        </p:txBody>
      </p:sp>
      <p:pic>
        <p:nvPicPr>
          <p:cNvPr id="3" name="Picture 2" descr="A usb plug inserted into a vise&#10;&#10;AI-generated content may be incorrect.">
            <a:extLst>
              <a:ext uri="{FF2B5EF4-FFF2-40B4-BE49-F238E27FC236}">
                <a16:creationId xmlns:a16="http://schemas.microsoft.com/office/drawing/2014/main" id="{399433B1-AAB7-DC79-8CF7-C95AECD80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6886" y="2392510"/>
            <a:ext cx="3753598" cy="2496143"/>
          </a:xfrm>
          <a:prstGeom prst="rect">
            <a:avLst/>
          </a:prstGeom>
        </p:spPr>
      </p:pic>
    </p:spTree>
    <p:extLst>
      <p:ext uri="{BB962C8B-B14F-4D97-AF65-F5344CB8AC3E}">
        <p14:creationId xmlns:p14="http://schemas.microsoft.com/office/powerpoint/2010/main" val="3600291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1DCD935-15B2-93B3-3D29-9A565B9766B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A01CC1FC-9131-21F8-E22B-91E51C811C8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BA51553-68E8-BE7D-96FC-6FFBE776D8E1}"/>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3A5CE3B-E39E-77E4-A6D9-634C1B4A3DB8}"/>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A39F177-A6DE-9473-A5C5-FAA521A63EE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0A5DC1F-9A93-2DDC-7AA0-4D7EF60827F7}"/>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Imagine yourself as the owner of an online forum</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 sign up for an account, legally, the user must be 13 years or older</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Should you store their birthdate as a Date/Time to check this, or their age as an integer?</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Why?</a:t>
            </a:r>
          </a:p>
        </p:txBody>
      </p:sp>
      <p:sp>
        <p:nvSpPr>
          <p:cNvPr id="5" name="Rectangle 4">
            <a:extLst>
              <a:ext uri="{FF2B5EF4-FFF2-40B4-BE49-F238E27FC236}">
                <a16:creationId xmlns:a16="http://schemas.microsoft.com/office/drawing/2014/main" id="{E713CA1B-8DC4-456E-6EEC-883CF8404F19}"/>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SCENARIO</a:t>
            </a:r>
          </a:p>
        </p:txBody>
      </p:sp>
    </p:spTree>
    <p:extLst>
      <p:ext uri="{BB962C8B-B14F-4D97-AF65-F5344CB8AC3E}">
        <p14:creationId xmlns:p14="http://schemas.microsoft.com/office/powerpoint/2010/main" val="249789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F6EEB737-61CA-809E-0867-BBE77E41355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8AB3E7D-21F3-C81E-BFA4-82910DC3AB2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45D33ED-29A7-7C9A-F8EE-0CAD18125AC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18863B-FA07-18B5-AF81-2188E7EEE061}"/>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A70693C-2B6F-853D-D85F-97127AEA48BA}"/>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4AB518-9044-70BB-972A-43F867398A3C}"/>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you’re storing student grades, would you store this as a percentage, or as a GPA decimal?</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Which takes up more space?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Which is more accurate?</a:t>
            </a: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D4E9D5CA-4CA1-977C-F906-8B7D0DA5B679}"/>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SCENARIO</a:t>
            </a:r>
          </a:p>
        </p:txBody>
      </p:sp>
    </p:spTree>
    <p:extLst>
      <p:ext uri="{BB962C8B-B14F-4D97-AF65-F5344CB8AC3E}">
        <p14:creationId xmlns:p14="http://schemas.microsoft.com/office/powerpoint/2010/main" val="429207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F7996A1E-8BCD-EC8A-D1BA-4E4A9B0C007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5224871-61D5-8221-153D-59FCF56427DE}"/>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A6B2556-D939-BA85-3CE9-F81B1BC6DB17}"/>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76D137-47E0-1B59-B809-616F9FEF7524}"/>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AE046F7-C846-F9E3-0B5A-49AB439DCE6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3CC4F58-2CAE-3938-CF36-5D890A80D1E2}"/>
              </a:ext>
            </a:extLst>
          </p:cNvPr>
          <p:cNvSpPr/>
          <p:nvPr/>
        </p:nvSpPr>
        <p:spPr>
          <a:xfrm>
            <a:off x="421106" y="1357745"/>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if you run a social media site?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Consider the differences between storing images as BLOBs in a database, vs storing them on a server and pulling them using a link</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do you think the upsides/downsides are to these approaches?</a:t>
            </a:r>
          </a:p>
        </p:txBody>
      </p:sp>
      <p:sp>
        <p:nvSpPr>
          <p:cNvPr id="5" name="Rectangle 4">
            <a:extLst>
              <a:ext uri="{FF2B5EF4-FFF2-40B4-BE49-F238E27FC236}">
                <a16:creationId xmlns:a16="http://schemas.microsoft.com/office/drawing/2014/main" id="{1700428E-4706-6A3A-B192-924BC5B6B3E9}"/>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SCENARIO</a:t>
            </a:r>
          </a:p>
        </p:txBody>
      </p:sp>
    </p:spTree>
    <p:extLst>
      <p:ext uri="{BB962C8B-B14F-4D97-AF65-F5344CB8AC3E}">
        <p14:creationId xmlns:p14="http://schemas.microsoft.com/office/powerpoint/2010/main" val="280040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5A11D95-4103-241A-0A15-712942EFC6D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E068C467-9936-5CF3-B873-8292636A32B7}"/>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4320491-73A2-E055-FE3C-2147576C1F9F}"/>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D5B2C43-5631-B2A9-B296-0EEBBD2857A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D4819A5-123A-EE8F-9366-2E929A1A9E0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7686AD-38F1-9E71-BE2A-6A6E271A4768}"/>
              </a:ext>
            </a:extLst>
          </p:cNvPr>
          <p:cNvSpPr/>
          <p:nvPr/>
        </p:nvSpPr>
        <p:spPr>
          <a:xfrm>
            <a:off x="4816170" y="1299334"/>
            <a:ext cx="624639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privacy concerns may arise depending on how we store data types?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Lets’ revisit the date of birth vs age discussion for a forum earlier </a:t>
            </a:r>
          </a:p>
        </p:txBody>
      </p:sp>
      <p:sp>
        <p:nvSpPr>
          <p:cNvPr id="5" name="Rectangle 4">
            <a:extLst>
              <a:ext uri="{FF2B5EF4-FFF2-40B4-BE49-F238E27FC236}">
                <a16:creationId xmlns:a16="http://schemas.microsoft.com/office/drawing/2014/main" id="{DBF9E6EF-EF54-E81D-88EB-0187232A6208}"/>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PRIVACY</a:t>
            </a:r>
          </a:p>
        </p:txBody>
      </p:sp>
      <p:pic>
        <p:nvPicPr>
          <p:cNvPr id="2" name="Picture 1" descr="A diagram showing the age structure&#10;&#10;AI-generated content may be incorrect.">
            <a:extLst>
              <a:ext uri="{FF2B5EF4-FFF2-40B4-BE49-F238E27FC236}">
                <a16:creationId xmlns:a16="http://schemas.microsoft.com/office/drawing/2014/main" id="{BFCE6A63-1722-F88B-E77D-242E380A4282}"/>
              </a:ext>
            </a:extLst>
          </p:cNvPr>
          <p:cNvPicPr>
            <a:picLocks noChangeAspect="1"/>
          </p:cNvPicPr>
          <p:nvPr/>
        </p:nvPicPr>
        <p:blipFill>
          <a:blip r:embed="rId2">
            <a:extLst>
              <a:ext uri="{28A0092B-C50C-407E-A947-70E740481C1C}">
                <a14:useLocalDpi xmlns:a14="http://schemas.microsoft.com/office/drawing/2010/main" val="0"/>
              </a:ext>
            </a:extLst>
          </a:blip>
          <a:srcRect l="3992"/>
          <a:stretch>
            <a:fillRect/>
          </a:stretch>
        </p:blipFill>
        <p:spPr>
          <a:xfrm>
            <a:off x="342704" y="2171331"/>
            <a:ext cx="4142602" cy="3236168"/>
          </a:xfrm>
          <a:prstGeom prst="rect">
            <a:avLst/>
          </a:prstGeom>
        </p:spPr>
      </p:pic>
    </p:spTree>
    <p:extLst>
      <p:ext uri="{BB962C8B-B14F-4D97-AF65-F5344CB8AC3E}">
        <p14:creationId xmlns:p14="http://schemas.microsoft.com/office/powerpoint/2010/main" val="1480970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196302D-2CB8-B6DB-AE25-A6DA1D86ADE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A150E6EA-88E1-C1A6-EFEE-8FFF9D11FAA0}"/>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6E428D-E996-B1EF-7C2B-EEAE0482AE9D}"/>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354DF49-3D52-E48B-363C-983AF034527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B895DD1-309F-423B-EEA2-B2F9ADBB5D4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4D500D9-F3DF-36BA-9517-E2546F66AC73}"/>
              </a:ext>
            </a:extLst>
          </p:cNvPr>
          <p:cNvSpPr/>
          <p:nvPr/>
        </p:nvSpPr>
        <p:spPr>
          <a:xfrm>
            <a:off x="640080" y="1299334"/>
            <a:ext cx="1084478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about storing somebody’s full salary vs their salary range?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First off, full salary likely takes up more space than range split off into its own table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else is a consideration?</a:t>
            </a:r>
          </a:p>
        </p:txBody>
      </p:sp>
      <p:sp>
        <p:nvSpPr>
          <p:cNvPr id="5" name="Rectangle 4">
            <a:extLst>
              <a:ext uri="{FF2B5EF4-FFF2-40B4-BE49-F238E27FC236}">
                <a16:creationId xmlns:a16="http://schemas.microsoft.com/office/drawing/2014/main" id="{1C49C571-40B5-6E91-690F-A9B7961DB734}"/>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PRIVACY</a:t>
            </a:r>
          </a:p>
        </p:txBody>
      </p:sp>
    </p:spTree>
    <p:extLst>
      <p:ext uri="{BB962C8B-B14F-4D97-AF65-F5344CB8AC3E}">
        <p14:creationId xmlns:p14="http://schemas.microsoft.com/office/powerpoint/2010/main" val="3305188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25BDA93-8486-31F0-34E5-268D08F7C66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844C4C94-8AB1-09D0-5A72-8C8E487F8E35}"/>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A37079B-D4C0-EC7D-7F17-7E8037A79DA2}"/>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EEF10F9-EDC2-BF82-B8CC-D71F18EDDA47}"/>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A6356EC-BB34-27F1-455B-31136DB80F19}"/>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B3B9F-9CB0-D073-D069-9BD62803C8B6}"/>
              </a:ext>
            </a:extLst>
          </p:cNvPr>
          <p:cNvSpPr/>
          <p:nvPr/>
        </p:nvSpPr>
        <p:spPr>
          <a:xfrm>
            <a:off x="640080" y="1299334"/>
            <a:ext cx="6414443"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Even something as simple as storing someone’s full name vs storing their initials can make the difference between a catastrophic and an inconvenient data breach</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are the consequences of somebody’s name getting leaked?</a:t>
            </a:r>
          </a:p>
        </p:txBody>
      </p:sp>
      <p:sp>
        <p:nvSpPr>
          <p:cNvPr id="5" name="Rectangle 4">
            <a:extLst>
              <a:ext uri="{FF2B5EF4-FFF2-40B4-BE49-F238E27FC236}">
                <a16:creationId xmlns:a16="http://schemas.microsoft.com/office/drawing/2014/main" id="{DDF91B64-4B8F-8CCF-6C07-05FA86794C84}"/>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PRIVACY</a:t>
            </a:r>
          </a:p>
        </p:txBody>
      </p:sp>
      <p:pic>
        <p:nvPicPr>
          <p:cNvPr id="2" name="Picture 1" descr="A group of name tags&#10;&#10;AI-generated content may be incorrect.">
            <a:extLst>
              <a:ext uri="{FF2B5EF4-FFF2-40B4-BE49-F238E27FC236}">
                <a16:creationId xmlns:a16="http://schemas.microsoft.com/office/drawing/2014/main" id="{5335C6E7-270F-D481-67CD-8B75471E0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530" y="1405750"/>
            <a:ext cx="4331547" cy="4331547"/>
          </a:xfrm>
          <a:prstGeom prst="rect">
            <a:avLst/>
          </a:prstGeom>
        </p:spPr>
      </p:pic>
    </p:spTree>
    <p:extLst>
      <p:ext uri="{BB962C8B-B14F-4D97-AF65-F5344CB8AC3E}">
        <p14:creationId xmlns:p14="http://schemas.microsoft.com/office/powerpoint/2010/main" val="1154263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7F88128-6616-B232-4B18-B225B4CFDE26}"/>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D30C0BA-5720-0D9B-2F47-A06275791DC5}"/>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9AFEE51-846E-772A-F2F5-97B98B114D3B}"/>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3AD341-20D9-8D17-795F-C498FA42F135}"/>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1610DB8-64E1-C3F9-2581-FE2F6022FBDC}"/>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5BD7A2C-2EC0-C59A-468B-AEE58ADA9615}"/>
              </a:ext>
            </a:extLst>
          </p:cNvPr>
          <p:cNvSpPr/>
          <p:nvPr/>
        </p:nvSpPr>
        <p:spPr>
          <a:xfrm>
            <a:off x="640080" y="1299334"/>
            <a:ext cx="6414443"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However, we of course can’t always use the most secure information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is an example where storing just somebody’s initials wouldn’t be sufficient?</a:t>
            </a:r>
          </a:p>
        </p:txBody>
      </p:sp>
      <p:sp>
        <p:nvSpPr>
          <p:cNvPr id="5" name="Rectangle 4">
            <a:extLst>
              <a:ext uri="{FF2B5EF4-FFF2-40B4-BE49-F238E27FC236}">
                <a16:creationId xmlns:a16="http://schemas.microsoft.com/office/drawing/2014/main" id="{10980361-8331-42A9-88C1-79B7C924D355}"/>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PRIVACY</a:t>
            </a:r>
          </a:p>
        </p:txBody>
      </p:sp>
      <p:pic>
        <p:nvPicPr>
          <p:cNvPr id="2" name="Picture 1" descr="A group of name tags&#10;&#10;AI-generated content may be incorrect.">
            <a:extLst>
              <a:ext uri="{FF2B5EF4-FFF2-40B4-BE49-F238E27FC236}">
                <a16:creationId xmlns:a16="http://schemas.microsoft.com/office/drawing/2014/main" id="{5C078962-A36C-088B-C21E-D8F19AC38D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530" y="1405750"/>
            <a:ext cx="4331547" cy="4331547"/>
          </a:xfrm>
          <a:prstGeom prst="rect">
            <a:avLst/>
          </a:prstGeom>
        </p:spPr>
      </p:pic>
    </p:spTree>
    <p:extLst>
      <p:ext uri="{BB962C8B-B14F-4D97-AF65-F5344CB8AC3E}">
        <p14:creationId xmlns:p14="http://schemas.microsoft.com/office/powerpoint/2010/main" val="2139126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0EDEEF0-B005-C20B-96E9-4D6232D0961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58EAC24-130E-17CC-EE88-EBF7BE12FF85}"/>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7270C-B8E1-AF16-C226-AA04C202035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E1E54C4-F560-2B55-F7FF-E0C21B31D9F5}"/>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3A6E3C7-343D-6DC9-D64C-6E3B5A5AEB70}"/>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339EF2-A6AD-75FE-36B7-08524C15BB9F}"/>
              </a:ext>
            </a:extLst>
          </p:cNvPr>
          <p:cNvSpPr/>
          <p:nvPr/>
        </p:nvSpPr>
        <p:spPr>
          <a:xfrm>
            <a:off x="640080" y="1299334"/>
            <a:ext cx="5285696"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Divide into two teams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Each team will have 10 seconds to decide the best data type for the attribute and justify it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don’t have a solid enough justification, no points for the round</a:t>
            </a:r>
          </a:p>
        </p:txBody>
      </p:sp>
      <p:sp>
        <p:nvSpPr>
          <p:cNvPr id="5" name="Rectangle 4">
            <a:extLst>
              <a:ext uri="{FF2B5EF4-FFF2-40B4-BE49-F238E27FC236}">
                <a16:creationId xmlns:a16="http://schemas.microsoft.com/office/drawing/2014/main" id="{63BEA075-684D-E60C-0C0C-ADF408361101}"/>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C7F370AD-84A1-52B0-79EE-92C99E5D7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9560" y="1299334"/>
            <a:ext cx="4729480" cy="4729480"/>
          </a:xfrm>
          <a:prstGeom prst="rect">
            <a:avLst/>
          </a:prstGeom>
        </p:spPr>
      </p:pic>
      <p:sp>
        <p:nvSpPr>
          <p:cNvPr id="6" name="TextBox 5">
            <a:extLst>
              <a:ext uri="{FF2B5EF4-FFF2-40B4-BE49-F238E27FC236}">
                <a16:creationId xmlns:a16="http://schemas.microsoft.com/office/drawing/2014/main" id="{B2989C16-1627-2846-5F44-1DE09DBE49CB}"/>
              </a:ext>
            </a:extLst>
          </p:cNvPr>
          <p:cNvSpPr txBox="1"/>
          <p:nvPr/>
        </p:nvSpPr>
        <p:spPr>
          <a:xfrm>
            <a:off x="7883313" y="2708187"/>
            <a:ext cx="2241974"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DATA </a:t>
            </a:r>
          </a:p>
          <a:p>
            <a:pPr algn="ctr"/>
            <a:r>
              <a:rPr lang="en-US" sz="3200" b="1" i="1" dirty="0">
                <a:solidFill>
                  <a:schemeClr val="bg1"/>
                </a:solidFill>
                <a:latin typeface="Bahnschrift" panose="020B0502040204020203" pitchFamily="34" charset="0"/>
              </a:rPr>
              <a:t>TYPE </a:t>
            </a:r>
          </a:p>
          <a:p>
            <a:pPr algn="ctr"/>
            <a:r>
              <a:rPr lang="en-US" sz="3200" b="1" i="1" dirty="0">
                <a:solidFill>
                  <a:schemeClr val="bg1"/>
                </a:solidFill>
                <a:latin typeface="Bahnschrift" panose="020B0502040204020203" pitchFamily="34" charset="0"/>
              </a:rPr>
              <a:t>ROULETTE</a:t>
            </a:r>
          </a:p>
        </p:txBody>
      </p:sp>
    </p:spTree>
    <p:extLst>
      <p:ext uri="{BB962C8B-B14F-4D97-AF65-F5344CB8AC3E}">
        <p14:creationId xmlns:p14="http://schemas.microsoft.com/office/powerpoint/2010/main" val="416491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7C7AA41-960D-AAE2-6B5A-28ADD5A49F90}"/>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075FECE-6F24-C88C-A9D6-DEF6D564932F}"/>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4C97F4-43DC-7705-10B0-6064846D97D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1700B08-BD74-8C4F-C54E-93540CD618B7}"/>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CFE5371-7BCB-D4FB-6378-1B0521F8990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DFA0421-DC75-68C6-8376-7904AA71DF9D}"/>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D112FF99-076C-1121-DB12-E8E2E86F0F5D}"/>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AFC8E21A-A1BD-F0DE-A45A-CA68D1C6B0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0305B704-8B4A-B022-62AB-AD64CEBF57C7}"/>
              </a:ext>
            </a:extLst>
          </p:cNvPr>
          <p:cNvSpPr txBox="1"/>
          <p:nvPr/>
        </p:nvSpPr>
        <p:spPr>
          <a:xfrm>
            <a:off x="4680472" y="4112463"/>
            <a:ext cx="2241974" cy="584775"/>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AGE</a:t>
            </a:r>
          </a:p>
        </p:txBody>
      </p:sp>
    </p:spTree>
    <p:extLst>
      <p:ext uri="{BB962C8B-B14F-4D97-AF65-F5344CB8AC3E}">
        <p14:creationId xmlns:p14="http://schemas.microsoft.com/office/powerpoint/2010/main" val="1688514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3A6D2A6-6D77-5883-50FB-C86966B4A53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46DA2DB-CDC1-C5AE-ECE0-451FA612599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5C57223-03A7-7062-7DE1-B272E7CCC4B1}"/>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27875CA-AC55-AE63-DE1F-961432E1C7C4}"/>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B737C45-1DC5-DF9B-1F31-A19C2AA7B2E1}"/>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1873BF-A649-1CF2-DDA7-FDC7C0BC5324}"/>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AF5B9CE3-5A01-1353-6F8E-8B0E104A4A41}"/>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604573C7-FFC4-123B-9A3B-79658B862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D823A684-8D16-9BAE-55FA-4E60948E91C8}"/>
              </a:ext>
            </a:extLst>
          </p:cNvPr>
          <p:cNvSpPr txBox="1"/>
          <p:nvPr/>
        </p:nvSpPr>
        <p:spPr>
          <a:xfrm>
            <a:off x="4680472" y="3752839"/>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PHONE NUMBER</a:t>
            </a:r>
          </a:p>
        </p:txBody>
      </p:sp>
    </p:spTree>
    <p:extLst>
      <p:ext uri="{BB962C8B-B14F-4D97-AF65-F5344CB8AC3E}">
        <p14:creationId xmlns:p14="http://schemas.microsoft.com/office/powerpoint/2010/main" val="3284917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8683606-3D21-94ED-EF4C-A60C1B064A25}"/>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DE2156E-6453-894C-FB1B-F7D65499B79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6D8CDD4-0F79-4E65-BE24-F68AF0576E49}"/>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C9FC35D-FEB7-79A4-D9D1-FC2CF62E68B5}"/>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F9397F3-74A6-8203-B8F2-6358F48FE231}"/>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B66E73-933A-B9E8-D533-E6FBEA64A74D}"/>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47FDE5D9-4896-A553-5F22-59F30F4E7554}"/>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4C3E9AA6-4338-A917-1074-972CB30C8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4A2B9464-4BD6-7645-9D54-855759F0F2AD}"/>
              </a:ext>
            </a:extLst>
          </p:cNvPr>
          <p:cNvSpPr txBox="1"/>
          <p:nvPr/>
        </p:nvSpPr>
        <p:spPr>
          <a:xfrm>
            <a:off x="4598176" y="3853343"/>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HOURLY WAGE</a:t>
            </a:r>
          </a:p>
        </p:txBody>
      </p:sp>
    </p:spTree>
    <p:extLst>
      <p:ext uri="{BB962C8B-B14F-4D97-AF65-F5344CB8AC3E}">
        <p14:creationId xmlns:p14="http://schemas.microsoft.com/office/powerpoint/2010/main" val="3944783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E63BB28-526D-4327-7B93-4C538FEABBF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B05C2C3-882D-6221-42EF-6C280D8B6720}"/>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8C4210E-E904-D0D1-B32D-01AB899946E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693B24E-C725-1DD5-0D18-9BF1DF3190B9}"/>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06CE7EA-2F83-EE63-3EAD-EC3F3DD40349}"/>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1B12F1-7C49-A111-1AD4-69FA5FECB330}"/>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AE08232F-96A6-83A5-85C9-54B76D24B3E1}"/>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A816CAC0-5836-E1A6-57E7-7712DCB9C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1B8CE962-4562-BA0D-7F8C-16F629559A59}"/>
              </a:ext>
            </a:extLst>
          </p:cNvPr>
          <p:cNvSpPr txBox="1"/>
          <p:nvPr/>
        </p:nvSpPr>
        <p:spPr>
          <a:xfrm>
            <a:off x="4598176" y="3853343"/>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IF FEES ARE PAID</a:t>
            </a:r>
          </a:p>
        </p:txBody>
      </p:sp>
    </p:spTree>
    <p:extLst>
      <p:ext uri="{BB962C8B-B14F-4D97-AF65-F5344CB8AC3E}">
        <p14:creationId xmlns:p14="http://schemas.microsoft.com/office/powerpoint/2010/main" val="2686804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366AC5D-108A-8869-A2AD-31D90899759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725A588-9AD9-D2F8-2626-4D8AE46D5DD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BE97F1E-BFB8-1E16-D6F9-EDD10DA87E17}"/>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C907D9F-C929-A38C-E013-A0929B833A6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BDDE39A-A00E-CCF9-E33F-790F710A7C9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3C1030-3EF9-F091-1D3A-9B14EAD44226}"/>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6598E2D8-4723-2017-4F01-13736806B818}"/>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82422339-ABBD-BBE1-CC47-CA9B2943F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16F0A12B-0661-AAD9-6068-42EF7D3118B0}"/>
              </a:ext>
            </a:extLst>
          </p:cNvPr>
          <p:cNvSpPr txBox="1"/>
          <p:nvPr/>
        </p:nvSpPr>
        <p:spPr>
          <a:xfrm>
            <a:off x="4589032" y="3578100"/>
            <a:ext cx="2241974"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BOOK COVER IMAGES</a:t>
            </a:r>
          </a:p>
        </p:txBody>
      </p:sp>
    </p:spTree>
    <p:extLst>
      <p:ext uri="{BB962C8B-B14F-4D97-AF65-F5344CB8AC3E}">
        <p14:creationId xmlns:p14="http://schemas.microsoft.com/office/powerpoint/2010/main" val="3671220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80532DC-B414-412B-007F-82EDF9A4400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7371896-DBEC-9CD4-7997-A351E0270680}"/>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F4ECD74-8148-4360-D6E1-4CEEC1562F7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39E9628-3583-A3FE-C374-A3A4494D1C9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4E6819A-8908-C970-F3CD-605E4AB93222}"/>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EA60ECB-32A1-9929-34D8-38A5E32FFDFE}"/>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96E64D3F-D179-F3C4-42B1-B7DB8E85A4F9}"/>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2654E9A0-279A-B629-27A0-0F3823C97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C4A8777B-1858-2F9C-17C3-DFDF1F97D9B4}"/>
              </a:ext>
            </a:extLst>
          </p:cNvPr>
          <p:cNvSpPr txBox="1"/>
          <p:nvPr/>
        </p:nvSpPr>
        <p:spPr>
          <a:xfrm>
            <a:off x="4607320"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STUDENT GPA</a:t>
            </a:r>
          </a:p>
        </p:txBody>
      </p:sp>
    </p:spTree>
    <p:extLst>
      <p:ext uri="{BB962C8B-B14F-4D97-AF65-F5344CB8AC3E}">
        <p14:creationId xmlns:p14="http://schemas.microsoft.com/office/powerpoint/2010/main" val="1777121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BDE00C2-B060-525F-8560-77FFABEB106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3A9AEB5-8D22-67B7-9E8E-AD6306F35E1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E7AEF54-D8FB-C937-5F98-8D8BABCA13CD}"/>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0796D9-AC2B-54AB-D002-54DFCCDD30A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2085B5E-4CE8-ED37-570B-A96B0E261D6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3953265-C8CA-8C54-DEF7-1477379CD7F9}"/>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EE30FAFE-6738-1645-93CE-26F01239FEEA}"/>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F4613C40-B91B-D250-6381-173B33793C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38431985-F338-E7FA-B44F-96F6DBD429DE}"/>
              </a:ext>
            </a:extLst>
          </p:cNvPr>
          <p:cNvSpPr txBox="1"/>
          <p:nvPr/>
        </p:nvSpPr>
        <p:spPr>
          <a:xfrm>
            <a:off x="4607320"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DELIVERY DATES</a:t>
            </a:r>
          </a:p>
        </p:txBody>
      </p:sp>
    </p:spTree>
    <p:extLst>
      <p:ext uri="{BB962C8B-B14F-4D97-AF65-F5344CB8AC3E}">
        <p14:creationId xmlns:p14="http://schemas.microsoft.com/office/powerpoint/2010/main" val="6478051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5CDB7F6-4B2F-CFB7-B9AB-1CBD36D072B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DF690E0-4E01-F2D0-68D2-992DFA5FB0C1}"/>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32C503-BF32-755C-5F52-A9E89DBE6D12}"/>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D980033-AEE0-054F-381A-C4F83DF055BA}"/>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F3F4470-5E29-40CC-3C6A-93F3F42C9091}"/>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61F1CB-7175-927F-B86E-A25A2CEDF60E}"/>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3C6041E3-F431-095B-C929-3F40499EE203}"/>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5F7196A3-C58F-F745-A155-699DE1498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6A48A67F-8C64-1380-74B3-1000DAD2A84B}"/>
              </a:ext>
            </a:extLst>
          </p:cNvPr>
          <p:cNvSpPr txBox="1"/>
          <p:nvPr/>
        </p:nvSpPr>
        <p:spPr>
          <a:xfrm>
            <a:off x="4607320"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STUDENT ID</a:t>
            </a:r>
          </a:p>
        </p:txBody>
      </p:sp>
    </p:spTree>
    <p:extLst>
      <p:ext uri="{BB962C8B-B14F-4D97-AF65-F5344CB8AC3E}">
        <p14:creationId xmlns:p14="http://schemas.microsoft.com/office/powerpoint/2010/main" val="3846673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B6828E1-DA0E-85A4-07AC-BD74FA3617A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39681FC-3393-D59E-CAB3-18CAB0A40A8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F1F3E3-3657-7221-BFB3-5D4EB52DB56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E92CF35-9947-F3FD-F033-4DA4A38E2A52}"/>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6F5C5E-62AC-43A0-9B73-3B0C75BDD4A2}"/>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5060E9-AEFE-E4A8-4B43-180298198CB5}"/>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D5E553F7-90A4-00D2-DF60-394E91C39DD5}"/>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2AA0E2A2-FEB6-5DE5-A402-AA1446D7A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C71C3B4-ED77-4AB8-8830-115DE9421491}"/>
              </a:ext>
            </a:extLst>
          </p:cNvPr>
          <p:cNvSpPr txBox="1"/>
          <p:nvPr/>
        </p:nvSpPr>
        <p:spPr>
          <a:xfrm>
            <a:off x="4607320" y="3355511"/>
            <a:ext cx="2241974" cy="2062103"/>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FLIGHT SEAT NUMBER (LIKE 12A)</a:t>
            </a:r>
          </a:p>
        </p:txBody>
      </p:sp>
    </p:spTree>
    <p:extLst>
      <p:ext uri="{BB962C8B-B14F-4D97-AF65-F5344CB8AC3E}">
        <p14:creationId xmlns:p14="http://schemas.microsoft.com/office/powerpoint/2010/main" val="62850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5FE4D05-A1DB-4DAF-D32B-AB5DE701B56C}"/>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C677E07-6834-1FB0-7B9E-836E668BB8E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9EF1D8-B5EA-D115-8339-1E66155A299C}"/>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F4EB26D-AF3E-E3E5-A304-ADA47D3FA80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2F0DF00-EBC2-4B6D-F776-8ECECAFE87F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BC8FCE7-1375-33BD-C60E-A366F8EF0FA9}"/>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5BDD1302-9F9C-D1D4-B09D-CC1AFD8AF007}"/>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6A67A2E3-4C18-AC9D-8FF4-9A61BD9E2E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08666F84-E742-4A01-45CB-A55C96BB0B4A}"/>
              </a:ext>
            </a:extLst>
          </p:cNvPr>
          <p:cNvSpPr txBox="1"/>
          <p:nvPr/>
        </p:nvSpPr>
        <p:spPr>
          <a:xfrm>
            <a:off x="4598176" y="3601733"/>
            <a:ext cx="2241974"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BANK ACCOUNT BALANCE</a:t>
            </a:r>
          </a:p>
        </p:txBody>
      </p:sp>
    </p:spTree>
    <p:extLst>
      <p:ext uri="{BB962C8B-B14F-4D97-AF65-F5344CB8AC3E}">
        <p14:creationId xmlns:p14="http://schemas.microsoft.com/office/powerpoint/2010/main" val="125991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FA39FF2-C91E-6B24-B795-C56B361D825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B6A078F7-24C4-136B-D3AA-728E1FE36A66}"/>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00FBAF3-42D7-5A78-DBBE-5C4F34D02B7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5032D09-C221-2B8F-BF1E-6F07DA9D703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6E11DD8-7CAA-6C19-26B4-CC15A440DB4A}"/>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447243F-394B-66B2-5D3F-F2C86D4BD522}"/>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F43AA596-C225-6065-16A5-DA4BE052EB20}"/>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25FADAC8-972F-F15A-A731-47780E4DE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CE5C72C-6FBD-4844-9BBF-AFC5AD2A586F}"/>
              </a:ext>
            </a:extLst>
          </p:cNvPr>
          <p:cNvSpPr txBox="1"/>
          <p:nvPr/>
        </p:nvSpPr>
        <p:spPr>
          <a:xfrm>
            <a:off x="4680472"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ITEM STOCK</a:t>
            </a:r>
          </a:p>
        </p:txBody>
      </p:sp>
    </p:spTree>
    <p:extLst>
      <p:ext uri="{BB962C8B-B14F-4D97-AF65-F5344CB8AC3E}">
        <p14:creationId xmlns:p14="http://schemas.microsoft.com/office/powerpoint/2010/main" val="1274624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747778E-7D8D-52F0-6D39-42028DA4A8B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1E68590-D8FA-A324-A798-DA108B683EC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2206632-B8BF-E813-BFA8-D4224801F4B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39BDD98-A929-BDEF-253D-431E478ED504}"/>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3032B4B-2683-C4FD-3EA7-71752757DB6C}"/>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BCA342-604D-962C-02DA-1CF5B1E050D4}"/>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0C6910D7-DEDE-4911-F5DC-83F2AD8075F5}"/>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01C9847E-4D4F-549D-BED4-133A9E7C0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F9F2CD3E-FC58-4E04-6A96-73111E269BF9}"/>
              </a:ext>
            </a:extLst>
          </p:cNvPr>
          <p:cNvSpPr txBox="1"/>
          <p:nvPr/>
        </p:nvSpPr>
        <p:spPr>
          <a:xfrm>
            <a:off x="4680472"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SONG DURATION</a:t>
            </a:r>
          </a:p>
        </p:txBody>
      </p:sp>
    </p:spTree>
    <p:extLst>
      <p:ext uri="{BB962C8B-B14F-4D97-AF65-F5344CB8AC3E}">
        <p14:creationId xmlns:p14="http://schemas.microsoft.com/office/powerpoint/2010/main" val="1572907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35F1ED78-D7E9-8C98-D9BA-48F3F6F29BD6}"/>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911379B-7208-9B0A-1027-EA32A04C0E7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7EF402-126C-FB60-7A31-944E1B994EC3}"/>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E8EA093-F83E-044A-49D9-B9497A8B9D62}"/>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80AA973-9027-94EC-DFA8-34FB9EB184B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63B882-A03C-4CD1-3C34-A4F9776469EE}"/>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7B0EF508-060F-AFEF-539C-4ACF93426066}"/>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9547ED05-B439-3057-5FEC-54B06187C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FE13BF0-C8C6-6828-E870-826B0F1931AC}"/>
              </a:ext>
            </a:extLst>
          </p:cNvPr>
          <p:cNvSpPr txBox="1"/>
          <p:nvPr/>
        </p:nvSpPr>
        <p:spPr>
          <a:xfrm>
            <a:off x="4680472"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HOME ADDRESS</a:t>
            </a:r>
          </a:p>
        </p:txBody>
      </p:sp>
    </p:spTree>
    <p:extLst>
      <p:ext uri="{BB962C8B-B14F-4D97-AF65-F5344CB8AC3E}">
        <p14:creationId xmlns:p14="http://schemas.microsoft.com/office/powerpoint/2010/main" val="2759764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2387BD0-BE2C-3556-ECDE-87B492EC183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84BEEC7B-BE2B-A9BA-F724-9593FEAD806F}"/>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99FAF60-248E-5411-7195-04D834CBC02B}"/>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A367CD8-7967-2615-9540-FD725969650B}"/>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B2ECFFE-C824-AA52-C84A-B21F592C387C}"/>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D0235D-7E97-E53A-5A63-8ED1CD999C89}"/>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6C0D298D-24E9-51C5-30F7-F21C99D52826}"/>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89F3544E-B8B1-8434-FD2E-B29E1FA65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F28CC1A2-7862-B70E-83C1-35C7A2EAF517}"/>
              </a:ext>
            </a:extLst>
          </p:cNvPr>
          <p:cNvSpPr txBox="1"/>
          <p:nvPr/>
        </p:nvSpPr>
        <p:spPr>
          <a:xfrm>
            <a:off x="4616464" y="3578100"/>
            <a:ext cx="2241974"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DAILY STEP COUNTER</a:t>
            </a:r>
          </a:p>
        </p:txBody>
      </p:sp>
    </p:spTree>
    <p:extLst>
      <p:ext uri="{BB962C8B-B14F-4D97-AF65-F5344CB8AC3E}">
        <p14:creationId xmlns:p14="http://schemas.microsoft.com/office/powerpoint/2010/main" val="1129563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F6B93D4-523E-39ED-A820-CAEFBA21313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58BD97F-0CFB-8F3B-D259-21BB7D94B4C1}"/>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6C6AB8A-1B73-CA24-E301-8289F90334E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9CD96EF-01FA-3E42-4F35-B703C2C3776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2D2A9ED-E76B-158F-E669-B6AA27C54749}"/>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992D38A-5AFD-CFCD-70C4-E68363432F8A}"/>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8C95A859-BAD0-E1B9-61EA-0523AD8C9C2F}"/>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F397D9B8-60AD-A557-A380-1203E630E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79E33DA1-0C7A-35B3-5062-9BFF712B1CCD}"/>
              </a:ext>
            </a:extLst>
          </p:cNvPr>
          <p:cNvSpPr txBox="1"/>
          <p:nvPr/>
        </p:nvSpPr>
        <p:spPr>
          <a:xfrm>
            <a:off x="4616464" y="3578100"/>
            <a:ext cx="2241974"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MOVIE RELEASE YEAR</a:t>
            </a:r>
          </a:p>
        </p:txBody>
      </p:sp>
    </p:spTree>
    <p:extLst>
      <p:ext uri="{BB962C8B-B14F-4D97-AF65-F5344CB8AC3E}">
        <p14:creationId xmlns:p14="http://schemas.microsoft.com/office/powerpoint/2010/main" val="3694134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06E358E-26D8-9D63-D38A-620B943A8B2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C88FFBA5-38BE-6013-2280-89A10CC25E37}"/>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C2DC0DD-A650-D8C1-506A-EF94D866D93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7957BFB-3612-11AB-4EBF-BAC17BE1313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CD3F920-82E3-DA9C-E2D7-7F298C2325FB}"/>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6B04C26-4633-9478-DB8D-64EA5C35B196}"/>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14274809-56DB-2D0B-C2DD-6FB4A7848F38}"/>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93A0F2B0-8C62-72F6-7CE5-FF301ECC76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131F464-38DC-B8A4-355B-F3EBCD66488A}"/>
              </a:ext>
            </a:extLst>
          </p:cNvPr>
          <p:cNvSpPr txBox="1"/>
          <p:nvPr/>
        </p:nvSpPr>
        <p:spPr>
          <a:xfrm>
            <a:off x="4680472" y="3847954"/>
            <a:ext cx="2241974"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EMAIL ADDRESS</a:t>
            </a:r>
          </a:p>
        </p:txBody>
      </p:sp>
    </p:spTree>
    <p:extLst>
      <p:ext uri="{BB962C8B-B14F-4D97-AF65-F5344CB8AC3E}">
        <p14:creationId xmlns:p14="http://schemas.microsoft.com/office/powerpoint/2010/main" val="2874112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BA648B1-040B-A4BA-D4AD-D18ED5A3C30C}"/>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6ACF5D0E-0673-ABF7-E9AC-A8F3BBF7DD5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AEAC38F-1BFB-2EB1-C05C-FBDE34DE9790}"/>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86094B-B361-5D46-5447-69283B862178}"/>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7E44065-105A-BBA3-DD2C-8EDA88E6275E}"/>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620704-7658-B38C-1BA5-66280F45C9B9}"/>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91A5F6EA-0084-E34A-4798-A0FECDFD65B1}"/>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EFD3B6C0-CA11-016B-590E-9E4EDD3E2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98FC68A-7A11-2DDE-B020-AEB85A08BBDA}"/>
              </a:ext>
            </a:extLst>
          </p:cNvPr>
          <p:cNvSpPr txBox="1"/>
          <p:nvPr/>
        </p:nvSpPr>
        <p:spPr>
          <a:xfrm>
            <a:off x="4333000" y="3601733"/>
            <a:ext cx="2790176"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GPS LOCATIONS (X,Y COORDS)</a:t>
            </a:r>
          </a:p>
        </p:txBody>
      </p:sp>
    </p:spTree>
    <p:extLst>
      <p:ext uri="{BB962C8B-B14F-4D97-AF65-F5344CB8AC3E}">
        <p14:creationId xmlns:p14="http://schemas.microsoft.com/office/powerpoint/2010/main" val="2094965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A89C1A9-47F5-FB8E-CA7A-D68873D705D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8A5259D2-EF7C-F210-4D17-D041DCD4E2D6}"/>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80B076F-414F-2E6F-1BAE-750522841AF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8FD79D7-7232-3031-3A0F-22458DFA24F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A4EDC83-7F30-E744-0DC9-18256BD778E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B72B9D6-1999-DF9C-04A4-A2CC5C225581}"/>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5154F046-B53E-3161-E1F5-1B51F1627AD8}"/>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4E5499F3-F805-2E5A-C62A-E647FE9CFA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C04330B2-1F68-1373-08FA-8E9A1C59E5C7}"/>
              </a:ext>
            </a:extLst>
          </p:cNvPr>
          <p:cNvSpPr txBox="1"/>
          <p:nvPr/>
        </p:nvSpPr>
        <p:spPr>
          <a:xfrm>
            <a:off x="4589032" y="3847954"/>
            <a:ext cx="2296400"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HAS ALLERGY</a:t>
            </a:r>
          </a:p>
        </p:txBody>
      </p:sp>
    </p:spTree>
    <p:extLst>
      <p:ext uri="{BB962C8B-B14F-4D97-AF65-F5344CB8AC3E}">
        <p14:creationId xmlns:p14="http://schemas.microsoft.com/office/powerpoint/2010/main" val="3388369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BBB15B6-817F-CE2B-2E78-CF1BB824048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C2959B7B-A879-627A-8319-3F78B9CB0E9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3218A5C-BDEF-7FDC-1888-D71139794C1A}"/>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BC6651-43FF-92A3-191B-89C89842740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597ABA9-EDD4-F175-9A78-2824E290C32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302B803-4043-AF72-8806-E2F0F4899C12}"/>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D5240B71-7333-E223-9E5B-F1BD87DD41DB}"/>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8D7FECB2-2B37-34B3-559B-6A675C0A1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BE434358-E4C1-31FE-4C30-F5B12FA0114E}"/>
              </a:ext>
            </a:extLst>
          </p:cNvPr>
          <p:cNvSpPr txBox="1"/>
          <p:nvPr/>
        </p:nvSpPr>
        <p:spPr>
          <a:xfrm>
            <a:off x="4534168" y="4094175"/>
            <a:ext cx="2369552" cy="584775"/>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USERNAME</a:t>
            </a:r>
          </a:p>
        </p:txBody>
      </p:sp>
    </p:spTree>
    <p:extLst>
      <p:ext uri="{BB962C8B-B14F-4D97-AF65-F5344CB8AC3E}">
        <p14:creationId xmlns:p14="http://schemas.microsoft.com/office/powerpoint/2010/main" val="3706455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73CA5AB5-3597-0107-B97A-2A1777D24AF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D6A325A-239F-C878-E80B-FEBEB695A2D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DFE74DF-CB8D-BBC4-918B-CEF492027AB1}"/>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CC3F18C-2653-D0DB-8B5B-FF5357616709}"/>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7F756E4-5111-2464-D7FC-FE9C648E47C2}"/>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D569C-42C0-91EE-CAF0-F52647518CF4}"/>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8119CDED-B4EA-64F2-737C-FA003C8414C4}"/>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FD77C256-B1B2-AE16-1DE4-AFEC7682D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57D8FB0C-FC13-E242-D974-4BB06CB071E2}"/>
              </a:ext>
            </a:extLst>
          </p:cNvPr>
          <p:cNvSpPr txBox="1"/>
          <p:nvPr/>
        </p:nvSpPr>
        <p:spPr>
          <a:xfrm>
            <a:off x="4616683" y="3601733"/>
            <a:ext cx="2369552"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LIKE COUNT ON POST</a:t>
            </a:r>
          </a:p>
        </p:txBody>
      </p:sp>
    </p:spTree>
    <p:extLst>
      <p:ext uri="{BB962C8B-B14F-4D97-AF65-F5344CB8AC3E}">
        <p14:creationId xmlns:p14="http://schemas.microsoft.com/office/powerpoint/2010/main" val="23539059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F668BBB-1DD1-479C-7616-8A8C8D2FC0E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78EBB06-21D9-E21A-97D8-20A775C0A2E1}"/>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F4758EC-2817-36A9-DD87-42931DA5AC9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1A182A-1387-0871-54DD-D1C3B7065E5F}"/>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AED5753-9357-20BB-E701-AB085CD44ED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0D7DC9-4C2F-B7FF-0B25-C15C71E9D3BF}"/>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14A2D079-28F5-6ACF-3A7B-E759EE63BB0D}"/>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AC9265C3-81E9-880D-7642-2F93F1607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3C551D41-3342-5842-FD3E-9E563DF8F174}"/>
              </a:ext>
            </a:extLst>
          </p:cNvPr>
          <p:cNvSpPr txBox="1"/>
          <p:nvPr/>
        </p:nvSpPr>
        <p:spPr>
          <a:xfrm>
            <a:off x="4616683" y="3601733"/>
            <a:ext cx="2369552" cy="1569660"/>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CREDIT CARD NUMBER</a:t>
            </a:r>
          </a:p>
        </p:txBody>
      </p:sp>
    </p:spTree>
    <p:extLst>
      <p:ext uri="{BB962C8B-B14F-4D97-AF65-F5344CB8AC3E}">
        <p14:creationId xmlns:p14="http://schemas.microsoft.com/office/powerpoint/2010/main" val="3904272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6B1A08D-9C01-5E82-163C-6AA61CD338D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7D43DEA-3546-3203-8A13-9CCC5415A95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73837D9-1923-65C5-4D5C-455CC72E154E}"/>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3AF20F2-9CCC-58C3-8FA8-878E270D2398}"/>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7D48D94-FA8B-0183-47A9-184ED939527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C3A2ADB-D790-5D38-6F30-9C343E9C0B17}"/>
              </a:ext>
            </a:extLst>
          </p:cNvPr>
          <p:cNvSpPr/>
          <p:nvPr/>
        </p:nvSpPr>
        <p:spPr>
          <a:xfrm>
            <a:off x="640080" y="1299334"/>
            <a:ext cx="1084478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data type would be the best to store this attribute?</a:t>
            </a:r>
          </a:p>
        </p:txBody>
      </p:sp>
      <p:sp>
        <p:nvSpPr>
          <p:cNvPr id="5" name="Rectangle 4">
            <a:extLst>
              <a:ext uri="{FF2B5EF4-FFF2-40B4-BE49-F238E27FC236}">
                <a16:creationId xmlns:a16="http://schemas.microsoft.com/office/drawing/2014/main" id="{DD81DE31-B8F8-B4C2-6E41-D87D3D7F2BD9}"/>
              </a:ext>
            </a:extLst>
          </p:cNvPr>
          <p:cNvSpPr/>
          <p:nvPr/>
        </p:nvSpPr>
        <p:spPr>
          <a:xfrm>
            <a:off x="92274" y="155968"/>
            <a:ext cx="31264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ROULETTE</a:t>
            </a:r>
          </a:p>
        </p:txBody>
      </p:sp>
      <p:pic>
        <p:nvPicPr>
          <p:cNvPr id="3" name="Picture 2" descr="A roulette wheel with numbers&#10;&#10;AI-generated content may be incorrect.">
            <a:extLst>
              <a:ext uri="{FF2B5EF4-FFF2-40B4-BE49-F238E27FC236}">
                <a16:creationId xmlns:a16="http://schemas.microsoft.com/office/drawing/2014/main" id="{CCC3F97D-EEC2-7C5F-B307-018F93A14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719" y="2021823"/>
            <a:ext cx="4729480" cy="4729480"/>
          </a:xfrm>
          <a:prstGeom prst="rect">
            <a:avLst/>
          </a:prstGeom>
        </p:spPr>
      </p:pic>
      <p:sp>
        <p:nvSpPr>
          <p:cNvPr id="6" name="TextBox 5">
            <a:extLst>
              <a:ext uri="{FF2B5EF4-FFF2-40B4-BE49-F238E27FC236}">
                <a16:creationId xmlns:a16="http://schemas.microsoft.com/office/drawing/2014/main" id="{626587BD-3180-AC38-58D3-CDD49B59D564}"/>
              </a:ext>
            </a:extLst>
          </p:cNvPr>
          <p:cNvSpPr txBox="1"/>
          <p:nvPr/>
        </p:nvSpPr>
        <p:spPr>
          <a:xfrm>
            <a:off x="4616683" y="3789415"/>
            <a:ext cx="2369552" cy="1077218"/>
          </a:xfrm>
          <a:prstGeom prst="rect">
            <a:avLst/>
          </a:prstGeom>
          <a:noFill/>
        </p:spPr>
        <p:txBody>
          <a:bodyPr wrap="square" rtlCol="0">
            <a:spAutoFit/>
          </a:bodyPr>
          <a:lstStyle/>
          <a:p>
            <a:pPr algn="ctr"/>
            <a:r>
              <a:rPr lang="en-US" sz="3200" b="1" i="1" dirty="0">
                <a:solidFill>
                  <a:schemeClr val="bg1"/>
                </a:solidFill>
                <a:latin typeface="Bahnschrift" panose="020B0502040204020203" pitchFamily="34" charset="0"/>
              </a:rPr>
              <a:t>TASK START TIME</a:t>
            </a:r>
          </a:p>
        </p:txBody>
      </p:sp>
    </p:spTree>
    <p:extLst>
      <p:ext uri="{BB962C8B-B14F-4D97-AF65-F5344CB8AC3E}">
        <p14:creationId xmlns:p14="http://schemas.microsoft.com/office/powerpoint/2010/main" val="2314992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D04EE31-07D4-9D46-D916-E373465C3754}"/>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6C9064B8-3428-01DC-1AC8-559726B380E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FE8138-65A8-AAE2-5A04-A0F1414584F7}"/>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AE54C77-CE49-8587-131B-8D1CADC8F76A}"/>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A2DCEED-B129-16E9-E19E-69FF255C001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FB1333C-0644-7D85-533D-3C1A9226C94A}"/>
              </a:ext>
            </a:extLst>
          </p:cNvPr>
          <p:cNvSpPr/>
          <p:nvPr/>
        </p:nvSpPr>
        <p:spPr>
          <a:xfrm>
            <a:off x="92274" y="155968"/>
            <a:ext cx="445229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THE WINNER IS</a:t>
            </a:r>
          </a:p>
        </p:txBody>
      </p:sp>
      <p:pic>
        <p:nvPicPr>
          <p:cNvPr id="2" name="Picture 1" descr="A trophy on a wooden base&#10;&#10;AI-generated content may be incorrect.">
            <a:extLst>
              <a:ext uri="{FF2B5EF4-FFF2-40B4-BE49-F238E27FC236}">
                <a16:creationId xmlns:a16="http://schemas.microsoft.com/office/drawing/2014/main" id="{02A2D916-8C0F-4222-68F5-D7902273C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4880" y="200445"/>
            <a:ext cx="6501587" cy="6501587"/>
          </a:xfrm>
          <a:prstGeom prst="rect">
            <a:avLst/>
          </a:prstGeom>
        </p:spPr>
      </p:pic>
    </p:spTree>
    <p:extLst>
      <p:ext uri="{BB962C8B-B14F-4D97-AF65-F5344CB8AC3E}">
        <p14:creationId xmlns:p14="http://schemas.microsoft.com/office/powerpoint/2010/main" val="2842837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CC4770D-2655-8C26-4D48-F4A031986B7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21F651E-4940-E318-A076-228E3B8C31C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1209F0-0749-0516-0209-4407FCF46774}"/>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8966181-5CE2-6722-3350-E00B8140334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E2CE7C8-7F63-E472-2606-75A39E14A58E}"/>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5BA143-CA8C-162E-8EE1-5979D9C12717}"/>
              </a:ext>
            </a:extLst>
          </p:cNvPr>
          <p:cNvSpPr/>
          <p:nvPr/>
        </p:nvSpPr>
        <p:spPr>
          <a:xfrm>
            <a:off x="604884" y="1034378"/>
            <a:ext cx="2952132" cy="5589538"/>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Integer</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Boolean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Float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Double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Decimal</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Blob</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Date/Time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Privacy</a:t>
            </a:r>
          </a:p>
        </p:txBody>
      </p:sp>
      <p:sp>
        <p:nvSpPr>
          <p:cNvPr id="5" name="Rectangle 4">
            <a:extLst>
              <a:ext uri="{FF2B5EF4-FFF2-40B4-BE49-F238E27FC236}">
                <a16:creationId xmlns:a16="http://schemas.microsoft.com/office/drawing/2014/main" id="{114C4382-6508-C8FE-9226-90B3DD641032}"/>
              </a:ext>
            </a:extLst>
          </p:cNvPr>
          <p:cNvSpPr/>
          <p:nvPr/>
        </p:nvSpPr>
        <p:spPr>
          <a:xfrm>
            <a:off x="-383840" y="155968"/>
            <a:ext cx="769904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VOCABULARY TO REMEMBER</a:t>
            </a:r>
          </a:p>
        </p:txBody>
      </p:sp>
      <p:pic>
        <p:nvPicPr>
          <p:cNvPr id="6" name="Picture 5">
            <a:extLst>
              <a:ext uri="{FF2B5EF4-FFF2-40B4-BE49-F238E27FC236}">
                <a16:creationId xmlns:a16="http://schemas.microsoft.com/office/drawing/2014/main" id="{9ADF2185-2444-3B34-8D77-C197EB877EBB}"/>
              </a:ext>
            </a:extLst>
          </p:cNvPr>
          <p:cNvPicPr>
            <a:picLocks noChangeAspect="1"/>
          </p:cNvPicPr>
          <p:nvPr/>
        </p:nvPicPr>
        <p:blipFill>
          <a:blip r:embed="rId2">
            <a:extLst>
              <a:ext uri="{28A0092B-C50C-407E-A947-70E740481C1C}">
                <a14:useLocalDpi xmlns:a14="http://schemas.microsoft.com/office/drawing/2010/main" val="0"/>
              </a:ext>
            </a:extLst>
          </a:blip>
          <a:srcRect r="1530" b="640"/>
          <a:stretch>
            <a:fillRect/>
          </a:stretch>
        </p:blipFill>
        <p:spPr>
          <a:xfrm flipH="1">
            <a:off x="8394191" y="3429000"/>
            <a:ext cx="3278463" cy="2982520"/>
          </a:xfrm>
          <a:prstGeom prst="rect">
            <a:avLst/>
          </a:prstGeom>
        </p:spPr>
      </p:pic>
    </p:spTree>
    <p:extLst>
      <p:ext uri="{BB962C8B-B14F-4D97-AF65-F5344CB8AC3E}">
        <p14:creationId xmlns:p14="http://schemas.microsoft.com/office/powerpoint/2010/main" val="78211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95 0.0507 L 0.0095 0.0507 C 0.00833 -0.0368 0.00755 -0.09444 0.00729 -0.19467 C 0.00716 -0.23079 0.00781 -0.26667 0.00794 -0.30278 C 0.00729 -0.32986 0.00794 -0.35717 0.00573 -0.38403 C 0.00442 -0.40116 0.00065 -0.41713 -0.00248 -0.43333 C -0.00625 -0.45301 -0.01211 -0.47708 -0.02045 -0.49213 C -0.02591 -0.50185 -0.05482 -0.53241 -0.06029 -0.53611 C -0.07761 -0.54815 -0.09336 -0.55116 -0.1112 -0.55602 C -0.11602 -0.55463 -0.1211 -0.55532 -0.12552 -0.55208 C -0.13477 -0.54537 -0.14362 -0.53704 -0.1517 -0.52662 C -0.16341 -0.51204 -0.17578 -0.48588 -0.18555 -0.46667 C -0.18776 -0.45648 -0.19024 -0.44653 -0.19219 -0.43611 C -0.1974 -0.40856 -0.2056 -0.35486 -0.20873 -0.32801 C -0.21172 -0.30278 -0.21368 -0.27731 -0.21628 -0.25208 C -0.22071 -0.15972 -0.21966 -0.19884 -0.21771 -0.04815 C -0.21758 -0.03426 -0.21641 -0.02801 -0.21472 -0.01597 C -0.20951 -0.04838 -0.21146 -0.03194 -0.21849 -0.1 C -0.21966 -0.11204 -0.22227 -0.12338 -0.22448 -0.13472 C -0.2362 -0.19375 -0.23464 -0.18796 -0.253 -0.24005 C -0.25365 -0.2419 -0.26771 -0.28032 -0.27175 -0.28796 C -0.2737 -0.29167 -0.27618 -0.29421 -0.27852 -0.29745 C -0.28946 -0.28981 -0.30078 -0.28356 -0.31146 -0.27477 C -0.32591 -0.26296 -0.34375 -0.22292 -0.34974 -0.2081 C -0.35222 -0.20185 -0.35521 -0.19606 -0.35729 -0.18935 C -0.35977 -0.18102 -0.3612 -0.17153 -0.36328 -0.16273 C -0.36446 -0.14838 -0.36576 -0.13472 -0.36628 -0.12014 C -0.36719 -0.08403 -0.36745 -0.04815 -0.36849 -0.01204 C -0.36914 0.01412 -0.36836 0.00857 -0.37071 0.0213 C -0.37344 0.00648 -0.36966 0.02894 -0.36993 -0.01204 C -0.37019 -0.03032 -0.36953 -0.04907 -0.37227 -0.06667 C -0.37396 -0.07755 -0.37878 -0.08611 -0.38269 -0.09467 C -0.39284 -0.11643 -0.40443 -0.13125 -0.41875 -0.14398 C -0.42657 -0.15092 -0.42253 -0.14884 -0.43073 -0.15069 C -0.44427 -0.14977 -0.44584 -0.15393 -0.45469 -0.14398 C -0.45964 -0.13866 -0.46901 -0.12685 -0.46901 -0.12685 C -0.47149 -0.11875 -0.47487 -0.11134 -0.47644 -0.10278 C -0.47696 -0.1 -0.47761 -0.09745 -0.478 -0.09467 C -0.47904 -0.08634 -0.47956 -0.07662 -0.48021 -0.06805 C -0.47943 -0.05301 -0.48008 -0.0375 -0.478 -0.02268 C -0.47748 -0.01921 -0.47696 -0.01574 -0.47644 -0.01204 C -0.47487 0.00139 -0.47448 0.00833 -0.47344 0.02269 C -0.47396 0.0257 -0.47383 0.0294 -0.475 0.03195 C -0.47552 0.0331 -0.47644 0.03102 -0.47722 0.03056 C -0.47852 0.02963 -0.47969 0.0287 -0.48099 0.02801 C -0.48399 0.0213 -0.48828 0.01597 -0.48998 0.00787 C -0.49349 -0.00833 -0.49479 -0.01319 -0.49753 -0.03079 C -0.49857 -0.03819 -0.49948 -0.04583 -0.50052 -0.05347 C -0.49857 -0.07106 -0.49636 -0.10116 -0.49076 -0.11736 C -0.48516 -0.13333 -0.47839 -0.14768 -0.47123 -0.16134 C -0.46654 -0.17037 -0.46159 -0.17963 -0.45547 -0.18542 C -0.45078 -0.18981 -0.44493 -0.18889 -0.43972 -0.19074 C -0.42826 -0.1868 -0.41589 -0.1875 -0.40521 -0.1787 C -0.39987 -0.1743 -0.39714 -0.16296 -0.39466 -0.15347 C -0.38959 -0.13333 -0.38685 -0.09444 -0.38503 -0.07338 C -0.38594 -0.06551 -0.38568 -0.05648 -0.38802 -0.0493 C -0.39453 -0.02963 -0.40313 -0.0338 -0.4142 -0.03217 C -0.44675 -0.0419 -0.45834 -0.03773 -0.48477 -0.07338 C -0.49154 -0.08264 -0.49571 -0.09653 -0.50118 -0.1081 C -0.50378 -0.12222 -0.50808 -0.13588 -0.50873 -0.15069 C -0.51055 -0.19375 -0.50026 -0.21944 -0.4862 -0.25347 C -0.4694 -0.29398 -0.44662 -0.33333 -0.42175 -0.35741 C -0.40795 -0.3706 -0.39271 -0.3794 -0.37748 -0.38542 C -0.36472 -0.39051 -0.35144 -0.38889 -0.33854 -0.39074 C -0.32878 -0.3831 -0.31745 -0.37986 -0.30925 -0.36805 C -0.28464 -0.33287 -0.28425 -0.31458 -0.27552 -0.26944 C -0.27852 -0.24907 -0.27774 -0.22546 -0.28451 -0.2081 C -0.30417 -0.15764 -0.32318 -0.16366 -0.35274 -0.15602 C -0.36823 -0.1662 -0.38711 -0.16667 -0.39922 -0.1868 C -0.41237 -0.20833 -0.42045 -0.24074 -0.42318 -0.27199 C -0.42748 -0.31898 -0.4056 -0.37546 -0.38724 -0.40278 C -0.36602 -0.43426 -0.32552 -0.4588 -0.30026 -0.47083 C -0.28256 -0.47893 -0.2642 -0.4831 -0.24623 -0.48935 L -0.16224 -0.4868 C -0.11055 -0.47731 -0.09909 -0.46319 -0.05573 -0.43079 C -0.04974 -0.41597 -0.04089 -0.40393 -0.03776 -0.3868 C -0.03334 -0.3625 -0.03047 -0.33542 -0.03399 -0.31065 C -0.04466 -0.23518 -0.08073 -0.18565 -0.11875 -0.15602 C -0.13112 -0.1463 -0.14571 -0.15162 -0.15925 -0.1493 C -0.16771 -0.16852 -0.17891 -0.18472 -0.18477 -0.20671 C -0.19375 -0.2412 -0.19961 -0.27847 -0.20274 -0.31597 C -0.20508 -0.34467 -0.20534 -0.37477 -0.20118 -0.40278 C -0.19766 -0.42778 -0.18841 -0.4493 -0.18021 -0.47083 C -0.16302 -0.5162 -0.1487 -0.5375 -0.12019 -0.56134 C -0.11172 -0.56852 -0.07578 -0.58333 -0.06472 -0.58796 C -0.05821 -0.58727 -0.05131 -0.58958 -0.04519 -0.58542 C -0.03555 -0.57893 -0.01407 -0.55185 -0.00326 -0.53866 C 0.00026 -0.52893 0.0039 -0.51921 0.00729 -0.50949 C 0.01041 -0.50023 0.01302 -0.49051 0.01627 -0.48148 C 0.02578 -0.45509 0.01914 -0.48148 0.02669 -0.45347 C 0.02838 -0.44722 0.02968 -0.44097 0.03125 -0.43472 C 0.03242 -0.43032 0.03372 -0.42592 0.03502 -0.4213 C 0.03776 -0.41111 0.03932 -0.39977 0.04323 -0.39074 C 0.04674 -0.38264 0.05039 -0.37477 0.05377 -0.36667 C 0.05638 -0.36065 0.06562 -0.33495 0.06875 -0.33079 C 0.07513 -0.32199 0.08229 -0.31505 0.08971 -0.30949 C 0.09661 -0.30417 0.10416 -0.30185 0.11146 -0.29884 C 0.12304 -0.29398 0.13424 -0.29213 0.14596 -0.28935 C 0.16523 -0.2956 0.18489 -0.29907 0.20377 -0.3081 C 0.24127 -0.32616 0.26302 -0.33217 0.29752 -0.36667 C 0.3289 -0.39838 0.35833 -0.43565 0.38893 -0.46944 C 0.40208 -0.4838 0.41432 -0.50162 0.42877 -0.51065 C 0.44544 -0.5213 0.4625 -0.53102 0.47903 -0.54282 C 0.50494 -0.56111 0.52994 -0.58449 0.55625 -0.60139 C 0.57356 -0.6125 0.57031 -0.6088 0.58476 -0.62407 C 0.58698 -0.62662 0.59153 -0.63194 0.59153 -0.63194 " pathEditMode="relative" ptsTypes="AAAAAAAAAAAAAAAAAAAAAAAAAAAAAAAAAAAAAAAAAAAAAAAAAAAAAAAAAAAAAAAAAAAAAAAAAAAAAAAAAAAAAAAAAAAAAAAAAAAAAAAAAA">
                                      <p:cBhvr>
                                        <p:cTn id="6" dur="5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1">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14565</TotalTime>
  <Words>1108</Words>
  <Application>Microsoft Office PowerPoint</Application>
  <PresentationFormat>Widescreen</PresentationFormat>
  <Paragraphs>169</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Arial</vt:lpstr>
      <vt:lpstr>Bahnschrift</vt:lpstr>
      <vt:lpstr>Bahnschrift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Hill</dc:creator>
  <cp:lastModifiedBy>Michael Hill</cp:lastModifiedBy>
  <cp:revision>20</cp:revision>
  <dcterms:created xsi:type="dcterms:W3CDTF">2025-08-11T14:07:39Z</dcterms:created>
  <dcterms:modified xsi:type="dcterms:W3CDTF">2025-11-11T15:42:02Z</dcterms:modified>
</cp:coreProperties>
</file>