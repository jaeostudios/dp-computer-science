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510" r:id="rId5"/>
    <p:sldId id="473" r:id="rId6"/>
    <p:sldId id="566" r:id="rId7"/>
    <p:sldId id="567" r:id="rId8"/>
    <p:sldId id="568" r:id="rId9"/>
    <p:sldId id="569" r:id="rId10"/>
    <p:sldId id="570" r:id="rId11"/>
    <p:sldId id="571" r:id="rId12"/>
    <p:sldId id="572" r:id="rId13"/>
    <p:sldId id="573" r:id="rId14"/>
    <p:sldId id="574" r:id="rId15"/>
    <p:sldId id="575" r:id="rId16"/>
    <p:sldId id="576" r:id="rId17"/>
    <p:sldId id="577" r:id="rId18"/>
    <p:sldId id="578" r:id="rId19"/>
    <p:sldId id="579" r:id="rId20"/>
    <p:sldId id="580" r:id="rId21"/>
    <p:sldId id="581" r:id="rId22"/>
    <p:sldId id="582" r:id="rId23"/>
    <p:sldId id="583" r:id="rId24"/>
    <p:sldId id="584" r:id="rId25"/>
    <p:sldId id="585" r:id="rId26"/>
    <p:sldId id="586" r:id="rId27"/>
    <p:sldId id="587" r:id="rId28"/>
    <p:sldId id="589" r:id="rId29"/>
    <p:sldId id="588" r:id="rId30"/>
    <p:sldId id="590" r:id="rId31"/>
    <p:sldId id="591" r:id="rId32"/>
    <p:sldId id="592" r:id="rId33"/>
    <p:sldId id="593" r:id="rId34"/>
    <p:sldId id="594" r:id="rId35"/>
    <p:sldId id="596" r:id="rId36"/>
    <p:sldId id="595" r:id="rId37"/>
    <p:sldId id="597" r:id="rId38"/>
    <p:sldId id="511" r:id="rId39"/>
    <p:sldId id="45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D0BAFA-81CB-4F1C-B8C1-BD4ACEC14C44}" v="105" dt="2026-03-05T16:28:56.7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7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8" y="10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">
      <pc:chgData name="Michael Hill" userId="41dba03d-e58d-4389-9894-554c10310ba4" providerId="ADAL" clId="{EF23FE1D-A042-481E-AFD7-2A9FB0847F54}" dt="2026-03-05T16:42:46.246" v="8829" actId="20577"/>
      <pc:docMkLst>
        <pc:docMk/>
      </pc:docMkLst>
      <pc:sldChg chg="modSp mod">
        <pc:chgData name="Michael Hill" userId="41dba03d-e58d-4389-9894-554c10310ba4" providerId="ADAL" clId="{EF23FE1D-A042-481E-AFD7-2A9FB0847F54}" dt="2026-03-05T15:44:02.826" v="2524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6-03-05T15:44:02.826" v="2524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modSp mod">
        <pc:chgData name="Michael Hill" userId="41dba03d-e58d-4389-9894-554c10310ba4" providerId="ADAL" clId="{EF23FE1D-A042-481E-AFD7-2A9FB0847F54}" dt="2026-03-05T15:06:44.862" v="132" actId="20577"/>
        <pc:sldMkLst>
          <pc:docMk/>
          <pc:sldMk cId="1910594286" sldId="258"/>
        </pc:sldMkLst>
        <pc:spChg chg="mod">
          <ac:chgData name="Michael Hill" userId="41dba03d-e58d-4389-9894-554c10310ba4" providerId="ADAL" clId="{EF23FE1D-A042-481E-AFD7-2A9FB0847F54}" dt="2026-03-05T15:06:44.862" v="132" actId="20577"/>
          <ac:spMkLst>
            <pc:docMk/>
            <pc:sldMk cId="1910594286" sldId="258"/>
            <ac:spMk id="8" creationId="{9D3B4A7A-A70B-0C4A-C7FF-462ADF36D440}"/>
          </ac:spMkLst>
        </pc:spChg>
      </pc:sldChg>
      <pc:sldChg chg="modSp mod">
        <pc:chgData name="Michael Hill" userId="41dba03d-e58d-4389-9894-554c10310ba4" providerId="ADAL" clId="{EF23FE1D-A042-481E-AFD7-2A9FB0847F54}" dt="2026-03-05T16:42:46.246" v="8829" actId="20577"/>
        <pc:sldMkLst>
          <pc:docMk/>
          <pc:sldMk cId="782115972" sldId="454"/>
        </pc:sldMkLst>
        <pc:spChg chg="mod">
          <ac:chgData name="Michael Hill" userId="41dba03d-e58d-4389-9894-554c10310ba4" providerId="ADAL" clId="{EF23FE1D-A042-481E-AFD7-2A9FB0847F54}" dt="2026-03-05T16:42:46.246" v="8829" actId="20577"/>
          <ac:spMkLst>
            <pc:docMk/>
            <pc:sldMk cId="782115972" sldId="454"/>
            <ac:spMk id="8" creationId="{F65BA143-CA8C-162E-8EE1-5979D9C12717}"/>
          </ac:spMkLst>
        </pc:spChg>
      </pc:sldChg>
      <pc:sldChg chg="addSp modSp mod">
        <pc:chgData name="Michael Hill" userId="41dba03d-e58d-4389-9894-554c10310ba4" providerId="ADAL" clId="{EF23FE1D-A042-481E-AFD7-2A9FB0847F54}" dt="2026-03-05T15:16:55.293" v="740" actId="1076"/>
        <pc:sldMkLst>
          <pc:docMk/>
          <pc:sldMk cId="1393903321" sldId="473"/>
        </pc:sldMkLst>
        <pc:spChg chg="mod">
          <ac:chgData name="Michael Hill" userId="41dba03d-e58d-4389-9894-554c10310ba4" providerId="ADAL" clId="{EF23FE1D-A042-481E-AFD7-2A9FB0847F54}" dt="2026-03-05T15:12:16.337" v="187" actId="14100"/>
          <ac:spMkLst>
            <pc:docMk/>
            <pc:sldMk cId="1393903321" sldId="473"/>
            <ac:spMk id="5" creationId="{72A18054-BB94-C05D-C7EF-5AD50E6CC9B1}"/>
          </ac:spMkLst>
        </pc:spChg>
        <pc:spChg chg="mod">
          <ac:chgData name="Michael Hill" userId="41dba03d-e58d-4389-9894-554c10310ba4" providerId="ADAL" clId="{EF23FE1D-A042-481E-AFD7-2A9FB0847F54}" dt="2026-03-05T15:13:23.852" v="392" actId="20577"/>
          <ac:spMkLst>
            <pc:docMk/>
            <pc:sldMk cId="1393903321" sldId="473"/>
            <ac:spMk id="8" creationId="{82EF2758-F3AE-312F-416D-08E61458A56C}"/>
          </ac:spMkLst>
        </pc:spChg>
        <pc:picChg chg="add mod">
          <ac:chgData name="Michael Hill" userId="41dba03d-e58d-4389-9894-554c10310ba4" providerId="ADAL" clId="{EF23FE1D-A042-481E-AFD7-2A9FB0847F54}" dt="2026-03-05T15:16:55.293" v="740" actId="1076"/>
          <ac:picMkLst>
            <pc:docMk/>
            <pc:sldMk cId="1393903321" sldId="473"/>
            <ac:picMk id="1026" creationId="{714BC8A9-6EF9-4D3E-D16D-AD744656D523}"/>
          </ac:picMkLst>
        </pc:picChg>
      </pc:sldChg>
      <pc:sldChg chg="modSp mod">
        <pc:chgData name="Michael Hill" userId="41dba03d-e58d-4389-9894-554c10310ba4" providerId="ADAL" clId="{EF23FE1D-A042-481E-AFD7-2A9FB0847F54}" dt="2026-03-05T15:07:01.292" v="169" actId="20577"/>
        <pc:sldMkLst>
          <pc:docMk/>
          <pc:sldMk cId="1611361129" sldId="510"/>
        </pc:sldMkLst>
        <pc:spChg chg="mod">
          <ac:chgData name="Michael Hill" userId="41dba03d-e58d-4389-9894-554c10310ba4" providerId="ADAL" clId="{EF23FE1D-A042-481E-AFD7-2A9FB0847F54}" dt="2026-03-05T15:07:01.292" v="169" actId="20577"/>
          <ac:spMkLst>
            <pc:docMk/>
            <pc:sldMk cId="1611361129" sldId="510"/>
            <ac:spMk id="8" creationId="{FC7C95A6-B60F-E90A-E986-B69A06E5D254}"/>
          </ac:spMkLst>
        </pc:spChg>
      </pc:sldChg>
      <pc:sldChg chg="modSp mod">
        <pc:chgData name="Michael Hill" userId="41dba03d-e58d-4389-9894-554c10310ba4" providerId="ADAL" clId="{EF23FE1D-A042-481E-AFD7-2A9FB0847F54}" dt="2026-03-05T16:41:55.412" v="8767" actId="20577"/>
        <pc:sldMkLst>
          <pc:docMk/>
          <pc:sldMk cId="510244893" sldId="511"/>
        </pc:sldMkLst>
        <pc:spChg chg="mod">
          <ac:chgData name="Michael Hill" userId="41dba03d-e58d-4389-9894-554c10310ba4" providerId="ADAL" clId="{EF23FE1D-A042-481E-AFD7-2A9FB0847F54}" dt="2026-03-05T16:41:35.267" v="8613" actId="1076"/>
          <ac:spMkLst>
            <pc:docMk/>
            <pc:sldMk cId="510244893" sldId="511"/>
            <ac:spMk id="5" creationId="{1BEA4B70-659E-4C55-E3F4-C156785ECAFE}"/>
          </ac:spMkLst>
        </pc:spChg>
        <pc:spChg chg="mod">
          <ac:chgData name="Michael Hill" userId="41dba03d-e58d-4389-9894-554c10310ba4" providerId="ADAL" clId="{EF23FE1D-A042-481E-AFD7-2A9FB0847F54}" dt="2026-03-05T16:41:55.412" v="8767" actId="20577"/>
          <ac:spMkLst>
            <pc:docMk/>
            <pc:sldMk cId="510244893" sldId="511"/>
            <ac:spMk id="8" creationId="{9C348106-02E8-94FB-0B3E-F2446D2114E0}"/>
          </ac:spMkLst>
        </pc:spChg>
      </pc:sldChg>
      <pc:sldChg chg="del">
        <pc:chgData name="Michael Hill" userId="41dba03d-e58d-4389-9894-554c10310ba4" providerId="ADAL" clId="{EF23FE1D-A042-481E-AFD7-2A9FB0847F54}" dt="2026-03-05T15:12:21.238" v="188" actId="47"/>
        <pc:sldMkLst>
          <pc:docMk/>
          <pc:sldMk cId="3947230088" sldId="541"/>
        </pc:sldMkLst>
      </pc:sldChg>
      <pc:sldChg chg="del">
        <pc:chgData name="Michael Hill" userId="41dba03d-e58d-4389-9894-554c10310ba4" providerId="ADAL" clId="{EF23FE1D-A042-481E-AFD7-2A9FB0847F54}" dt="2026-03-05T15:12:21.238" v="188" actId="47"/>
        <pc:sldMkLst>
          <pc:docMk/>
          <pc:sldMk cId="4075565264" sldId="544"/>
        </pc:sldMkLst>
      </pc:sldChg>
      <pc:sldChg chg="del">
        <pc:chgData name="Michael Hill" userId="41dba03d-e58d-4389-9894-554c10310ba4" providerId="ADAL" clId="{EF23FE1D-A042-481E-AFD7-2A9FB0847F54}" dt="2026-03-05T15:12:21.238" v="188" actId="47"/>
        <pc:sldMkLst>
          <pc:docMk/>
          <pc:sldMk cId="4259479091" sldId="545"/>
        </pc:sldMkLst>
      </pc:sldChg>
      <pc:sldChg chg="del">
        <pc:chgData name="Michael Hill" userId="41dba03d-e58d-4389-9894-554c10310ba4" providerId="ADAL" clId="{EF23FE1D-A042-481E-AFD7-2A9FB0847F54}" dt="2026-03-05T15:12:21.238" v="188" actId="47"/>
        <pc:sldMkLst>
          <pc:docMk/>
          <pc:sldMk cId="450344991" sldId="546"/>
        </pc:sldMkLst>
      </pc:sldChg>
      <pc:sldChg chg="del">
        <pc:chgData name="Michael Hill" userId="41dba03d-e58d-4389-9894-554c10310ba4" providerId="ADAL" clId="{EF23FE1D-A042-481E-AFD7-2A9FB0847F54}" dt="2026-03-05T15:12:21.238" v="188" actId="47"/>
        <pc:sldMkLst>
          <pc:docMk/>
          <pc:sldMk cId="1217398324" sldId="547"/>
        </pc:sldMkLst>
      </pc:sldChg>
      <pc:sldChg chg="del">
        <pc:chgData name="Michael Hill" userId="41dba03d-e58d-4389-9894-554c10310ba4" providerId="ADAL" clId="{EF23FE1D-A042-481E-AFD7-2A9FB0847F54}" dt="2026-03-05T15:12:21.238" v="188" actId="47"/>
        <pc:sldMkLst>
          <pc:docMk/>
          <pc:sldMk cId="1635675470" sldId="548"/>
        </pc:sldMkLst>
      </pc:sldChg>
      <pc:sldChg chg="del">
        <pc:chgData name="Michael Hill" userId="41dba03d-e58d-4389-9894-554c10310ba4" providerId="ADAL" clId="{EF23FE1D-A042-481E-AFD7-2A9FB0847F54}" dt="2026-03-05T15:12:21.238" v="188" actId="47"/>
        <pc:sldMkLst>
          <pc:docMk/>
          <pc:sldMk cId="1975229117" sldId="549"/>
        </pc:sldMkLst>
      </pc:sldChg>
      <pc:sldChg chg="del">
        <pc:chgData name="Michael Hill" userId="41dba03d-e58d-4389-9894-554c10310ba4" providerId="ADAL" clId="{EF23FE1D-A042-481E-AFD7-2A9FB0847F54}" dt="2026-03-05T15:12:21.238" v="188" actId="47"/>
        <pc:sldMkLst>
          <pc:docMk/>
          <pc:sldMk cId="3810031147" sldId="550"/>
        </pc:sldMkLst>
      </pc:sldChg>
      <pc:sldChg chg="del">
        <pc:chgData name="Michael Hill" userId="41dba03d-e58d-4389-9894-554c10310ba4" providerId="ADAL" clId="{EF23FE1D-A042-481E-AFD7-2A9FB0847F54}" dt="2026-03-05T15:12:21.238" v="188" actId="47"/>
        <pc:sldMkLst>
          <pc:docMk/>
          <pc:sldMk cId="636926832" sldId="552"/>
        </pc:sldMkLst>
      </pc:sldChg>
      <pc:sldChg chg="del">
        <pc:chgData name="Michael Hill" userId="41dba03d-e58d-4389-9894-554c10310ba4" providerId="ADAL" clId="{EF23FE1D-A042-481E-AFD7-2A9FB0847F54}" dt="2026-03-05T15:12:21.238" v="188" actId="47"/>
        <pc:sldMkLst>
          <pc:docMk/>
          <pc:sldMk cId="2241188391" sldId="553"/>
        </pc:sldMkLst>
      </pc:sldChg>
      <pc:sldChg chg="del">
        <pc:chgData name="Michael Hill" userId="41dba03d-e58d-4389-9894-554c10310ba4" providerId="ADAL" clId="{EF23FE1D-A042-481E-AFD7-2A9FB0847F54}" dt="2026-03-05T15:12:21.238" v="188" actId="47"/>
        <pc:sldMkLst>
          <pc:docMk/>
          <pc:sldMk cId="3606520648" sldId="554"/>
        </pc:sldMkLst>
      </pc:sldChg>
      <pc:sldChg chg="del">
        <pc:chgData name="Michael Hill" userId="41dba03d-e58d-4389-9894-554c10310ba4" providerId="ADAL" clId="{EF23FE1D-A042-481E-AFD7-2A9FB0847F54}" dt="2026-03-05T15:12:21.238" v="188" actId="47"/>
        <pc:sldMkLst>
          <pc:docMk/>
          <pc:sldMk cId="2670917662" sldId="556"/>
        </pc:sldMkLst>
      </pc:sldChg>
      <pc:sldChg chg="del">
        <pc:chgData name="Michael Hill" userId="41dba03d-e58d-4389-9894-554c10310ba4" providerId="ADAL" clId="{EF23FE1D-A042-481E-AFD7-2A9FB0847F54}" dt="2026-03-05T15:12:21.238" v="188" actId="47"/>
        <pc:sldMkLst>
          <pc:docMk/>
          <pc:sldMk cId="82146825" sldId="557"/>
        </pc:sldMkLst>
      </pc:sldChg>
      <pc:sldChg chg="del">
        <pc:chgData name="Michael Hill" userId="41dba03d-e58d-4389-9894-554c10310ba4" providerId="ADAL" clId="{EF23FE1D-A042-481E-AFD7-2A9FB0847F54}" dt="2026-03-05T15:12:21.238" v="188" actId="47"/>
        <pc:sldMkLst>
          <pc:docMk/>
          <pc:sldMk cId="2507720784" sldId="558"/>
        </pc:sldMkLst>
      </pc:sldChg>
      <pc:sldChg chg="del">
        <pc:chgData name="Michael Hill" userId="41dba03d-e58d-4389-9894-554c10310ba4" providerId="ADAL" clId="{EF23FE1D-A042-481E-AFD7-2A9FB0847F54}" dt="2026-03-05T15:12:21.238" v="188" actId="47"/>
        <pc:sldMkLst>
          <pc:docMk/>
          <pc:sldMk cId="223151925" sldId="559"/>
        </pc:sldMkLst>
      </pc:sldChg>
      <pc:sldChg chg="del">
        <pc:chgData name="Michael Hill" userId="41dba03d-e58d-4389-9894-554c10310ba4" providerId="ADAL" clId="{EF23FE1D-A042-481E-AFD7-2A9FB0847F54}" dt="2026-03-05T15:12:21.238" v="188" actId="47"/>
        <pc:sldMkLst>
          <pc:docMk/>
          <pc:sldMk cId="1215387767" sldId="560"/>
        </pc:sldMkLst>
      </pc:sldChg>
      <pc:sldChg chg="del">
        <pc:chgData name="Michael Hill" userId="41dba03d-e58d-4389-9894-554c10310ba4" providerId="ADAL" clId="{EF23FE1D-A042-481E-AFD7-2A9FB0847F54}" dt="2026-03-05T15:12:21.238" v="188" actId="47"/>
        <pc:sldMkLst>
          <pc:docMk/>
          <pc:sldMk cId="2626475028" sldId="561"/>
        </pc:sldMkLst>
      </pc:sldChg>
      <pc:sldChg chg="del">
        <pc:chgData name="Michael Hill" userId="41dba03d-e58d-4389-9894-554c10310ba4" providerId="ADAL" clId="{EF23FE1D-A042-481E-AFD7-2A9FB0847F54}" dt="2026-03-05T15:12:21.238" v="188" actId="47"/>
        <pc:sldMkLst>
          <pc:docMk/>
          <pc:sldMk cId="1939406802" sldId="562"/>
        </pc:sldMkLst>
      </pc:sldChg>
      <pc:sldChg chg="del">
        <pc:chgData name="Michael Hill" userId="41dba03d-e58d-4389-9894-554c10310ba4" providerId="ADAL" clId="{EF23FE1D-A042-481E-AFD7-2A9FB0847F54}" dt="2026-03-05T15:12:21.238" v="188" actId="47"/>
        <pc:sldMkLst>
          <pc:docMk/>
          <pc:sldMk cId="1977375365" sldId="563"/>
        </pc:sldMkLst>
      </pc:sldChg>
      <pc:sldChg chg="del">
        <pc:chgData name="Michael Hill" userId="41dba03d-e58d-4389-9894-554c10310ba4" providerId="ADAL" clId="{EF23FE1D-A042-481E-AFD7-2A9FB0847F54}" dt="2026-03-05T15:12:21.238" v="188" actId="47"/>
        <pc:sldMkLst>
          <pc:docMk/>
          <pc:sldMk cId="2807795668" sldId="564"/>
        </pc:sldMkLst>
      </pc:sldChg>
      <pc:sldChg chg="del">
        <pc:chgData name="Michael Hill" userId="41dba03d-e58d-4389-9894-554c10310ba4" providerId="ADAL" clId="{EF23FE1D-A042-481E-AFD7-2A9FB0847F54}" dt="2026-03-05T16:05:29.349" v="3616" actId="47"/>
        <pc:sldMkLst>
          <pc:docMk/>
          <pc:sldMk cId="104848553" sldId="565"/>
        </pc:sldMkLst>
      </pc:sldChg>
      <pc:sldChg chg="modSp add mod">
        <pc:chgData name="Michael Hill" userId="41dba03d-e58d-4389-9894-554c10310ba4" providerId="ADAL" clId="{EF23FE1D-A042-481E-AFD7-2A9FB0847F54}" dt="2026-03-05T15:16:00.388" v="737" actId="20577"/>
        <pc:sldMkLst>
          <pc:docMk/>
          <pc:sldMk cId="2754560712" sldId="566"/>
        </pc:sldMkLst>
        <pc:spChg chg="mod">
          <ac:chgData name="Michael Hill" userId="41dba03d-e58d-4389-9894-554c10310ba4" providerId="ADAL" clId="{EF23FE1D-A042-481E-AFD7-2A9FB0847F54}" dt="2026-03-05T15:16:00.388" v="737" actId="20577"/>
          <ac:spMkLst>
            <pc:docMk/>
            <pc:sldMk cId="2754560712" sldId="566"/>
            <ac:spMk id="8" creationId="{33F76085-9F59-E180-9E5D-EC8D8EF187F4}"/>
          </ac:spMkLst>
        </pc:spChg>
      </pc:sldChg>
      <pc:sldChg chg="modSp add mod">
        <pc:chgData name="Michael Hill" userId="41dba03d-e58d-4389-9894-554c10310ba4" providerId="ADAL" clId="{EF23FE1D-A042-481E-AFD7-2A9FB0847F54}" dt="2026-03-05T15:22:22.790" v="1338" actId="115"/>
        <pc:sldMkLst>
          <pc:docMk/>
          <pc:sldMk cId="2603777436" sldId="567"/>
        </pc:sldMkLst>
        <pc:spChg chg="mod">
          <ac:chgData name="Michael Hill" userId="41dba03d-e58d-4389-9894-554c10310ba4" providerId="ADAL" clId="{EF23FE1D-A042-481E-AFD7-2A9FB0847F54}" dt="2026-03-05T15:22:22.790" v="1338" actId="115"/>
          <ac:spMkLst>
            <pc:docMk/>
            <pc:sldMk cId="2603777436" sldId="567"/>
            <ac:spMk id="8" creationId="{5FE7D6DC-296D-14D3-7886-2ED3A4DBDCC1}"/>
          </ac:spMkLst>
        </pc:spChg>
      </pc:sldChg>
      <pc:sldChg chg="modSp add mod">
        <pc:chgData name="Michael Hill" userId="41dba03d-e58d-4389-9894-554c10310ba4" providerId="ADAL" clId="{EF23FE1D-A042-481E-AFD7-2A9FB0847F54}" dt="2026-03-05T15:29:44.088" v="1793" actId="115"/>
        <pc:sldMkLst>
          <pc:docMk/>
          <pc:sldMk cId="598977897" sldId="568"/>
        </pc:sldMkLst>
        <pc:spChg chg="mod">
          <ac:chgData name="Michael Hill" userId="41dba03d-e58d-4389-9894-554c10310ba4" providerId="ADAL" clId="{EF23FE1D-A042-481E-AFD7-2A9FB0847F54}" dt="2026-03-05T15:29:44.088" v="1793" actId="115"/>
          <ac:spMkLst>
            <pc:docMk/>
            <pc:sldMk cId="598977897" sldId="568"/>
            <ac:spMk id="8" creationId="{EEBE1788-761D-FC4D-FCEF-C1FD15733605}"/>
          </ac:spMkLst>
        </pc:spChg>
      </pc:sldChg>
      <pc:sldChg chg="modSp add mod">
        <pc:chgData name="Michael Hill" userId="41dba03d-e58d-4389-9894-554c10310ba4" providerId="ADAL" clId="{EF23FE1D-A042-481E-AFD7-2A9FB0847F54}" dt="2026-03-05T15:34:29.935" v="1935" actId="20577"/>
        <pc:sldMkLst>
          <pc:docMk/>
          <pc:sldMk cId="456984486" sldId="569"/>
        </pc:sldMkLst>
        <pc:spChg chg="mod">
          <ac:chgData name="Michael Hill" userId="41dba03d-e58d-4389-9894-554c10310ba4" providerId="ADAL" clId="{EF23FE1D-A042-481E-AFD7-2A9FB0847F54}" dt="2026-03-05T15:34:29.935" v="1935" actId="20577"/>
          <ac:spMkLst>
            <pc:docMk/>
            <pc:sldMk cId="456984486" sldId="569"/>
            <ac:spMk id="8" creationId="{2AA91F46-C56B-1637-2F4D-388B51664D14}"/>
          </ac:spMkLst>
        </pc:spChg>
      </pc:sldChg>
      <pc:sldChg chg="modSp add mod">
        <pc:chgData name="Michael Hill" userId="41dba03d-e58d-4389-9894-554c10310ba4" providerId="ADAL" clId="{EF23FE1D-A042-481E-AFD7-2A9FB0847F54}" dt="2026-03-05T15:34:38.015" v="1957" actId="20577"/>
        <pc:sldMkLst>
          <pc:docMk/>
          <pc:sldMk cId="360827159" sldId="570"/>
        </pc:sldMkLst>
        <pc:spChg chg="mod">
          <ac:chgData name="Michael Hill" userId="41dba03d-e58d-4389-9894-554c10310ba4" providerId="ADAL" clId="{EF23FE1D-A042-481E-AFD7-2A9FB0847F54}" dt="2026-03-05T15:34:38.015" v="1957" actId="20577"/>
          <ac:spMkLst>
            <pc:docMk/>
            <pc:sldMk cId="360827159" sldId="570"/>
            <ac:spMk id="8" creationId="{1F062F34-FAF2-20B0-3771-59B5C0F76581}"/>
          </ac:spMkLst>
        </pc:spChg>
      </pc:sldChg>
      <pc:sldChg chg="modSp add del mod">
        <pc:chgData name="Michael Hill" userId="41dba03d-e58d-4389-9894-554c10310ba4" providerId="ADAL" clId="{EF23FE1D-A042-481E-AFD7-2A9FB0847F54}" dt="2026-03-05T15:33:53.344" v="1797" actId="47"/>
        <pc:sldMkLst>
          <pc:docMk/>
          <pc:sldMk cId="2166579272" sldId="570"/>
        </pc:sldMkLst>
        <pc:spChg chg="mod">
          <ac:chgData name="Michael Hill" userId="41dba03d-e58d-4389-9894-554c10310ba4" providerId="ADAL" clId="{EF23FE1D-A042-481E-AFD7-2A9FB0847F54}" dt="2026-03-05T15:33:50.904" v="1796" actId="20577"/>
          <ac:spMkLst>
            <pc:docMk/>
            <pc:sldMk cId="2166579272" sldId="570"/>
            <ac:spMk id="8" creationId="{9CC0AFCE-72DB-C028-78CB-89E489B750E8}"/>
          </ac:spMkLst>
        </pc:spChg>
      </pc:sldChg>
      <pc:sldChg chg="addSp modSp add mod">
        <pc:chgData name="Michael Hill" userId="41dba03d-e58d-4389-9894-554c10310ba4" providerId="ADAL" clId="{EF23FE1D-A042-481E-AFD7-2A9FB0847F54}" dt="2026-03-05T15:37:32.185" v="2265" actId="1076"/>
        <pc:sldMkLst>
          <pc:docMk/>
          <pc:sldMk cId="1052594775" sldId="571"/>
        </pc:sldMkLst>
        <pc:spChg chg="add">
          <ac:chgData name="Michael Hill" userId="41dba03d-e58d-4389-9894-554c10310ba4" providerId="ADAL" clId="{EF23FE1D-A042-481E-AFD7-2A9FB0847F54}" dt="2026-03-05T15:36:46.260" v="2254"/>
          <ac:spMkLst>
            <pc:docMk/>
            <pc:sldMk cId="1052594775" sldId="571"/>
            <ac:spMk id="2" creationId="{A56A8671-8412-35E2-2ED1-8301DBB93988}"/>
          </ac:spMkLst>
        </pc:spChg>
        <pc:spChg chg="mod">
          <ac:chgData name="Michael Hill" userId="41dba03d-e58d-4389-9894-554c10310ba4" providerId="ADAL" clId="{EF23FE1D-A042-481E-AFD7-2A9FB0847F54}" dt="2026-03-05T15:37:15.977" v="2263" actId="14100"/>
          <ac:spMkLst>
            <pc:docMk/>
            <pc:sldMk cId="1052594775" sldId="571"/>
            <ac:spMk id="8" creationId="{FC1CE012-B4C0-5D42-A996-B29B3819A624}"/>
          </ac:spMkLst>
        </pc:spChg>
        <pc:picChg chg="add mod">
          <ac:chgData name="Michael Hill" userId="41dba03d-e58d-4389-9894-554c10310ba4" providerId="ADAL" clId="{EF23FE1D-A042-481E-AFD7-2A9FB0847F54}" dt="2026-03-05T15:37:32.185" v="2265" actId="1076"/>
          <ac:picMkLst>
            <pc:docMk/>
            <pc:sldMk cId="1052594775" sldId="571"/>
            <ac:picMk id="2052" creationId="{52D5FC0B-8677-4A6A-7EEB-8C501500FBCB}"/>
          </ac:picMkLst>
        </pc:picChg>
      </pc:sldChg>
      <pc:sldChg chg="modSp add mod">
        <pc:chgData name="Michael Hill" userId="41dba03d-e58d-4389-9894-554c10310ba4" providerId="ADAL" clId="{EF23FE1D-A042-481E-AFD7-2A9FB0847F54}" dt="2026-03-05T15:43:06.577" v="2491" actId="115"/>
        <pc:sldMkLst>
          <pc:docMk/>
          <pc:sldMk cId="71138764" sldId="572"/>
        </pc:sldMkLst>
        <pc:spChg chg="mod">
          <ac:chgData name="Michael Hill" userId="41dba03d-e58d-4389-9894-554c10310ba4" providerId="ADAL" clId="{EF23FE1D-A042-481E-AFD7-2A9FB0847F54}" dt="2026-03-05T15:43:06.577" v="2491" actId="115"/>
          <ac:spMkLst>
            <pc:docMk/>
            <pc:sldMk cId="71138764" sldId="572"/>
            <ac:spMk id="8" creationId="{E2A69261-BCEC-42A7-3EBD-12E408317E58}"/>
          </ac:spMkLst>
        </pc:spChg>
      </pc:sldChg>
      <pc:sldChg chg="addSp delSp modSp add mod">
        <pc:chgData name="Michael Hill" userId="41dba03d-e58d-4389-9894-554c10310ba4" providerId="ADAL" clId="{EF23FE1D-A042-481E-AFD7-2A9FB0847F54}" dt="2026-03-05T15:57:35.243" v="2848" actId="20577"/>
        <pc:sldMkLst>
          <pc:docMk/>
          <pc:sldMk cId="3504048265" sldId="573"/>
        </pc:sldMkLst>
        <pc:spChg chg="add mod">
          <ac:chgData name="Michael Hill" userId="41dba03d-e58d-4389-9894-554c10310ba4" providerId="ADAL" clId="{EF23FE1D-A042-481E-AFD7-2A9FB0847F54}" dt="2026-03-05T15:57:03.438" v="2695" actId="2711"/>
          <ac:spMkLst>
            <pc:docMk/>
            <pc:sldMk cId="3504048265" sldId="573"/>
            <ac:spMk id="2" creationId="{298A67C2-BD7A-7A5D-212A-D65954513F70}"/>
          </ac:spMkLst>
        </pc:spChg>
        <pc:spChg chg="mod">
          <ac:chgData name="Michael Hill" userId="41dba03d-e58d-4389-9894-554c10310ba4" providerId="ADAL" clId="{EF23FE1D-A042-481E-AFD7-2A9FB0847F54}" dt="2026-03-05T15:44:32.911" v="2555" actId="1076"/>
          <ac:spMkLst>
            <pc:docMk/>
            <pc:sldMk cId="3504048265" sldId="573"/>
            <ac:spMk id="5" creationId="{4A015CAA-712B-E2D2-A228-BE2192EE3F28}"/>
          </ac:spMkLst>
        </pc:spChg>
        <pc:spChg chg="mod">
          <ac:chgData name="Michael Hill" userId="41dba03d-e58d-4389-9894-554c10310ba4" providerId="ADAL" clId="{EF23FE1D-A042-481E-AFD7-2A9FB0847F54}" dt="2026-03-05T15:57:35.243" v="2848" actId="20577"/>
          <ac:spMkLst>
            <pc:docMk/>
            <pc:sldMk cId="3504048265" sldId="573"/>
            <ac:spMk id="8" creationId="{1E0F3F92-9AF3-C9DD-49E6-B13EB685EE21}"/>
          </ac:spMkLst>
        </pc:spChg>
        <pc:picChg chg="del">
          <ac:chgData name="Michael Hill" userId="41dba03d-e58d-4389-9894-554c10310ba4" providerId="ADAL" clId="{EF23FE1D-A042-481E-AFD7-2A9FB0847F54}" dt="2026-03-05T15:44:33.904" v="2556" actId="478"/>
          <ac:picMkLst>
            <pc:docMk/>
            <pc:sldMk cId="3504048265" sldId="573"/>
            <ac:picMk id="2052" creationId="{A11CF29C-B9FE-36E1-8479-DE4FB94178C6}"/>
          </ac:picMkLst>
        </pc:picChg>
      </pc:sldChg>
      <pc:sldChg chg="modSp add mod">
        <pc:chgData name="Michael Hill" userId="41dba03d-e58d-4389-9894-554c10310ba4" providerId="ADAL" clId="{EF23FE1D-A042-481E-AFD7-2A9FB0847F54}" dt="2026-03-05T16:01:23.539" v="3057" actId="20577"/>
        <pc:sldMkLst>
          <pc:docMk/>
          <pc:sldMk cId="689439472" sldId="574"/>
        </pc:sldMkLst>
        <pc:spChg chg="mod">
          <ac:chgData name="Michael Hill" userId="41dba03d-e58d-4389-9894-554c10310ba4" providerId="ADAL" clId="{EF23FE1D-A042-481E-AFD7-2A9FB0847F54}" dt="2026-03-05T15:59:25.210" v="2879" actId="2711"/>
          <ac:spMkLst>
            <pc:docMk/>
            <pc:sldMk cId="689439472" sldId="574"/>
            <ac:spMk id="2" creationId="{442D6AA2-96AB-06A1-D455-9F7B52C1DBB3}"/>
          </ac:spMkLst>
        </pc:spChg>
        <pc:spChg chg="mod">
          <ac:chgData name="Michael Hill" userId="41dba03d-e58d-4389-9894-554c10310ba4" providerId="ADAL" clId="{EF23FE1D-A042-481E-AFD7-2A9FB0847F54}" dt="2026-03-05T16:01:23.539" v="3057" actId="20577"/>
          <ac:spMkLst>
            <pc:docMk/>
            <pc:sldMk cId="689439472" sldId="574"/>
            <ac:spMk id="8" creationId="{61811E84-34AF-91A7-3D05-2944FAA26AE5}"/>
          </ac:spMkLst>
        </pc:spChg>
      </pc:sldChg>
      <pc:sldChg chg="modSp add mod">
        <pc:chgData name="Michael Hill" userId="41dba03d-e58d-4389-9894-554c10310ba4" providerId="ADAL" clId="{EF23FE1D-A042-481E-AFD7-2A9FB0847F54}" dt="2026-03-05T16:03:50.208" v="3370" actId="14100"/>
        <pc:sldMkLst>
          <pc:docMk/>
          <pc:sldMk cId="2577308327" sldId="575"/>
        </pc:sldMkLst>
        <pc:spChg chg="mod">
          <ac:chgData name="Michael Hill" userId="41dba03d-e58d-4389-9894-554c10310ba4" providerId="ADAL" clId="{EF23FE1D-A042-481E-AFD7-2A9FB0847F54}" dt="2026-03-05T16:02:28.124" v="3312" actId="1076"/>
          <ac:spMkLst>
            <pc:docMk/>
            <pc:sldMk cId="2577308327" sldId="575"/>
            <ac:spMk id="2" creationId="{3C078F94-ED3E-EA09-E14C-F9C0AD6497C2}"/>
          </ac:spMkLst>
        </pc:spChg>
        <pc:spChg chg="mod">
          <ac:chgData name="Michael Hill" userId="41dba03d-e58d-4389-9894-554c10310ba4" providerId="ADAL" clId="{EF23FE1D-A042-481E-AFD7-2A9FB0847F54}" dt="2026-03-05T16:03:50.208" v="3370" actId="14100"/>
          <ac:spMkLst>
            <pc:docMk/>
            <pc:sldMk cId="2577308327" sldId="575"/>
            <ac:spMk id="8" creationId="{F3A73892-79DE-784C-F1E2-878B04B2B735}"/>
          </ac:spMkLst>
        </pc:spChg>
      </pc:sldChg>
      <pc:sldChg chg="modSp add mod">
        <pc:chgData name="Michael Hill" userId="41dba03d-e58d-4389-9894-554c10310ba4" providerId="ADAL" clId="{EF23FE1D-A042-481E-AFD7-2A9FB0847F54}" dt="2026-03-05T16:04:45.787" v="3467" actId="14100"/>
        <pc:sldMkLst>
          <pc:docMk/>
          <pc:sldMk cId="2383562087" sldId="576"/>
        </pc:sldMkLst>
        <pc:spChg chg="mod">
          <ac:chgData name="Michael Hill" userId="41dba03d-e58d-4389-9894-554c10310ba4" providerId="ADAL" clId="{EF23FE1D-A042-481E-AFD7-2A9FB0847F54}" dt="2026-03-05T16:04:38.395" v="3463" actId="14100"/>
          <ac:spMkLst>
            <pc:docMk/>
            <pc:sldMk cId="2383562087" sldId="576"/>
            <ac:spMk id="2" creationId="{C2AC6E93-7485-61A4-73C8-CBF80E17D087}"/>
          </ac:spMkLst>
        </pc:spChg>
        <pc:spChg chg="mod">
          <ac:chgData name="Michael Hill" userId="41dba03d-e58d-4389-9894-554c10310ba4" providerId="ADAL" clId="{EF23FE1D-A042-481E-AFD7-2A9FB0847F54}" dt="2026-03-05T16:04:45.787" v="3467" actId="14100"/>
          <ac:spMkLst>
            <pc:docMk/>
            <pc:sldMk cId="2383562087" sldId="576"/>
            <ac:spMk id="8" creationId="{D1E8D2F9-6DEA-BC67-7762-B432688C57E7}"/>
          </ac:spMkLst>
        </pc:spChg>
      </pc:sldChg>
      <pc:sldChg chg="modSp add mod">
        <pc:chgData name="Michael Hill" userId="41dba03d-e58d-4389-9894-554c10310ba4" providerId="ADAL" clId="{EF23FE1D-A042-481E-AFD7-2A9FB0847F54}" dt="2026-03-05T16:05:22.284" v="3615" actId="20577"/>
        <pc:sldMkLst>
          <pc:docMk/>
          <pc:sldMk cId="3270684674" sldId="577"/>
        </pc:sldMkLst>
        <pc:spChg chg="mod">
          <ac:chgData name="Michael Hill" userId="41dba03d-e58d-4389-9894-554c10310ba4" providerId="ADAL" clId="{EF23FE1D-A042-481E-AFD7-2A9FB0847F54}" dt="2026-03-05T16:05:22.284" v="3615" actId="20577"/>
          <ac:spMkLst>
            <pc:docMk/>
            <pc:sldMk cId="3270684674" sldId="577"/>
            <ac:spMk id="8" creationId="{A0C0D9E4-C7D9-FA1A-B772-7636CCE0CD6D}"/>
          </ac:spMkLst>
        </pc:spChg>
      </pc:sldChg>
      <pc:sldChg chg="modSp add mod">
        <pc:chgData name="Michael Hill" userId="41dba03d-e58d-4389-9894-554c10310ba4" providerId="ADAL" clId="{EF23FE1D-A042-481E-AFD7-2A9FB0847F54}" dt="2026-03-05T16:06:18.703" v="3868" actId="20577"/>
        <pc:sldMkLst>
          <pc:docMk/>
          <pc:sldMk cId="3432734863" sldId="578"/>
        </pc:sldMkLst>
        <pc:spChg chg="mod">
          <ac:chgData name="Michael Hill" userId="41dba03d-e58d-4389-9894-554c10310ba4" providerId="ADAL" clId="{EF23FE1D-A042-481E-AFD7-2A9FB0847F54}" dt="2026-03-05T16:05:48.958" v="3670" actId="2711"/>
          <ac:spMkLst>
            <pc:docMk/>
            <pc:sldMk cId="3432734863" sldId="578"/>
            <ac:spMk id="2" creationId="{AAACE17B-B363-9A7F-637D-2E6EF5B7CF95}"/>
          </ac:spMkLst>
        </pc:spChg>
        <pc:spChg chg="mod">
          <ac:chgData name="Michael Hill" userId="41dba03d-e58d-4389-9894-554c10310ba4" providerId="ADAL" clId="{EF23FE1D-A042-481E-AFD7-2A9FB0847F54}" dt="2026-03-05T16:06:18.703" v="3868" actId="20577"/>
          <ac:spMkLst>
            <pc:docMk/>
            <pc:sldMk cId="3432734863" sldId="578"/>
            <ac:spMk id="8" creationId="{CE7B14A8-9221-A5B2-63CC-5E36127D7D57}"/>
          </ac:spMkLst>
        </pc:spChg>
      </pc:sldChg>
      <pc:sldChg chg="modSp add mod">
        <pc:chgData name="Michael Hill" userId="41dba03d-e58d-4389-9894-554c10310ba4" providerId="ADAL" clId="{EF23FE1D-A042-481E-AFD7-2A9FB0847F54}" dt="2026-03-05T16:06:58.669" v="4092" actId="2711"/>
        <pc:sldMkLst>
          <pc:docMk/>
          <pc:sldMk cId="2644423506" sldId="579"/>
        </pc:sldMkLst>
        <pc:spChg chg="mod">
          <ac:chgData name="Michael Hill" userId="41dba03d-e58d-4389-9894-554c10310ba4" providerId="ADAL" clId="{EF23FE1D-A042-481E-AFD7-2A9FB0847F54}" dt="2026-03-05T16:06:58.669" v="4092" actId="2711"/>
          <ac:spMkLst>
            <pc:docMk/>
            <pc:sldMk cId="2644423506" sldId="579"/>
            <ac:spMk id="2" creationId="{AD3C832E-94A4-2256-A1EE-73477C0046BE}"/>
          </ac:spMkLst>
        </pc:spChg>
        <pc:spChg chg="mod">
          <ac:chgData name="Michael Hill" userId="41dba03d-e58d-4389-9894-554c10310ba4" providerId="ADAL" clId="{EF23FE1D-A042-481E-AFD7-2A9FB0847F54}" dt="2026-03-05T16:06:49.809" v="4089" actId="20577"/>
          <ac:spMkLst>
            <pc:docMk/>
            <pc:sldMk cId="2644423506" sldId="579"/>
            <ac:spMk id="8" creationId="{88E31362-AFB4-A33C-D2D2-139A55CF8448}"/>
          </ac:spMkLst>
        </pc:spChg>
      </pc:sldChg>
      <pc:sldChg chg="modSp add mod">
        <pc:chgData name="Michael Hill" userId="41dba03d-e58d-4389-9894-554c10310ba4" providerId="ADAL" clId="{EF23FE1D-A042-481E-AFD7-2A9FB0847F54}" dt="2026-03-05T16:07:52.804" v="4326" actId="20577"/>
        <pc:sldMkLst>
          <pc:docMk/>
          <pc:sldMk cId="275828041" sldId="580"/>
        </pc:sldMkLst>
        <pc:spChg chg="mod">
          <ac:chgData name="Michael Hill" userId="41dba03d-e58d-4389-9894-554c10310ba4" providerId="ADAL" clId="{EF23FE1D-A042-481E-AFD7-2A9FB0847F54}" dt="2026-03-05T16:07:52.804" v="4326" actId="20577"/>
          <ac:spMkLst>
            <pc:docMk/>
            <pc:sldMk cId="275828041" sldId="580"/>
            <ac:spMk id="8" creationId="{BB915449-F5B7-10A9-E166-84C93B5BD40E}"/>
          </ac:spMkLst>
        </pc:spChg>
      </pc:sldChg>
      <pc:sldChg chg="addSp delSp modSp add mod">
        <pc:chgData name="Michael Hill" userId="41dba03d-e58d-4389-9894-554c10310ba4" providerId="ADAL" clId="{EF23FE1D-A042-481E-AFD7-2A9FB0847F54}" dt="2026-03-05T16:10:54.995" v="4511" actId="1076"/>
        <pc:sldMkLst>
          <pc:docMk/>
          <pc:sldMk cId="93193757" sldId="581"/>
        </pc:sldMkLst>
        <pc:spChg chg="del">
          <ac:chgData name="Michael Hill" userId="41dba03d-e58d-4389-9894-554c10310ba4" providerId="ADAL" clId="{EF23FE1D-A042-481E-AFD7-2A9FB0847F54}" dt="2026-03-05T16:09:26.625" v="4507" actId="478"/>
          <ac:spMkLst>
            <pc:docMk/>
            <pc:sldMk cId="93193757" sldId="581"/>
            <ac:spMk id="2" creationId="{FF82201C-2CAC-BA5F-0927-D865978DE998}"/>
          </ac:spMkLst>
        </pc:spChg>
        <pc:spChg chg="mod">
          <ac:chgData name="Michael Hill" userId="41dba03d-e58d-4389-9894-554c10310ba4" providerId="ADAL" clId="{EF23FE1D-A042-481E-AFD7-2A9FB0847F54}" dt="2026-03-05T16:08:18.635" v="4342" actId="1076"/>
          <ac:spMkLst>
            <pc:docMk/>
            <pc:sldMk cId="93193757" sldId="581"/>
            <ac:spMk id="5" creationId="{BDD88AF1-3F5E-3708-895B-3819014102A2}"/>
          </ac:spMkLst>
        </pc:spChg>
        <pc:spChg chg="mod">
          <ac:chgData name="Michael Hill" userId="41dba03d-e58d-4389-9894-554c10310ba4" providerId="ADAL" clId="{EF23FE1D-A042-481E-AFD7-2A9FB0847F54}" dt="2026-03-05T16:09:22.518" v="4506" actId="20577"/>
          <ac:spMkLst>
            <pc:docMk/>
            <pc:sldMk cId="93193757" sldId="581"/>
            <ac:spMk id="8" creationId="{4766117A-1CD2-B17E-F3F3-3E440984C744}"/>
          </ac:spMkLst>
        </pc:spChg>
        <pc:picChg chg="add mod">
          <ac:chgData name="Michael Hill" userId="41dba03d-e58d-4389-9894-554c10310ba4" providerId="ADAL" clId="{EF23FE1D-A042-481E-AFD7-2A9FB0847F54}" dt="2026-03-05T16:10:54.995" v="4511" actId="1076"/>
          <ac:picMkLst>
            <pc:docMk/>
            <pc:sldMk cId="93193757" sldId="581"/>
            <ac:picMk id="3074" creationId="{DC34C096-656A-4242-1D19-45BAF87CAB22}"/>
          </ac:picMkLst>
        </pc:picChg>
      </pc:sldChg>
      <pc:sldChg chg="modSp add mod">
        <pc:chgData name="Michael Hill" userId="41dba03d-e58d-4389-9894-554c10310ba4" providerId="ADAL" clId="{EF23FE1D-A042-481E-AFD7-2A9FB0847F54}" dt="2026-03-05T16:12:05.542" v="4879" actId="115"/>
        <pc:sldMkLst>
          <pc:docMk/>
          <pc:sldMk cId="549985259" sldId="582"/>
        </pc:sldMkLst>
        <pc:spChg chg="mod">
          <ac:chgData name="Michael Hill" userId="41dba03d-e58d-4389-9894-554c10310ba4" providerId="ADAL" clId="{EF23FE1D-A042-481E-AFD7-2A9FB0847F54}" dt="2026-03-05T16:12:05.542" v="4879" actId="115"/>
          <ac:spMkLst>
            <pc:docMk/>
            <pc:sldMk cId="549985259" sldId="582"/>
            <ac:spMk id="8" creationId="{D600DF21-9DC2-2DE2-939D-571E8AA928A4}"/>
          </ac:spMkLst>
        </pc:spChg>
      </pc:sldChg>
      <pc:sldChg chg="modSp add mod">
        <pc:chgData name="Michael Hill" userId="41dba03d-e58d-4389-9894-554c10310ba4" providerId="ADAL" clId="{EF23FE1D-A042-481E-AFD7-2A9FB0847F54}" dt="2026-03-05T16:13:54.555" v="5150" actId="115"/>
        <pc:sldMkLst>
          <pc:docMk/>
          <pc:sldMk cId="1856473340" sldId="583"/>
        </pc:sldMkLst>
        <pc:spChg chg="mod">
          <ac:chgData name="Michael Hill" userId="41dba03d-e58d-4389-9894-554c10310ba4" providerId="ADAL" clId="{EF23FE1D-A042-481E-AFD7-2A9FB0847F54}" dt="2026-03-05T16:13:54.555" v="5150" actId="115"/>
          <ac:spMkLst>
            <pc:docMk/>
            <pc:sldMk cId="1856473340" sldId="583"/>
            <ac:spMk id="8" creationId="{AAB8E862-FF3D-5151-7C55-BB14F63EBC36}"/>
          </ac:spMkLst>
        </pc:spChg>
      </pc:sldChg>
      <pc:sldChg chg="delSp modSp add mod">
        <pc:chgData name="Michael Hill" userId="41dba03d-e58d-4389-9894-554c10310ba4" providerId="ADAL" clId="{EF23FE1D-A042-481E-AFD7-2A9FB0847F54}" dt="2026-03-05T16:15:29.674" v="5442" actId="115"/>
        <pc:sldMkLst>
          <pc:docMk/>
          <pc:sldMk cId="174898535" sldId="584"/>
        </pc:sldMkLst>
        <pc:spChg chg="mod">
          <ac:chgData name="Michael Hill" userId="41dba03d-e58d-4389-9894-554c10310ba4" providerId="ADAL" clId="{EF23FE1D-A042-481E-AFD7-2A9FB0847F54}" dt="2026-03-05T16:15:29.674" v="5442" actId="115"/>
          <ac:spMkLst>
            <pc:docMk/>
            <pc:sldMk cId="174898535" sldId="584"/>
            <ac:spMk id="8" creationId="{63B4D057-8F63-FD1A-392F-D65A0D4665B5}"/>
          </ac:spMkLst>
        </pc:spChg>
        <pc:picChg chg="del">
          <ac:chgData name="Michael Hill" userId="41dba03d-e58d-4389-9894-554c10310ba4" providerId="ADAL" clId="{EF23FE1D-A042-481E-AFD7-2A9FB0847F54}" dt="2026-03-05T16:15:24.435" v="5440" actId="478"/>
          <ac:picMkLst>
            <pc:docMk/>
            <pc:sldMk cId="174898535" sldId="584"/>
            <ac:picMk id="3074" creationId="{A6F330E2-06B4-8B6E-B6B3-6E3432F5F01B}"/>
          </ac:picMkLst>
        </pc:picChg>
      </pc:sldChg>
      <pc:sldChg chg="addSp modSp add mod">
        <pc:chgData name="Michael Hill" userId="41dba03d-e58d-4389-9894-554c10310ba4" providerId="ADAL" clId="{EF23FE1D-A042-481E-AFD7-2A9FB0847F54}" dt="2026-03-05T16:21:35.659" v="6246" actId="14100"/>
        <pc:sldMkLst>
          <pc:docMk/>
          <pc:sldMk cId="835954946" sldId="585"/>
        </pc:sldMkLst>
        <pc:spChg chg="mod">
          <ac:chgData name="Michael Hill" userId="41dba03d-e58d-4389-9894-554c10310ba4" providerId="ADAL" clId="{EF23FE1D-A042-481E-AFD7-2A9FB0847F54}" dt="2026-03-05T16:21:35.659" v="6246" actId="14100"/>
          <ac:spMkLst>
            <pc:docMk/>
            <pc:sldMk cId="835954946" sldId="585"/>
            <ac:spMk id="8" creationId="{A7D77CFB-EFE0-EB20-2C07-28953BD0EF88}"/>
          </ac:spMkLst>
        </pc:spChg>
        <pc:picChg chg="add mod">
          <ac:chgData name="Michael Hill" userId="41dba03d-e58d-4389-9894-554c10310ba4" providerId="ADAL" clId="{EF23FE1D-A042-481E-AFD7-2A9FB0847F54}" dt="2026-03-05T16:17:23.912" v="5710" actId="1076"/>
          <ac:picMkLst>
            <pc:docMk/>
            <pc:sldMk cId="835954946" sldId="585"/>
            <ac:picMk id="4098" creationId="{A6914332-1A17-1A97-3F46-B1D25FFFEA24}"/>
          </ac:picMkLst>
        </pc:picChg>
        <pc:picChg chg="add mod">
          <ac:chgData name="Michael Hill" userId="41dba03d-e58d-4389-9894-554c10310ba4" providerId="ADAL" clId="{EF23FE1D-A042-481E-AFD7-2A9FB0847F54}" dt="2026-03-05T16:17:37.385" v="5713" actId="1076"/>
          <ac:picMkLst>
            <pc:docMk/>
            <pc:sldMk cId="835954946" sldId="585"/>
            <ac:picMk id="4100" creationId="{CDFE1229-0CE7-E5B2-AF98-8F6875CAC87B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3-05T16:21:32.803" v="6245" actId="14100"/>
        <pc:sldMkLst>
          <pc:docMk/>
          <pc:sldMk cId="902742648" sldId="586"/>
        </pc:sldMkLst>
        <pc:spChg chg="mod">
          <ac:chgData name="Michael Hill" userId="41dba03d-e58d-4389-9894-554c10310ba4" providerId="ADAL" clId="{EF23FE1D-A042-481E-AFD7-2A9FB0847F54}" dt="2026-03-05T16:21:32.803" v="6245" actId="14100"/>
          <ac:spMkLst>
            <pc:docMk/>
            <pc:sldMk cId="902742648" sldId="586"/>
            <ac:spMk id="8" creationId="{1B4529CC-50E3-42F7-9661-A5C5EBFD5A45}"/>
          </ac:spMkLst>
        </pc:spChg>
        <pc:picChg chg="del">
          <ac:chgData name="Michael Hill" userId="41dba03d-e58d-4389-9894-554c10310ba4" providerId="ADAL" clId="{EF23FE1D-A042-481E-AFD7-2A9FB0847F54}" dt="2026-03-05T16:18:11.514" v="5890" actId="478"/>
          <ac:picMkLst>
            <pc:docMk/>
            <pc:sldMk cId="902742648" sldId="586"/>
            <ac:picMk id="4098" creationId="{C24321D9-6989-B33A-5B91-91354E735091}"/>
          </ac:picMkLst>
        </pc:picChg>
        <pc:picChg chg="del">
          <ac:chgData name="Michael Hill" userId="41dba03d-e58d-4389-9894-554c10310ba4" providerId="ADAL" clId="{EF23FE1D-A042-481E-AFD7-2A9FB0847F54}" dt="2026-03-05T16:18:11.882" v="5891" actId="478"/>
          <ac:picMkLst>
            <pc:docMk/>
            <pc:sldMk cId="902742648" sldId="586"/>
            <ac:picMk id="4100" creationId="{9A00EF71-EB1E-AADC-F317-0D848991F328}"/>
          </ac:picMkLst>
        </pc:picChg>
        <pc:picChg chg="add mod">
          <ac:chgData name="Michael Hill" userId="41dba03d-e58d-4389-9894-554c10310ba4" providerId="ADAL" clId="{EF23FE1D-A042-481E-AFD7-2A9FB0847F54}" dt="2026-03-05T16:18:24.178" v="5894" actId="1076"/>
          <ac:picMkLst>
            <pc:docMk/>
            <pc:sldMk cId="902742648" sldId="586"/>
            <ac:picMk id="5122" creationId="{5A3D1871-7493-CE49-5824-E124480ED5B4}"/>
          </ac:picMkLst>
        </pc:picChg>
        <pc:picChg chg="add mod">
          <ac:chgData name="Michael Hill" userId="41dba03d-e58d-4389-9894-554c10310ba4" providerId="ADAL" clId="{EF23FE1D-A042-481E-AFD7-2A9FB0847F54}" dt="2026-03-05T16:18:38.091" v="5898" actId="1076"/>
          <ac:picMkLst>
            <pc:docMk/>
            <pc:sldMk cId="902742648" sldId="586"/>
            <ac:picMk id="5124" creationId="{0C38BA1D-B8C0-945B-E131-1659E36C30CF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3-05T16:28:09.331" v="7527" actId="1076"/>
        <pc:sldMkLst>
          <pc:docMk/>
          <pc:sldMk cId="2007225903" sldId="587"/>
        </pc:sldMkLst>
        <pc:spChg chg="add del">
          <ac:chgData name="Michael Hill" userId="41dba03d-e58d-4389-9894-554c10310ba4" providerId="ADAL" clId="{EF23FE1D-A042-481E-AFD7-2A9FB0847F54}" dt="2026-03-05T16:28:04.100" v="7523" actId="22"/>
          <ac:spMkLst>
            <pc:docMk/>
            <pc:sldMk cId="2007225903" sldId="587"/>
            <ac:spMk id="3" creationId="{1AAF841A-DBEE-3062-0258-80EA29DC59AA}"/>
          </ac:spMkLst>
        </pc:spChg>
        <pc:spChg chg="add del mod">
          <ac:chgData name="Michael Hill" userId="41dba03d-e58d-4389-9894-554c10310ba4" providerId="ADAL" clId="{EF23FE1D-A042-481E-AFD7-2A9FB0847F54}" dt="2026-03-05T16:21:30.646" v="6244" actId="14100"/>
          <ac:spMkLst>
            <pc:docMk/>
            <pc:sldMk cId="2007225903" sldId="587"/>
            <ac:spMk id="8" creationId="{0BE0A018-5844-23BB-04BF-53D82A4E6D61}"/>
          </ac:spMkLst>
        </pc:spChg>
        <pc:picChg chg="del">
          <ac:chgData name="Michael Hill" userId="41dba03d-e58d-4389-9894-554c10310ba4" providerId="ADAL" clId="{EF23FE1D-A042-481E-AFD7-2A9FB0847F54}" dt="2026-03-05T16:20:04.137" v="6237" actId="478"/>
          <ac:picMkLst>
            <pc:docMk/>
            <pc:sldMk cId="2007225903" sldId="587"/>
            <ac:picMk id="5122" creationId="{3C5F5FBD-2F5C-B560-B733-8DE943C432EE}"/>
          </ac:picMkLst>
        </pc:picChg>
        <pc:picChg chg="add del">
          <ac:chgData name="Michael Hill" userId="41dba03d-e58d-4389-9894-554c10310ba4" providerId="ADAL" clId="{EF23FE1D-A042-481E-AFD7-2A9FB0847F54}" dt="2026-03-05T16:20:03.757" v="6236" actId="478"/>
          <ac:picMkLst>
            <pc:docMk/>
            <pc:sldMk cId="2007225903" sldId="587"/>
            <ac:picMk id="5124" creationId="{424D0092-1BF2-651B-3B6B-6FD849000B5A}"/>
          </ac:picMkLst>
        </pc:picChg>
        <pc:picChg chg="add del mod">
          <ac:chgData name="Michael Hill" userId="41dba03d-e58d-4389-9894-554c10310ba4" providerId="ADAL" clId="{EF23FE1D-A042-481E-AFD7-2A9FB0847F54}" dt="2026-03-05T16:27:50.449" v="7521" actId="478"/>
          <ac:picMkLst>
            <pc:docMk/>
            <pc:sldMk cId="2007225903" sldId="587"/>
            <ac:picMk id="6146" creationId="{8F154C15-B4E7-1F8B-7CD4-5272D9765B42}"/>
          </ac:picMkLst>
        </pc:picChg>
        <pc:picChg chg="add mod">
          <ac:chgData name="Michael Hill" userId="41dba03d-e58d-4389-9894-554c10310ba4" providerId="ADAL" clId="{EF23FE1D-A042-481E-AFD7-2A9FB0847F54}" dt="2026-03-05T16:21:07.049" v="6243" actId="1076"/>
          <ac:picMkLst>
            <pc:docMk/>
            <pc:sldMk cId="2007225903" sldId="587"/>
            <ac:picMk id="6148" creationId="{9797785C-9CD6-5CE4-1442-9DD20DD0A69E}"/>
          </ac:picMkLst>
        </pc:picChg>
        <pc:picChg chg="add mod">
          <ac:chgData name="Michael Hill" userId="41dba03d-e58d-4389-9894-554c10310ba4" providerId="ADAL" clId="{EF23FE1D-A042-481E-AFD7-2A9FB0847F54}" dt="2026-03-05T16:28:09.331" v="7527" actId="1076"/>
          <ac:picMkLst>
            <pc:docMk/>
            <pc:sldMk cId="2007225903" sldId="587"/>
            <ac:picMk id="6150" creationId="{E76E064B-2B3A-A769-5F3E-25A4CF119403}"/>
          </ac:picMkLst>
        </pc:picChg>
      </pc:sldChg>
      <pc:sldChg chg="delSp modSp add mod">
        <pc:chgData name="Michael Hill" userId="41dba03d-e58d-4389-9894-554c10310ba4" providerId="ADAL" clId="{EF23FE1D-A042-481E-AFD7-2A9FB0847F54}" dt="2026-03-05T16:23:26.118" v="6592" actId="478"/>
        <pc:sldMkLst>
          <pc:docMk/>
          <pc:sldMk cId="2798238339" sldId="588"/>
        </pc:sldMkLst>
        <pc:spChg chg="mod">
          <ac:chgData name="Michael Hill" userId="41dba03d-e58d-4389-9894-554c10310ba4" providerId="ADAL" clId="{EF23FE1D-A042-481E-AFD7-2A9FB0847F54}" dt="2026-03-05T16:21:50.589" v="6262" actId="14100"/>
          <ac:spMkLst>
            <pc:docMk/>
            <pc:sldMk cId="2798238339" sldId="588"/>
            <ac:spMk id="5" creationId="{E472F571-C2C8-EA1E-5DE3-7BDCD3CF476E}"/>
          </ac:spMkLst>
        </pc:spChg>
        <pc:spChg chg="mod">
          <ac:chgData name="Michael Hill" userId="41dba03d-e58d-4389-9894-554c10310ba4" providerId="ADAL" clId="{EF23FE1D-A042-481E-AFD7-2A9FB0847F54}" dt="2026-03-05T16:23:01.994" v="6589" actId="115"/>
          <ac:spMkLst>
            <pc:docMk/>
            <pc:sldMk cId="2798238339" sldId="588"/>
            <ac:spMk id="8" creationId="{1FD2216C-FDF7-69D1-1AD6-5FBE9F5EDA21}"/>
          </ac:spMkLst>
        </pc:spChg>
        <pc:picChg chg="del">
          <ac:chgData name="Michael Hill" userId="41dba03d-e58d-4389-9894-554c10310ba4" providerId="ADAL" clId="{EF23FE1D-A042-481E-AFD7-2A9FB0847F54}" dt="2026-03-05T16:23:25.798" v="6591" actId="478"/>
          <ac:picMkLst>
            <pc:docMk/>
            <pc:sldMk cId="2798238339" sldId="588"/>
            <ac:picMk id="6146" creationId="{5164721D-E8AD-360A-8D5D-DD9C54164D69}"/>
          </ac:picMkLst>
        </pc:picChg>
        <pc:picChg chg="del">
          <ac:chgData name="Michael Hill" userId="41dba03d-e58d-4389-9894-554c10310ba4" providerId="ADAL" clId="{EF23FE1D-A042-481E-AFD7-2A9FB0847F54}" dt="2026-03-05T16:23:26.118" v="6592" actId="478"/>
          <ac:picMkLst>
            <pc:docMk/>
            <pc:sldMk cId="2798238339" sldId="588"/>
            <ac:picMk id="6148" creationId="{87A5F60C-09CE-A7F5-1C67-B91271CC1F2F}"/>
          </ac:picMkLst>
        </pc:picChg>
      </pc:sldChg>
      <pc:sldChg chg="delSp modSp add mod">
        <pc:chgData name="Michael Hill" userId="41dba03d-e58d-4389-9894-554c10310ba4" providerId="ADAL" clId="{EF23FE1D-A042-481E-AFD7-2A9FB0847F54}" dt="2026-03-05T16:22:10.755" v="6333" actId="478"/>
        <pc:sldMkLst>
          <pc:docMk/>
          <pc:sldMk cId="3711757685" sldId="589"/>
        </pc:sldMkLst>
        <pc:spChg chg="mod">
          <ac:chgData name="Michael Hill" userId="41dba03d-e58d-4389-9894-554c10310ba4" providerId="ADAL" clId="{EF23FE1D-A042-481E-AFD7-2A9FB0847F54}" dt="2026-03-05T16:22:01.062" v="6331" actId="20577"/>
          <ac:spMkLst>
            <pc:docMk/>
            <pc:sldMk cId="3711757685" sldId="589"/>
            <ac:spMk id="8" creationId="{24C28AD2-EB4F-B8FB-6796-E145AF487BCA}"/>
          </ac:spMkLst>
        </pc:spChg>
        <pc:picChg chg="del">
          <ac:chgData name="Michael Hill" userId="41dba03d-e58d-4389-9894-554c10310ba4" providerId="ADAL" clId="{EF23FE1D-A042-481E-AFD7-2A9FB0847F54}" dt="2026-03-05T16:22:10.355" v="6332" actId="478"/>
          <ac:picMkLst>
            <pc:docMk/>
            <pc:sldMk cId="3711757685" sldId="589"/>
            <ac:picMk id="6146" creationId="{4222EB1B-1357-98C2-D390-EAC7238C49EF}"/>
          </ac:picMkLst>
        </pc:picChg>
        <pc:picChg chg="del">
          <ac:chgData name="Michael Hill" userId="41dba03d-e58d-4389-9894-554c10310ba4" providerId="ADAL" clId="{EF23FE1D-A042-481E-AFD7-2A9FB0847F54}" dt="2026-03-05T16:22:10.755" v="6333" actId="478"/>
          <ac:picMkLst>
            <pc:docMk/>
            <pc:sldMk cId="3711757685" sldId="589"/>
            <ac:picMk id="6148" creationId="{157FD0C7-24AB-193D-25DB-4874E6F43EE4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3-05T16:24:48.067" v="6886" actId="1076"/>
        <pc:sldMkLst>
          <pc:docMk/>
          <pc:sldMk cId="3553717050" sldId="590"/>
        </pc:sldMkLst>
        <pc:spChg chg="mod">
          <ac:chgData name="Michael Hill" userId="41dba03d-e58d-4389-9894-554c10310ba4" providerId="ADAL" clId="{EF23FE1D-A042-481E-AFD7-2A9FB0847F54}" dt="2026-03-05T16:24:09.085" v="6875" actId="20577"/>
          <ac:spMkLst>
            <pc:docMk/>
            <pc:sldMk cId="3553717050" sldId="590"/>
            <ac:spMk id="8" creationId="{4A75A19C-BF5F-287E-BCAC-57DF749E5402}"/>
          </ac:spMkLst>
        </pc:spChg>
        <pc:picChg chg="del">
          <ac:chgData name="Michael Hill" userId="41dba03d-e58d-4389-9894-554c10310ba4" providerId="ADAL" clId="{EF23FE1D-A042-481E-AFD7-2A9FB0847F54}" dt="2026-03-05T16:24:10.663" v="6876" actId="478"/>
          <ac:picMkLst>
            <pc:docMk/>
            <pc:sldMk cId="3553717050" sldId="590"/>
            <ac:picMk id="6146" creationId="{0C55C213-2093-6B66-432C-A21839AE0315}"/>
          </ac:picMkLst>
        </pc:picChg>
        <pc:picChg chg="del">
          <ac:chgData name="Michael Hill" userId="41dba03d-e58d-4389-9894-554c10310ba4" providerId="ADAL" clId="{EF23FE1D-A042-481E-AFD7-2A9FB0847F54}" dt="2026-03-05T16:24:11.048" v="6877" actId="478"/>
          <ac:picMkLst>
            <pc:docMk/>
            <pc:sldMk cId="3553717050" sldId="590"/>
            <ac:picMk id="6148" creationId="{9584606A-90E5-B308-7D99-52F1AF1B6718}"/>
          </ac:picMkLst>
        </pc:picChg>
        <pc:picChg chg="add mod">
          <ac:chgData name="Michael Hill" userId="41dba03d-e58d-4389-9894-554c10310ba4" providerId="ADAL" clId="{EF23FE1D-A042-481E-AFD7-2A9FB0847F54}" dt="2026-03-05T16:24:38.187" v="6883" actId="1076"/>
          <ac:picMkLst>
            <pc:docMk/>
            <pc:sldMk cId="3553717050" sldId="590"/>
            <ac:picMk id="7170" creationId="{D165F596-D3DE-4EF9-1223-7CD7B38497CA}"/>
          </ac:picMkLst>
        </pc:picChg>
        <pc:picChg chg="add mod">
          <ac:chgData name="Michael Hill" userId="41dba03d-e58d-4389-9894-554c10310ba4" providerId="ADAL" clId="{EF23FE1D-A042-481E-AFD7-2A9FB0847F54}" dt="2026-03-05T16:24:48.067" v="6886" actId="1076"/>
          <ac:picMkLst>
            <pc:docMk/>
            <pc:sldMk cId="3553717050" sldId="590"/>
            <ac:picMk id="7172" creationId="{711CF1D8-A96C-E815-0580-9833AEE276DA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3-05T16:26:16.173" v="7173" actId="1076"/>
        <pc:sldMkLst>
          <pc:docMk/>
          <pc:sldMk cId="3140415156" sldId="591"/>
        </pc:sldMkLst>
        <pc:spChg chg="add del">
          <ac:chgData name="Michael Hill" userId="41dba03d-e58d-4389-9894-554c10310ba4" providerId="ADAL" clId="{EF23FE1D-A042-481E-AFD7-2A9FB0847F54}" dt="2026-03-05T16:25:55.535" v="7167" actId="22"/>
          <ac:spMkLst>
            <pc:docMk/>
            <pc:sldMk cId="3140415156" sldId="591"/>
            <ac:spMk id="3" creationId="{96A16AA5-45B7-A643-7688-1AF4AB9F9B5E}"/>
          </ac:spMkLst>
        </pc:spChg>
        <pc:spChg chg="mod">
          <ac:chgData name="Michael Hill" userId="41dba03d-e58d-4389-9894-554c10310ba4" providerId="ADAL" clId="{EF23FE1D-A042-481E-AFD7-2A9FB0847F54}" dt="2026-03-05T16:25:38.030" v="7163" actId="20577"/>
          <ac:spMkLst>
            <pc:docMk/>
            <pc:sldMk cId="3140415156" sldId="591"/>
            <ac:spMk id="8" creationId="{831C4C56-ECF5-E9EB-27CB-10D25CE7B952}"/>
          </ac:spMkLst>
        </pc:spChg>
        <pc:picChg chg="del">
          <ac:chgData name="Michael Hill" userId="41dba03d-e58d-4389-9894-554c10310ba4" providerId="ADAL" clId="{EF23FE1D-A042-481E-AFD7-2A9FB0847F54}" dt="2026-03-05T16:25:40.924" v="7165" actId="478"/>
          <ac:picMkLst>
            <pc:docMk/>
            <pc:sldMk cId="3140415156" sldId="591"/>
            <ac:picMk id="7170" creationId="{3975CA91-C286-B155-8704-C11BA722D622}"/>
          </ac:picMkLst>
        </pc:picChg>
        <pc:picChg chg="del">
          <ac:chgData name="Michael Hill" userId="41dba03d-e58d-4389-9894-554c10310ba4" providerId="ADAL" clId="{EF23FE1D-A042-481E-AFD7-2A9FB0847F54}" dt="2026-03-05T16:25:40.508" v="7164" actId="478"/>
          <ac:picMkLst>
            <pc:docMk/>
            <pc:sldMk cId="3140415156" sldId="591"/>
            <ac:picMk id="7172" creationId="{FD7E8D6F-3D37-EFD8-F332-4CDC58A03346}"/>
          </ac:picMkLst>
        </pc:picChg>
        <pc:picChg chg="add mod">
          <ac:chgData name="Michael Hill" userId="41dba03d-e58d-4389-9894-554c10310ba4" providerId="ADAL" clId="{EF23FE1D-A042-481E-AFD7-2A9FB0847F54}" dt="2026-03-05T16:26:02.061" v="7170" actId="1076"/>
          <ac:picMkLst>
            <pc:docMk/>
            <pc:sldMk cId="3140415156" sldId="591"/>
            <ac:picMk id="8194" creationId="{88E7D3E1-7E63-E2D9-9FE8-E0CFC7596FAC}"/>
          </ac:picMkLst>
        </pc:picChg>
        <pc:picChg chg="add mod">
          <ac:chgData name="Michael Hill" userId="41dba03d-e58d-4389-9894-554c10310ba4" providerId="ADAL" clId="{EF23FE1D-A042-481E-AFD7-2A9FB0847F54}" dt="2026-03-05T16:26:16.173" v="7173" actId="1076"/>
          <ac:picMkLst>
            <pc:docMk/>
            <pc:sldMk cId="3140415156" sldId="591"/>
            <ac:picMk id="8196" creationId="{534551D6-A010-B130-C4A7-AEAD54193426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3-05T16:27:46.994" v="7520" actId="1076"/>
        <pc:sldMkLst>
          <pc:docMk/>
          <pc:sldMk cId="935057375" sldId="592"/>
        </pc:sldMkLst>
        <pc:spChg chg="add">
          <ac:chgData name="Michael Hill" userId="41dba03d-e58d-4389-9894-554c10310ba4" providerId="ADAL" clId="{EF23FE1D-A042-481E-AFD7-2A9FB0847F54}" dt="2026-03-05T16:27:23.542" v="7511"/>
          <ac:spMkLst>
            <pc:docMk/>
            <pc:sldMk cId="935057375" sldId="592"/>
            <ac:spMk id="2" creationId="{669DD64E-8493-8D41-D2D0-46FE1FE7797D}"/>
          </ac:spMkLst>
        </pc:spChg>
        <pc:spChg chg="add">
          <ac:chgData name="Michael Hill" userId="41dba03d-e58d-4389-9894-554c10310ba4" providerId="ADAL" clId="{EF23FE1D-A042-481E-AFD7-2A9FB0847F54}" dt="2026-03-05T16:27:27.304" v="7512"/>
          <ac:spMkLst>
            <pc:docMk/>
            <pc:sldMk cId="935057375" sldId="592"/>
            <ac:spMk id="3" creationId="{027D1F31-3E09-030A-8B44-A944A2C46CCA}"/>
          </ac:spMkLst>
        </pc:spChg>
        <pc:spChg chg="mod">
          <ac:chgData name="Michael Hill" userId="41dba03d-e58d-4389-9894-554c10310ba4" providerId="ADAL" clId="{EF23FE1D-A042-481E-AFD7-2A9FB0847F54}" dt="2026-03-05T16:27:11.827" v="7509" actId="20577"/>
          <ac:spMkLst>
            <pc:docMk/>
            <pc:sldMk cId="935057375" sldId="592"/>
            <ac:spMk id="8" creationId="{22B921AD-67E3-F65D-A24D-2D62CBDDA2B2}"/>
          </ac:spMkLst>
        </pc:spChg>
        <pc:picChg chg="del">
          <ac:chgData name="Michael Hill" userId="41dba03d-e58d-4389-9894-554c10310ba4" providerId="ADAL" clId="{EF23FE1D-A042-481E-AFD7-2A9FB0847F54}" dt="2026-03-05T16:27:22.512" v="7510" actId="478"/>
          <ac:picMkLst>
            <pc:docMk/>
            <pc:sldMk cId="935057375" sldId="592"/>
            <ac:picMk id="8194" creationId="{4220A8B3-0CB8-7139-AAC0-E8BAD6CC9980}"/>
          </ac:picMkLst>
        </pc:picChg>
        <pc:picChg chg="del">
          <ac:chgData name="Michael Hill" userId="41dba03d-e58d-4389-9894-554c10310ba4" providerId="ADAL" clId="{EF23FE1D-A042-481E-AFD7-2A9FB0847F54}" dt="2026-03-05T16:27:36.514" v="7517" actId="478"/>
          <ac:picMkLst>
            <pc:docMk/>
            <pc:sldMk cId="935057375" sldId="592"/>
            <ac:picMk id="8196" creationId="{8AB5CC36-9CE3-9DA2-978F-DE33F84232F8}"/>
          </ac:picMkLst>
        </pc:picChg>
        <pc:picChg chg="add mod">
          <ac:chgData name="Michael Hill" userId="41dba03d-e58d-4389-9894-554c10310ba4" providerId="ADAL" clId="{EF23FE1D-A042-481E-AFD7-2A9FB0847F54}" dt="2026-03-05T16:27:35.508" v="7516" actId="1076"/>
          <ac:picMkLst>
            <pc:docMk/>
            <pc:sldMk cId="935057375" sldId="592"/>
            <ac:picMk id="9222" creationId="{A0DC2EA4-F1CF-5B1E-5589-5C14A0B5E5C8}"/>
          </ac:picMkLst>
        </pc:picChg>
        <pc:picChg chg="add mod">
          <ac:chgData name="Michael Hill" userId="41dba03d-e58d-4389-9894-554c10310ba4" providerId="ADAL" clId="{EF23FE1D-A042-481E-AFD7-2A9FB0847F54}" dt="2026-03-05T16:27:46.994" v="7520" actId="1076"/>
          <ac:picMkLst>
            <pc:docMk/>
            <pc:sldMk cId="935057375" sldId="592"/>
            <ac:picMk id="9224" creationId="{0CF32A16-40C3-4D6D-E9EE-AB492ED36E2B}"/>
          </ac:picMkLst>
        </pc:picChg>
      </pc:sldChg>
      <pc:sldChg chg="delSp modSp add mod">
        <pc:chgData name="Michael Hill" userId="41dba03d-e58d-4389-9894-554c10310ba4" providerId="ADAL" clId="{EF23FE1D-A042-481E-AFD7-2A9FB0847F54}" dt="2026-03-05T16:29:08.119" v="7593" actId="20577"/>
        <pc:sldMkLst>
          <pc:docMk/>
          <pc:sldMk cId="3362208710" sldId="593"/>
        </pc:sldMkLst>
        <pc:spChg chg="mod">
          <ac:chgData name="Michael Hill" userId="41dba03d-e58d-4389-9894-554c10310ba4" providerId="ADAL" clId="{EF23FE1D-A042-481E-AFD7-2A9FB0847F54}" dt="2026-03-05T16:29:08.119" v="7593" actId="20577"/>
          <ac:spMkLst>
            <pc:docMk/>
            <pc:sldMk cId="3362208710" sldId="593"/>
            <ac:spMk id="8" creationId="{B16C348E-0891-8661-A595-82DF2159EA86}"/>
          </ac:spMkLst>
        </pc:spChg>
        <pc:picChg chg="del">
          <ac:chgData name="Michael Hill" userId="41dba03d-e58d-4389-9894-554c10310ba4" providerId="ADAL" clId="{EF23FE1D-A042-481E-AFD7-2A9FB0847F54}" dt="2026-03-05T16:28:56.788" v="7530" actId="478"/>
          <ac:picMkLst>
            <pc:docMk/>
            <pc:sldMk cId="3362208710" sldId="593"/>
            <ac:picMk id="9222" creationId="{E94BB9B6-9B45-8D78-1ABB-84B5AA6C5D8A}"/>
          </ac:picMkLst>
        </pc:picChg>
        <pc:picChg chg="del">
          <ac:chgData name="Michael Hill" userId="41dba03d-e58d-4389-9894-554c10310ba4" providerId="ADAL" clId="{EF23FE1D-A042-481E-AFD7-2A9FB0847F54}" dt="2026-03-05T16:28:56.484" v="7529" actId="478"/>
          <ac:picMkLst>
            <pc:docMk/>
            <pc:sldMk cId="3362208710" sldId="593"/>
            <ac:picMk id="9224" creationId="{8777E038-A5D4-955C-C535-BC7D4183E927}"/>
          </ac:picMkLst>
        </pc:picChg>
      </pc:sldChg>
      <pc:sldChg chg="modSp add mod">
        <pc:chgData name="Michael Hill" userId="41dba03d-e58d-4389-9894-554c10310ba4" providerId="ADAL" clId="{EF23FE1D-A042-481E-AFD7-2A9FB0847F54}" dt="2026-03-05T16:31:10.452" v="7974" actId="115"/>
        <pc:sldMkLst>
          <pc:docMk/>
          <pc:sldMk cId="1591352968" sldId="594"/>
        </pc:sldMkLst>
        <pc:spChg chg="mod">
          <ac:chgData name="Michael Hill" userId="41dba03d-e58d-4389-9894-554c10310ba4" providerId="ADAL" clId="{EF23FE1D-A042-481E-AFD7-2A9FB0847F54}" dt="2026-03-05T16:31:10.452" v="7974" actId="115"/>
          <ac:spMkLst>
            <pc:docMk/>
            <pc:sldMk cId="1591352968" sldId="594"/>
            <ac:spMk id="8" creationId="{37E3EE68-F2C3-CFB4-1325-65FE70BD2F52}"/>
          </ac:spMkLst>
        </pc:spChg>
      </pc:sldChg>
      <pc:sldChg chg="addSp modSp add mod">
        <pc:chgData name="Michael Hill" userId="41dba03d-e58d-4389-9894-554c10310ba4" providerId="ADAL" clId="{EF23FE1D-A042-481E-AFD7-2A9FB0847F54}" dt="2026-03-05T16:41:08.314" v="8585" actId="115"/>
        <pc:sldMkLst>
          <pc:docMk/>
          <pc:sldMk cId="3526373846" sldId="595"/>
        </pc:sldMkLst>
        <pc:spChg chg="mod">
          <ac:chgData name="Michael Hill" userId="41dba03d-e58d-4389-9894-554c10310ba4" providerId="ADAL" clId="{EF23FE1D-A042-481E-AFD7-2A9FB0847F54}" dt="2026-03-05T16:31:29.892" v="8000" actId="1076"/>
          <ac:spMkLst>
            <pc:docMk/>
            <pc:sldMk cId="3526373846" sldId="595"/>
            <ac:spMk id="5" creationId="{F431E69E-2115-39CF-9457-32316F87AC61}"/>
          </ac:spMkLst>
        </pc:spChg>
        <pc:spChg chg="mod">
          <ac:chgData name="Michael Hill" userId="41dba03d-e58d-4389-9894-554c10310ba4" providerId="ADAL" clId="{EF23FE1D-A042-481E-AFD7-2A9FB0847F54}" dt="2026-03-05T16:41:08.314" v="8585" actId="115"/>
          <ac:spMkLst>
            <pc:docMk/>
            <pc:sldMk cId="3526373846" sldId="595"/>
            <ac:spMk id="8" creationId="{2E73E593-6923-24F7-39F7-94990FB16FA4}"/>
          </ac:spMkLst>
        </pc:spChg>
        <pc:picChg chg="add mod">
          <ac:chgData name="Michael Hill" userId="41dba03d-e58d-4389-9894-554c10310ba4" providerId="ADAL" clId="{EF23FE1D-A042-481E-AFD7-2A9FB0847F54}" dt="2026-03-05T16:39:56.751" v="8580" actId="1076"/>
          <ac:picMkLst>
            <pc:docMk/>
            <pc:sldMk cId="3526373846" sldId="595"/>
            <ac:picMk id="3" creationId="{19C2C45B-DB5B-B5CE-87AB-DAA697A26E18}"/>
          </ac:picMkLst>
        </pc:picChg>
        <pc:picChg chg="add mod">
          <ac:chgData name="Michael Hill" userId="41dba03d-e58d-4389-9894-554c10310ba4" providerId="ADAL" clId="{EF23FE1D-A042-481E-AFD7-2A9FB0847F54}" dt="2026-03-05T16:40:41.969" v="8584" actId="1076"/>
          <ac:picMkLst>
            <pc:docMk/>
            <pc:sldMk cId="3526373846" sldId="595"/>
            <ac:picMk id="10" creationId="{7797DE1F-38C3-019C-A1DC-7E488B875388}"/>
          </ac:picMkLst>
        </pc:picChg>
      </pc:sldChg>
      <pc:sldChg chg="modSp add mod">
        <pc:chgData name="Michael Hill" userId="41dba03d-e58d-4389-9894-554c10310ba4" providerId="ADAL" clId="{EF23FE1D-A042-481E-AFD7-2A9FB0847F54}" dt="2026-03-05T16:31:56.157" v="8142" actId="20577"/>
        <pc:sldMkLst>
          <pc:docMk/>
          <pc:sldMk cId="3685519202" sldId="596"/>
        </pc:sldMkLst>
        <pc:spChg chg="mod">
          <ac:chgData name="Michael Hill" userId="41dba03d-e58d-4389-9894-554c10310ba4" providerId="ADAL" clId="{EF23FE1D-A042-481E-AFD7-2A9FB0847F54}" dt="2026-03-05T16:31:56.157" v="8142" actId="20577"/>
          <ac:spMkLst>
            <pc:docMk/>
            <pc:sldMk cId="3685519202" sldId="596"/>
            <ac:spMk id="8" creationId="{DFE21DB0-C418-C45C-2673-A5C8D9D52299}"/>
          </ac:spMkLst>
        </pc:spChg>
      </pc:sldChg>
      <pc:sldChg chg="add del">
        <pc:chgData name="Michael Hill" userId="41dba03d-e58d-4389-9894-554c10310ba4" providerId="ADAL" clId="{EF23FE1D-A042-481E-AFD7-2A9FB0847F54}" dt="2026-03-05T16:31:58.605" v="8144" actId="2890"/>
        <pc:sldMkLst>
          <pc:docMk/>
          <pc:sldMk cId="854003952" sldId="597"/>
        </pc:sldMkLst>
      </pc:sldChg>
      <pc:sldChg chg="addSp delSp modSp add mod">
        <pc:chgData name="Michael Hill" userId="41dba03d-e58d-4389-9894-554c10310ba4" providerId="ADAL" clId="{EF23FE1D-A042-481E-AFD7-2A9FB0847F54}" dt="2026-03-05T16:41:24.500" v="8606" actId="20577"/>
        <pc:sldMkLst>
          <pc:docMk/>
          <pc:sldMk cId="1858658795" sldId="597"/>
        </pc:sldMkLst>
        <pc:spChg chg="mod">
          <ac:chgData name="Michael Hill" userId="41dba03d-e58d-4389-9894-554c10310ba4" providerId="ADAL" clId="{EF23FE1D-A042-481E-AFD7-2A9FB0847F54}" dt="2026-03-05T16:41:24.500" v="8606" actId="20577"/>
          <ac:spMkLst>
            <pc:docMk/>
            <pc:sldMk cId="1858658795" sldId="597"/>
            <ac:spMk id="8" creationId="{BF705A94-9EAF-6B61-E2D8-025595B453F5}"/>
          </ac:spMkLst>
        </pc:spChg>
        <pc:picChg chg="del">
          <ac:chgData name="Michael Hill" userId="41dba03d-e58d-4389-9894-554c10310ba4" providerId="ADAL" clId="{EF23FE1D-A042-481E-AFD7-2A9FB0847F54}" dt="2026-03-05T16:38:43.659" v="8342" actId="478"/>
          <ac:picMkLst>
            <pc:docMk/>
            <pc:sldMk cId="1858658795" sldId="597"/>
            <ac:picMk id="3" creationId="{41D5AB2D-08E1-C7CC-0268-E3BAF251BC9F}"/>
          </ac:picMkLst>
        </pc:picChg>
        <pc:picChg chg="add mod">
          <ac:chgData name="Michael Hill" userId="41dba03d-e58d-4389-9894-554c10310ba4" providerId="ADAL" clId="{EF23FE1D-A042-481E-AFD7-2A9FB0847F54}" dt="2026-03-05T16:39:20.406" v="8514" actId="1076"/>
          <ac:picMkLst>
            <pc:docMk/>
            <pc:sldMk cId="1858658795" sldId="597"/>
            <ac:picMk id="6" creationId="{1757B37B-DE32-E444-906B-B3D319E9F79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TOPIC B3:</a:t>
            </a:r>
          </a:p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OBJECT ORIENTED PROGRAMMING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4008656" cy="116091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B3-7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584461" y="3692233"/>
            <a:ext cx="10435473" cy="175382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ABSTRACTION, COMPOSITION, &amp; AGGREGATION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7095753" y="1908368"/>
            <a:ext cx="4516539" cy="22556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Bahnschrift" panose="020B0502040204020203" pitchFamily="34" charset="0"/>
              </a:rPr>
              <a:t>Pycharm</a:t>
            </a:r>
            <a:endParaRPr lang="en-US" sz="2800" dirty="0">
              <a:latin typeface="Bahnschrift" panose="020B0502040204020203" pitchFamily="34" charset="0"/>
            </a:endParaRPr>
          </a:p>
          <a:p>
            <a:pPr algn="ctr"/>
            <a:r>
              <a:rPr lang="en-US" sz="2800" dirty="0">
                <a:latin typeface="Bahnschrift" panose="020B0502040204020203" pitchFamily="34" charset="0"/>
              </a:rPr>
              <a:t>Notes Document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109714" y="1154440"/>
            <a:ext cx="5413224" cy="53916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Abstract Classes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Programming Abstract Classes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Composition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Aggregation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Relationships in UML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825600" y="1466923"/>
            <a:ext cx="5014261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WHAT U NEED 4 LESSON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  <p:pic>
        <p:nvPicPr>
          <p:cNvPr id="2" name="What U Need 4 Lesson">
            <a:hlinkClick r:id="" action="ppaction://media"/>
            <a:extLst>
              <a:ext uri="{FF2B5EF4-FFF2-40B4-BE49-F238E27FC236}">
                <a16:creationId xmlns:a16="http://schemas.microsoft.com/office/drawing/2014/main" id="{16E677CF-DF6E-22B1-875D-4A9F6E0CC8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739560" y="1579944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96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Give an example of a scenario where you should use inheritance to create two child classes from one parent class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D0DFC3-3199-033B-3038-298117B4E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6472E3BF-C6CE-43EF-F3A1-5B79CABC1AB9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33ACC825-3ABA-6D0A-87AB-5D62D3749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D661F8E7-2190-003A-6E09-32FEEC9A2B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AF7E2B55-F57C-6514-8188-15489F9C615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2F98248-35AF-A7C4-9769-C15F6A82AD84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2AE15D-9926-4D1A-7324-FB696EEEF512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7C95A6-B60F-E90A-E986-B69A06E5D254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Example: Plants, Monocots, Dicots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39936E-DAB7-37F7-319D-B9C68CE1D055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E64898BC-68D5-FA85-A985-D611F3134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A7CBC7B5-E24F-C2FC-2737-1E1CAE862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78C312F1-B1FD-81C9-6091-79D6529C4E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361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7F49A4-B1F9-49BD-43B5-78DB9955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40C03F9-9C0E-3C40-7F20-0E529916897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420F4BD-3F94-9A0B-AC80-D3EAA63D012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6B8FB7-6D57-529A-5728-70563F70FFC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E94BEA-2319-7709-9589-D5E10173E53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EF2758-F3AE-312F-416D-08E61458A5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Last time, we discussed inheritance and polymorphism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have parent classes that child classes can inherit variables and functions from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Today, we’ll be talking about abstract classes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A18054-BB94-C05D-C7EF-5AD50E6CC9B1}"/>
              </a:ext>
            </a:extLst>
          </p:cNvPr>
          <p:cNvSpPr/>
          <p:nvPr/>
        </p:nvSpPr>
        <p:spPr>
          <a:xfrm>
            <a:off x="-142431" y="155968"/>
            <a:ext cx="54968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ABSTRACT CLASSES</a:t>
            </a:r>
          </a:p>
        </p:txBody>
      </p:sp>
      <p:pic>
        <p:nvPicPr>
          <p:cNvPr id="1026" name="Picture 2" descr="Abstraction">
            <a:extLst>
              <a:ext uri="{FF2B5EF4-FFF2-40B4-BE49-F238E27FC236}">
                <a16:creationId xmlns:a16="http://schemas.microsoft.com/office/drawing/2014/main" id="{714BC8A9-6EF9-4D3E-D16D-AD744656D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350" y="3800170"/>
            <a:ext cx="3566157" cy="2745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3903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C6BE7D-7850-A294-FDC1-63F583803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1DFA75F-CFAA-905C-A9E6-D27D077B01E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81FCB0D-3AEA-4B5D-1A17-EC20475E4B1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2D697A6-21CC-ACAB-B133-BB0447B8ED3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D5D88B6-7D1D-938E-5C58-8E68708858A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F76085-9F59-E180-9E5D-EC8D8EF187F4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Abstract classes – classes that are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generic templates without any executable code of their own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Abstract classes cannot be instantiated 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cannot be objects of an abstract class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Abstract classes are designed to be parent classes for non-abstract child classes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C12184-BFD3-C526-0A03-8F02A5608C5B}"/>
              </a:ext>
            </a:extLst>
          </p:cNvPr>
          <p:cNvSpPr/>
          <p:nvPr/>
        </p:nvSpPr>
        <p:spPr>
          <a:xfrm>
            <a:off x="-142431" y="155968"/>
            <a:ext cx="54968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ABSTRACT CLASSES</a:t>
            </a:r>
          </a:p>
        </p:txBody>
      </p:sp>
    </p:spTree>
    <p:extLst>
      <p:ext uri="{BB962C8B-B14F-4D97-AF65-F5344CB8AC3E}">
        <p14:creationId xmlns:p14="http://schemas.microsoft.com/office/powerpoint/2010/main" val="2754560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8614FF-91A3-CEC6-44EB-B34EE75DC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A17F4DA-A2DD-79E4-002D-E9BE843E05B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E51C301-4AF3-0643-1896-ABBAB373CDF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5FE020F-E98D-6707-06CC-379C868428C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1476BB9-EB35-1411-FEA2-12E85007E51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E7D6DC-296D-14D3-7886-2ED3A4DBDCC1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Abstract classes are used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when you know all children will have certain functions – but those functions will act differently in each child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this case, it wouldn’t make sense for the parent class to have that function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But, because we know that all children will have it, we can use an abstract class as a template to ensure that all children have it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0866FF-9A29-040B-9FE0-EE470142FF66}"/>
              </a:ext>
            </a:extLst>
          </p:cNvPr>
          <p:cNvSpPr/>
          <p:nvPr/>
        </p:nvSpPr>
        <p:spPr>
          <a:xfrm>
            <a:off x="-142431" y="155968"/>
            <a:ext cx="54968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ABSTRACT CLASSES</a:t>
            </a:r>
          </a:p>
        </p:txBody>
      </p:sp>
    </p:spTree>
    <p:extLst>
      <p:ext uri="{BB962C8B-B14F-4D97-AF65-F5344CB8AC3E}">
        <p14:creationId xmlns:p14="http://schemas.microsoft.com/office/powerpoint/2010/main" val="2603777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3CDD91-C2A4-9FE8-9BA3-01C28D202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3ABB217-263D-264E-DE7C-EC94B742C25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D3F9804-5F29-DE9D-F071-A0EDC49B0B1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EB8F4EA-8C31-1A99-B4BA-73A915AFFD3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5D45858-DB36-EFBA-ED3E-F97A916C3C7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BE1788-761D-FC4D-FCEF-C1FD15733605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Abstract classes do not provide any functions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They provide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standardization and consistency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when creating child classes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somebody comes along to implement a new child class, they know what functions they must implement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a developer tries to use a class in their program, they will know all children of a class will have those functions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868823-FC75-E63F-1712-056C5AC646E4}"/>
              </a:ext>
            </a:extLst>
          </p:cNvPr>
          <p:cNvSpPr/>
          <p:nvPr/>
        </p:nvSpPr>
        <p:spPr>
          <a:xfrm>
            <a:off x="-142431" y="155968"/>
            <a:ext cx="54968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ABSTRACT CLASSES</a:t>
            </a:r>
          </a:p>
        </p:txBody>
      </p:sp>
    </p:spTree>
    <p:extLst>
      <p:ext uri="{BB962C8B-B14F-4D97-AF65-F5344CB8AC3E}">
        <p14:creationId xmlns:p14="http://schemas.microsoft.com/office/powerpoint/2010/main" val="59897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28B16B-9F21-6BC9-686A-29F31CCBB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320439C-8FE9-26FC-AF73-DB69670A484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0DDA6E9-FFF0-D264-3886-01F7C6ABE89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202F994-2FD8-DEEC-1522-47710A07708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74C6FE4-5480-40CC-4C75-B768B4FF665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A91F46-C56B-1637-2F4D-388B51664D14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Example: let’s say we have an app that manages various 2D shapes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All different 2D shape objects should have what functions?</a:t>
            </a:r>
          </a:p>
          <a:p>
            <a:pPr lvl="1">
              <a:spcBef>
                <a:spcPts val="1200"/>
              </a:spcBef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	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21231C-143D-7740-FFF0-D40653DBD97F}"/>
              </a:ext>
            </a:extLst>
          </p:cNvPr>
          <p:cNvSpPr/>
          <p:nvPr/>
        </p:nvSpPr>
        <p:spPr>
          <a:xfrm>
            <a:off x="-142431" y="155968"/>
            <a:ext cx="54968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ABSTRACT CLASSES</a:t>
            </a:r>
          </a:p>
        </p:txBody>
      </p:sp>
    </p:spTree>
    <p:extLst>
      <p:ext uri="{BB962C8B-B14F-4D97-AF65-F5344CB8AC3E}">
        <p14:creationId xmlns:p14="http://schemas.microsoft.com/office/powerpoint/2010/main" val="456984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5748AB-F336-32DA-0898-C70E3A9B4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880114A-569D-E29F-8BD5-C5AE65D858E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8FE9506-4C9A-B3B5-AC23-A21B51CF66C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D81078B-B593-5A8E-B057-8B2AA9404D8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AA77EE1-098D-20AB-F220-68604098B11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062F34-FAF2-20B0-3771-59B5C0F76581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Example: let’s say we have an app that manages various 2D shapes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All different 2D shape objects should have what functions?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Area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Perimeter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>
              <a:spcBef>
                <a:spcPts val="1200"/>
              </a:spcBef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	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480E18-E399-8561-19C3-1F1F1CDCA7FD}"/>
              </a:ext>
            </a:extLst>
          </p:cNvPr>
          <p:cNvSpPr/>
          <p:nvPr/>
        </p:nvSpPr>
        <p:spPr>
          <a:xfrm>
            <a:off x="-142431" y="155968"/>
            <a:ext cx="54968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ABSTRACT CLASSES</a:t>
            </a:r>
          </a:p>
        </p:txBody>
      </p:sp>
    </p:spTree>
    <p:extLst>
      <p:ext uri="{BB962C8B-B14F-4D97-AF65-F5344CB8AC3E}">
        <p14:creationId xmlns:p14="http://schemas.microsoft.com/office/powerpoint/2010/main" val="360827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C0A4CD-3F99-0CA0-E60E-A8C1C86A3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6773FE9-397F-A552-5990-AD93914D37A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AA12EFE-5420-EC91-2377-B4FB922B66D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A97FF05-52F7-0912-E63E-A159ED178EE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5660D84-8B09-77DA-4EC9-11B86375554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1CE012-B4C0-5D42-A996-B29B3819A624}"/>
              </a:ext>
            </a:extLst>
          </p:cNvPr>
          <p:cNvSpPr/>
          <p:nvPr/>
        </p:nvSpPr>
        <p:spPr>
          <a:xfrm>
            <a:off x="630768" y="1299334"/>
            <a:ext cx="5496860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Circles, triangles, and rectangles all have different formulas to calculate area and perimeter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But, you can’t calculate the area or perimeter for a vague ‘shape’ class, as that just doesn’t make sense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86D423-B2B3-45DE-C9CE-4BEB415F6F9D}"/>
              </a:ext>
            </a:extLst>
          </p:cNvPr>
          <p:cNvSpPr/>
          <p:nvPr/>
        </p:nvSpPr>
        <p:spPr>
          <a:xfrm>
            <a:off x="-142431" y="155968"/>
            <a:ext cx="54968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ABSTRACT CLASSES</a:t>
            </a:r>
          </a:p>
        </p:txBody>
      </p:sp>
      <p:pic>
        <p:nvPicPr>
          <p:cNvPr id="2052" name="Picture 4" descr="Basic 2d Shape Area Formula Sheet">
            <a:extLst>
              <a:ext uri="{FF2B5EF4-FFF2-40B4-BE49-F238E27FC236}">
                <a16:creationId xmlns:a16="http://schemas.microsoft.com/office/drawing/2014/main" id="{52D5FC0B-8677-4A6A-7EEB-8C501500FB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0" t="12810" r="5548" b="4547"/>
          <a:stretch>
            <a:fillRect/>
          </a:stretch>
        </p:blipFill>
        <p:spPr bwMode="auto">
          <a:xfrm>
            <a:off x="6874328" y="1063365"/>
            <a:ext cx="4918275" cy="545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2594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B8BCC7-766C-075F-0727-F16958F36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6A85B31-417F-53BD-42BD-FFF0C1998CD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9448D84-C9A4-1840-3C74-8FC5992973A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90AF95-75C8-19F2-6064-25190257337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C5C8D5A-634F-AC61-98AC-92AFD3D80E3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A69261-BCEC-42A7-3EBD-12E408317E58}"/>
              </a:ext>
            </a:extLst>
          </p:cNvPr>
          <p:cNvSpPr/>
          <p:nvPr/>
        </p:nvSpPr>
        <p:spPr>
          <a:xfrm>
            <a:off x="630768" y="1299334"/>
            <a:ext cx="5496860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So, our abstract class will have abstract functions for </a:t>
            </a:r>
            <a:r>
              <a:rPr lang="en-US" sz="2800" u="sng" dirty="0" err="1">
                <a:solidFill>
                  <a:schemeClr val="bg1"/>
                </a:solidFill>
                <a:latin typeface="Bahnschrift" panose="020B0502040204020203" pitchFamily="34" charset="0"/>
              </a:rPr>
              <a:t>getArea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 and </a:t>
            </a:r>
            <a:r>
              <a:rPr lang="en-US" sz="2800" u="sng" dirty="0" err="1">
                <a:solidFill>
                  <a:schemeClr val="bg1"/>
                </a:solidFill>
                <a:latin typeface="Bahnschrift" panose="020B0502040204020203" pitchFamily="34" charset="0"/>
              </a:rPr>
              <a:t>getPerimeter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that will be programmed separately for each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means that if we have, say, a list of 2D shapes, we can call the same function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FC6330-1EC6-7E0B-80D9-3C4F00ED86EC}"/>
              </a:ext>
            </a:extLst>
          </p:cNvPr>
          <p:cNvSpPr/>
          <p:nvPr/>
        </p:nvSpPr>
        <p:spPr>
          <a:xfrm>
            <a:off x="-142431" y="155968"/>
            <a:ext cx="54968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ABSTRACT CLASSES</a:t>
            </a:r>
          </a:p>
        </p:txBody>
      </p:sp>
      <p:pic>
        <p:nvPicPr>
          <p:cNvPr id="2052" name="Picture 4" descr="Basic 2d Shape Area Formula Sheet">
            <a:extLst>
              <a:ext uri="{FF2B5EF4-FFF2-40B4-BE49-F238E27FC236}">
                <a16:creationId xmlns:a16="http://schemas.microsoft.com/office/drawing/2014/main" id="{9DEEB5B5-CCD8-F0EF-59ED-931FB839E3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0" t="12810" r="5548" b="4547"/>
          <a:stretch>
            <a:fillRect/>
          </a:stretch>
        </p:blipFill>
        <p:spPr bwMode="auto">
          <a:xfrm>
            <a:off x="6874328" y="1063365"/>
            <a:ext cx="4918275" cy="545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138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72E739-8BD1-88FC-483A-EEBA7D9B1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4DFB7DD-DD5B-A715-200B-B8F023EE2B9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24AED68-C630-7AD5-B44F-714F0A570A1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97AAF8-8EFB-C88A-1776-1E92D648734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27F7882-0042-5730-54FC-59B6682739F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0F3F92-9AF3-C9DD-49E6-B13EB685EE21}"/>
              </a:ext>
            </a:extLst>
          </p:cNvPr>
          <p:cNvSpPr/>
          <p:nvPr/>
        </p:nvSpPr>
        <p:spPr>
          <a:xfrm>
            <a:off x="630767" y="1299334"/>
            <a:ext cx="472366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 implement an abstract class in Python, we have to do a few things: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Import ABC (abstract base class)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what all of our abstract classes will inherit from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Because we’re doing our 2D shapes, I’m also importing math to get pi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015CAA-712B-E2D2-A228-BE2192EE3F28}"/>
              </a:ext>
            </a:extLst>
          </p:cNvPr>
          <p:cNvSpPr/>
          <p:nvPr/>
        </p:nvSpPr>
        <p:spPr>
          <a:xfrm>
            <a:off x="-485331" y="208398"/>
            <a:ext cx="94170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PROGRAMMING ABSTRACT CLASSES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8A67C2-BD7A-7A5D-212A-D65954513F70}"/>
              </a:ext>
            </a:extLst>
          </p:cNvPr>
          <p:cNvSpPr/>
          <p:nvPr/>
        </p:nvSpPr>
        <p:spPr>
          <a:xfrm>
            <a:off x="5666014" y="1770277"/>
            <a:ext cx="6279839" cy="4282111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abc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import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ABC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abstractmethod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import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math</a:t>
            </a:r>
          </a:p>
        </p:txBody>
      </p:sp>
    </p:spTree>
    <p:extLst>
      <p:ext uri="{BB962C8B-B14F-4D97-AF65-F5344CB8AC3E}">
        <p14:creationId xmlns:p14="http://schemas.microsoft.com/office/powerpoint/2010/main" val="3504048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0B0B9B-6006-9CA2-061F-68189485A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F6CA0C3-C340-FF53-4924-12BEA761A92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A069AAC-3581-040B-D803-28F8EFDB1BC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618B4B8-3D5D-0D83-7756-433D3C5C5C4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7F25B68-E74F-C818-FE92-256BCF4D102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811E84-34AF-91A7-3D05-2944FAA26AE5}"/>
              </a:ext>
            </a:extLst>
          </p:cNvPr>
          <p:cNvSpPr/>
          <p:nvPr/>
        </p:nvSpPr>
        <p:spPr>
          <a:xfrm>
            <a:off x="630767" y="1299334"/>
            <a:ext cx="472366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Abstract shape class declaration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Inherits from ABC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All functions are declared with @abstractmethod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All function bodies only say ‘pass’, meaning they don’t do anything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984DAF-3D19-1A43-CBBA-5912A0F80B15}"/>
              </a:ext>
            </a:extLst>
          </p:cNvPr>
          <p:cNvSpPr/>
          <p:nvPr/>
        </p:nvSpPr>
        <p:spPr>
          <a:xfrm>
            <a:off x="-485331" y="208398"/>
            <a:ext cx="94170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PROGRAMMING ABSTRACT CLASSES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2D6AA2-96AB-06A1-D455-9F7B52C1DBB3}"/>
              </a:ext>
            </a:extLst>
          </p:cNvPr>
          <p:cNvSpPr/>
          <p:nvPr/>
        </p:nvSpPr>
        <p:spPr>
          <a:xfrm>
            <a:off x="5666014" y="1770277"/>
            <a:ext cx="6279839" cy="4282111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2000" b="1" dirty="0">
                <a:solidFill>
                  <a:srgbClr val="C6C4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Shape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(ABC):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E1DF9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@abstractmethod</a:t>
            </a:r>
            <a:br>
              <a:rPr lang="en-US" sz="2000" dirty="0">
                <a:solidFill>
                  <a:srgbClr val="E1DF9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E1DF9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 err="1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get_area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pass</a:t>
            </a:r>
            <a:b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E1DF9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@abstractmethod</a:t>
            </a:r>
            <a:br>
              <a:rPr lang="en-US" sz="2000" dirty="0">
                <a:solidFill>
                  <a:srgbClr val="E1DF9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E1DF9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 err="1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get_perimeter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pass</a:t>
            </a:r>
            <a:endParaRPr lang="en-US" sz="20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439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BCDE87-6DEF-B7BB-5C0D-4784AEEAB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F1A4FF1-AE79-CF24-D690-CFD888DF98F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AF2CB65-1640-08B1-FB75-0455646FC31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B979AD-7F2A-931E-7463-75B314E7F8B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1D3DE5E-9856-9FA3-E200-85EB453DB8E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A73892-79DE-784C-F1E2-878B04B2B735}"/>
              </a:ext>
            </a:extLst>
          </p:cNvPr>
          <p:cNvSpPr/>
          <p:nvPr/>
        </p:nvSpPr>
        <p:spPr>
          <a:xfrm>
            <a:off x="1" y="1299334"/>
            <a:ext cx="5354428" cy="5558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Now, for the classes that inherit from Shape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First, rectangle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Rectangle’s parent is the Shape abstract class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still need the constructor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have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get_area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and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get_perimeter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functions, like the abstract parent class does, except they actually do something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700005-F7D2-7DF9-D2A0-EE31DBDDFDA2}"/>
              </a:ext>
            </a:extLst>
          </p:cNvPr>
          <p:cNvSpPr/>
          <p:nvPr/>
        </p:nvSpPr>
        <p:spPr>
          <a:xfrm>
            <a:off x="-485331" y="208398"/>
            <a:ext cx="94170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PROGRAMMING ABSTRACT CLASSES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078F94-ED3E-EA09-E14C-F9C0AD6497C2}"/>
              </a:ext>
            </a:extLst>
          </p:cNvPr>
          <p:cNvSpPr/>
          <p:nvPr/>
        </p:nvSpPr>
        <p:spPr>
          <a:xfrm>
            <a:off x="5268685" y="1781666"/>
            <a:ext cx="6923315" cy="4282111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2000" b="1" dirty="0">
                <a:solidFill>
                  <a:srgbClr val="C6C4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Rectangle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(Shape):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2000" dirty="0" err="1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r>
              <a:rPr lang="en-US" sz="20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width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height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.width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width</a:t>
            </a:r>
            <a:b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.height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height</a:t>
            </a:r>
            <a:b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 err="1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get_area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.width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*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.height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 err="1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get_perimeter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* (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.width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+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.height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77308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3E1816-A3BF-97E8-8F9F-13F6E6675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BD19ADD-9551-C0DF-EF22-61E91E69FCA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8C2A436-A175-3177-F648-0AAFBA9EFC5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9E833F7-EC48-FCAF-E95B-563076F992C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FB6AE63-799A-3331-FC56-202954D0221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E8D2F9-6DEA-BC67-7762-B432688C57E7}"/>
              </a:ext>
            </a:extLst>
          </p:cNvPr>
          <p:cNvSpPr/>
          <p:nvPr/>
        </p:nvSpPr>
        <p:spPr>
          <a:xfrm>
            <a:off x="408213" y="1299334"/>
            <a:ext cx="5393246" cy="5558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Next, let’s do circle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Circle’s parent is also the Shape abstract class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still need the constructor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have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get_area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and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get_perimeter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functions, like the abstract parent class does, except they actually do something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But, they act different than rectangle’s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A62D93-5A99-2B9C-3D9F-67EEDD5E864F}"/>
              </a:ext>
            </a:extLst>
          </p:cNvPr>
          <p:cNvSpPr/>
          <p:nvPr/>
        </p:nvSpPr>
        <p:spPr>
          <a:xfrm>
            <a:off x="-485331" y="208398"/>
            <a:ext cx="94170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PROGRAMMING ABSTRACT CLASSES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AC6E93-7485-61A4-73C8-CBF80E17D087}"/>
              </a:ext>
            </a:extLst>
          </p:cNvPr>
          <p:cNvSpPr/>
          <p:nvPr/>
        </p:nvSpPr>
        <p:spPr>
          <a:xfrm>
            <a:off x="5801459" y="1781666"/>
            <a:ext cx="6390541" cy="4282111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2000" b="1" dirty="0">
                <a:solidFill>
                  <a:srgbClr val="C6C4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Circle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(Shape):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2000" dirty="0" err="1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r>
              <a:rPr lang="en-US" sz="20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radius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.radius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radius</a:t>
            </a:r>
            <a:b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 err="1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get_area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math.pi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*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.radius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**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b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 err="1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get_perimeter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*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math.pi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*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.radius</a:t>
            </a:r>
            <a:endParaRPr lang="en-US" sz="20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3562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CC0604-CD18-8367-9C98-E447C3D55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C196CCF-D0FF-F20D-6B74-BD8D970BE29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A99790-90C1-FB49-70F6-DE812CBA7A9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469B47D-8EE3-6DDD-58A1-3776F72D564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AF5AAA8-27EC-37AB-FE88-3FEF83EBE4D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C0D9E4-C7D9-FA1A-B772-7636CCE0CD6D}"/>
              </a:ext>
            </a:extLst>
          </p:cNvPr>
          <p:cNvSpPr/>
          <p:nvPr/>
        </p:nvSpPr>
        <p:spPr>
          <a:xfrm>
            <a:off x="408213" y="1299334"/>
            <a:ext cx="5393246" cy="5558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math.pi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(from the math library) is used here as a stand-in for Pi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610007-6ACE-6C64-5782-788EE8C57F3A}"/>
              </a:ext>
            </a:extLst>
          </p:cNvPr>
          <p:cNvSpPr/>
          <p:nvPr/>
        </p:nvSpPr>
        <p:spPr>
          <a:xfrm>
            <a:off x="-485331" y="208398"/>
            <a:ext cx="94170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PROGRAMMING ABSTRACT CLASSES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B68D71-0EA0-D90E-06E3-B58287D8A8A4}"/>
              </a:ext>
            </a:extLst>
          </p:cNvPr>
          <p:cNvSpPr/>
          <p:nvPr/>
        </p:nvSpPr>
        <p:spPr>
          <a:xfrm>
            <a:off x="5801459" y="1781666"/>
            <a:ext cx="6390541" cy="4282111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2000" b="1" dirty="0">
                <a:solidFill>
                  <a:srgbClr val="C6C4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Circle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(Shape):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2000" dirty="0" err="1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r>
              <a:rPr lang="en-US" sz="20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radius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.radius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radius</a:t>
            </a:r>
            <a:b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 err="1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get_area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math.pi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*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.radius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**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b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 err="1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get_perimeter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*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math.pi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*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.radius</a:t>
            </a:r>
            <a:endParaRPr lang="en-US" sz="20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684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7DA44E-0614-0977-04BB-65E3BADFF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6152127-5E8D-71FE-B441-1E0524EB717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744700C-D625-1383-4040-48D8189BE70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3B7974E-F248-6F91-7597-CCD17FE949B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FEF97AD-D748-220E-02DE-023FCD1C4A8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7B14A8-9221-A5B2-63CC-5E36127D7D57}"/>
              </a:ext>
            </a:extLst>
          </p:cNvPr>
          <p:cNvSpPr/>
          <p:nvPr/>
        </p:nvSpPr>
        <p:spPr>
          <a:xfrm>
            <a:off x="408213" y="1299334"/>
            <a:ext cx="5393246" cy="5558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Finally, let’s write some code to test this out</a:t>
            </a:r>
          </a:p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a list of shapes, both circles and rectangles</a:t>
            </a:r>
          </a:p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They are being put directly into a list, like you could do with integers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C96F80-B17F-70BF-3538-16BC984A9929}"/>
              </a:ext>
            </a:extLst>
          </p:cNvPr>
          <p:cNvSpPr/>
          <p:nvPr/>
        </p:nvSpPr>
        <p:spPr>
          <a:xfrm>
            <a:off x="-485331" y="208398"/>
            <a:ext cx="94170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PROGRAMMING ABSTRACT CLASSES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ACE17B-B363-9A7F-637D-2E6EF5B7CF95}"/>
              </a:ext>
            </a:extLst>
          </p:cNvPr>
          <p:cNvSpPr/>
          <p:nvPr/>
        </p:nvSpPr>
        <p:spPr>
          <a:xfrm>
            <a:off x="5801459" y="1781666"/>
            <a:ext cx="6390541" cy="4282111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fr-FR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shapes</a:t>
            </a:r>
            <a:r>
              <a:rPr lang="fr-FR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br>
              <a:rPr lang="fr-FR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fr-FR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Rectangle(</a:t>
            </a:r>
            <a:r>
              <a:rPr lang="fr-FR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r>
              <a:rPr lang="fr-FR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fr-FR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4</a:t>
            </a:r>
            <a:r>
              <a:rPr lang="fr-FR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fr-FR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br>
              <a:rPr lang="fr-FR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fr-FR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fr-FR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Rectangle(</a:t>
            </a:r>
            <a:r>
              <a:rPr lang="fr-FR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36</a:t>
            </a:r>
            <a:r>
              <a:rPr lang="fr-FR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fr-FR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7</a:t>
            </a:r>
            <a:r>
              <a:rPr lang="fr-FR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fr-FR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br>
              <a:rPr lang="fr-FR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fr-FR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fr-FR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Circle(</a:t>
            </a:r>
            <a:r>
              <a:rPr lang="fr-FR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42</a:t>
            </a:r>
            <a:r>
              <a:rPr lang="fr-FR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fr-FR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br>
              <a:rPr lang="fr-FR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fr-FR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fr-FR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Circle(</a:t>
            </a:r>
            <a:r>
              <a:rPr lang="fr-FR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fr-FR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fr-FR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fr-FR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4327348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544169-4EFF-DBE7-79E1-E7AF6CCC0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16BF7D7-6172-5DA0-3328-91BEE445C75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BEA7DFF-931F-79FD-3ACF-1E0C53E4862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5765835-279A-EA14-7745-2E4BE41AD15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6003E7-2624-A076-3341-62D125627FD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E31362-AFB4-A33C-D2D2-139A55CF8448}"/>
              </a:ext>
            </a:extLst>
          </p:cNvPr>
          <p:cNvSpPr/>
          <p:nvPr/>
        </p:nvSpPr>
        <p:spPr>
          <a:xfrm>
            <a:off x="408213" y="1299334"/>
            <a:ext cx="5393246" cy="5558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Then, I’m going to loop on that list to print out all of those shapes’ areas and perimeters</a:t>
            </a:r>
          </a:p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Even though the area and perimeter functions are different, we can safely do this because of the abstract class!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E06BF3-73AD-EE34-F2C0-5B24179C51EA}"/>
              </a:ext>
            </a:extLst>
          </p:cNvPr>
          <p:cNvSpPr/>
          <p:nvPr/>
        </p:nvSpPr>
        <p:spPr>
          <a:xfrm>
            <a:off x="-485331" y="208398"/>
            <a:ext cx="94170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PROGRAMMING ABSTRACT CLASSES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3C832E-94A4-2256-A1EE-73477C0046BE}"/>
              </a:ext>
            </a:extLst>
          </p:cNvPr>
          <p:cNvSpPr/>
          <p:nvPr/>
        </p:nvSpPr>
        <p:spPr>
          <a:xfrm>
            <a:off x="5801459" y="1781666"/>
            <a:ext cx="6390541" cy="4282111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 err="1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len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(shapes)):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(shapes[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].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get_area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(shapes[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].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get_perimeter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26444235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7D1DEE-A724-825F-864E-B6EA0295C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E3B7256-08AE-6F63-38E7-C5C5B2D2F67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0AA7A46-7096-2F9A-CA4D-A53212C49C8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8A15BEE-9585-621C-1195-8EC422C1FBE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C99EE29-C688-8622-20F0-31376A1F945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915449-F5B7-10A9-E166-84C93B5BD40E}"/>
              </a:ext>
            </a:extLst>
          </p:cNvPr>
          <p:cNvSpPr/>
          <p:nvPr/>
        </p:nvSpPr>
        <p:spPr>
          <a:xfrm>
            <a:off x="408213" y="1299334"/>
            <a:ext cx="5393246" cy="5558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Use case reminder: </a:t>
            </a:r>
          </a:p>
          <a:p>
            <a:pPr marL="971550" lvl="1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Not every parent class should be abstract</a:t>
            </a:r>
          </a:p>
          <a:p>
            <a:pPr marL="971550" lvl="1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Abstract classes are used ONLY when the parent class should NOT be instantiated </a:t>
            </a:r>
          </a:p>
          <a:p>
            <a:pPr marL="971550" lvl="1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Make sure that ALL functions in an abstract class are implemented in ALL children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B6C6F8-6BC6-B20F-B685-28B6C1CE599D}"/>
              </a:ext>
            </a:extLst>
          </p:cNvPr>
          <p:cNvSpPr/>
          <p:nvPr/>
        </p:nvSpPr>
        <p:spPr>
          <a:xfrm>
            <a:off x="-485331" y="208398"/>
            <a:ext cx="94170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PROGRAMMING ABSTRACT CLASSES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E2EF36-EBBB-5812-4E88-E71B8FC16D03}"/>
              </a:ext>
            </a:extLst>
          </p:cNvPr>
          <p:cNvSpPr/>
          <p:nvPr/>
        </p:nvSpPr>
        <p:spPr>
          <a:xfrm>
            <a:off x="5801459" y="1781666"/>
            <a:ext cx="6390541" cy="4282111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 err="1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len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(shapes)):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(shapes[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].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get_area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(shapes[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].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get_perimeter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2758280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FF8310-6A3A-895E-E9AF-3F3341CA3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A910376-7E9B-A0E1-7F62-7D6B06A4A0B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3078FAC-0306-253E-E1E8-8DF40276800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F2BB565-32F7-C9AD-BC1B-5D303DDCCE6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616A1C6-616E-256C-D800-8D42631C51D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66117A-1CD2-B17E-F3F3-3E440984C744}"/>
              </a:ext>
            </a:extLst>
          </p:cNvPr>
          <p:cNvSpPr/>
          <p:nvPr/>
        </p:nvSpPr>
        <p:spPr>
          <a:xfrm>
            <a:off x="408213" y="1299334"/>
            <a:ext cx="5393246" cy="5558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Switching gears:</a:t>
            </a:r>
          </a:p>
          <a:p>
            <a:pPr marL="971550" lvl="1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Classes are analogous to data types</a:t>
            </a:r>
          </a:p>
          <a:p>
            <a:pPr marL="971550" lvl="1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Objects are analogous to what?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D88AF1-3F5E-3708-895B-3819014102A2}"/>
              </a:ext>
            </a:extLst>
          </p:cNvPr>
          <p:cNvSpPr/>
          <p:nvPr/>
        </p:nvSpPr>
        <p:spPr>
          <a:xfrm>
            <a:off x="0" y="185784"/>
            <a:ext cx="380003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COMPOSITION</a:t>
            </a:r>
          </a:p>
        </p:txBody>
      </p:sp>
      <p:pic>
        <p:nvPicPr>
          <p:cNvPr id="3074" name="Picture 2" descr="Klinklang official artwork gallery | Pokémon Database">
            <a:extLst>
              <a:ext uri="{FF2B5EF4-FFF2-40B4-BE49-F238E27FC236}">
                <a16:creationId xmlns:a16="http://schemas.microsoft.com/office/drawing/2014/main" id="{DC34C096-656A-4242-1D19-45BAF87CA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1992" y="2398742"/>
            <a:ext cx="5110036" cy="3359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1937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26FC5D-4ADD-ECBF-4C23-598881DB4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1ACCAAC-A524-5B2F-716F-7D132E7D261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49DD22E-2B30-B8BE-2CDE-F83F5B6B5BE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D09692-D67B-F4EE-C19C-B600B03BEE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8926234-AB74-9DAA-3E22-77B2F592760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00DF21-9DC2-2DE2-939D-571E8AA928A4}"/>
              </a:ext>
            </a:extLst>
          </p:cNvPr>
          <p:cNvSpPr/>
          <p:nvPr/>
        </p:nvSpPr>
        <p:spPr>
          <a:xfrm>
            <a:off x="408213" y="1299334"/>
            <a:ext cx="5393246" cy="5558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can often have programs where</a:t>
            </a:r>
          </a:p>
          <a:p>
            <a:pPr marL="971550" lvl="1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One class has objects as variables inside of it</a:t>
            </a:r>
          </a:p>
          <a:p>
            <a:pPr marL="1428750" lvl="2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process can repeat into multiple levels of depth</a:t>
            </a:r>
          </a:p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these instances,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objects are related to each other and dependent on each other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CEA88C-D9C5-9B42-4E0A-357862E67E06}"/>
              </a:ext>
            </a:extLst>
          </p:cNvPr>
          <p:cNvSpPr/>
          <p:nvPr/>
        </p:nvSpPr>
        <p:spPr>
          <a:xfrm>
            <a:off x="0" y="185784"/>
            <a:ext cx="380003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COMPOSITION</a:t>
            </a:r>
          </a:p>
        </p:txBody>
      </p:sp>
      <p:pic>
        <p:nvPicPr>
          <p:cNvPr id="3074" name="Picture 2" descr="Klinklang official artwork gallery | Pokémon Database">
            <a:extLst>
              <a:ext uri="{FF2B5EF4-FFF2-40B4-BE49-F238E27FC236}">
                <a16:creationId xmlns:a16="http://schemas.microsoft.com/office/drawing/2014/main" id="{7306C387-A055-7866-61F5-5E9C60E5F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1992" y="2398742"/>
            <a:ext cx="5110036" cy="3359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99852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148A6D-79C7-A4C0-CABF-2A4FC9937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3547A1C-49D3-C880-F6D1-951565E15B4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632F207-5773-80CC-F41D-0B3999D3AF9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FAEC99F-0554-92E9-D5DD-2F67E7A91D3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6B65DCA-158E-B362-39C4-E67ABCE8EC5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B8E862-FF3D-5151-7C55-BB14F63EBC36}"/>
              </a:ext>
            </a:extLst>
          </p:cNvPr>
          <p:cNvSpPr/>
          <p:nvPr/>
        </p:nvSpPr>
        <p:spPr>
          <a:xfrm>
            <a:off x="408213" y="1299334"/>
            <a:ext cx="5393246" cy="5558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are multiple types of relationships</a:t>
            </a:r>
          </a:p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Inheritance is a type of relationship, because a child class requires the existence of a parent class</a:t>
            </a:r>
          </a:p>
          <a:p>
            <a:pPr marL="971550" lvl="1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We call this an ‘is a’ relationship</a:t>
            </a:r>
          </a:p>
          <a:p>
            <a:pPr marL="971550" lvl="1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rectangle is a shape</a:t>
            </a:r>
          </a:p>
          <a:p>
            <a:pPr marL="971550" lvl="1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circle is a shape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EDD0FE-A7A3-3C6E-02FE-2EABEA4582B9}"/>
              </a:ext>
            </a:extLst>
          </p:cNvPr>
          <p:cNvSpPr/>
          <p:nvPr/>
        </p:nvSpPr>
        <p:spPr>
          <a:xfrm>
            <a:off x="0" y="185784"/>
            <a:ext cx="380003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COMPOSITION</a:t>
            </a:r>
          </a:p>
        </p:txBody>
      </p:sp>
      <p:pic>
        <p:nvPicPr>
          <p:cNvPr id="3074" name="Picture 2" descr="Klinklang official artwork gallery | Pokémon Database">
            <a:extLst>
              <a:ext uri="{FF2B5EF4-FFF2-40B4-BE49-F238E27FC236}">
                <a16:creationId xmlns:a16="http://schemas.microsoft.com/office/drawing/2014/main" id="{ADAC7903-CE00-DDC4-F261-CAB836133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1992" y="2398742"/>
            <a:ext cx="5110036" cy="3359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64733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AD2804-B87D-370A-DDE2-BDD9CF098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0553DEA-1F39-9F70-E20D-658FE273F69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79D349-F5AF-BD71-3A1F-ED6AD9BBDEE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71FEB38-E8E4-7652-5A04-18B945DE47A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80E569A-ACAC-8944-42D8-B99D5F340AE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B4D057-8F63-FD1A-392F-D65A0D4665B5}"/>
              </a:ext>
            </a:extLst>
          </p:cNvPr>
          <p:cNvSpPr/>
          <p:nvPr/>
        </p:nvSpPr>
        <p:spPr>
          <a:xfrm>
            <a:off x="408213" y="1299334"/>
            <a:ext cx="6809016" cy="5558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Composition –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where one object is composed of one or more objects</a:t>
            </a:r>
          </a:p>
          <a:p>
            <a:pPr marL="971550" lvl="1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strong ‘one is part of another’ relationship</a:t>
            </a:r>
          </a:p>
          <a:p>
            <a:pPr marL="971550" lvl="1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composed objects cannot exist without the containing object</a:t>
            </a:r>
          </a:p>
          <a:p>
            <a:pPr marL="971550" lvl="1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Sometimes called a ‘death’ relationship, because if the whole is destroyed, so are its parts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45BBEA-501A-8CE4-3C63-C8F0D11A0EF2}"/>
              </a:ext>
            </a:extLst>
          </p:cNvPr>
          <p:cNvSpPr/>
          <p:nvPr/>
        </p:nvSpPr>
        <p:spPr>
          <a:xfrm>
            <a:off x="0" y="185784"/>
            <a:ext cx="380003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COMPOSITION</a:t>
            </a:r>
          </a:p>
        </p:txBody>
      </p:sp>
    </p:spTree>
    <p:extLst>
      <p:ext uri="{BB962C8B-B14F-4D97-AF65-F5344CB8AC3E}">
        <p14:creationId xmlns:p14="http://schemas.microsoft.com/office/powerpoint/2010/main" val="1748985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8024B4-7733-6DC2-269B-CEBA4098B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D90C6B8-5A25-D064-290E-164255E455D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F5D29D2-4264-08ED-DF71-93265867CF1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C5BF07E-4E44-90DF-5242-183F3EE0106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70241F9-B034-FF64-4BFA-6C33033F992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D77CFB-EFE0-EB20-2C07-28953BD0EF88}"/>
              </a:ext>
            </a:extLst>
          </p:cNvPr>
          <p:cNvSpPr/>
          <p:nvPr/>
        </p:nvSpPr>
        <p:spPr>
          <a:xfrm>
            <a:off x="408213" y="1299334"/>
            <a:ext cx="6809016" cy="499676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Examples of composition: </a:t>
            </a:r>
          </a:p>
          <a:p>
            <a:pPr marL="971550" lvl="1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Car and Engine: Car object is composed of an engine object</a:t>
            </a:r>
          </a:p>
          <a:p>
            <a:pPr marL="1428750" lvl="2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Engine is essential to car function</a:t>
            </a:r>
          </a:p>
          <a:p>
            <a:pPr marL="1428750" lvl="2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Outside of the car, doesn’t serve the purpose it was designed for</a:t>
            </a:r>
          </a:p>
          <a:p>
            <a:pPr marL="1428750" lvl="2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Car destroyed = engine destroyed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E8C82E-4E50-5AD2-644C-F83BB06A5333}"/>
              </a:ext>
            </a:extLst>
          </p:cNvPr>
          <p:cNvSpPr/>
          <p:nvPr/>
        </p:nvSpPr>
        <p:spPr>
          <a:xfrm>
            <a:off x="0" y="185784"/>
            <a:ext cx="380003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COMPOSITION</a:t>
            </a:r>
          </a:p>
        </p:txBody>
      </p:sp>
      <p:pic>
        <p:nvPicPr>
          <p:cNvPr id="4098" name="Picture 2" descr="The best new cars coming in 2025: the ones worth waiting for">
            <a:extLst>
              <a:ext uri="{FF2B5EF4-FFF2-40B4-BE49-F238E27FC236}">
                <a16:creationId xmlns:a16="http://schemas.microsoft.com/office/drawing/2014/main" id="{A6914332-1A17-1A97-3F46-B1D25FFFE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519" y="3159048"/>
            <a:ext cx="4705580" cy="3137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Types Of Car Engines: Everything You Wanted To Know">
            <a:extLst>
              <a:ext uri="{FF2B5EF4-FFF2-40B4-BE49-F238E27FC236}">
                <a16:creationId xmlns:a16="http://schemas.microsoft.com/office/drawing/2014/main" id="{CDFE1229-0CE7-E5B2-AF98-8F6875CAC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8563" y="652639"/>
            <a:ext cx="4452937" cy="2506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59549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A1DDE8-5D54-7166-7B1F-0810F42B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D139F37-951B-44C2-3086-5E9A3EB4E35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DD7558-E02B-65B4-19CB-8DD74D772FA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0144900-E125-AE4D-F628-875775946E3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DD61395-1598-FAD4-BB01-2BB4F65E07E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4529CC-50E3-42F7-9661-A5C5EBFD5A45}"/>
              </a:ext>
            </a:extLst>
          </p:cNvPr>
          <p:cNvSpPr/>
          <p:nvPr/>
        </p:nvSpPr>
        <p:spPr>
          <a:xfrm>
            <a:off x="408213" y="1299334"/>
            <a:ext cx="6809016" cy="490552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House and room: </a:t>
            </a:r>
          </a:p>
          <a:p>
            <a:pPr marL="971550" lvl="1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House object composed of multiple room objects </a:t>
            </a:r>
          </a:p>
          <a:p>
            <a:pPr marL="1428750" lvl="2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Rooms are a part of a house</a:t>
            </a:r>
          </a:p>
          <a:p>
            <a:pPr marL="1885950" lvl="3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the house is demolished, rooms cease to exist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C0EC34-8C6A-CDB6-B0CF-3E1E505F0791}"/>
              </a:ext>
            </a:extLst>
          </p:cNvPr>
          <p:cNvSpPr/>
          <p:nvPr/>
        </p:nvSpPr>
        <p:spPr>
          <a:xfrm>
            <a:off x="0" y="185784"/>
            <a:ext cx="380003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COMPOSITION</a:t>
            </a:r>
          </a:p>
        </p:txBody>
      </p:sp>
      <p:pic>
        <p:nvPicPr>
          <p:cNvPr id="5122" name="Picture 2" descr="House Plan Collections - Architectural Designs">
            <a:extLst>
              <a:ext uri="{FF2B5EF4-FFF2-40B4-BE49-F238E27FC236}">
                <a16:creationId xmlns:a16="http://schemas.microsoft.com/office/drawing/2014/main" id="{5A3D1871-7493-CE49-5824-E124480ED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8086" y="3789415"/>
            <a:ext cx="4239986" cy="2826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The Best Living Room Design Ideas for a Functional and Beautiful Space">
            <a:extLst>
              <a:ext uri="{FF2B5EF4-FFF2-40B4-BE49-F238E27FC236}">
                <a16:creationId xmlns:a16="http://schemas.microsoft.com/office/drawing/2014/main" id="{0C38BA1D-B8C0-945B-E131-1659E36C3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7229" y="803458"/>
            <a:ext cx="4347710" cy="2898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27426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D3407E-6EE6-5A9F-1BC1-F51BFBB61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0DBE925-D8E8-434D-FC9F-C75A0B2ECF0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7358C62-9DF0-EC7A-D376-E84B389FCF7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0F06BA6-9CD6-85B1-9FE5-A19F2E10281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6827BE7-1967-51D9-EA3B-EBE6025C8C6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E0A018-5844-23BB-04BF-53D82A4E6D61}"/>
              </a:ext>
            </a:extLst>
          </p:cNvPr>
          <p:cNvSpPr/>
          <p:nvPr/>
        </p:nvSpPr>
        <p:spPr>
          <a:xfrm>
            <a:off x="408213" y="1299334"/>
            <a:ext cx="6809016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Computer and Components:</a:t>
            </a:r>
          </a:p>
          <a:p>
            <a:pPr marL="971550" lvl="1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Computer object composed of CPU, Motherboard, Memory, etc.</a:t>
            </a:r>
          </a:p>
          <a:p>
            <a:pPr marL="971550" lvl="1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Components do not function individually if separated</a:t>
            </a:r>
          </a:p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Human and organs:</a:t>
            </a:r>
          </a:p>
          <a:p>
            <a:pPr marL="971550" lvl="1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Human object composed of a Heart, Brain, and Lungs</a:t>
            </a:r>
          </a:p>
          <a:p>
            <a:pPr marL="971550" lvl="1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Organs are essential for body, but don’t function outside of 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87845-1FCE-4098-55AC-3511C8774571}"/>
              </a:ext>
            </a:extLst>
          </p:cNvPr>
          <p:cNvSpPr/>
          <p:nvPr/>
        </p:nvSpPr>
        <p:spPr>
          <a:xfrm>
            <a:off x="0" y="185784"/>
            <a:ext cx="380003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COMPOSITION</a:t>
            </a:r>
          </a:p>
        </p:txBody>
      </p:sp>
      <p:pic>
        <p:nvPicPr>
          <p:cNvPr id="6148" name="Picture 4" descr="Male Body Diagram | Home Health UK">
            <a:extLst>
              <a:ext uri="{FF2B5EF4-FFF2-40B4-BE49-F238E27FC236}">
                <a16:creationId xmlns:a16="http://schemas.microsoft.com/office/drawing/2014/main" id="{9797785C-9CD6-5CE4-1442-9DD20DD0A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183" y="3356662"/>
            <a:ext cx="41148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MSI Pro B760M-A Wi-Fi DDR4 Micro-ATX Motherboard - PROB760MAWID4 -  Motherboards - CDW.com">
            <a:extLst>
              <a:ext uri="{FF2B5EF4-FFF2-40B4-BE49-F238E27FC236}">
                <a16:creationId xmlns:a16="http://schemas.microsoft.com/office/drawing/2014/main" id="{E76E064B-2B3A-A769-5F3E-25A4CF119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2502" y="185784"/>
            <a:ext cx="3976162" cy="2849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72259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1B6FED-0FC8-8642-FA1A-5DA7818BD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8A78879-D049-14B2-1683-DC21C0E053C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68BF074-D0A4-37CF-04A5-96CDD260674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F1CC55B-A78D-8D16-398D-0DB7731DBD9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478242F-FE76-275E-7A78-AD5C9FBB5FB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C28AD2-EB4F-B8FB-6796-E145AF487BCA}"/>
              </a:ext>
            </a:extLst>
          </p:cNvPr>
          <p:cNvSpPr/>
          <p:nvPr/>
        </p:nvSpPr>
        <p:spPr>
          <a:xfrm>
            <a:off x="408213" y="1299334"/>
            <a:ext cx="6809016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What’s another example of composition? Jot it down in your notes.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A0859B-A5EF-50DB-4DE5-4462A98DA386}"/>
              </a:ext>
            </a:extLst>
          </p:cNvPr>
          <p:cNvSpPr/>
          <p:nvPr/>
        </p:nvSpPr>
        <p:spPr>
          <a:xfrm>
            <a:off x="0" y="185784"/>
            <a:ext cx="380003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COMPOSITION</a:t>
            </a:r>
          </a:p>
        </p:txBody>
      </p:sp>
    </p:spTree>
    <p:extLst>
      <p:ext uri="{BB962C8B-B14F-4D97-AF65-F5344CB8AC3E}">
        <p14:creationId xmlns:p14="http://schemas.microsoft.com/office/powerpoint/2010/main" val="37117576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12D881-7FF9-1960-A0B0-346F33CBA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4666391-0EAC-1A26-7FA9-0C29817CCE0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012B83E-84A6-149B-BE8C-6C6CC664911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5EDF209-5054-2FF8-4CEB-9CB70B535F2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E1AAF4C-36D5-DF3B-D1D9-E29072F9254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D2216C-FDF7-69D1-1AD6-5FBE9F5EDA21}"/>
              </a:ext>
            </a:extLst>
          </p:cNvPr>
          <p:cNvSpPr/>
          <p:nvPr/>
        </p:nvSpPr>
        <p:spPr>
          <a:xfrm>
            <a:off x="408213" y="1299334"/>
            <a:ext cx="6809016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Aggregation – one object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contains another, but that contained object can exist independently without the container</a:t>
            </a:r>
          </a:p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the container ceases to exist, the previously contained objects can still exist in their own way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2F571-C2C8-EA1E-5DE3-7BDCD3CF476E}"/>
              </a:ext>
            </a:extLst>
          </p:cNvPr>
          <p:cNvSpPr/>
          <p:nvPr/>
        </p:nvSpPr>
        <p:spPr>
          <a:xfrm>
            <a:off x="0" y="185784"/>
            <a:ext cx="410136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AGGREGATION</a:t>
            </a:r>
          </a:p>
        </p:txBody>
      </p:sp>
    </p:spTree>
    <p:extLst>
      <p:ext uri="{BB962C8B-B14F-4D97-AF65-F5344CB8AC3E}">
        <p14:creationId xmlns:p14="http://schemas.microsoft.com/office/powerpoint/2010/main" val="27982383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012057-FEC6-A4E7-A12C-7E6177E82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0A010A9-D45C-A9D6-95D8-F26BCC09AFB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980D340-5522-4637-C69C-EA5C8AECB9F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B1A215B-A090-32F6-3E28-7F749EC56CA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3C31907-C552-64B2-1E9E-B060A690156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75A19C-BF5F-287E-BCAC-57DF749E5402}"/>
              </a:ext>
            </a:extLst>
          </p:cNvPr>
          <p:cNvSpPr/>
          <p:nvPr/>
        </p:nvSpPr>
        <p:spPr>
          <a:xfrm>
            <a:off x="408213" y="1299334"/>
            <a:ext cx="6809016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Aggregation example:</a:t>
            </a:r>
          </a:p>
          <a:p>
            <a:pPr marL="971550" lvl="1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University and Student:</a:t>
            </a:r>
          </a:p>
          <a:p>
            <a:pPr marL="1428750" lvl="2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University object contains many student objects</a:t>
            </a:r>
          </a:p>
          <a:p>
            <a:pPr marL="1428750" lvl="2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the university was to close, or a student graduates, the student continues to exist without being attached to the university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752A5C-8616-10E0-6B9D-8FC8269A3F90}"/>
              </a:ext>
            </a:extLst>
          </p:cNvPr>
          <p:cNvSpPr/>
          <p:nvPr/>
        </p:nvSpPr>
        <p:spPr>
          <a:xfrm>
            <a:off x="0" y="185784"/>
            <a:ext cx="410136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AGGREGATION</a:t>
            </a:r>
          </a:p>
        </p:txBody>
      </p:sp>
      <p:pic>
        <p:nvPicPr>
          <p:cNvPr id="7170" name="Picture 2" descr="University | Definition, Origin, History, &amp; Facts | Britannica">
            <a:extLst>
              <a:ext uri="{FF2B5EF4-FFF2-40B4-BE49-F238E27FC236}">
                <a16:creationId xmlns:a16="http://schemas.microsoft.com/office/drawing/2014/main" id="{D165F596-D3DE-4EF9-1223-7CD7B3849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236" y="3922722"/>
            <a:ext cx="3508112" cy="2261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ow to be a Successful Student: 20 Things Good Students Do |">
            <a:extLst>
              <a:ext uri="{FF2B5EF4-FFF2-40B4-BE49-F238E27FC236}">
                <a16:creationId xmlns:a16="http://schemas.microsoft.com/office/drawing/2014/main" id="{711CF1D8-A96C-E815-0580-9833AEE27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7229" y="541265"/>
            <a:ext cx="4762501" cy="3176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37170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22A80B-E89E-A22A-E111-8EC19B000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B4ED4C3-62D9-B006-0A79-D8C936D1735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D4F7708-634D-B4EB-616B-0FEE2AB8279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BE5521C-842F-9F2E-5F1A-D703DA1C57F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E416F4A-07B2-865B-9077-BA1641288E6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1C4C56-ECF5-E9EB-27CB-10D25CE7B952}"/>
              </a:ext>
            </a:extLst>
          </p:cNvPr>
          <p:cNvSpPr/>
          <p:nvPr/>
        </p:nvSpPr>
        <p:spPr>
          <a:xfrm>
            <a:off x="408213" y="1299334"/>
            <a:ext cx="6809016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Library and Books:</a:t>
            </a:r>
          </a:p>
          <a:p>
            <a:pPr marL="971550" lvl="1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library contains many book objects, but the books can exist outside the library</a:t>
            </a:r>
          </a:p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Shopping Cart and Produce</a:t>
            </a:r>
          </a:p>
          <a:p>
            <a:pPr marL="971550" lvl="1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shopping cart contains many Produce objects, but they aren’t dependent on the car for existence</a:t>
            </a:r>
          </a:p>
          <a:p>
            <a:pPr marL="971550" lvl="1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13E0F9-DE9C-9421-8604-CB31A79C044E}"/>
              </a:ext>
            </a:extLst>
          </p:cNvPr>
          <p:cNvSpPr/>
          <p:nvPr/>
        </p:nvSpPr>
        <p:spPr>
          <a:xfrm>
            <a:off x="0" y="185784"/>
            <a:ext cx="410136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AGGREGATION</a:t>
            </a:r>
          </a:p>
        </p:txBody>
      </p:sp>
      <p:pic>
        <p:nvPicPr>
          <p:cNvPr id="8194" name="Picture 2" descr="Codices, Termites and Floral Notes: The Wondrous Life of 'The Library' -  The New York Times">
            <a:extLst>
              <a:ext uri="{FF2B5EF4-FFF2-40B4-BE49-F238E27FC236}">
                <a16:creationId xmlns:a16="http://schemas.microsoft.com/office/drawing/2014/main" id="{88E7D3E1-7E63-E2D9-9FE8-E0CFC7596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6456" y="374154"/>
            <a:ext cx="4985544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What Is the Most Durable Kind of Shopping Cart? - Good L Corp">
            <a:extLst>
              <a:ext uri="{FF2B5EF4-FFF2-40B4-BE49-F238E27FC236}">
                <a16:creationId xmlns:a16="http://schemas.microsoft.com/office/drawing/2014/main" id="{534551D6-A010-B130-C4A7-AEAD54193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162" y="3372953"/>
            <a:ext cx="3832704" cy="2874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04151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A68379-2F55-277B-69CB-A8B786BAD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BFC1EC5-B0AB-CADC-A74B-46BBC90FF5C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906F397-F7C9-CEA7-D708-550317404C0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ECFDA8F-131D-5CC5-9057-739997D24A8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5AECAAC-E4A4-D615-6AAA-7A158D75F04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B921AD-67E3-F65D-A24D-2D62CBDDA2B2}"/>
              </a:ext>
            </a:extLst>
          </p:cNvPr>
          <p:cNvSpPr/>
          <p:nvPr/>
        </p:nvSpPr>
        <p:spPr>
          <a:xfrm>
            <a:off x="408213" y="1299334"/>
            <a:ext cx="6809016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Computer and Peripherals:</a:t>
            </a:r>
          </a:p>
          <a:p>
            <a:pPr marL="971550" lvl="1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computer system can have references to Keyboard, Monitor, Mouse,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etc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971550" lvl="1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Those peripherals can still be used with other computer systems</a:t>
            </a:r>
          </a:p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Airline and Airplanes:</a:t>
            </a:r>
          </a:p>
          <a:p>
            <a:pPr marL="971550" lvl="1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Airline has a fleet of airplane objects, but they can be sold or transferred to other airlines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F167A8-E0AF-25F7-D228-21D0CFE0B7B8}"/>
              </a:ext>
            </a:extLst>
          </p:cNvPr>
          <p:cNvSpPr/>
          <p:nvPr/>
        </p:nvSpPr>
        <p:spPr>
          <a:xfrm>
            <a:off x="0" y="185784"/>
            <a:ext cx="410136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AGGREGATION</a:t>
            </a:r>
          </a:p>
        </p:txBody>
      </p:sp>
      <p:pic>
        <p:nvPicPr>
          <p:cNvPr id="9222" name="Picture 6" descr="What is Computer. A Computer is an electronic machine… | by Syed Taseer  Hussain | Medium">
            <a:extLst>
              <a:ext uri="{FF2B5EF4-FFF2-40B4-BE49-F238E27FC236}">
                <a16:creationId xmlns:a16="http://schemas.microsoft.com/office/drawing/2014/main" id="{A0DC2EA4-F1CF-5B1E-5589-5C14A0B5E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6651" y="496878"/>
            <a:ext cx="2932122" cy="2932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Airplane - Wikipedia">
            <a:extLst>
              <a:ext uri="{FF2B5EF4-FFF2-40B4-BE49-F238E27FC236}">
                <a16:creationId xmlns:a16="http://schemas.microsoft.com/office/drawing/2014/main" id="{0CF32A16-40C3-4D6D-E9EE-AB492ED36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1257" y="3573947"/>
            <a:ext cx="3459193" cy="2307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50573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B3F8B5-7CA7-154E-4E34-8B8E1D245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AC6999E-D18F-F70A-7FD3-F6014B39972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81EDD69-9A4F-C597-03BC-E1974BE3897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32AC516-DC88-2043-68C8-57212E5854A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ED42632-9CFA-E70A-0DE9-0604A7ADAFB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6C348E-0891-8661-A595-82DF2159EA86}"/>
              </a:ext>
            </a:extLst>
          </p:cNvPr>
          <p:cNvSpPr/>
          <p:nvPr/>
        </p:nvSpPr>
        <p:spPr>
          <a:xfrm>
            <a:off x="408213" y="1299334"/>
            <a:ext cx="6809016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What’s another example of aggregation?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FFE499-D745-3798-5D47-D802E3B1921C}"/>
              </a:ext>
            </a:extLst>
          </p:cNvPr>
          <p:cNvSpPr/>
          <p:nvPr/>
        </p:nvSpPr>
        <p:spPr>
          <a:xfrm>
            <a:off x="0" y="185784"/>
            <a:ext cx="410136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AGGREGATION</a:t>
            </a:r>
          </a:p>
        </p:txBody>
      </p:sp>
    </p:spTree>
    <p:extLst>
      <p:ext uri="{BB962C8B-B14F-4D97-AF65-F5344CB8AC3E}">
        <p14:creationId xmlns:p14="http://schemas.microsoft.com/office/powerpoint/2010/main" val="33622087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89DEB4-6239-F5EE-74BF-17A522BD9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C67FA15-010D-4A18-2A51-55CA29B3373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9E01443-3402-00A1-79F7-93BFC5EB0C8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29447BB-7F4B-83F4-07E1-857F5975D5D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8C93B7C-E127-078B-8BA3-8BC676A7C46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E3EE68-F2C3-CFB4-1325-65FE70BD2F52}"/>
              </a:ext>
            </a:extLst>
          </p:cNvPr>
          <p:cNvSpPr/>
          <p:nvPr/>
        </p:nvSpPr>
        <p:spPr>
          <a:xfrm>
            <a:off x="408213" y="1299334"/>
            <a:ext cx="6809016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distinction between aggregation and composition can be arbitrary and debated</a:t>
            </a:r>
          </a:p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In a mechanic’s garage, a car’s engine might be aggregation instead of composition, since it has a function outside of one car</a:t>
            </a:r>
          </a:p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key here is to demonstrate your understanding of context of the scenario at hand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ACC1DF-CA51-B6B2-A6B5-3CA70DC0F840}"/>
              </a:ext>
            </a:extLst>
          </p:cNvPr>
          <p:cNvSpPr/>
          <p:nvPr/>
        </p:nvSpPr>
        <p:spPr>
          <a:xfrm>
            <a:off x="0" y="185784"/>
            <a:ext cx="410136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AGGREGATION</a:t>
            </a:r>
          </a:p>
        </p:txBody>
      </p:sp>
    </p:spTree>
    <p:extLst>
      <p:ext uri="{BB962C8B-B14F-4D97-AF65-F5344CB8AC3E}">
        <p14:creationId xmlns:p14="http://schemas.microsoft.com/office/powerpoint/2010/main" val="15913529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B3292C-DCF1-FF84-52A8-86A5C16F4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D5B1014-F7EA-A88F-ABB4-E8F62E24ABC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7DDDEB-D30C-88A9-85D4-ADA7C321524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1BB7573-2B51-3518-7BB0-BC8F16F1056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B4F758E-4628-122A-F9DB-BC7D69052E7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E21DB0-C418-C45C-2673-A5C8D9D52299}"/>
              </a:ext>
            </a:extLst>
          </p:cNvPr>
          <p:cNvSpPr/>
          <p:nvPr/>
        </p:nvSpPr>
        <p:spPr>
          <a:xfrm>
            <a:off x="408213" y="1299334"/>
            <a:ext cx="6809016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Both aggregation and composition are ‘has a’ relationships</a:t>
            </a:r>
          </a:p>
          <a:p>
            <a:pPr marL="971550" lvl="1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Remember that polymorphic relationships are called what?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29E425-159F-C31D-673D-50DA22DFB714}"/>
              </a:ext>
            </a:extLst>
          </p:cNvPr>
          <p:cNvSpPr/>
          <p:nvPr/>
        </p:nvSpPr>
        <p:spPr>
          <a:xfrm>
            <a:off x="0" y="185784"/>
            <a:ext cx="410136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AGGREGATION</a:t>
            </a:r>
          </a:p>
        </p:txBody>
      </p:sp>
    </p:spTree>
    <p:extLst>
      <p:ext uri="{BB962C8B-B14F-4D97-AF65-F5344CB8AC3E}">
        <p14:creationId xmlns:p14="http://schemas.microsoft.com/office/powerpoint/2010/main" val="36855192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282201-07D1-1907-E44C-B399E8F76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F9C03AE-F7B3-372F-C647-5E2CD12E66B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6CDB093-C1E8-B202-A33C-B5F18A7D0CE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00E6950-378D-6988-E1FA-B957A243F02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6ECC1DD-7645-D6A9-5429-F762ACDC212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73E593-6923-24F7-39F7-94990FB16FA4}"/>
              </a:ext>
            </a:extLst>
          </p:cNvPr>
          <p:cNvSpPr/>
          <p:nvPr/>
        </p:nvSpPr>
        <p:spPr>
          <a:xfrm>
            <a:off x="408213" y="1299334"/>
            <a:ext cx="6025244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Has a relationships in UML</a:t>
            </a:r>
          </a:p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Note the distinction between</a:t>
            </a:r>
          </a:p>
          <a:p>
            <a:pPr marL="971550" lvl="1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Full Diamond: Composition</a:t>
            </a:r>
          </a:p>
          <a:p>
            <a:pPr marL="971550" lvl="1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Empty Diamond: Aggregation</a:t>
            </a:r>
          </a:p>
          <a:p>
            <a:pPr marL="971550" lvl="1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boxes can be represented by full UML tables, this is just for demonstration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31E69E-2115-39CF-9457-32316F87AC61}"/>
              </a:ext>
            </a:extLst>
          </p:cNvPr>
          <p:cNvSpPr/>
          <p:nvPr/>
        </p:nvSpPr>
        <p:spPr>
          <a:xfrm>
            <a:off x="-190500" y="215932"/>
            <a:ext cx="628650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RELATIONSHIPS IN UML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C2C45B-DB5B-B5CE-87AB-DAA697A26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648" y="938421"/>
            <a:ext cx="5335205" cy="38355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97DE1F-38C3-019C-A1DC-7E488B875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648" y="4791307"/>
            <a:ext cx="5487357" cy="175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3738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B84AB9-0B5C-4A9B-FA93-B2F2FEE62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0C16F09-361E-3F17-6CD1-70B3AA01F91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9C1FE5E-BFE7-944D-9891-044FA0D072C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5AC731B-D015-93F4-C822-60B6E028BAD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EAF0764-2421-1CF8-944E-31192B49E65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705A94-9EAF-6B61-E2D8-025595B453F5}"/>
              </a:ext>
            </a:extLst>
          </p:cNvPr>
          <p:cNvSpPr/>
          <p:nvPr/>
        </p:nvSpPr>
        <p:spPr>
          <a:xfrm>
            <a:off x="408213" y="1299334"/>
            <a:ext cx="6025244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Consider the following scenario, where a Person object has an Address object as an instance variable</a:t>
            </a:r>
          </a:p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Should this be an example of aggregation or composition?</a:t>
            </a:r>
          </a:p>
          <a:p>
            <a:pPr marL="514350" indent="-5143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Answer in your notes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71A727-B99D-7A65-C5E8-1EA68F63923B}"/>
              </a:ext>
            </a:extLst>
          </p:cNvPr>
          <p:cNvSpPr/>
          <p:nvPr/>
        </p:nvSpPr>
        <p:spPr>
          <a:xfrm>
            <a:off x="-190500" y="215932"/>
            <a:ext cx="628650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RELATIONSHIPS IN UML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57B37B-DE32-E444-906B-B3D319E9F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8899" y="4195446"/>
            <a:ext cx="7243101" cy="266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6587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42949D-B6C1-8401-25D8-D344E15E7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015A1C7-A865-42BE-CB5B-2C475A41E40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CDA5AD0-F491-6C08-70AB-258B6C7FA7F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241718-A299-E051-A8A5-5C1ED1FA7B3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9994286-FC37-48A9-277B-59839727E6B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348106-02E8-94FB-0B3E-F2446D2114E0}"/>
              </a:ext>
            </a:extLst>
          </p:cNvPr>
          <p:cNvSpPr/>
          <p:nvPr/>
        </p:nvSpPr>
        <p:spPr>
          <a:xfrm>
            <a:off x="421106" y="1357745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Implement the Triangle class into your program from earlier, inheriting from shape, and with functions for perimeter and area.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EA4B70-659E-4C55-E3F4-C156785ECAFE}"/>
              </a:ext>
            </a:extLst>
          </p:cNvPr>
          <p:cNvSpPr/>
          <p:nvPr/>
        </p:nvSpPr>
        <p:spPr>
          <a:xfrm>
            <a:off x="97656" y="129275"/>
            <a:ext cx="233597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LABBB</a:t>
            </a:r>
          </a:p>
        </p:txBody>
      </p:sp>
    </p:spTree>
    <p:extLst>
      <p:ext uri="{BB962C8B-B14F-4D97-AF65-F5344CB8AC3E}">
        <p14:creationId xmlns:p14="http://schemas.microsoft.com/office/powerpoint/2010/main" val="5102448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C4770D-2655-8C26-4D48-F4A031986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21F651E-4940-E318-A076-228E3B8C31C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1209F0-0749-0516-0209-4407FCF4677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966181-5CE2-6722-3350-E00B8140334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2CE7C8-7F63-E472-2606-75A39E14A58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5BA143-CA8C-162E-8EE1-5979D9C12717}"/>
              </a:ext>
            </a:extLst>
          </p:cNvPr>
          <p:cNvSpPr/>
          <p:nvPr/>
        </p:nvSpPr>
        <p:spPr>
          <a:xfrm>
            <a:off x="604883" y="1034378"/>
            <a:ext cx="6280549" cy="558953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Abstract Class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Abstract Function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Composition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Aggregation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4C4382-6508-C8FE-9226-90B3DD641032}"/>
              </a:ext>
            </a:extLst>
          </p:cNvPr>
          <p:cNvSpPr/>
          <p:nvPr/>
        </p:nvSpPr>
        <p:spPr>
          <a:xfrm>
            <a:off x="-383840" y="155968"/>
            <a:ext cx="769904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VOCABULARY TO REMEMBER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DF2185-2444-3B34-8D77-C197EB877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394191" y="3429000"/>
            <a:ext cx="3278463" cy="298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11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 0.0507 L 0.0095 0.0507 C 0.00833 -0.0368 0.00755 -0.09444 0.00729 -0.19467 C 0.00716 -0.23079 0.00781 -0.26667 0.00794 -0.30278 C 0.00729 -0.32986 0.00794 -0.35717 0.00573 -0.38403 C 0.00442 -0.40116 0.00065 -0.41713 -0.00248 -0.43333 C -0.00625 -0.45301 -0.01211 -0.47708 -0.02045 -0.49213 C -0.02591 -0.50185 -0.05482 -0.53241 -0.06029 -0.53611 C -0.07761 -0.54815 -0.09336 -0.55116 -0.1112 -0.55602 C -0.11602 -0.55463 -0.1211 -0.55532 -0.12552 -0.55208 C -0.13477 -0.54537 -0.14362 -0.53704 -0.1517 -0.52662 C -0.16341 -0.51204 -0.17578 -0.48588 -0.18555 -0.46667 C -0.18776 -0.45648 -0.19024 -0.44653 -0.19219 -0.43611 C -0.1974 -0.40856 -0.2056 -0.35486 -0.20873 -0.32801 C -0.21172 -0.30278 -0.21368 -0.27731 -0.21628 -0.25208 C -0.22071 -0.15972 -0.21966 -0.19884 -0.21771 -0.04815 C -0.21758 -0.03426 -0.21641 -0.02801 -0.21472 -0.01597 C -0.20951 -0.04838 -0.21146 -0.03194 -0.21849 -0.1 C -0.21966 -0.11204 -0.22227 -0.12338 -0.22448 -0.13472 C -0.2362 -0.19375 -0.23464 -0.18796 -0.253 -0.24005 C -0.25365 -0.2419 -0.26771 -0.28032 -0.27175 -0.28796 C -0.2737 -0.29167 -0.27618 -0.29421 -0.27852 -0.29745 C -0.28946 -0.28981 -0.30078 -0.28356 -0.31146 -0.27477 C -0.32591 -0.26296 -0.34375 -0.22292 -0.34974 -0.2081 C -0.35222 -0.20185 -0.35521 -0.19606 -0.35729 -0.18935 C -0.35977 -0.18102 -0.3612 -0.17153 -0.36328 -0.16273 C -0.36446 -0.14838 -0.36576 -0.13472 -0.36628 -0.12014 C -0.36719 -0.08403 -0.36745 -0.04815 -0.36849 -0.01204 C -0.36914 0.01412 -0.36836 0.00857 -0.37071 0.0213 C -0.37344 0.00648 -0.36966 0.02894 -0.36993 -0.01204 C -0.37019 -0.03032 -0.36953 -0.04907 -0.37227 -0.06667 C -0.37396 -0.07755 -0.37878 -0.08611 -0.38269 -0.09467 C -0.39284 -0.11643 -0.40443 -0.13125 -0.41875 -0.14398 C -0.42657 -0.15092 -0.42253 -0.14884 -0.43073 -0.15069 C -0.44427 -0.14977 -0.44584 -0.15393 -0.45469 -0.14398 C -0.45964 -0.13866 -0.46901 -0.12685 -0.46901 -0.12685 C -0.47149 -0.11875 -0.47487 -0.11134 -0.47644 -0.10278 C -0.47696 -0.1 -0.47761 -0.09745 -0.478 -0.09467 C -0.47904 -0.08634 -0.47956 -0.07662 -0.48021 -0.06805 C -0.47943 -0.05301 -0.48008 -0.0375 -0.478 -0.02268 C -0.47748 -0.01921 -0.47696 -0.01574 -0.47644 -0.01204 C -0.47487 0.00139 -0.47448 0.00833 -0.47344 0.02269 C -0.47396 0.0257 -0.47383 0.0294 -0.475 0.03195 C -0.47552 0.0331 -0.47644 0.03102 -0.47722 0.03056 C -0.47852 0.02963 -0.47969 0.0287 -0.48099 0.02801 C -0.48399 0.0213 -0.48828 0.01597 -0.48998 0.00787 C -0.49349 -0.00833 -0.49479 -0.01319 -0.49753 -0.03079 C -0.49857 -0.03819 -0.49948 -0.04583 -0.50052 -0.05347 C -0.49857 -0.07106 -0.49636 -0.10116 -0.49076 -0.11736 C -0.48516 -0.13333 -0.47839 -0.14768 -0.47123 -0.16134 C -0.46654 -0.17037 -0.46159 -0.17963 -0.45547 -0.18542 C -0.45078 -0.18981 -0.44493 -0.18889 -0.43972 -0.19074 C -0.42826 -0.1868 -0.41589 -0.1875 -0.40521 -0.1787 C -0.39987 -0.1743 -0.39714 -0.16296 -0.39466 -0.15347 C -0.38959 -0.13333 -0.38685 -0.09444 -0.38503 -0.07338 C -0.38594 -0.06551 -0.38568 -0.05648 -0.38802 -0.0493 C -0.39453 -0.02963 -0.40313 -0.0338 -0.4142 -0.03217 C -0.44675 -0.0419 -0.45834 -0.03773 -0.48477 -0.07338 C -0.49154 -0.08264 -0.49571 -0.09653 -0.50118 -0.1081 C -0.50378 -0.12222 -0.50808 -0.13588 -0.50873 -0.15069 C -0.51055 -0.19375 -0.50026 -0.21944 -0.4862 -0.25347 C -0.4694 -0.29398 -0.44662 -0.33333 -0.42175 -0.35741 C -0.40795 -0.3706 -0.39271 -0.3794 -0.37748 -0.38542 C -0.36472 -0.39051 -0.35144 -0.38889 -0.33854 -0.39074 C -0.32878 -0.3831 -0.31745 -0.37986 -0.30925 -0.36805 C -0.28464 -0.33287 -0.28425 -0.31458 -0.27552 -0.26944 C -0.27852 -0.24907 -0.27774 -0.22546 -0.28451 -0.2081 C -0.30417 -0.15764 -0.32318 -0.16366 -0.35274 -0.15602 C -0.36823 -0.1662 -0.38711 -0.16667 -0.39922 -0.1868 C -0.41237 -0.20833 -0.42045 -0.24074 -0.42318 -0.27199 C -0.42748 -0.31898 -0.4056 -0.37546 -0.38724 -0.40278 C -0.36602 -0.43426 -0.32552 -0.4588 -0.30026 -0.47083 C -0.28256 -0.47893 -0.2642 -0.4831 -0.24623 -0.48935 L -0.16224 -0.4868 C -0.11055 -0.47731 -0.09909 -0.46319 -0.05573 -0.43079 C -0.04974 -0.41597 -0.04089 -0.40393 -0.03776 -0.3868 C -0.03334 -0.3625 -0.03047 -0.33542 -0.03399 -0.31065 C -0.04466 -0.23518 -0.08073 -0.18565 -0.11875 -0.15602 C -0.13112 -0.1463 -0.14571 -0.15162 -0.15925 -0.1493 C -0.16771 -0.16852 -0.17891 -0.18472 -0.18477 -0.20671 C -0.19375 -0.2412 -0.19961 -0.27847 -0.20274 -0.31597 C -0.20508 -0.34467 -0.20534 -0.37477 -0.20118 -0.40278 C -0.19766 -0.42778 -0.18841 -0.4493 -0.18021 -0.47083 C -0.16302 -0.5162 -0.1487 -0.5375 -0.12019 -0.56134 C -0.11172 -0.56852 -0.07578 -0.58333 -0.06472 -0.58796 C -0.05821 -0.58727 -0.05131 -0.58958 -0.04519 -0.58542 C -0.03555 -0.57893 -0.01407 -0.55185 -0.00326 -0.53866 C 0.00026 -0.52893 0.0039 -0.51921 0.00729 -0.50949 C 0.01041 -0.50023 0.01302 -0.49051 0.01627 -0.48148 C 0.02578 -0.45509 0.01914 -0.48148 0.02669 -0.45347 C 0.02838 -0.44722 0.02968 -0.44097 0.03125 -0.43472 C 0.03242 -0.43032 0.03372 -0.42592 0.03502 -0.4213 C 0.03776 -0.41111 0.03932 -0.39977 0.04323 -0.39074 C 0.04674 -0.38264 0.05039 -0.37477 0.05377 -0.36667 C 0.05638 -0.36065 0.06562 -0.33495 0.06875 -0.33079 C 0.07513 -0.32199 0.08229 -0.31505 0.08971 -0.30949 C 0.09661 -0.30417 0.10416 -0.30185 0.11146 -0.29884 C 0.12304 -0.29398 0.13424 -0.29213 0.14596 -0.28935 C 0.16523 -0.2956 0.18489 -0.29907 0.20377 -0.3081 C 0.24127 -0.32616 0.26302 -0.33217 0.29752 -0.36667 C 0.3289 -0.39838 0.35833 -0.43565 0.38893 -0.46944 C 0.40208 -0.4838 0.41432 -0.50162 0.42877 -0.51065 C 0.44544 -0.5213 0.4625 -0.53102 0.47903 -0.54282 C 0.50494 -0.56111 0.52994 -0.58449 0.55625 -0.60139 C 0.57356 -0.6125 0.57031 -0.6088 0.58476 -0.62407 C 0.58698 -0.62662 0.59153 -0.63194 0.59153 -0.63194 " pathEditMode="relative" ptsTypes="AAAAAAAAAAA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34384</TotalTime>
  <Words>1708</Words>
  <Application>Microsoft Office PowerPoint</Application>
  <PresentationFormat>Widescreen</PresentationFormat>
  <Paragraphs>181</Paragraphs>
  <Slides>39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Aptos</vt:lpstr>
      <vt:lpstr>Arial</vt:lpstr>
      <vt:lpstr>Bahnschrift</vt:lpstr>
      <vt:lpstr>Bahnschrift SemiBold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31</cp:revision>
  <dcterms:created xsi:type="dcterms:W3CDTF">2025-08-11T14:07:39Z</dcterms:created>
  <dcterms:modified xsi:type="dcterms:W3CDTF">2026-03-05T16:42:50Z</dcterms:modified>
</cp:coreProperties>
</file>