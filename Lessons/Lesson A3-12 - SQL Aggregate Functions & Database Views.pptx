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427" r:id="rId5"/>
    <p:sldId id="473" r:id="rId6"/>
    <p:sldId id="510" r:id="rId7"/>
    <p:sldId id="527" r:id="rId8"/>
    <p:sldId id="528" r:id="rId9"/>
    <p:sldId id="529" r:id="rId10"/>
    <p:sldId id="530" r:id="rId11"/>
    <p:sldId id="474" r:id="rId12"/>
    <p:sldId id="531" r:id="rId13"/>
    <p:sldId id="532" r:id="rId14"/>
    <p:sldId id="533" r:id="rId15"/>
    <p:sldId id="534" r:id="rId16"/>
    <p:sldId id="535" r:id="rId17"/>
    <p:sldId id="536" r:id="rId18"/>
    <p:sldId id="537" r:id="rId19"/>
    <p:sldId id="491" r:id="rId20"/>
    <p:sldId id="45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7578BC-1949-4E24-8FDE-D8C4C0E610D8}" v="33" dt="2026-01-30T21:44:59.4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44" y="-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custSel addSld delSld modSld">
      <pc:chgData name="Michael Hill" userId="41dba03d-e58d-4389-9894-554c10310ba4" providerId="ADAL" clId="{EF23FE1D-A042-481E-AFD7-2A9FB0847F54}" dt="2026-01-30T21:44:59.445" v="5727"/>
      <pc:docMkLst>
        <pc:docMk/>
      </pc:docMkLst>
      <pc:sldChg chg="addSp modSp mod">
        <pc:chgData name="Michael Hill" userId="41dba03d-e58d-4389-9894-554c10310ba4" providerId="ADAL" clId="{EF23FE1D-A042-481E-AFD7-2A9FB0847F54}" dt="2026-01-30T16:35:09.764" v="50" actId="14100"/>
        <pc:sldMkLst>
          <pc:docMk/>
          <pc:sldMk cId="1878848435" sldId="256"/>
        </pc:sldMkLst>
        <pc:spChg chg="add mod">
          <ac:chgData name="Michael Hill" userId="41dba03d-e58d-4389-9894-554c10310ba4" providerId="ADAL" clId="{EF23FE1D-A042-481E-AFD7-2A9FB0847F54}" dt="2026-01-30T16:28:27.058" v="1"/>
          <ac:spMkLst>
            <pc:docMk/>
            <pc:sldMk cId="1878848435" sldId="256"/>
            <ac:spMk id="2" creationId="{A094FBAB-E576-B430-091E-4EF8912A2D5D}"/>
          </ac:spMkLst>
        </pc:spChg>
        <pc:spChg chg="mod">
          <ac:chgData name="Michael Hill" userId="41dba03d-e58d-4389-9894-554c10310ba4" providerId="ADAL" clId="{EF23FE1D-A042-481E-AFD7-2A9FB0847F54}" dt="2026-01-30T16:34:56.729" v="3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6-01-30T16:35:09.764" v="50" actId="14100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6-01-30T16:36:00.496" v="224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6-01-30T16:36:00.496" v="224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">
        <pc:chgData name="Michael Hill" userId="41dba03d-e58d-4389-9894-554c10310ba4" providerId="ADAL" clId="{EF23FE1D-A042-481E-AFD7-2A9FB0847F54}" dt="2026-01-30T16:39:15.870" v="425" actId="20577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6-01-30T16:39:15.870" v="425" actId="20577"/>
          <ac:spMkLst>
            <pc:docMk/>
            <pc:sldMk cId="1910594286" sldId="258"/>
            <ac:spMk id="8" creationId="{9D3B4A7A-A70B-0C4A-C7FF-462ADF36D440}"/>
          </ac:spMkLst>
        </pc:spChg>
      </pc:sldChg>
      <pc:sldChg chg="modSp mod">
        <pc:chgData name="Michael Hill" userId="41dba03d-e58d-4389-9894-554c10310ba4" providerId="ADAL" clId="{EF23FE1D-A042-481E-AFD7-2A9FB0847F54}" dt="2026-01-30T16:40:55.911" v="565" actId="20577"/>
        <pc:sldMkLst>
          <pc:docMk/>
          <pc:sldMk cId="4217859482" sldId="427"/>
        </pc:sldMkLst>
        <pc:spChg chg="mod">
          <ac:chgData name="Michael Hill" userId="41dba03d-e58d-4389-9894-554c10310ba4" providerId="ADAL" clId="{EF23FE1D-A042-481E-AFD7-2A9FB0847F54}" dt="2026-01-30T16:40:55.911" v="565" actId="20577"/>
          <ac:spMkLst>
            <pc:docMk/>
            <pc:sldMk cId="4217859482" sldId="427"/>
            <ac:spMk id="2" creationId="{59F9F4D8-2132-AD15-CEDB-AFE660429BD8}"/>
          </ac:spMkLst>
        </pc:spChg>
      </pc:sldChg>
      <pc:sldChg chg="addSp modSp mod">
        <pc:chgData name="Michael Hill" userId="41dba03d-e58d-4389-9894-554c10310ba4" providerId="ADAL" clId="{EF23FE1D-A042-481E-AFD7-2A9FB0847F54}" dt="2026-01-30T21:44:59.445" v="5727"/>
        <pc:sldMkLst>
          <pc:docMk/>
          <pc:sldMk cId="782115972" sldId="454"/>
        </pc:sldMkLst>
        <pc:spChg chg="add mod">
          <ac:chgData name="Michael Hill" userId="41dba03d-e58d-4389-9894-554c10310ba4" providerId="ADAL" clId="{EF23FE1D-A042-481E-AFD7-2A9FB0847F54}" dt="2026-01-30T16:28:21.890" v="0"/>
          <ac:spMkLst>
            <pc:docMk/>
            <pc:sldMk cId="782115972" sldId="454"/>
            <ac:spMk id="2" creationId="{FC2EB526-8E25-683C-4E50-42F57E02680F}"/>
          </ac:spMkLst>
        </pc:spChg>
        <pc:spChg chg="add mod">
          <ac:chgData name="Michael Hill" userId="41dba03d-e58d-4389-9894-554c10310ba4" providerId="ADAL" clId="{EF23FE1D-A042-481E-AFD7-2A9FB0847F54}" dt="2026-01-30T21:44:59.445" v="5727"/>
          <ac:spMkLst>
            <pc:docMk/>
            <pc:sldMk cId="782115972" sldId="454"/>
            <ac:spMk id="3" creationId="{25298425-309F-44BE-E8F5-4E20CF3E50CA}"/>
          </ac:spMkLst>
        </pc:spChg>
        <pc:spChg chg="mod">
          <ac:chgData name="Michael Hill" userId="41dba03d-e58d-4389-9894-554c10310ba4" providerId="ADAL" clId="{EF23FE1D-A042-481E-AFD7-2A9FB0847F54}" dt="2026-01-30T21:44:54.644" v="5724" actId="14100"/>
          <ac:spMkLst>
            <pc:docMk/>
            <pc:sldMk cId="782115972" sldId="454"/>
            <ac:spMk id="8" creationId="{F65BA143-CA8C-162E-8EE1-5979D9C12717}"/>
          </ac:spMkLst>
        </pc:spChg>
      </pc:sldChg>
      <pc:sldChg chg="modSp mod">
        <pc:chgData name="Michael Hill" userId="41dba03d-e58d-4389-9894-554c10310ba4" providerId="ADAL" clId="{EF23FE1D-A042-481E-AFD7-2A9FB0847F54}" dt="2026-01-30T18:34:26.717" v="902" actId="20577"/>
        <pc:sldMkLst>
          <pc:docMk/>
          <pc:sldMk cId="1393903321" sldId="473"/>
        </pc:sldMkLst>
        <pc:spChg chg="mod">
          <ac:chgData name="Michael Hill" userId="41dba03d-e58d-4389-9894-554c10310ba4" providerId="ADAL" clId="{EF23FE1D-A042-481E-AFD7-2A9FB0847F54}" dt="2026-01-30T16:44:38.207" v="592" actId="1076"/>
          <ac:spMkLst>
            <pc:docMk/>
            <pc:sldMk cId="1393903321" sldId="473"/>
            <ac:spMk id="5" creationId="{72A18054-BB94-C05D-C7EF-5AD50E6CC9B1}"/>
          </ac:spMkLst>
        </pc:spChg>
        <pc:spChg chg="mod">
          <ac:chgData name="Michael Hill" userId="41dba03d-e58d-4389-9894-554c10310ba4" providerId="ADAL" clId="{EF23FE1D-A042-481E-AFD7-2A9FB0847F54}" dt="2026-01-30T18:34:26.717" v="902" actId="20577"/>
          <ac:spMkLst>
            <pc:docMk/>
            <pc:sldMk cId="1393903321" sldId="473"/>
            <ac:spMk id="8" creationId="{82EF2758-F3AE-312F-416D-08E61458A56C}"/>
          </ac:spMkLst>
        </pc:spChg>
      </pc:sldChg>
      <pc:sldChg chg="delSp modSp mod">
        <pc:chgData name="Michael Hill" userId="41dba03d-e58d-4389-9894-554c10310ba4" providerId="ADAL" clId="{EF23FE1D-A042-481E-AFD7-2A9FB0847F54}" dt="2026-01-30T18:59:46.363" v="2766" actId="33524"/>
        <pc:sldMkLst>
          <pc:docMk/>
          <pc:sldMk cId="2576407648" sldId="474"/>
        </pc:sldMkLst>
        <pc:spChg chg="mod">
          <ac:chgData name="Michael Hill" userId="41dba03d-e58d-4389-9894-554c10310ba4" providerId="ADAL" clId="{EF23FE1D-A042-481E-AFD7-2A9FB0847F54}" dt="2026-01-30T18:57:55.501" v="2331" actId="14100"/>
          <ac:spMkLst>
            <pc:docMk/>
            <pc:sldMk cId="2576407648" sldId="474"/>
            <ac:spMk id="6" creationId="{ECBC5ED9-8C19-5354-6BE7-3731ECF1AFF7}"/>
          </ac:spMkLst>
        </pc:spChg>
        <pc:spChg chg="mod">
          <ac:chgData name="Michael Hill" userId="41dba03d-e58d-4389-9894-554c10310ba4" providerId="ADAL" clId="{EF23FE1D-A042-481E-AFD7-2A9FB0847F54}" dt="2026-01-30T18:59:46.363" v="2766" actId="33524"/>
          <ac:spMkLst>
            <pc:docMk/>
            <pc:sldMk cId="2576407648" sldId="474"/>
            <ac:spMk id="8" creationId="{FC785AE7-CB73-68F6-4417-DD18EF27F9BB}"/>
          </ac:spMkLst>
        </pc:spChg>
        <pc:picChg chg="del">
          <ac:chgData name="Michael Hill" userId="41dba03d-e58d-4389-9894-554c10310ba4" providerId="ADAL" clId="{EF23FE1D-A042-481E-AFD7-2A9FB0847F54}" dt="2026-01-30T18:57:58.480" v="2332" actId="478"/>
          <ac:picMkLst>
            <pc:docMk/>
            <pc:sldMk cId="2576407648" sldId="474"/>
            <ac:picMk id="10" creationId="{76652068-EAB7-B114-52A9-CCE1C76521A7}"/>
          </ac:picMkLst>
        </pc:picChg>
      </pc:sldChg>
      <pc:sldChg chg="modSp mod">
        <pc:chgData name="Michael Hill" userId="41dba03d-e58d-4389-9894-554c10310ba4" providerId="ADAL" clId="{EF23FE1D-A042-481E-AFD7-2A9FB0847F54}" dt="2026-01-30T19:40:01.368" v="5619" actId="20577"/>
        <pc:sldMkLst>
          <pc:docMk/>
          <pc:sldMk cId="4218940969" sldId="491"/>
        </pc:sldMkLst>
        <pc:spChg chg="mod">
          <ac:chgData name="Michael Hill" userId="41dba03d-e58d-4389-9894-554c10310ba4" providerId="ADAL" clId="{EF23FE1D-A042-481E-AFD7-2A9FB0847F54}" dt="2026-01-30T19:38:45.221" v="5296" actId="20577"/>
          <ac:spMkLst>
            <pc:docMk/>
            <pc:sldMk cId="4218940969" sldId="491"/>
            <ac:spMk id="5" creationId="{E4CC646B-4635-6050-D4B0-A67535F846E1}"/>
          </ac:spMkLst>
        </pc:spChg>
        <pc:spChg chg="mod">
          <ac:chgData name="Michael Hill" userId="41dba03d-e58d-4389-9894-554c10310ba4" providerId="ADAL" clId="{EF23FE1D-A042-481E-AFD7-2A9FB0847F54}" dt="2026-01-30T19:40:01.368" v="5619" actId="20577"/>
          <ac:spMkLst>
            <pc:docMk/>
            <pc:sldMk cId="4218940969" sldId="491"/>
            <ac:spMk id="8" creationId="{2AEBA483-932C-0DF3-820A-BA0E92D28961}"/>
          </ac:spMkLst>
        </pc:spChg>
      </pc:sldChg>
      <pc:sldChg chg="addSp delSp modSp mod">
        <pc:chgData name="Michael Hill" userId="41dba03d-e58d-4389-9894-554c10310ba4" providerId="ADAL" clId="{EF23FE1D-A042-481E-AFD7-2A9FB0847F54}" dt="2026-01-30T18:47:48.962" v="1948" actId="20577"/>
        <pc:sldMkLst>
          <pc:docMk/>
          <pc:sldMk cId="1907986003" sldId="510"/>
        </pc:sldMkLst>
        <pc:spChg chg="add mod">
          <ac:chgData name="Michael Hill" userId="41dba03d-e58d-4389-9894-554c10310ba4" providerId="ADAL" clId="{EF23FE1D-A042-481E-AFD7-2A9FB0847F54}" dt="2026-01-30T18:40:16.382" v="1210" actId="1076"/>
          <ac:spMkLst>
            <pc:docMk/>
            <pc:sldMk cId="1907986003" sldId="510"/>
            <ac:spMk id="2" creationId="{006F349E-926A-2DB9-81DE-3B6501FDA230}"/>
          </ac:spMkLst>
        </pc:spChg>
        <pc:spChg chg="mod">
          <ac:chgData name="Michael Hill" userId="41dba03d-e58d-4389-9894-554c10310ba4" providerId="ADAL" clId="{EF23FE1D-A042-481E-AFD7-2A9FB0847F54}" dt="2026-01-30T18:34:35.334" v="906" actId="14100"/>
          <ac:spMkLst>
            <pc:docMk/>
            <pc:sldMk cId="1907986003" sldId="510"/>
            <ac:spMk id="6" creationId="{580BC623-AA3F-7D81-4716-58E2F4B50780}"/>
          </ac:spMkLst>
        </pc:spChg>
        <pc:spChg chg="mod">
          <ac:chgData name="Michael Hill" userId="41dba03d-e58d-4389-9894-554c10310ba4" providerId="ADAL" clId="{EF23FE1D-A042-481E-AFD7-2A9FB0847F54}" dt="2026-01-30T18:47:48.962" v="1948" actId="20577"/>
          <ac:spMkLst>
            <pc:docMk/>
            <pc:sldMk cId="1907986003" sldId="510"/>
            <ac:spMk id="8" creationId="{EA47DC6E-2CC7-37BF-9787-FD643C0EA93A}"/>
          </ac:spMkLst>
        </pc:spChg>
        <pc:picChg chg="del">
          <ac:chgData name="Michael Hill" userId="41dba03d-e58d-4389-9894-554c10310ba4" providerId="ADAL" clId="{EF23FE1D-A042-481E-AFD7-2A9FB0847F54}" dt="2026-01-30T18:38:35.623" v="907" actId="478"/>
          <ac:picMkLst>
            <pc:docMk/>
            <pc:sldMk cId="1907986003" sldId="510"/>
            <ac:picMk id="1026" creationId="{A4273CD8-3658-D7FE-9E96-1EFFD6543DE8}"/>
          </ac:picMkLst>
        </pc:picChg>
      </pc:sldChg>
      <pc:sldChg chg="del">
        <pc:chgData name="Michael Hill" userId="41dba03d-e58d-4389-9894-554c10310ba4" providerId="ADAL" clId="{EF23FE1D-A042-481E-AFD7-2A9FB0847F54}" dt="2026-01-30T18:58:27.666" v="2488" actId="47"/>
        <pc:sldMkLst>
          <pc:docMk/>
          <pc:sldMk cId="576407881" sldId="512"/>
        </pc:sldMkLst>
      </pc:sldChg>
      <pc:sldChg chg="del">
        <pc:chgData name="Michael Hill" userId="41dba03d-e58d-4389-9894-554c10310ba4" providerId="ADAL" clId="{EF23FE1D-A042-481E-AFD7-2A9FB0847F54}" dt="2026-01-30T18:58:27.666" v="2488" actId="47"/>
        <pc:sldMkLst>
          <pc:docMk/>
          <pc:sldMk cId="1014202561" sldId="513"/>
        </pc:sldMkLst>
      </pc:sldChg>
      <pc:sldChg chg="del">
        <pc:chgData name="Michael Hill" userId="41dba03d-e58d-4389-9894-554c10310ba4" providerId="ADAL" clId="{EF23FE1D-A042-481E-AFD7-2A9FB0847F54}" dt="2026-01-30T18:58:27.666" v="2488" actId="47"/>
        <pc:sldMkLst>
          <pc:docMk/>
          <pc:sldMk cId="2778924116" sldId="514"/>
        </pc:sldMkLst>
      </pc:sldChg>
      <pc:sldChg chg="del">
        <pc:chgData name="Michael Hill" userId="41dba03d-e58d-4389-9894-554c10310ba4" providerId="ADAL" clId="{EF23FE1D-A042-481E-AFD7-2A9FB0847F54}" dt="2026-01-30T18:58:27.666" v="2488" actId="47"/>
        <pc:sldMkLst>
          <pc:docMk/>
          <pc:sldMk cId="2978622352" sldId="515"/>
        </pc:sldMkLst>
      </pc:sldChg>
      <pc:sldChg chg="del">
        <pc:chgData name="Michael Hill" userId="41dba03d-e58d-4389-9894-554c10310ba4" providerId="ADAL" clId="{EF23FE1D-A042-481E-AFD7-2A9FB0847F54}" dt="2026-01-30T18:58:27.666" v="2488" actId="47"/>
        <pc:sldMkLst>
          <pc:docMk/>
          <pc:sldMk cId="3892089268" sldId="516"/>
        </pc:sldMkLst>
      </pc:sldChg>
      <pc:sldChg chg="del">
        <pc:chgData name="Michael Hill" userId="41dba03d-e58d-4389-9894-554c10310ba4" providerId="ADAL" clId="{EF23FE1D-A042-481E-AFD7-2A9FB0847F54}" dt="2026-01-30T18:58:27.666" v="2488" actId="47"/>
        <pc:sldMkLst>
          <pc:docMk/>
          <pc:sldMk cId="1959765264" sldId="517"/>
        </pc:sldMkLst>
      </pc:sldChg>
      <pc:sldChg chg="del">
        <pc:chgData name="Michael Hill" userId="41dba03d-e58d-4389-9894-554c10310ba4" providerId="ADAL" clId="{EF23FE1D-A042-481E-AFD7-2A9FB0847F54}" dt="2026-01-30T18:58:27.666" v="2488" actId="47"/>
        <pc:sldMkLst>
          <pc:docMk/>
          <pc:sldMk cId="1750948792" sldId="518"/>
        </pc:sldMkLst>
      </pc:sldChg>
      <pc:sldChg chg="del">
        <pc:chgData name="Michael Hill" userId="41dba03d-e58d-4389-9894-554c10310ba4" providerId="ADAL" clId="{EF23FE1D-A042-481E-AFD7-2A9FB0847F54}" dt="2026-01-30T18:58:27.666" v="2488" actId="47"/>
        <pc:sldMkLst>
          <pc:docMk/>
          <pc:sldMk cId="2996100434" sldId="519"/>
        </pc:sldMkLst>
      </pc:sldChg>
      <pc:sldChg chg="del">
        <pc:chgData name="Michael Hill" userId="41dba03d-e58d-4389-9894-554c10310ba4" providerId="ADAL" clId="{EF23FE1D-A042-481E-AFD7-2A9FB0847F54}" dt="2026-01-30T18:58:27.666" v="2488" actId="47"/>
        <pc:sldMkLst>
          <pc:docMk/>
          <pc:sldMk cId="4150968954" sldId="520"/>
        </pc:sldMkLst>
      </pc:sldChg>
      <pc:sldChg chg="del">
        <pc:chgData name="Michael Hill" userId="41dba03d-e58d-4389-9894-554c10310ba4" providerId="ADAL" clId="{EF23FE1D-A042-481E-AFD7-2A9FB0847F54}" dt="2026-01-30T18:58:27.666" v="2488" actId="47"/>
        <pc:sldMkLst>
          <pc:docMk/>
          <pc:sldMk cId="2454319330" sldId="521"/>
        </pc:sldMkLst>
      </pc:sldChg>
      <pc:sldChg chg="del">
        <pc:chgData name="Michael Hill" userId="41dba03d-e58d-4389-9894-554c10310ba4" providerId="ADAL" clId="{EF23FE1D-A042-481E-AFD7-2A9FB0847F54}" dt="2026-01-30T18:58:27.666" v="2488" actId="47"/>
        <pc:sldMkLst>
          <pc:docMk/>
          <pc:sldMk cId="104815971" sldId="522"/>
        </pc:sldMkLst>
      </pc:sldChg>
      <pc:sldChg chg="del">
        <pc:chgData name="Michael Hill" userId="41dba03d-e58d-4389-9894-554c10310ba4" providerId="ADAL" clId="{EF23FE1D-A042-481E-AFD7-2A9FB0847F54}" dt="2026-01-30T18:58:27.666" v="2488" actId="47"/>
        <pc:sldMkLst>
          <pc:docMk/>
          <pc:sldMk cId="2567422508" sldId="523"/>
        </pc:sldMkLst>
      </pc:sldChg>
      <pc:sldChg chg="del">
        <pc:chgData name="Michael Hill" userId="41dba03d-e58d-4389-9894-554c10310ba4" providerId="ADAL" clId="{EF23FE1D-A042-481E-AFD7-2A9FB0847F54}" dt="2026-01-30T18:58:27.666" v="2488" actId="47"/>
        <pc:sldMkLst>
          <pc:docMk/>
          <pc:sldMk cId="2923763138" sldId="524"/>
        </pc:sldMkLst>
      </pc:sldChg>
      <pc:sldChg chg="del">
        <pc:chgData name="Michael Hill" userId="41dba03d-e58d-4389-9894-554c10310ba4" providerId="ADAL" clId="{EF23FE1D-A042-481E-AFD7-2A9FB0847F54}" dt="2026-01-30T18:58:27.666" v="2488" actId="47"/>
        <pc:sldMkLst>
          <pc:docMk/>
          <pc:sldMk cId="900923617" sldId="525"/>
        </pc:sldMkLst>
      </pc:sldChg>
      <pc:sldChg chg="del">
        <pc:chgData name="Michael Hill" userId="41dba03d-e58d-4389-9894-554c10310ba4" providerId="ADAL" clId="{EF23FE1D-A042-481E-AFD7-2A9FB0847F54}" dt="2026-01-30T18:58:27.666" v="2488" actId="47"/>
        <pc:sldMkLst>
          <pc:docMk/>
          <pc:sldMk cId="1257219548" sldId="526"/>
        </pc:sldMkLst>
      </pc:sldChg>
      <pc:sldChg chg="modSp add mod">
        <pc:chgData name="Michael Hill" userId="41dba03d-e58d-4389-9894-554c10310ba4" providerId="ADAL" clId="{EF23FE1D-A042-481E-AFD7-2A9FB0847F54}" dt="2026-01-30T18:44:03.670" v="1476" actId="2711"/>
        <pc:sldMkLst>
          <pc:docMk/>
          <pc:sldMk cId="961058474" sldId="527"/>
        </pc:sldMkLst>
        <pc:spChg chg="mod">
          <ac:chgData name="Michael Hill" userId="41dba03d-e58d-4389-9894-554c10310ba4" providerId="ADAL" clId="{EF23FE1D-A042-481E-AFD7-2A9FB0847F54}" dt="2026-01-30T18:44:03.670" v="1476" actId="2711"/>
          <ac:spMkLst>
            <pc:docMk/>
            <pc:sldMk cId="961058474" sldId="527"/>
            <ac:spMk id="2" creationId="{B99F09FA-B13D-7807-5FAB-55841E2A7A98}"/>
          </ac:spMkLst>
        </pc:spChg>
        <pc:spChg chg="mod">
          <ac:chgData name="Michael Hill" userId="41dba03d-e58d-4389-9894-554c10310ba4" providerId="ADAL" clId="{EF23FE1D-A042-481E-AFD7-2A9FB0847F54}" dt="2026-01-30T18:40:27.045" v="1227" actId="14100"/>
          <ac:spMkLst>
            <pc:docMk/>
            <pc:sldMk cId="961058474" sldId="527"/>
            <ac:spMk id="6" creationId="{664B3867-36ED-38BF-5B86-54DE70F30A2C}"/>
          </ac:spMkLst>
        </pc:spChg>
        <pc:spChg chg="mod">
          <ac:chgData name="Michael Hill" userId="41dba03d-e58d-4389-9894-554c10310ba4" providerId="ADAL" clId="{EF23FE1D-A042-481E-AFD7-2A9FB0847F54}" dt="2026-01-30T18:41:50.901" v="1471" actId="20577"/>
          <ac:spMkLst>
            <pc:docMk/>
            <pc:sldMk cId="961058474" sldId="527"/>
            <ac:spMk id="8" creationId="{10EDA802-0F47-C80D-F98F-058592E61736}"/>
          </ac:spMkLst>
        </pc:spChg>
      </pc:sldChg>
      <pc:sldChg chg="modSp add mod">
        <pc:chgData name="Michael Hill" userId="41dba03d-e58d-4389-9894-554c10310ba4" providerId="ADAL" clId="{EF23FE1D-A042-481E-AFD7-2A9FB0847F54}" dt="2026-01-30T18:46:58.521" v="1745" actId="2711"/>
        <pc:sldMkLst>
          <pc:docMk/>
          <pc:sldMk cId="697890934" sldId="528"/>
        </pc:sldMkLst>
        <pc:spChg chg="mod">
          <ac:chgData name="Michael Hill" userId="41dba03d-e58d-4389-9894-554c10310ba4" providerId="ADAL" clId="{EF23FE1D-A042-481E-AFD7-2A9FB0847F54}" dt="2026-01-30T18:46:58.521" v="1745" actId="2711"/>
          <ac:spMkLst>
            <pc:docMk/>
            <pc:sldMk cId="697890934" sldId="528"/>
            <ac:spMk id="2" creationId="{AFF0F663-780A-5507-13B3-EAF28BD0D3C4}"/>
          </ac:spMkLst>
        </pc:spChg>
        <pc:spChg chg="mod">
          <ac:chgData name="Michael Hill" userId="41dba03d-e58d-4389-9894-554c10310ba4" providerId="ADAL" clId="{EF23FE1D-A042-481E-AFD7-2A9FB0847F54}" dt="2026-01-30T18:44:10.689" v="1485" actId="14100"/>
          <ac:spMkLst>
            <pc:docMk/>
            <pc:sldMk cId="697890934" sldId="528"/>
            <ac:spMk id="6" creationId="{427B8074-E748-9672-D841-03AA8B0A5FD3}"/>
          </ac:spMkLst>
        </pc:spChg>
        <pc:spChg chg="mod">
          <ac:chgData name="Michael Hill" userId="41dba03d-e58d-4389-9894-554c10310ba4" providerId="ADAL" clId="{EF23FE1D-A042-481E-AFD7-2A9FB0847F54}" dt="2026-01-30T18:45:05.114" v="1740" actId="20577"/>
          <ac:spMkLst>
            <pc:docMk/>
            <pc:sldMk cId="697890934" sldId="528"/>
            <ac:spMk id="8" creationId="{027F0FD1-FDDC-A776-AD71-E4BC9D211D1E}"/>
          </ac:spMkLst>
        </pc:spChg>
      </pc:sldChg>
      <pc:sldChg chg="modSp add mod">
        <pc:chgData name="Michael Hill" userId="41dba03d-e58d-4389-9894-554c10310ba4" providerId="ADAL" clId="{EF23FE1D-A042-481E-AFD7-2A9FB0847F54}" dt="2026-01-30T18:51:43.076" v="2004" actId="1076"/>
        <pc:sldMkLst>
          <pc:docMk/>
          <pc:sldMk cId="151619380" sldId="529"/>
        </pc:sldMkLst>
        <pc:spChg chg="mod">
          <ac:chgData name="Michael Hill" userId="41dba03d-e58d-4389-9894-554c10310ba4" providerId="ADAL" clId="{EF23FE1D-A042-481E-AFD7-2A9FB0847F54}" dt="2026-01-30T18:51:43.076" v="2004" actId="1076"/>
          <ac:spMkLst>
            <pc:docMk/>
            <pc:sldMk cId="151619380" sldId="529"/>
            <ac:spMk id="2" creationId="{7973DD7D-D683-77EC-508D-AA9664DAE3B8}"/>
          </ac:spMkLst>
        </pc:spChg>
        <pc:spChg chg="mod">
          <ac:chgData name="Michael Hill" userId="41dba03d-e58d-4389-9894-554c10310ba4" providerId="ADAL" clId="{EF23FE1D-A042-481E-AFD7-2A9FB0847F54}" dt="2026-01-30T18:47:06.816" v="1757" actId="20577"/>
          <ac:spMkLst>
            <pc:docMk/>
            <pc:sldMk cId="151619380" sldId="529"/>
            <ac:spMk id="6" creationId="{F375BD6F-0CD5-809A-C8F2-A8D8BDE6B176}"/>
          </ac:spMkLst>
        </pc:spChg>
        <pc:spChg chg="mod">
          <ac:chgData name="Michael Hill" userId="41dba03d-e58d-4389-9894-554c10310ba4" providerId="ADAL" clId="{EF23FE1D-A042-481E-AFD7-2A9FB0847F54}" dt="2026-01-30T18:48:13.795" v="1999" actId="20577"/>
          <ac:spMkLst>
            <pc:docMk/>
            <pc:sldMk cId="151619380" sldId="529"/>
            <ac:spMk id="8" creationId="{65597B91-C5CF-3385-C3EB-32B70507D869}"/>
          </ac:spMkLst>
        </pc:spChg>
      </pc:sldChg>
      <pc:sldChg chg="modSp add mod">
        <pc:chgData name="Michael Hill" userId="41dba03d-e58d-4389-9894-554c10310ba4" providerId="ADAL" clId="{EF23FE1D-A042-481E-AFD7-2A9FB0847F54}" dt="2026-01-30T18:57:05.032" v="2316" actId="207"/>
        <pc:sldMkLst>
          <pc:docMk/>
          <pc:sldMk cId="1393544836" sldId="530"/>
        </pc:sldMkLst>
        <pc:spChg chg="mod">
          <ac:chgData name="Michael Hill" userId="41dba03d-e58d-4389-9894-554c10310ba4" providerId="ADAL" clId="{EF23FE1D-A042-481E-AFD7-2A9FB0847F54}" dt="2026-01-30T18:56:36.898" v="2229" actId="2710"/>
          <ac:spMkLst>
            <pc:docMk/>
            <pc:sldMk cId="1393544836" sldId="530"/>
            <ac:spMk id="2" creationId="{8F8FB08E-5CA1-411B-C040-D1CAA6D74CFE}"/>
          </ac:spMkLst>
        </pc:spChg>
        <pc:spChg chg="mod">
          <ac:chgData name="Michael Hill" userId="41dba03d-e58d-4389-9894-554c10310ba4" providerId="ADAL" clId="{EF23FE1D-A042-481E-AFD7-2A9FB0847F54}" dt="2026-01-30T18:52:03.221" v="2040" actId="1076"/>
          <ac:spMkLst>
            <pc:docMk/>
            <pc:sldMk cId="1393544836" sldId="530"/>
            <ac:spMk id="6" creationId="{52FB5967-2B70-1D7E-8620-1BC5A28FD000}"/>
          </ac:spMkLst>
        </pc:spChg>
        <pc:spChg chg="mod">
          <ac:chgData name="Michael Hill" userId="41dba03d-e58d-4389-9894-554c10310ba4" providerId="ADAL" clId="{EF23FE1D-A042-481E-AFD7-2A9FB0847F54}" dt="2026-01-30T18:57:05.032" v="2316" actId="207"/>
          <ac:spMkLst>
            <pc:docMk/>
            <pc:sldMk cId="1393544836" sldId="530"/>
            <ac:spMk id="8" creationId="{67314758-A085-8B88-B2FE-6434A005B1D8}"/>
          </ac:spMkLst>
        </pc:spChg>
      </pc:sldChg>
      <pc:sldChg chg="addSp modSp add mod">
        <pc:chgData name="Michael Hill" userId="41dba03d-e58d-4389-9894-554c10310ba4" providerId="ADAL" clId="{EF23FE1D-A042-481E-AFD7-2A9FB0847F54}" dt="2026-01-30T19:02:28.999" v="3162" actId="207"/>
        <pc:sldMkLst>
          <pc:docMk/>
          <pc:sldMk cId="2737246522" sldId="531"/>
        </pc:sldMkLst>
        <pc:spChg chg="mod">
          <ac:chgData name="Michael Hill" userId="41dba03d-e58d-4389-9894-554c10310ba4" providerId="ADAL" clId="{EF23FE1D-A042-481E-AFD7-2A9FB0847F54}" dt="2026-01-30T19:02:28.999" v="3162" actId="207"/>
          <ac:spMkLst>
            <pc:docMk/>
            <pc:sldMk cId="2737246522" sldId="531"/>
            <ac:spMk id="8" creationId="{4CEE5600-FA1D-D600-89F6-5DEB7AFB0EFE}"/>
          </ac:spMkLst>
        </pc:spChg>
        <pc:picChg chg="add mod">
          <ac:chgData name="Michael Hill" userId="41dba03d-e58d-4389-9894-554c10310ba4" providerId="ADAL" clId="{EF23FE1D-A042-481E-AFD7-2A9FB0847F54}" dt="2026-01-30T19:02:23.774" v="3159" actId="1076"/>
          <ac:picMkLst>
            <pc:docMk/>
            <pc:sldMk cId="2737246522" sldId="531"/>
            <ac:picMk id="1026" creationId="{39B4EF0A-5423-73AE-A17D-71E9A9869E03}"/>
          </ac:picMkLst>
        </pc:picChg>
      </pc:sldChg>
      <pc:sldChg chg="modSp add mod">
        <pc:chgData name="Michael Hill" userId="41dba03d-e58d-4389-9894-554c10310ba4" providerId="ADAL" clId="{EF23FE1D-A042-481E-AFD7-2A9FB0847F54}" dt="2026-01-30T19:03:53.787" v="3580" actId="20577"/>
        <pc:sldMkLst>
          <pc:docMk/>
          <pc:sldMk cId="617561732" sldId="532"/>
        </pc:sldMkLst>
        <pc:spChg chg="mod">
          <ac:chgData name="Michael Hill" userId="41dba03d-e58d-4389-9894-554c10310ba4" providerId="ADAL" clId="{EF23FE1D-A042-481E-AFD7-2A9FB0847F54}" dt="2026-01-30T19:03:53.787" v="3580" actId="20577"/>
          <ac:spMkLst>
            <pc:docMk/>
            <pc:sldMk cId="617561732" sldId="532"/>
            <ac:spMk id="8" creationId="{5C630749-4BDE-46BE-3E79-C18C4C613D7F}"/>
          </ac:spMkLst>
        </pc:spChg>
      </pc:sldChg>
      <pc:sldChg chg="addSp modSp add mod">
        <pc:chgData name="Michael Hill" userId="41dba03d-e58d-4389-9894-554c10310ba4" providerId="ADAL" clId="{EF23FE1D-A042-481E-AFD7-2A9FB0847F54}" dt="2026-01-30T19:05:43.073" v="4084" actId="20577"/>
        <pc:sldMkLst>
          <pc:docMk/>
          <pc:sldMk cId="904133825" sldId="533"/>
        </pc:sldMkLst>
        <pc:spChg chg="add mod">
          <ac:chgData name="Michael Hill" userId="41dba03d-e58d-4389-9894-554c10310ba4" providerId="ADAL" clId="{EF23FE1D-A042-481E-AFD7-2A9FB0847F54}" dt="2026-01-30T19:03:58.865" v="3583" actId="571"/>
          <ac:spMkLst>
            <pc:docMk/>
            <pc:sldMk cId="904133825" sldId="533"/>
            <ac:spMk id="2" creationId="{A12DB881-AA8F-73AC-6F57-71A97B74AAD9}"/>
          </ac:spMkLst>
        </pc:spChg>
        <pc:spChg chg="mod">
          <ac:chgData name="Michael Hill" userId="41dba03d-e58d-4389-9894-554c10310ba4" providerId="ADAL" clId="{EF23FE1D-A042-481E-AFD7-2A9FB0847F54}" dt="2026-01-30T19:05:43.073" v="4084" actId="20577"/>
          <ac:spMkLst>
            <pc:docMk/>
            <pc:sldMk cId="904133825" sldId="533"/>
            <ac:spMk id="8" creationId="{69594BDE-75A9-DB12-2F9B-5816D6518905}"/>
          </ac:spMkLst>
        </pc:spChg>
      </pc:sldChg>
      <pc:sldChg chg="modSp add mod">
        <pc:chgData name="Michael Hill" userId="41dba03d-e58d-4389-9894-554c10310ba4" providerId="ADAL" clId="{EF23FE1D-A042-481E-AFD7-2A9FB0847F54}" dt="2026-01-30T19:27:11.178" v="4601" actId="20577"/>
        <pc:sldMkLst>
          <pc:docMk/>
          <pc:sldMk cId="1783027474" sldId="534"/>
        </pc:sldMkLst>
        <pc:spChg chg="mod">
          <ac:chgData name="Michael Hill" userId="41dba03d-e58d-4389-9894-554c10310ba4" providerId="ADAL" clId="{EF23FE1D-A042-481E-AFD7-2A9FB0847F54}" dt="2026-01-30T19:27:11.178" v="4601" actId="20577"/>
          <ac:spMkLst>
            <pc:docMk/>
            <pc:sldMk cId="1783027474" sldId="534"/>
            <ac:spMk id="8" creationId="{2F90B0CC-1EED-F32A-C017-D9885F164FB8}"/>
          </ac:spMkLst>
        </pc:spChg>
      </pc:sldChg>
      <pc:sldChg chg="addSp delSp modSp add mod">
        <pc:chgData name="Michael Hill" userId="41dba03d-e58d-4389-9894-554c10310ba4" providerId="ADAL" clId="{EF23FE1D-A042-481E-AFD7-2A9FB0847F54}" dt="2026-01-30T19:36:18.515" v="4975" actId="166"/>
        <pc:sldMkLst>
          <pc:docMk/>
          <pc:sldMk cId="2856188176" sldId="535"/>
        </pc:sldMkLst>
        <pc:spChg chg="add mod">
          <ac:chgData name="Michael Hill" userId="41dba03d-e58d-4389-9894-554c10310ba4" providerId="ADAL" clId="{EF23FE1D-A042-481E-AFD7-2A9FB0847F54}" dt="2026-01-30T19:29:41.280" v="4836" actId="14100"/>
          <ac:spMkLst>
            <pc:docMk/>
            <pc:sldMk cId="2856188176" sldId="535"/>
            <ac:spMk id="2" creationId="{437D137F-3D2D-47CD-B1FD-C1960D015F32}"/>
          </ac:spMkLst>
        </pc:spChg>
        <pc:spChg chg="add del mod">
          <ac:chgData name="Michael Hill" userId="41dba03d-e58d-4389-9894-554c10310ba4" providerId="ADAL" clId="{EF23FE1D-A042-481E-AFD7-2A9FB0847F54}" dt="2026-01-30T19:30:36.491" v="4850"/>
          <ac:spMkLst>
            <pc:docMk/>
            <pc:sldMk cId="2856188176" sldId="535"/>
            <ac:spMk id="5" creationId="{7FBAD117-0822-0896-27D2-692525CB5B51}"/>
          </ac:spMkLst>
        </pc:spChg>
        <pc:spChg chg="mod">
          <ac:chgData name="Michael Hill" userId="41dba03d-e58d-4389-9894-554c10310ba4" providerId="ADAL" clId="{EF23FE1D-A042-481E-AFD7-2A9FB0847F54}" dt="2026-01-30T19:09:23.756" v="4431" actId="14100"/>
          <ac:spMkLst>
            <pc:docMk/>
            <pc:sldMk cId="2856188176" sldId="535"/>
            <ac:spMk id="6" creationId="{AAEEAEA1-74E7-D54C-5D87-B8C071D6E2FB}"/>
          </ac:spMkLst>
        </pc:spChg>
        <pc:spChg chg="mod">
          <ac:chgData name="Michael Hill" userId="41dba03d-e58d-4389-9894-554c10310ba4" providerId="ADAL" clId="{EF23FE1D-A042-481E-AFD7-2A9FB0847F54}" dt="2026-01-30T19:31:41.416" v="4965" actId="207"/>
          <ac:spMkLst>
            <pc:docMk/>
            <pc:sldMk cId="2856188176" sldId="535"/>
            <ac:spMk id="8" creationId="{A83750BB-188E-292F-F19E-23F23CFC008A}"/>
          </ac:spMkLst>
        </pc:spChg>
        <pc:spChg chg="add del mod">
          <ac:chgData name="Michael Hill" userId="41dba03d-e58d-4389-9894-554c10310ba4" providerId="ADAL" clId="{EF23FE1D-A042-481E-AFD7-2A9FB0847F54}" dt="2026-01-30T19:31:47.092" v="4966" actId="478"/>
          <ac:spMkLst>
            <pc:docMk/>
            <pc:sldMk cId="2856188176" sldId="535"/>
            <ac:spMk id="10" creationId="{BEB2642D-8A32-E0A5-A5FA-1300657065FF}"/>
          </ac:spMkLst>
        </pc:spChg>
        <pc:spChg chg="add del mod">
          <ac:chgData name="Michael Hill" userId="41dba03d-e58d-4389-9894-554c10310ba4" providerId="ADAL" clId="{EF23FE1D-A042-481E-AFD7-2A9FB0847F54}" dt="2026-01-30T19:31:48.787" v="4967" actId="478"/>
          <ac:spMkLst>
            <pc:docMk/>
            <pc:sldMk cId="2856188176" sldId="535"/>
            <ac:spMk id="11" creationId="{AC5EB184-C291-4AE6-1B21-BA7536663AF8}"/>
          </ac:spMkLst>
        </pc:spChg>
        <pc:spChg chg="add mod ord">
          <ac:chgData name="Michael Hill" userId="41dba03d-e58d-4389-9894-554c10310ba4" providerId="ADAL" clId="{EF23FE1D-A042-481E-AFD7-2A9FB0847F54}" dt="2026-01-30T19:36:18.515" v="4975" actId="166"/>
          <ac:spMkLst>
            <pc:docMk/>
            <pc:sldMk cId="2856188176" sldId="535"/>
            <ac:spMk id="13" creationId="{D5550CFD-A8D9-33E4-AD54-8746297AF348}"/>
          </ac:spMkLst>
        </pc:spChg>
        <pc:spChg chg="add mod">
          <ac:chgData name="Michael Hill" userId="41dba03d-e58d-4389-9894-554c10310ba4" providerId="ADAL" clId="{EF23FE1D-A042-481E-AFD7-2A9FB0847F54}" dt="2026-01-30T19:36:15.368" v="4974"/>
          <ac:spMkLst>
            <pc:docMk/>
            <pc:sldMk cId="2856188176" sldId="535"/>
            <ac:spMk id="14" creationId="{722403E2-B720-B009-C29C-4D269811540D}"/>
          </ac:spMkLst>
        </pc:spChg>
      </pc:sldChg>
      <pc:sldChg chg="delSp modSp add mod">
        <pc:chgData name="Michael Hill" userId="41dba03d-e58d-4389-9894-554c10310ba4" providerId="ADAL" clId="{EF23FE1D-A042-481E-AFD7-2A9FB0847F54}" dt="2026-01-30T19:36:21.359" v="4977" actId="478"/>
        <pc:sldMkLst>
          <pc:docMk/>
          <pc:sldMk cId="2414236442" sldId="536"/>
        </pc:sldMkLst>
        <pc:spChg chg="mod">
          <ac:chgData name="Michael Hill" userId="41dba03d-e58d-4389-9894-554c10310ba4" providerId="ADAL" clId="{EF23FE1D-A042-481E-AFD7-2A9FB0847F54}" dt="2026-01-30T19:36:06.262" v="4972" actId="14100"/>
          <ac:spMkLst>
            <pc:docMk/>
            <pc:sldMk cId="2414236442" sldId="536"/>
            <ac:spMk id="2" creationId="{A1EC9280-F561-DB84-D1CE-9DD8599C792F}"/>
          </ac:spMkLst>
        </pc:spChg>
        <pc:spChg chg="mod">
          <ac:chgData name="Michael Hill" userId="41dba03d-e58d-4389-9894-554c10310ba4" providerId="ADAL" clId="{EF23FE1D-A042-481E-AFD7-2A9FB0847F54}" dt="2026-01-30T19:31:12.692" v="4863" actId="14100"/>
          <ac:spMkLst>
            <pc:docMk/>
            <pc:sldMk cId="2414236442" sldId="536"/>
            <ac:spMk id="6" creationId="{E797111D-49DA-4A8B-8BB2-C4D586C3911A}"/>
          </ac:spMkLst>
        </pc:spChg>
        <pc:spChg chg="mod">
          <ac:chgData name="Michael Hill" userId="41dba03d-e58d-4389-9894-554c10310ba4" providerId="ADAL" clId="{EF23FE1D-A042-481E-AFD7-2A9FB0847F54}" dt="2026-01-30T19:31:38.519" v="4962" actId="207"/>
          <ac:spMkLst>
            <pc:docMk/>
            <pc:sldMk cId="2414236442" sldId="536"/>
            <ac:spMk id="8" creationId="{1F601AB8-E71D-77EA-FB32-A4B88DD272B8}"/>
          </ac:spMkLst>
        </pc:spChg>
        <pc:spChg chg="del">
          <ac:chgData name="Michael Hill" userId="41dba03d-e58d-4389-9894-554c10310ba4" providerId="ADAL" clId="{EF23FE1D-A042-481E-AFD7-2A9FB0847F54}" dt="2026-01-30T19:36:20.254" v="4976" actId="478"/>
          <ac:spMkLst>
            <pc:docMk/>
            <pc:sldMk cId="2414236442" sldId="536"/>
            <ac:spMk id="10" creationId="{5CC70287-391F-F917-3EE6-AD8110C2C9EF}"/>
          </ac:spMkLst>
        </pc:spChg>
        <pc:spChg chg="del">
          <ac:chgData name="Michael Hill" userId="41dba03d-e58d-4389-9894-554c10310ba4" providerId="ADAL" clId="{EF23FE1D-A042-481E-AFD7-2A9FB0847F54}" dt="2026-01-30T19:36:21.359" v="4977" actId="478"/>
          <ac:spMkLst>
            <pc:docMk/>
            <pc:sldMk cId="2414236442" sldId="536"/>
            <ac:spMk id="11" creationId="{70F4E86C-A7F2-8BBC-A785-787D1B793CBC}"/>
          </ac:spMkLst>
        </pc:spChg>
      </pc:sldChg>
      <pc:sldChg chg="delSp modSp add mod">
        <pc:chgData name="Michael Hill" userId="41dba03d-e58d-4389-9894-554c10310ba4" providerId="ADAL" clId="{EF23FE1D-A042-481E-AFD7-2A9FB0847F54}" dt="2026-01-30T19:38:33.479" v="5261" actId="478"/>
        <pc:sldMkLst>
          <pc:docMk/>
          <pc:sldMk cId="2675994611" sldId="537"/>
        </pc:sldMkLst>
        <pc:spChg chg="del">
          <ac:chgData name="Michael Hill" userId="41dba03d-e58d-4389-9894-554c10310ba4" providerId="ADAL" clId="{EF23FE1D-A042-481E-AFD7-2A9FB0847F54}" dt="2026-01-30T19:38:33.479" v="5261" actId="478"/>
          <ac:spMkLst>
            <pc:docMk/>
            <pc:sldMk cId="2675994611" sldId="537"/>
            <ac:spMk id="2" creationId="{6FC6492D-214F-1163-35D6-D00BBB61A534}"/>
          </ac:spMkLst>
        </pc:spChg>
        <pc:spChg chg="mod">
          <ac:chgData name="Michael Hill" userId="41dba03d-e58d-4389-9894-554c10310ba4" providerId="ADAL" clId="{EF23FE1D-A042-481E-AFD7-2A9FB0847F54}" dt="2026-01-30T19:36:40.215" v="5029" actId="1076"/>
          <ac:spMkLst>
            <pc:docMk/>
            <pc:sldMk cId="2675994611" sldId="537"/>
            <ac:spMk id="6" creationId="{74499F57-672E-6610-923C-DBA1EACBF3D7}"/>
          </ac:spMkLst>
        </pc:spChg>
        <pc:spChg chg="mod">
          <ac:chgData name="Michael Hill" userId="41dba03d-e58d-4389-9894-554c10310ba4" providerId="ADAL" clId="{EF23FE1D-A042-481E-AFD7-2A9FB0847F54}" dt="2026-01-30T19:38:32.085" v="5260" actId="20577"/>
          <ac:spMkLst>
            <pc:docMk/>
            <pc:sldMk cId="2675994611" sldId="537"/>
            <ac:spMk id="8" creationId="{9FFF70AD-ED79-8A9C-6D32-D775C0154BB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A3: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DATABASES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179694" cy="116091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A3-12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792944" y="3692233"/>
            <a:ext cx="9393472" cy="15202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SQL AGGREGATE FUNCTIONS &amp; DATABASE VIEWS</a:t>
            </a:r>
          </a:p>
        </p:txBody>
      </p:sp>
      <p:sp>
        <p:nvSpPr>
          <p:cNvPr id="2" name="Star: 16 Points 1">
            <a:extLst>
              <a:ext uri="{FF2B5EF4-FFF2-40B4-BE49-F238E27FC236}">
                <a16:creationId xmlns:a16="http://schemas.microsoft.com/office/drawing/2014/main" id="{A094FBAB-E576-B430-091E-4EF8912A2D5D}"/>
              </a:ext>
            </a:extLst>
          </p:cNvPr>
          <p:cNvSpPr/>
          <p:nvPr/>
        </p:nvSpPr>
        <p:spPr>
          <a:xfrm>
            <a:off x="221178" y="429768"/>
            <a:ext cx="1920240" cy="1920240"/>
          </a:xfrm>
          <a:prstGeom prst="star16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HL ONLY!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255923" y="1213429"/>
            <a:ext cx="6218029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SQL Aggregate Functions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SUM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COUNT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AVERAGE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MIN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MAX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Aggregate Functions on Group Data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Database Views</a:t>
            </a:r>
            <a:br>
              <a:rPr lang="en-US" sz="2800" dirty="0">
                <a:latin typeface="Bahnschrift" panose="020B0502040204020203" pitchFamily="34" charset="0"/>
              </a:rPr>
            </a:br>
            <a:r>
              <a:rPr lang="en-US" sz="2800" dirty="0">
                <a:latin typeface="Bahnschrift" panose="020B0502040204020203" pitchFamily="34" charset="0"/>
              </a:rPr>
              <a:t>Simple Views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Complex Views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Materialized (Snapshot) Views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What are the 4 components of the ACID properties of database transactions?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What are the 3 TCL database commands?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What are some benefits of distributed databases?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F2867-8E56-228A-A272-D4ED8954C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926B7704-86EF-7FEC-8155-3D847292CD2C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690CDB7F-EB96-D8B0-D3AA-E3CAB1D0AB9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21671FCB-EF5E-A9AE-9B16-D4B88C68617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54A81DB0-35AE-121E-AE82-A4D31AF2D19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3F3785-EC31-8804-47D6-C260A012DD18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A9A261-C404-6850-0145-A6263A349EF9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7B9208-16B9-4FF3-0246-620CA9B1108A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150267B-6788-74B0-B03C-5D096BDF8D8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083C1FE4-D717-FE13-FA70-8EC95E3A3D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91B051B8-C24A-43E0-0391-560DEA8A9ED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9F9F4D8-2132-AD15-CEDB-AFE660429BD8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Atomicity, Consistency, Isolation, Durability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BEGIN TRANSACTION, COMMIT, ROLLBACK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Scalability, Reliability, Global Focus, etc.</a:t>
            </a:r>
          </a:p>
        </p:txBody>
      </p:sp>
    </p:spTree>
    <p:extLst>
      <p:ext uri="{BB962C8B-B14F-4D97-AF65-F5344CB8AC3E}">
        <p14:creationId xmlns:p14="http://schemas.microsoft.com/office/powerpoint/2010/main" val="4217859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7F49A4-B1F9-49BD-43B5-78DB9955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40C03F9-9C0E-3C40-7F20-0E529916897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420F4BD-3F94-9A0B-AC80-D3EAA63D012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6B8FB7-6D57-529A-5728-70563F70FFC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E94BEA-2319-7709-9589-D5E10173E53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EF2758-F3AE-312F-416D-08E61458A56C}"/>
              </a:ext>
            </a:extLst>
          </p:cNvPr>
          <p:cNvSpPr/>
          <p:nvPr/>
        </p:nvSpPr>
        <p:spPr>
          <a:xfrm>
            <a:off x="421106" y="1357745"/>
            <a:ext cx="10341382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SQL Aggregate Functions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used to perform calculations on records based on a certain attribute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Use the A3-Retail database that you can find in the resources tab of GitHub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SUM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COUNT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AVERAGE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MIN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A18054-BB94-C05D-C7EF-5AD50E6CC9B1}"/>
              </a:ext>
            </a:extLst>
          </p:cNvPr>
          <p:cNvSpPr/>
          <p:nvPr/>
        </p:nvSpPr>
        <p:spPr>
          <a:xfrm>
            <a:off x="-435038" y="155968"/>
            <a:ext cx="776852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SQL AGGREGATE FUNCTIONS</a:t>
            </a:r>
          </a:p>
        </p:txBody>
      </p:sp>
    </p:spTree>
    <p:extLst>
      <p:ext uri="{BB962C8B-B14F-4D97-AF65-F5344CB8AC3E}">
        <p14:creationId xmlns:p14="http://schemas.microsoft.com/office/powerpoint/2010/main" val="1393903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497F3E-D650-B185-B43C-4C8483EC2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F163ABB-14CE-AA5B-385A-ADADC9877F7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A508DF-C4CC-F8B2-1FC5-4B0DF1CB512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27DCF88-1D7B-8A37-6862-1FC8D9ADFBD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5D79A3-E6C3-6E32-B39C-5DC89E2E034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47DC6E-2CC7-37BF-9787-FD643C0EA93A}"/>
              </a:ext>
            </a:extLst>
          </p:cNvPr>
          <p:cNvSpPr/>
          <p:nvPr/>
        </p:nvSpPr>
        <p:spPr>
          <a:xfrm>
            <a:off x="421105" y="1357745"/>
            <a:ext cx="11283215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SUM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An SQL function that adds the total values in a numerical field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want to display what this ‘new’ data is, so I call it Total Quantity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WHERE clause could be included if you only want to sum certain records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0BC623-AA3F-7D81-4716-58E2F4B50780}"/>
              </a:ext>
            </a:extLst>
          </p:cNvPr>
          <p:cNvSpPr/>
          <p:nvPr/>
        </p:nvSpPr>
        <p:spPr>
          <a:xfrm>
            <a:off x="64287" y="155968"/>
            <a:ext cx="1407897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SUM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6F349E-926A-2DB9-81DE-3B6501FDA230}"/>
              </a:ext>
            </a:extLst>
          </p:cNvPr>
          <p:cNvSpPr/>
          <p:nvPr/>
        </p:nvSpPr>
        <p:spPr>
          <a:xfrm>
            <a:off x="1608151" y="4130385"/>
            <a:ext cx="9381744" cy="1892808"/>
          </a:xfrm>
          <a:prstGeom prst="rect">
            <a:avLst/>
          </a:prstGeom>
          <a:solidFill>
            <a:schemeClr val="tx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b="0" dirty="0">
                <a:solidFill>
                  <a:srgbClr val="FF00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SUM</a:t>
            </a:r>
            <a:r>
              <a:rPr lang="en-US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Quantity</a:t>
            </a:r>
            <a:r>
              <a:rPr lang="en-US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AS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TotalQuantity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OrdersProducts</a:t>
            </a:r>
            <a:r>
              <a:rPr lang="en-US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986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31479F-37F5-9D51-D4FB-1FD0D6B2F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56A5D84-AD18-9C1C-D555-B8F33F5DE22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FF65E3F-2AE4-8917-3537-813E140C710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0106584-599B-BE31-7D50-109D962966B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C5C434F-CE7C-716A-E61D-A884B8D5BB1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EDA802-0F47-C80D-F98F-058592E61736}"/>
              </a:ext>
            </a:extLst>
          </p:cNvPr>
          <p:cNvSpPr/>
          <p:nvPr/>
        </p:nvSpPr>
        <p:spPr>
          <a:xfrm>
            <a:off x="421105" y="1357745"/>
            <a:ext cx="11283215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COUNT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An SQL function that returns the number of records that meet a certain criteria.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WHERE clause is NOT necessary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Without it, the count will tell you the number of rows that have that attribute (probably all of them)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4B3867-36ED-38BF-5B86-54DE70F30A2C}"/>
              </a:ext>
            </a:extLst>
          </p:cNvPr>
          <p:cNvSpPr/>
          <p:nvPr/>
        </p:nvSpPr>
        <p:spPr>
          <a:xfrm>
            <a:off x="64287" y="155968"/>
            <a:ext cx="2019444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COUNT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9F09FA-B13D-7807-5FAB-55841E2A7A98}"/>
              </a:ext>
            </a:extLst>
          </p:cNvPr>
          <p:cNvSpPr/>
          <p:nvPr/>
        </p:nvSpPr>
        <p:spPr>
          <a:xfrm>
            <a:off x="1608151" y="4130385"/>
            <a:ext cx="9381744" cy="1892808"/>
          </a:xfrm>
          <a:prstGeom prst="rect">
            <a:avLst/>
          </a:prstGeom>
          <a:solidFill>
            <a:schemeClr val="tx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b="0" dirty="0">
                <a:solidFill>
                  <a:srgbClr val="FF00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COUNT</a:t>
            </a:r>
            <a:r>
              <a:rPr lang="en-US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ProductID</a:t>
            </a:r>
            <a:r>
              <a:rPr lang="en-US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AS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NumExpensiveProducts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Products</a:t>
            </a:r>
          </a:p>
          <a:p>
            <a:pPr>
              <a:buNone/>
            </a:pP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ProductPrice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r>
              <a:rPr lang="en-US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058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CC8F37-BAF5-DE93-7C9C-6E0FF33E0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301AA73-19AD-1AA4-1DB8-2C062BC20C0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C62F0A8-0BD7-43F0-0D58-7C20E65883B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19A7F1-8719-0D8A-5A02-A774A61D1A3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9FF2CB-C4C0-8341-52C5-901E9A4D333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7F0FD1-FDDC-A776-AD71-E4BC9D211D1E}"/>
              </a:ext>
            </a:extLst>
          </p:cNvPr>
          <p:cNvSpPr/>
          <p:nvPr/>
        </p:nvSpPr>
        <p:spPr>
          <a:xfrm>
            <a:off x="421105" y="1357745"/>
            <a:ext cx="11283215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AVERAGE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An SQL function that combines count and sum, then divides sum by count to create an average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WHERE clause is NOT necessary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Without it, you will divide by the total number of records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With it, the division will only be by the number of records meeting the condition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7B8074-E748-9672-D841-03AA8B0A5FD3}"/>
              </a:ext>
            </a:extLst>
          </p:cNvPr>
          <p:cNvSpPr/>
          <p:nvPr/>
        </p:nvSpPr>
        <p:spPr>
          <a:xfrm>
            <a:off x="64286" y="155968"/>
            <a:ext cx="262404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AVERAGE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F0F663-780A-5507-13B3-EAF28BD0D3C4}"/>
              </a:ext>
            </a:extLst>
          </p:cNvPr>
          <p:cNvSpPr/>
          <p:nvPr/>
        </p:nvSpPr>
        <p:spPr>
          <a:xfrm>
            <a:off x="1489279" y="4790893"/>
            <a:ext cx="9381744" cy="1892808"/>
          </a:xfrm>
          <a:prstGeom prst="rect">
            <a:avLst/>
          </a:prstGeom>
          <a:solidFill>
            <a:schemeClr val="tx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b="0" dirty="0">
                <a:solidFill>
                  <a:srgbClr val="FF00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AVG</a:t>
            </a:r>
            <a:r>
              <a:rPr lang="en-US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ProductPrice</a:t>
            </a:r>
            <a:r>
              <a:rPr lang="en-US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AS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AverageCheapPrice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Products</a:t>
            </a:r>
          </a:p>
          <a:p>
            <a:pPr>
              <a:buNone/>
            </a:pP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ProductPrice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r>
              <a:rPr lang="en-US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890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B4A701-F008-50E3-F73C-82ADAD624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B02466A-FE43-6274-6162-710220628B7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94402E6-54E7-5640-1B7C-D1ADE386DA5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6558D8C-2484-1003-6F77-B15C0AE08AF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66DEA79-9C31-D456-67C6-C968ED7FB4A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597B91-C5CF-3385-C3EB-32B70507D869}"/>
              </a:ext>
            </a:extLst>
          </p:cNvPr>
          <p:cNvSpPr/>
          <p:nvPr/>
        </p:nvSpPr>
        <p:spPr>
          <a:xfrm>
            <a:off x="421105" y="1357745"/>
            <a:ext cx="11283215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MIN/MAX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SQL functions that return the maximum and minimum values from an attribute respectively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WHERE clause could be included if you only want to get the maximum and minimum with a condition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75BD6F-0CD5-809A-C8F2-A8D8BDE6B176}"/>
              </a:ext>
            </a:extLst>
          </p:cNvPr>
          <p:cNvSpPr/>
          <p:nvPr/>
        </p:nvSpPr>
        <p:spPr>
          <a:xfrm>
            <a:off x="64286" y="155968"/>
            <a:ext cx="262404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MIN/MAX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73DD7D-D683-77EC-508D-AA9664DAE3B8}"/>
              </a:ext>
            </a:extLst>
          </p:cNvPr>
          <p:cNvSpPr/>
          <p:nvPr/>
        </p:nvSpPr>
        <p:spPr>
          <a:xfrm>
            <a:off x="1571575" y="3981133"/>
            <a:ext cx="9381744" cy="1892808"/>
          </a:xfrm>
          <a:prstGeom prst="rect">
            <a:avLst/>
          </a:prstGeom>
          <a:solidFill>
            <a:schemeClr val="tx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b="0" dirty="0">
                <a:solidFill>
                  <a:srgbClr val="FF00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MIN</a:t>
            </a:r>
            <a:r>
              <a:rPr lang="en-US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ProductPrice</a:t>
            </a:r>
            <a:r>
              <a:rPr lang="en-US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AS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CheapestItem</a:t>
            </a:r>
            <a:r>
              <a:rPr lang="en-US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b="0" dirty="0">
                <a:solidFill>
                  <a:srgbClr val="FF00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MAX</a:t>
            </a:r>
            <a:r>
              <a:rPr lang="en-US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ProductPrice</a:t>
            </a:r>
            <a:r>
              <a:rPr lang="en-US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AS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PriciestItem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Products</a:t>
            </a:r>
          </a:p>
        </p:txBody>
      </p:sp>
    </p:spTree>
    <p:extLst>
      <p:ext uri="{BB962C8B-B14F-4D97-AF65-F5344CB8AC3E}">
        <p14:creationId xmlns:p14="http://schemas.microsoft.com/office/powerpoint/2010/main" val="151619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62D126-543B-3F41-76C7-FA0C19177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478303E-546F-7277-EF60-914467F5EA5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40AED41-28D3-7E8A-6E6C-6B2E6D67077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3952F4E-0CBA-A735-83C1-14BF373C3C0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8F9BE81-60C6-DE22-4E12-B11B18714B7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314758-A085-8B88-B2FE-6434A005B1D8}"/>
              </a:ext>
            </a:extLst>
          </p:cNvPr>
          <p:cNvSpPr/>
          <p:nvPr/>
        </p:nvSpPr>
        <p:spPr>
          <a:xfrm>
            <a:off x="454392" y="1357743"/>
            <a:ext cx="11283215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can use aggregate functions to help with reporting and decision making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SQL query below will print out the number of times each item total has been ordered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GROUP BY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is necessary for any non-aggregated column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FB5967-2B70-1D7E-8620-1BC5A28FD000}"/>
              </a:ext>
            </a:extLst>
          </p:cNvPr>
          <p:cNvSpPr/>
          <p:nvPr/>
        </p:nvSpPr>
        <p:spPr>
          <a:xfrm>
            <a:off x="-667234" y="155968"/>
            <a:ext cx="10652482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AGGREGATE FUNCTIONS ON GROUP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8FB08E-5CA1-411B-C040-D1CAA6D74CFE}"/>
              </a:ext>
            </a:extLst>
          </p:cNvPr>
          <p:cNvSpPr/>
          <p:nvPr/>
        </p:nvSpPr>
        <p:spPr>
          <a:xfrm>
            <a:off x="1571575" y="3981132"/>
            <a:ext cx="9381744" cy="2876867"/>
          </a:xfrm>
          <a:prstGeom prst="rect">
            <a:avLst/>
          </a:prstGeom>
          <a:solidFill>
            <a:schemeClr val="tx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b="0" dirty="0">
                <a:solidFill>
                  <a:srgbClr val="00AAFF"/>
                </a:solidFill>
                <a:effectLst/>
                <a:latin typeface="Segoe UI" panose="020B0502040204020203" pitchFamily="34" charset="0"/>
              </a:rPr>
              <a:t>SELECT</a:t>
            </a:r>
            <a:endParaRPr lang="en-US" b="0" dirty="0">
              <a:solidFill>
                <a:srgbClr val="D4D4D4"/>
              </a:solidFill>
              <a:effectLst/>
              <a:latin typeface="Segoe UI" panose="020B0502040204020203" pitchFamily="34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    </a:t>
            </a:r>
            <a:r>
              <a:rPr lang="en-US" b="0" dirty="0" err="1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Products</a:t>
            </a:r>
            <a:r>
              <a:rPr lang="en-US" b="0" dirty="0" err="1">
                <a:solidFill>
                  <a:srgbClr val="DCDCDC"/>
                </a:solidFill>
                <a:effectLst/>
                <a:latin typeface="Segoe UI" panose="020B0502040204020203" pitchFamily="34" charset="0"/>
              </a:rPr>
              <a:t>.</a:t>
            </a:r>
            <a:r>
              <a:rPr lang="en-US" b="0" dirty="0" err="1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ProductName</a:t>
            </a:r>
            <a:r>
              <a:rPr lang="en-US" b="0" dirty="0">
                <a:solidFill>
                  <a:srgbClr val="DCDCDC"/>
                </a:solidFill>
                <a:effectLst/>
                <a:latin typeface="Segoe UI" panose="020B0502040204020203" pitchFamily="34" charset="0"/>
              </a:rPr>
              <a:t>,</a:t>
            </a:r>
            <a:endParaRPr lang="en-US" b="0" dirty="0">
              <a:solidFill>
                <a:srgbClr val="D4D4D4"/>
              </a:solidFill>
              <a:effectLst/>
              <a:latin typeface="Segoe UI" panose="020B0502040204020203" pitchFamily="34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    </a:t>
            </a:r>
            <a:r>
              <a:rPr lang="en-US" b="0" dirty="0">
                <a:solidFill>
                  <a:srgbClr val="FF00FF"/>
                </a:solidFill>
                <a:effectLst/>
                <a:latin typeface="Segoe UI" panose="020B0502040204020203" pitchFamily="34" charset="0"/>
              </a:rPr>
              <a:t>SUM</a:t>
            </a:r>
            <a:r>
              <a:rPr lang="en-US" b="0" dirty="0">
                <a:solidFill>
                  <a:srgbClr val="DCDCDC"/>
                </a:solidFill>
                <a:effectLst/>
                <a:latin typeface="Segoe UI" panose="020B0502040204020203" pitchFamily="34" charset="0"/>
              </a:rPr>
              <a:t>(</a:t>
            </a:r>
            <a:r>
              <a:rPr lang="en-US" b="0" dirty="0" err="1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OrdersProducts</a:t>
            </a:r>
            <a:r>
              <a:rPr lang="en-US" b="0" dirty="0" err="1">
                <a:solidFill>
                  <a:srgbClr val="DCDCDC"/>
                </a:solidFill>
                <a:effectLst/>
                <a:latin typeface="Segoe UI" panose="020B0502040204020203" pitchFamily="34" charset="0"/>
              </a:rPr>
              <a:t>.</a:t>
            </a:r>
            <a:r>
              <a:rPr lang="en-US" b="0" dirty="0" err="1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Quantity</a:t>
            </a:r>
            <a:r>
              <a:rPr lang="en-US" b="0" dirty="0">
                <a:solidFill>
                  <a:srgbClr val="DCDCDC"/>
                </a:solidFill>
                <a:effectLst/>
                <a:latin typeface="Segoe UI" panose="020B0502040204020203" pitchFamily="34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b="0" dirty="0">
                <a:solidFill>
                  <a:srgbClr val="00AAFF"/>
                </a:solidFill>
                <a:effectLst/>
                <a:latin typeface="Segoe UI" panose="020B0502040204020203" pitchFamily="34" charset="0"/>
              </a:rPr>
              <a:t>AS</a:t>
            </a:r>
            <a:r>
              <a:rPr lang="en-US" b="0" dirty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TotalOrders</a:t>
            </a:r>
            <a:endParaRPr lang="en-US" b="0" dirty="0">
              <a:solidFill>
                <a:srgbClr val="D4D4D4"/>
              </a:solidFill>
              <a:effectLst/>
              <a:latin typeface="Segoe UI" panose="020B0502040204020203" pitchFamily="34" charset="0"/>
            </a:endParaRPr>
          </a:p>
          <a:p>
            <a:pPr>
              <a:buNone/>
            </a:pPr>
            <a:r>
              <a:rPr lang="en-US" b="0" dirty="0">
                <a:solidFill>
                  <a:srgbClr val="00AAFF"/>
                </a:solidFill>
                <a:effectLst/>
                <a:latin typeface="Segoe UI" panose="020B0502040204020203" pitchFamily="34" charset="0"/>
              </a:rPr>
              <a:t>FROM</a:t>
            </a:r>
            <a:endParaRPr lang="en-US" b="0" dirty="0">
              <a:solidFill>
                <a:srgbClr val="D4D4D4"/>
              </a:solidFill>
              <a:effectLst/>
              <a:latin typeface="Segoe UI" panose="020B0502040204020203" pitchFamily="34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    Products</a:t>
            </a: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    </a:t>
            </a:r>
            <a:r>
              <a:rPr lang="en-US" b="0" dirty="0">
                <a:solidFill>
                  <a:srgbClr val="00AAFF"/>
                </a:solidFill>
                <a:effectLst/>
                <a:latin typeface="Segoe UI" panose="020B0502040204020203" pitchFamily="34" charset="0"/>
              </a:rPr>
              <a:t>INNER</a:t>
            </a:r>
            <a:r>
              <a:rPr lang="en-US" b="0" dirty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b="0" dirty="0">
                <a:solidFill>
                  <a:srgbClr val="00AAFF"/>
                </a:solidFill>
                <a:effectLst/>
                <a:latin typeface="Segoe UI" panose="020B0502040204020203" pitchFamily="34" charset="0"/>
              </a:rPr>
              <a:t>JOIN</a:t>
            </a:r>
            <a:r>
              <a:rPr lang="en-US" b="0" dirty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OrdersProducts</a:t>
            </a:r>
            <a:r>
              <a:rPr lang="en-US" b="0" dirty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b="0" dirty="0">
                <a:solidFill>
                  <a:srgbClr val="00AAFF"/>
                </a:solidFill>
                <a:effectLst/>
                <a:latin typeface="Segoe UI" panose="020B0502040204020203" pitchFamily="34" charset="0"/>
              </a:rPr>
              <a:t>ON</a:t>
            </a:r>
            <a:r>
              <a:rPr lang="en-US" b="0" dirty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Products</a:t>
            </a:r>
            <a:r>
              <a:rPr lang="en-US" b="0" dirty="0" err="1">
                <a:solidFill>
                  <a:srgbClr val="DCDCDC"/>
                </a:solidFill>
                <a:effectLst/>
                <a:latin typeface="Segoe UI" panose="020B0502040204020203" pitchFamily="34" charset="0"/>
              </a:rPr>
              <a:t>.</a:t>
            </a:r>
            <a:r>
              <a:rPr lang="en-US" b="0" dirty="0" err="1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ProductID</a:t>
            </a:r>
            <a:r>
              <a:rPr lang="en-US" b="0" dirty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b="0" dirty="0">
                <a:solidFill>
                  <a:srgbClr val="00AAFF"/>
                </a:solidFill>
                <a:effectLst/>
                <a:latin typeface="Segoe UI" panose="020B0502040204020203" pitchFamily="34" charset="0"/>
              </a:rPr>
              <a:t>=</a:t>
            </a:r>
            <a:r>
              <a:rPr lang="en-US" b="0" dirty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OrdersProducts</a:t>
            </a:r>
            <a:r>
              <a:rPr lang="en-US" b="0" dirty="0" err="1">
                <a:solidFill>
                  <a:srgbClr val="DCDCDC"/>
                </a:solidFill>
                <a:effectLst/>
                <a:latin typeface="Segoe UI" panose="020B0502040204020203" pitchFamily="34" charset="0"/>
              </a:rPr>
              <a:t>.</a:t>
            </a:r>
            <a:r>
              <a:rPr lang="en-US" b="0" dirty="0" err="1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ProductID</a:t>
            </a:r>
            <a:endParaRPr lang="en-US" b="0" dirty="0">
              <a:solidFill>
                <a:srgbClr val="D4D4D4"/>
              </a:solidFill>
              <a:effectLst/>
              <a:latin typeface="Segoe UI" panose="020B0502040204020203" pitchFamily="34" charset="0"/>
            </a:endParaRPr>
          </a:p>
          <a:p>
            <a:pPr>
              <a:buNone/>
            </a:pPr>
            <a:r>
              <a:rPr lang="en-US" b="0" dirty="0">
                <a:solidFill>
                  <a:srgbClr val="00AAFF"/>
                </a:solidFill>
                <a:effectLst/>
                <a:latin typeface="Segoe UI" panose="020B0502040204020203" pitchFamily="34" charset="0"/>
              </a:rPr>
              <a:t>GROUP</a:t>
            </a:r>
            <a:r>
              <a:rPr lang="en-US" b="0" dirty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b="0" dirty="0">
                <a:solidFill>
                  <a:srgbClr val="00AAFF"/>
                </a:solidFill>
                <a:effectLst/>
                <a:latin typeface="Segoe UI" panose="020B0502040204020203" pitchFamily="34" charset="0"/>
              </a:rPr>
              <a:t>BY</a:t>
            </a:r>
            <a:endParaRPr lang="en-US" b="0" dirty="0">
              <a:solidFill>
                <a:srgbClr val="D4D4D4"/>
              </a:solidFill>
              <a:effectLst/>
              <a:latin typeface="Segoe UI" panose="020B0502040204020203" pitchFamily="34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    </a:t>
            </a:r>
            <a:r>
              <a:rPr lang="en-US" b="0" dirty="0" err="1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Products</a:t>
            </a:r>
            <a:r>
              <a:rPr lang="en-US" b="0" dirty="0" err="1">
                <a:solidFill>
                  <a:srgbClr val="DCDCDC"/>
                </a:solidFill>
                <a:effectLst/>
                <a:latin typeface="Segoe UI" panose="020B0502040204020203" pitchFamily="34" charset="0"/>
              </a:rPr>
              <a:t>.</a:t>
            </a:r>
            <a:r>
              <a:rPr lang="en-US" b="0" dirty="0" err="1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ProductName</a:t>
            </a:r>
            <a:r>
              <a:rPr lang="en-US" b="0" dirty="0">
                <a:solidFill>
                  <a:srgbClr val="DCDCDC"/>
                </a:solidFill>
                <a:effectLst/>
                <a:latin typeface="Segoe UI" panose="020B0502040204020203" pitchFamily="34" charset="0"/>
              </a:rPr>
              <a:t>;</a:t>
            </a:r>
            <a:endParaRPr lang="en-US" b="0" dirty="0">
              <a:solidFill>
                <a:srgbClr val="D4D4D4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544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918F38-025C-A5ED-EA55-4B1E4FDA9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DA30707-3919-3549-5E43-A11E68D149B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17704D4-769A-8F00-BE0F-004287B1854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6ED3699-4ADA-0DA5-FF7D-B26DA9B9795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28DC1C-0E37-9986-985D-C8E52DBA89F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785AE7-CB73-68F6-4417-DD18EF27F9BB}"/>
              </a:ext>
            </a:extLst>
          </p:cNvPr>
          <p:cNvSpPr/>
          <p:nvPr/>
        </p:nvSpPr>
        <p:spPr>
          <a:xfrm>
            <a:off x="548640" y="1034378"/>
            <a:ext cx="10686377" cy="557014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Whenever we run a SELECT query, including some of these aggregate functions, it shows a new table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That table isn’t saved or stored anywhere; you can only get to it from doing the SELECT query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BC5ED9-8C19-5354-6BE7-3731ECF1AFF7}"/>
              </a:ext>
            </a:extLst>
          </p:cNvPr>
          <p:cNvSpPr/>
          <p:nvPr/>
        </p:nvSpPr>
        <p:spPr>
          <a:xfrm>
            <a:off x="64287" y="155968"/>
            <a:ext cx="4663161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DATABASE VIEWS</a:t>
            </a:r>
          </a:p>
        </p:txBody>
      </p:sp>
    </p:spTree>
    <p:extLst>
      <p:ext uri="{BB962C8B-B14F-4D97-AF65-F5344CB8AC3E}">
        <p14:creationId xmlns:p14="http://schemas.microsoft.com/office/powerpoint/2010/main" val="2576407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D2FFBD-144B-DEB2-B192-398B50A7C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2CB0B3D-D24D-FE8A-DA7F-1EB1891DE52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EB9BF2F-BEB0-1DD7-5F8B-EBEF97133E1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BCF15C3-C0C8-8F05-086E-19F890D199A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704A7C0-8E17-EB2B-9402-45893E73B7A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EE5600-FA1D-D600-89F6-5DEB7AFB0EFE}"/>
              </a:ext>
            </a:extLst>
          </p:cNvPr>
          <p:cNvSpPr/>
          <p:nvPr/>
        </p:nvSpPr>
        <p:spPr>
          <a:xfrm>
            <a:off x="548641" y="1034378"/>
            <a:ext cx="6981142" cy="557014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generated table is called a view – they do not store data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Views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a way to present data from one or more tables in a customized manner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is presented in a different manner than the whole table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Different users can be given views tailored to what they need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C60B54-FA00-9401-FCB6-651E1BF3AEF1}"/>
              </a:ext>
            </a:extLst>
          </p:cNvPr>
          <p:cNvSpPr/>
          <p:nvPr/>
        </p:nvSpPr>
        <p:spPr>
          <a:xfrm>
            <a:off x="64287" y="155968"/>
            <a:ext cx="4663161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DATABASE VIEWS</a:t>
            </a:r>
          </a:p>
        </p:txBody>
      </p:sp>
      <p:pic>
        <p:nvPicPr>
          <p:cNvPr id="1026" name="Picture 2" descr="The View on ABC | TV Show, Episodes, Reviews and List | SideReel">
            <a:extLst>
              <a:ext uri="{FF2B5EF4-FFF2-40B4-BE49-F238E27FC236}">
                <a16:creationId xmlns:a16="http://schemas.microsoft.com/office/drawing/2014/main" id="{39B4EF0A-5423-73AE-A17D-71E9A9869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8452" y="1736680"/>
            <a:ext cx="2686431" cy="3907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7246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041A8A-6AF3-F2D5-61FF-DEADE54A4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132BD12-904E-5364-1664-0A45B58352F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6CFF93E-4F8B-4B1B-4C0C-4EDB838AF4B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961FFBB-251A-8A77-48BB-23C0511BBA1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EBE3DA0-8FD8-446A-25A1-319575124A1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630749-4BDE-46BE-3E79-C18C4C613D7F}"/>
              </a:ext>
            </a:extLst>
          </p:cNvPr>
          <p:cNvSpPr/>
          <p:nvPr/>
        </p:nvSpPr>
        <p:spPr>
          <a:xfrm>
            <a:off x="548640" y="1034378"/>
            <a:ext cx="10686377" cy="557014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Advantages: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complexity hiding: views can encapsulate complex queries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Simplifies process for users to get data without needing to know SQL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consistency: Views present data in a consistent manner, even if underlying tables are modified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independence: Database schema/setup can be changed without inherently impacting the way users look at the program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7423F3-FE6F-F174-F7E1-21827949B392}"/>
              </a:ext>
            </a:extLst>
          </p:cNvPr>
          <p:cNvSpPr/>
          <p:nvPr/>
        </p:nvSpPr>
        <p:spPr>
          <a:xfrm>
            <a:off x="64287" y="155968"/>
            <a:ext cx="4663161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DATABASE VIEWS</a:t>
            </a:r>
          </a:p>
        </p:txBody>
      </p:sp>
    </p:spTree>
    <p:extLst>
      <p:ext uri="{BB962C8B-B14F-4D97-AF65-F5344CB8AC3E}">
        <p14:creationId xmlns:p14="http://schemas.microsoft.com/office/powerpoint/2010/main" val="617561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95E3C2-4308-2E60-4C65-0BD7E577E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8E938AA-408E-3A4D-39DA-C8C0427F8F5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0186897-EEF7-034E-3DD9-9E4D8A53506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46D985-E064-87F7-B723-6EBE07C395A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C49265C-6228-689E-AEE7-3A0D05C5684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594BDE-75A9-DB12-2F9B-5816D6518905}"/>
              </a:ext>
            </a:extLst>
          </p:cNvPr>
          <p:cNvSpPr/>
          <p:nvPr/>
        </p:nvSpPr>
        <p:spPr>
          <a:xfrm>
            <a:off x="548640" y="1034378"/>
            <a:ext cx="10686377" cy="557014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Advantages: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Performance: Complex queries can be ‘saved’ so they don’t have to be run again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view is the object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Query Simplification: Unnecessary details of queries are hidden in a view, making them easier to use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Read-only views: Views ensure that users cannot modify the database, only get data from it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Security: Certain views can be given only to certain users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Restrict users from seeing whole database unauthorized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755E27-5BD4-9CF3-7209-AE2275C23228}"/>
              </a:ext>
            </a:extLst>
          </p:cNvPr>
          <p:cNvSpPr/>
          <p:nvPr/>
        </p:nvSpPr>
        <p:spPr>
          <a:xfrm>
            <a:off x="64287" y="155968"/>
            <a:ext cx="4663161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DATABASE VIEWS</a:t>
            </a:r>
          </a:p>
        </p:txBody>
      </p:sp>
    </p:spTree>
    <p:extLst>
      <p:ext uri="{BB962C8B-B14F-4D97-AF65-F5344CB8AC3E}">
        <p14:creationId xmlns:p14="http://schemas.microsoft.com/office/powerpoint/2010/main" val="904133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4E3F6D-0545-D9D3-C905-021A23F02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B4425D9-06CD-4F71-892A-9F3A30C0514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C841E05-01E1-96B9-2B50-A8ACA775C4A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2B63630-A5EE-5168-3D9C-54E527B2CFB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F2D661A-BFA9-F45B-2944-0A27B96A837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90B0CC-1EED-F32A-C017-D9885F164FB8}"/>
              </a:ext>
            </a:extLst>
          </p:cNvPr>
          <p:cNvSpPr/>
          <p:nvPr/>
        </p:nvSpPr>
        <p:spPr>
          <a:xfrm>
            <a:off x="548640" y="1034378"/>
            <a:ext cx="10686377" cy="557014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Imagine that you have a school database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Database has things like grades, classes, age divisions, etc.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want to make database views for students, teachers, and administrators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should each of their views include?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98698F-7129-5BDB-23EA-059A1985A40E}"/>
              </a:ext>
            </a:extLst>
          </p:cNvPr>
          <p:cNvSpPr/>
          <p:nvPr/>
        </p:nvSpPr>
        <p:spPr>
          <a:xfrm>
            <a:off x="64287" y="155968"/>
            <a:ext cx="4663161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DATABASE VIEWS</a:t>
            </a:r>
          </a:p>
        </p:txBody>
      </p:sp>
    </p:spTree>
    <p:extLst>
      <p:ext uri="{BB962C8B-B14F-4D97-AF65-F5344CB8AC3E}">
        <p14:creationId xmlns:p14="http://schemas.microsoft.com/office/powerpoint/2010/main" val="1783027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C8603A-E76E-2026-333E-168020288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EF4252E-F5A1-6F1C-2B37-E0D52877B9C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4FBE69B-B4BE-71D9-4FC5-C963314F558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B0D4CEE-E363-A663-431E-CFDE0AC446B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61EE5E-DCC0-DC28-26C4-FE0B659433B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3750BB-188E-292F-F19E-23F23CFC008A}"/>
              </a:ext>
            </a:extLst>
          </p:cNvPr>
          <p:cNvSpPr/>
          <p:nvPr/>
        </p:nvSpPr>
        <p:spPr>
          <a:xfrm>
            <a:off x="548641" y="1034378"/>
            <a:ext cx="4901184" cy="557014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Simple views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based on a simple query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queries include only one table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 INNER JOINs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EEAEA1-74E7-D54C-5D87-B8C071D6E2FB}"/>
              </a:ext>
            </a:extLst>
          </p:cNvPr>
          <p:cNvSpPr/>
          <p:nvPr/>
        </p:nvSpPr>
        <p:spPr>
          <a:xfrm>
            <a:off x="64287" y="155968"/>
            <a:ext cx="431568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SIMPLE VIEWS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7D137F-3D2D-47CD-B1FD-C1960D015F32}"/>
              </a:ext>
            </a:extLst>
          </p:cNvPr>
          <p:cNvSpPr/>
          <p:nvPr/>
        </p:nvSpPr>
        <p:spPr>
          <a:xfrm>
            <a:off x="1571575" y="4983481"/>
            <a:ext cx="9381744" cy="1621042"/>
          </a:xfrm>
          <a:prstGeom prst="rect">
            <a:avLst/>
          </a:prstGeom>
          <a:solidFill>
            <a:schemeClr val="tx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Customers</a:t>
            </a:r>
            <a:r>
              <a:rPr lang="en-US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CustomerFirstName</a:t>
            </a:r>
            <a:r>
              <a:rPr lang="en-US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Customers</a:t>
            </a:r>
            <a:r>
              <a:rPr lang="en-US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CustomerLastName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Customers</a:t>
            </a:r>
            <a:r>
              <a:rPr lang="en-US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2403E2-B720-B009-C29C-4D269811540D}"/>
              </a:ext>
            </a:extLst>
          </p:cNvPr>
          <p:cNvSpPr/>
          <p:nvPr/>
        </p:nvSpPr>
        <p:spPr>
          <a:xfrm>
            <a:off x="6500994" y="718157"/>
            <a:ext cx="4516539" cy="39344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Some DBMS let you create views, but access just uses the SQL query menu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those you just put CREATE VIEW &lt;view name&gt; AS and then the SELECT query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550CFD-A8D9-33E4-AD54-8746297AF348}"/>
              </a:ext>
            </a:extLst>
          </p:cNvPr>
          <p:cNvSpPr/>
          <p:nvPr/>
        </p:nvSpPr>
        <p:spPr>
          <a:xfrm>
            <a:off x="6200422" y="401936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</p:spTree>
    <p:extLst>
      <p:ext uri="{BB962C8B-B14F-4D97-AF65-F5344CB8AC3E}">
        <p14:creationId xmlns:p14="http://schemas.microsoft.com/office/powerpoint/2010/main" val="2856188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EE8EFF-3BF6-075E-2B51-D87352967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C2A6758-3487-09E4-72EA-5F708EDA283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64EB21E-7222-5885-AAF7-71F33295E7D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567BC95-6E05-2E17-4016-BA2D02D7387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10EDF15-1EC8-6304-D930-1CA03D545CC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601AB8-E71D-77EA-FB32-A4B88DD272B8}"/>
              </a:ext>
            </a:extLst>
          </p:cNvPr>
          <p:cNvSpPr/>
          <p:nvPr/>
        </p:nvSpPr>
        <p:spPr>
          <a:xfrm>
            <a:off x="548641" y="1034378"/>
            <a:ext cx="4901184" cy="557014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Complex views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include multiple tables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Generally more complex queries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Using an INNER JOIN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97111D-49DA-4A8B-8BB2-C4D586C3911A}"/>
              </a:ext>
            </a:extLst>
          </p:cNvPr>
          <p:cNvSpPr/>
          <p:nvPr/>
        </p:nvSpPr>
        <p:spPr>
          <a:xfrm>
            <a:off x="64287" y="155968"/>
            <a:ext cx="4580865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COMPLEX VIEWS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EC9280-F561-DB84-D1CE-9DD8599C792F}"/>
              </a:ext>
            </a:extLst>
          </p:cNvPr>
          <p:cNvSpPr/>
          <p:nvPr/>
        </p:nvSpPr>
        <p:spPr>
          <a:xfrm>
            <a:off x="1571575" y="3717853"/>
            <a:ext cx="9381744" cy="2886670"/>
          </a:xfrm>
          <a:prstGeom prst="rect">
            <a:avLst/>
          </a:prstGeom>
          <a:solidFill>
            <a:schemeClr val="tx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Products</a:t>
            </a:r>
            <a:r>
              <a:rPr lang="en-US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ProductName</a:t>
            </a:r>
            <a:r>
              <a:rPr lang="en-US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b="0" dirty="0">
                <a:solidFill>
                  <a:srgbClr val="FF00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SUM</a:t>
            </a:r>
            <a:r>
              <a:rPr lang="en-US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OrdersProducts</a:t>
            </a:r>
            <a:r>
              <a:rPr lang="en-US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Quantity</a:t>
            </a:r>
            <a:r>
              <a:rPr lang="en-US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AS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NumberOrdered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Products</a:t>
            </a: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INNER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JOIN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OrdersProducts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ON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Products</a:t>
            </a:r>
            <a:r>
              <a:rPr lang="en-US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ProductID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OrdersProducts</a:t>
            </a:r>
            <a:r>
              <a:rPr lang="en-US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ProductID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GROUP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BY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Products</a:t>
            </a:r>
            <a:r>
              <a:rPr lang="en-US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ProductName</a:t>
            </a:r>
            <a:r>
              <a:rPr lang="en-US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236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1B5C52-EB75-441F-235E-88B6937AB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CAA26D2-DFC8-FDE0-4AFC-454AF48437B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720AF9F-5835-D957-C293-97ACC3C3F34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C1062B0-C71D-C5E5-A82D-60474179008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E5A0D0-567E-DCA3-F1F2-30A396B3C3F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FF70AD-ED79-8A9C-6D32-D775C0154BB2}"/>
              </a:ext>
            </a:extLst>
          </p:cNvPr>
          <p:cNvSpPr/>
          <p:nvPr/>
        </p:nvSpPr>
        <p:spPr>
          <a:xfrm>
            <a:off x="535757" y="1004343"/>
            <a:ext cx="11400319" cy="557014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Materialized, or Snapshot views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views that are frequently refreshed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They store pre-computed data for later use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avoids query re-runs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are not supported by Microsoft Access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499F57-672E-6610-923C-DBA1EACBF3D7}"/>
              </a:ext>
            </a:extLst>
          </p:cNvPr>
          <p:cNvSpPr/>
          <p:nvPr/>
        </p:nvSpPr>
        <p:spPr>
          <a:xfrm>
            <a:off x="-548361" y="155968"/>
            <a:ext cx="902484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MATERIALIZED (SNAPSHOT) VIEWS</a:t>
            </a:r>
          </a:p>
        </p:txBody>
      </p:sp>
    </p:spTree>
    <p:extLst>
      <p:ext uri="{BB962C8B-B14F-4D97-AF65-F5344CB8AC3E}">
        <p14:creationId xmlns:p14="http://schemas.microsoft.com/office/powerpoint/2010/main" val="2675994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4CAC33-ABC2-32C4-3A07-8314730CF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6B9E3A1-B5B4-6976-6A81-8D8425A5062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D40C6A0-B01B-C609-E650-D790EB1C3A4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CCE1C78-05F1-6596-E430-3F7F7D82924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8ED360D-EBE9-78E2-9C36-830EADEB28E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EBA483-932C-0DF3-820A-BA0E92D28961}"/>
              </a:ext>
            </a:extLst>
          </p:cNvPr>
          <p:cNvSpPr/>
          <p:nvPr/>
        </p:nvSpPr>
        <p:spPr>
          <a:xfrm>
            <a:off x="421106" y="1357745"/>
            <a:ext cx="1110947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And now that the final content has been contented, check out Project A3 on GitHub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You’ll be creating your own database from start to finish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Schema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Access File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SQL Queries to add, remove, modify data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[HL ONLY] Views for certain roles in the database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CC646B-4635-6050-D4B0-A67535F846E1}"/>
              </a:ext>
            </a:extLst>
          </p:cNvPr>
          <p:cNvSpPr/>
          <p:nvPr/>
        </p:nvSpPr>
        <p:spPr>
          <a:xfrm>
            <a:off x="-252158" y="155968"/>
            <a:ext cx="823791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PRRRRROOOOOOJJJJJEEEECT</a:t>
            </a:r>
          </a:p>
        </p:txBody>
      </p:sp>
    </p:spTree>
    <p:extLst>
      <p:ext uri="{BB962C8B-B14F-4D97-AF65-F5344CB8AC3E}">
        <p14:creationId xmlns:p14="http://schemas.microsoft.com/office/powerpoint/2010/main" val="4218940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4770D-2655-8C26-4D48-F4A03198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1F651E-4940-E318-A076-228E3B8C31C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1209F0-0749-0516-0209-4407FCF4677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966181-5CE2-6722-3350-E00B8140334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2CE7C8-7F63-E472-2606-75A39E14A5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BA143-CA8C-162E-8EE1-5979D9C12717}"/>
              </a:ext>
            </a:extLst>
          </p:cNvPr>
          <p:cNvSpPr/>
          <p:nvPr/>
        </p:nvSpPr>
        <p:spPr>
          <a:xfrm>
            <a:off x="604883" y="1034378"/>
            <a:ext cx="2897269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Aggregate Functions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AVG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SUM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COUNT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C4382-6508-C8FE-9226-90B3DD641032}"/>
              </a:ext>
            </a:extLst>
          </p:cNvPr>
          <p:cNvSpPr/>
          <p:nvPr/>
        </p:nvSpPr>
        <p:spPr>
          <a:xfrm>
            <a:off x="-383840" y="155968"/>
            <a:ext cx="76990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F2185-2444-3B34-8D77-C197EB877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5298425-309F-44BE-E8F5-4E20CF3E50CA}"/>
              </a:ext>
            </a:extLst>
          </p:cNvPr>
          <p:cNvSpPr/>
          <p:nvPr/>
        </p:nvSpPr>
        <p:spPr>
          <a:xfrm>
            <a:off x="3729083" y="1034378"/>
            <a:ext cx="2897269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MAX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GROUP BY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Database Views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Complex Views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Simple Views</a:t>
            </a:r>
          </a:p>
        </p:txBody>
      </p:sp>
    </p:spTree>
    <p:extLst>
      <p:ext uri="{BB962C8B-B14F-4D97-AF65-F5344CB8AC3E}">
        <p14:creationId xmlns:p14="http://schemas.microsoft.com/office/powerpoint/2010/main" val="78211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30931</TotalTime>
  <Words>984</Words>
  <Application>Microsoft Office PowerPoint</Application>
  <PresentationFormat>Widescreen</PresentationFormat>
  <Paragraphs>157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Bahnschrift</vt:lpstr>
      <vt:lpstr>Bahnschrift SemiBold</vt:lpstr>
      <vt:lpstr>Cascadia Code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29</cp:revision>
  <dcterms:created xsi:type="dcterms:W3CDTF">2025-08-11T14:07:39Z</dcterms:created>
  <dcterms:modified xsi:type="dcterms:W3CDTF">2026-01-30T21:45:09Z</dcterms:modified>
</cp:coreProperties>
</file>