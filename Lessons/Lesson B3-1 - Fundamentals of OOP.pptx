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510" r:id="rId5"/>
    <p:sldId id="473" r:id="rId6"/>
    <p:sldId id="512" r:id="rId7"/>
    <p:sldId id="513" r:id="rId8"/>
    <p:sldId id="514" r:id="rId9"/>
    <p:sldId id="515" r:id="rId10"/>
    <p:sldId id="516" r:id="rId11"/>
    <p:sldId id="517" r:id="rId12"/>
    <p:sldId id="518" r:id="rId13"/>
    <p:sldId id="519" r:id="rId14"/>
    <p:sldId id="520" r:id="rId15"/>
    <p:sldId id="521" r:id="rId16"/>
    <p:sldId id="523" r:id="rId17"/>
    <p:sldId id="524" r:id="rId18"/>
    <p:sldId id="525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34" r:id="rId27"/>
    <p:sldId id="535" r:id="rId28"/>
    <p:sldId id="536" r:id="rId29"/>
    <p:sldId id="537" r:id="rId30"/>
    <p:sldId id="538" r:id="rId31"/>
    <p:sldId id="539" r:id="rId32"/>
    <p:sldId id="540" r:id="rId33"/>
    <p:sldId id="511" r:id="rId34"/>
    <p:sldId id="45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EDDD8C-93DF-4616-81F0-F3413AF6CEF2}" v="445" dt="2026-02-18T19:41:51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56" y="2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2-23T19:47:00.486" v="7081" actId="20577"/>
      <pc:docMkLst>
        <pc:docMk/>
      </pc:docMkLst>
      <pc:sldChg chg="modSp mod setBg">
        <pc:chgData name="Michael Hill" userId="41dba03d-e58d-4389-9894-554c10310ba4" providerId="ADAL" clId="{EF23FE1D-A042-481E-AFD7-2A9FB0847F54}" dt="2026-02-18T18:23:12.432" v="75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18T18:22:58.538" v="45" actId="403"/>
          <ac:spMkLst>
            <pc:docMk/>
            <pc:sldMk cId="1878848435" sldId="256"/>
            <ac:spMk id="4" creationId="{E2B883CE-936E-CB73-2B3E-56A618536A26}"/>
          </ac:spMkLst>
        </pc:spChg>
        <pc:spChg chg="mod">
          <ac:chgData name="Michael Hill" userId="41dba03d-e58d-4389-9894-554c10310ba4" providerId="ADAL" clId="{EF23FE1D-A042-481E-AFD7-2A9FB0847F54}" dt="2026-02-18T18:23:03.175" v="49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18T18:23:12.432" v="75" actId="14100"/>
          <ac:spMkLst>
            <pc:docMk/>
            <pc:sldMk cId="1878848435" sldId="256"/>
            <ac:spMk id="6" creationId="{945BB639-AC69-FE40-4352-5D3077A94591}"/>
          </ac:spMkLst>
        </pc:spChg>
        <pc:spChg chg="mod">
          <ac:chgData name="Michael Hill" userId="41dba03d-e58d-4389-9894-554c10310ba4" providerId="ADAL" clId="{EF23FE1D-A042-481E-AFD7-2A9FB0847F54}" dt="2026-02-18T18:22:36.723" v="7" actId="692"/>
          <ac:spMkLst>
            <pc:docMk/>
            <pc:sldMk cId="1878848435" sldId="256"/>
            <ac:spMk id="7" creationId="{9BBF4B62-D7BF-1C6A-40E3-7B807FA87977}"/>
          </ac:spMkLst>
        </pc:spChg>
      </pc:sldChg>
      <pc:sldChg chg="modSp mod setBg">
        <pc:chgData name="Michael Hill" userId="41dba03d-e58d-4389-9894-554c10310ba4" providerId="ADAL" clId="{EF23FE1D-A042-481E-AFD7-2A9FB0847F54}" dt="2026-02-18T19:37:17.370" v="5356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18T18:23:26.250" v="79" actId="207"/>
          <ac:spMkLst>
            <pc:docMk/>
            <pc:sldMk cId="854122100" sldId="257"/>
            <ac:spMk id="5" creationId="{AFCD8CB0-8A02-BF4E-6CF1-A22B96E02C67}"/>
          </ac:spMkLst>
        </pc:spChg>
        <pc:spChg chg="mod">
          <ac:chgData name="Michael Hill" userId="41dba03d-e58d-4389-9894-554c10310ba4" providerId="ADAL" clId="{EF23FE1D-A042-481E-AFD7-2A9FB0847F54}" dt="2026-02-18T18:23:34.117" v="80" actId="692"/>
          <ac:spMkLst>
            <pc:docMk/>
            <pc:sldMk cId="854122100" sldId="257"/>
            <ac:spMk id="7" creationId="{E03133FC-E875-8442-9063-C305CC0BFB20}"/>
          </ac:spMkLst>
        </pc:spChg>
        <pc:spChg chg="mod">
          <ac:chgData name="Michael Hill" userId="41dba03d-e58d-4389-9894-554c10310ba4" providerId="ADAL" clId="{EF23FE1D-A042-481E-AFD7-2A9FB0847F54}" dt="2026-02-18T19:37:17.370" v="5356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6-02-18T18:23:34.117" v="80" actId="692"/>
          <ac:spMkLst>
            <pc:docMk/>
            <pc:sldMk cId="854122100" sldId="257"/>
            <ac:spMk id="9" creationId="{39CF6B3F-1F6D-7800-03EB-3D197914A30A}"/>
          </ac:spMkLst>
        </pc:spChg>
        <pc:spChg chg="mod">
          <ac:chgData name="Michael Hill" userId="41dba03d-e58d-4389-9894-554c10310ba4" providerId="ADAL" clId="{EF23FE1D-A042-481E-AFD7-2A9FB0847F54}" dt="2026-02-18T18:23:20.939" v="77" actId="207"/>
          <ac:spMkLst>
            <pc:docMk/>
            <pc:sldMk cId="854122100" sldId="257"/>
            <ac:spMk id="11" creationId="{B2D4645F-350F-77B1-036C-D01223EB808D}"/>
          </ac:spMkLst>
        </pc:spChg>
        <pc:spChg chg="mod">
          <ac:chgData name="Michael Hill" userId="41dba03d-e58d-4389-9894-554c10310ba4" providerId="ADAL" clId="{EF23FE1D-A042-481E-AFD7-2A9FB0847F54}" dt="2026-02-18T18:23:34.117" v="80" actId="692"/>
          <ac:spMkLst>
            <pc:docMk/>
            <pc:sldMk cId="854122100" sldId="257"/>
            <ac:spMk id="12" creationId="{86893419-8B7B-38C3-2D89-D4BB95E0AB27}"/>
          </ac:spMkLst>
        </pc:spChg>
      </pc:sldChg>
      <pc:sldChg chg="modSp mod setBg">
        <pc:chgData name="Michael Hill" userId="41dba03d-e58d-4389-9894-554c10310ba4" providerId="ADAL" clId="{EF23FE1D-A042-481E-AFD7-2A9FB0847F54}" dt="2026-02-18T18:35:52.214" v="248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2-18T18:23:42.939" v="82" actId="207"/>
          <ac:spMkLst>
            <pc:docMk/>
            <pc:sldMk cId="1910594286" sldId="258"/>
            <ac:spMk id="5" creationId="{3050233D-41DE-6588-7EB0-97A3A19FFCB8}"/>
          </ac:spMkLst>
        </pc:spChg>
        <pc:spChg chg="mod">
          <ac:chgData name="Michael Hill" userId="41dba03d-e58d-4389-9894-554c10310ba4" providerId="ADAL" clId="{EF23FE1D-A042-481E-AFD7-2A9FB0847F54}" dt="2026-02-18T18:23:59.906" v="84" actId="692"/>
          <ac:spMkLst>
            <pc:docMk/>
            <pc:sldMk cId="1910594286" sldId="258"/>
            <ac:spMk id="7" creationId="{A3C7B8BA-8B31-7B2C-E2AB-60712C1F61E8}"/>
          </ac:spMkLst>
        </pc:spChg>
        <pc:spChg chg="mod">
          <ac:chgData name="Michael Hill" userId="41dba03d-e58d-4389-9894-554c10310ba4" providerId="ADAL" clId="{EF23FE1D-A042-481E-AFD7-2A9FB0847F54}" dt="2026-02-18T18:35:52.214" v="248" actId="20577"/>
          <ac:spMkLst>
            <pc:docMk/>
            <pc:sldMk cId="1910594286" sldId="258"/>
            <ac:spMk id="8" creationId="{9D3B4A7A-A70B-0C4A-C7FF-462ADF36D440}"/>
          </ac:spMkLst>
        </pc:spChg>
        <pc:spChg chg="mod">
          <ac:chgData name="Michael Hill" userId="41dba03d-e58d-4389-9894-554c10310ba4" providerId="ADAL" clId="{EF23FE1D-A042-481E-AFD7-2A9FB0847F54}" dt="2026-02-18T18:23:59.906" v="84" actId="692"/>
          <ac:spMkLst>
            <pc:docMk/>
            <pc:sldMk cId="1910594286" sldId="258"/>
            <ac:spMk id="9" creationId="{6ADCA5AE-052C-5076-411F-06E5A022CDA7}"/>
          </ac:spMkLst>
        </pc:spChg>
        <pc:spChg chg="mod">
          <ac:chgData name="Michael Hill" userId="41dba03d-e58d-4389-9894-554c10310ba4" providerId="ADAL" clId="{EF23FE1D-A042-481E-AFD7-2A9FB0847F54}" dt="2026-02-18T18:23:59.906" v="84" actId="692"/>
          <ac:spMkLst>
            <pc:docMk/>
            <pc:sldMk cId="1910594286" sldId="258"/>
            <ac:spMk id="21" creationId="{CA8483F3-9D91-69C6-DAE4-E819F0292C96}"/>
          </ac:spMkLst>
        </pc:spChg>
        <pc:picChg chg="mod">
          <ac:chgData name="Michael Hill" userId="41dba03d-e58d-4389-9894-554c10310ba4" providerId="ADAL" clId="{EF23FE1D-A042-481E-AFD7-2A9FB0847F54}" dt="2026-02-18T18:23:51.992" v="83"/>
          <ac:picMkLst>
            <pc:docMk/>
            <pc:sldMk cId="1910594286" sldId="258"/>
            <ac:picMk id="15" creationId="{0572BAA1-AB30-2A31-99DA-E2636EF78735}"/>
          </ac:picMkLst>
        </pc:picChg>
        <pc:picChg chg="mod">
          <ac:chgData name="Michael Hill" userId="41dba03d-e58d-4389-9894-554c10310ba4" providerId="ADAL" clId="{EF23FE1D-A042-481E-AFD7-2A9FB0847F54}" dt="2026-02-18T18:23:51.992" v="83"/>
          <ac:picMkLst>
            <pc:docMk/>
            <pc:sldMk cId="1910594286" sldId="258"/>
            <ac:picMk id="17" creationId="{F9670370-72F4-78E6-7DE3-64A5614A0062}"/>
          </ac:picMkLst>
        </pc:picChg>
        <pc:picChg chg="mod">
          <ac:chgData name="Michael Hill" userId="41dba03d-e58d-4389-9894-554c10310ba4" providerId="ADAL" clId="{EF23FE1D-A042-481E-AFD7-2A9FB0847F54}" dt="2026-02-18T18:23:51.992" v="83"/>
          <ac:picMkLst>
            <pc:docMk/>
            <pc:sldMk cId="1910594286" sldId="258"/>
            <ac:picMk id="18" creationId="{21F28121-5FF8-B768-E483-38897AA8B765}"/>
          </ac:picMkLst>
        </pc:picChg>
        <pc:picChg chg="mod">
          <ac:chgData name="Michael Hill" userId="41dba03d-e58d-4389-9894-554c10310ba4" providerId="ADAL" clId="{EF23FE1D-A042-481E-AFD7-2A9FB0847F54}" dt="2026-02-18T18:23:51.992" v="83"/>
          <ac:picMkLst>
            <pc:docMk/>
            <pc:sldMk cId="1910594286" sldId="258"/>
            <ac:picMk id="19" creationId="{59044FD4-E5CB-7F72-D4E0-B3FF57F10D64}"/>
          </ac:picMkLst>
        </pc:picChg>
        <pc:picChg chg="mod">
          <ac:chgData name="Michael Hill" userId="41dba03d-e58d-4389-9894-554c10310ba4" providerId="ADAL" clId="{EF23FE1D-A042-481E-AFD7-2A9FB0847F54}" dt="2026-02-18T18:23:51.992" v="83"/>
          <ac:picMkLst>
            <pc:docMk/>
            <pc:sldMk cId="1910594286" sldId="258"/>
            <ac:picMk id="20" creationId="{9103A45C-BE5A-478E-4718-72C97F147BDD}"/>
          </ac:picMkLst>
        </pc:picChg>
      </pc:sldChg>
      <pc:sldChg chg="modSp mod setBg">
        <pc:chgData name="Michael Hill" userId="41dba03d-e58d-4389-9894-554c10310ba4" providerId="ADAL" clId="{EF23FE1D-A042-481E-AFD7-2A9FB0847F54}" dt="2026-02-18T19:48:17.077" v="7044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2-18T18:31:28.118" v="114" actId="692"/>
          <ac:spMkLst>
            <pc:docMk/>
            <pc:sldMk cId="782115972" sldId="454"/>
            <ac:spMk id="4" creationId="{721F651E-4940-E318-A076-228E3B8C31CD}"/>
          </ac:spMkLst>
        </pc:spChg>
        <pc:spChg chg="mod">
          <ac:chgData name="Michael Hill" userId="41dba03d-e58d-4389-9894-554c10310ba4" providerId="ADAL" clId="{EF23FE1D-A042-481E-AFD7-2A9FB0847F54}" dt="2026-02-18T18:31:18.614" v="112" actId="207"/>
          <ac:spMkLst>
            <pc:docMk/>
            <pc:sldMk cId="782115972" sldId="454"/>
            <ac:spMk id="5" creationId="{114C4382-6508-C8FE-9226-90B3DD641032}"/>
          </ac:spMkLst>
        </pc:spChg>
        <pc:spChg chg="mod">
          <ac:chgData name="Michael Hill" userId="41dba03d-e58d-4389-9894-554c10310ba4" providerId="ADAL" clId="{EF23FE1D-A042-481E-AFD7-2A9FB0847F54}" dt="2026-02-18T18:31:28.118" v="114" actId="692"/>
          <ac:spMkLst>
            <pc:docMk/>
            <pc:sldMk cId="782115972" sldId="454"/>
            <ac:spMk id="7" creationId="{AE2CE7C8-7F63-E472-2606-75A39E14A58E}"/>
          </ac:spMkLst>
        </pc:spChg>
        <pc:spChg chg="mod">
          <ac:chgData name="Michael Hill" userId="41dba03d-e58d-4389-9894-554c10310ba4" providerId="ADAL" clId="{EF23FE1D-A042-481E-AFD7-2A9FB0847F54}" dt="2026-02-18T19:48:17.077" v="7044" actId="20577"/>
          <ac:spMkLst>
            <pc:docMk/>
            <pc:sldMk cId="782115972" sldId="454"/>
            <ac:spMk id="8" creationId="{F65BA143-CA8C-162E-8EE1-5979D9C12717}"/>
          </ac:spMkLst>
        </pc:spChg>
        <pc:spChg chg="mod">
          <ac:chgData name="Michael Hill" userId="41dba03d-e58d-4389-9894-554c10310ba4" providerId="ADAL" clId="{EF23FE1D-A042-481E-AFD7-2A9FB0847F54}" dt="2026-02-18T18:31:28.118" v="114" actId="692"/>
          <ac:spMkLst>
            <pc:docMk/>
            <pc:sldMk cId="782115972" sldId="454"/>
            <ac:spMk id="9" creationId="{B8966181-5CE2-6722-3350-E00B81403346}"/>
          </ac:spMkLst>
        </pc:spChg>
        <pc:spChg chg="mod">
          <ac:chgData name="Michael Hill" userId="41dba03d-e58d-4389-9894-554c10310ba4" providerId="ADAL" clId="{EF23FE1D-A042-481E-AFD7-2A9FB0847F54}" dt="2026-02-18T18:31:28.118" v="114" actId="692"/>
          <ac:spMkLst>
            <pc:docMk/>
            <pc:sldMk cId="782115972" sldId="454"/>
            <ac:spMk id="12" creationId="{751209F0-0749-0516-0209-4407FCF46774}"/>
          </ac:spMkLst>
        </pc:spChg>
      </pc:sldChg>
      <pc:sldChg chg="addSp delSp modSp mod setBg modAnim">
        <pc:chgData name="Michael Hill" userId="41dba03d-e58d-4389-9894-554c10310ba4" providerId="ADAL" clId="{EF23FE1D-A042-481E-AFD7-2A9FB0847F54}" dt="2026-02-18T18:40:14.380" v="659"/>
        <pc:sldMkLst>
          <pc:docMk/>
          <pc:sldMk cId="1393903321" sldId="473"/>
        </pc:sldMkLst>
        <pc:spChg chg="add mod">
          <ac:chgData name="Michael Hill" userId="41dba03d-e58d-4389-9894-554c10310ba4" providerId="ADAL" clId="{EF23FE1D-A042-481E-AFD7-2A9FB0847F54}" dt="2026-02-18T18:40:04.824" v="644" actId="1076"/>
          <ac:spMkLst>
            <pc:docMk/>
            <pc:sldMk cId="1393903321" sldId="473"/>
            <ac:spMk id="2" creationId="{0396C590-D773-8B35-CD17-9CF9BF8F2B69}"/>
          </ac:spMkLst>
        </pc:spChg>
        <pc:spChg chg="mod">
          <ac:chgData name="Michael Hill" userId="41dba03d-e58d-4389-9894-554c10310ba4" providerId="ADAL" clId="{EF23FE1D-A042-481E-AFD7-2A9FB0847F54}" dt="2026-02-18T18:30:46.436" v="98" actId="692"/>
          <ac:spMkLst>
            <pc:docMk/>
            <pc:sldMk cId="1393903321" sldId="473"/>
            <ac:spMk id="4" creationId="{240C03F9-9C0E-3C40-7F20-0E529916897C}"/>
          </ac:spMkLst>
        </pc:spChg>
        <pc:spChg chg="mod">
          <ac:chgData name="Michael Hill" userId="41dba03d-e58d-4389-9894-554c10310ba4" providerId="ADAL" clId="{EF23FE1D-A042-481E-AFD7-2A9FB0847F54}" dt="2026-02-18T18:37:29.818" v="494" actId="14100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18T18:30:46.436" v="98" actId="692"/>
          <ac:spMkLst>
            <pc:docMk/>
            <pc:sldMk cId="1393903321" sldId="473"/>
            <ac:spMk id="7" creationId="{15E94BEA-2319-7709-9589-D5E10173E539}"/>
          </ac:spMkLst>
        </pc:spChg>
        <pc:spChg chg="mod">
          <ac:chgData name="Michael Hill" userId="41dba03d-e58d-4389-9894-554c10310ba4" providerId="ADAL" clId="{EF23FE1D-A042-481E-AFD7-2A9FB0847F54}" dt="2026-02-18T18:39:46.194" v="621" actId="20577"/>
          <ac:spMkLst>
            <pc:docMk/>
            <pc:sldMk cId="1393903321" sldId="473"/>
            <ac:spMk id="8" creationId="{82EF2758-F3AE-312F-416D-08E61458A56C}"/>
          </ac:spMkLst>
        </pc:spChg>
        <pc:spChg chg="mod">
          <ac:chgData name="Michael Hill" userId="41dba03d-e58d-4389-9894-554c10310ba4" providerId="ADAL" clId="{EF23FE1D-A042-481E-AFD7-2A9FB0847F54}" dt="2026-02-18T18:30:46.436" v="98" actId="692"/>
          <ac:spMkLst>
            <pc:docMk/>
            <pc:sldMk cId="1393903321" sldId="473"/>
            <ac:spMk id="9" creationId="{156B8FB7-6D57-529A-5728-70563F70FFC9}"/>
          </ac:spMkLst>
        </pc:spChg>
        <pc:spChg chg="mod">
          <ac:chgData name="Michael Hill" userId="41dba03d-e58d-4389-9894-554c10310ba4" providerId="ADAL" clId="{EF23FE1D-A042-481E-AFD7-2A9FB0847F54}" dt="2026-02-18T18:30:46.436" v="98" actId="692"/>
          <ac:spMkLst>
            <pc:docMk/>
            <pc:sldMk cId="1393903321" sldId="473"/>
            <ac:spMk id="12" creationId="{0420F4BD-3F94-9A0B-AC80-D3EAA63D012D}"/>
          </ac:spMkLst>
        </pc:spChg>
      </pc:sldChg>
      <pc:sldChg chg="modSp add mod">
        <pc:chgData name="Michael Hill" userId="41dba03d-e58d-4389-9894-554c10310ba4" providerId="ADAL" clId="{EF23FE1D-A042-481E-AFD7-2A9FB0847F54}" dt="2026-02-18T18:37:06.122" v="481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2-18T18:24:08.540" v="94" actId="20577"/>
          <ac:spMkLst>
            <pc:docMk/>
            <pc:sldMk cId="1611361129" sldId="510"/>
            <ac:spMk id="5" creationId="{4339936E-DAB7-37F7-319D-B9C68CE1D055}"/>
          </ac:spMkLst>
        </pc:spChg>
        <pc:spChg chg="mod">
          <ac:chgData name="Michael Hill" userId="41dba03d-e58d-4389-9894-554c10310ba4" providerId="ADAL" clId="{EF23FE1D-A042-481E-AFD7-2A9FB0847F54}" dt="2026-02-18T18:37:06.122" v="481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delSp modSp add mod">
        <pc:chgData name="Michael Hill" userId="41dba03d-e58d-4389-9894-554c10310ba4" providerId="ADAL" clId="{EF23FE1D-A042-481E-AFD7-2A9FB0847F54}" dt="2026-02-23T19:47:00.486" v="7081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2-23T19:47:00.486" v="7081" actId="20577"/>
          <ac:spMkLst>
            <pc:docMk/>
            <pc:sldMk cId="510244893" sldId="511"/>
            <ac:spMk id="5" creationId="{1BEA4B70-659E-4C55-E3F4-C156785ECAFE}"/>
          </ac:spMkLst>
        </pc:spChg>
        <pc:spChg chg="mod">
          <ac:chgData name="Michael Hill" userId="41dba03d-e58d-4389-9894-554c10310ba4" providerId="ADAL" clId="{EF23FE1D-A042-481E-AFD7-2A9FB0847F54}" dt="2026-02-18T19:48:01.492" v="6987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addSp delSp modSp add mod delAnim">
        <pc:chgData name="Michael Hill" userId="41dba03d-e58d-4389-9894-554c10310ba4" providerId="ADAL" clId="{EF23FE1D-A042-481E-AFD7-2A9FB0847F54}" dt="2026-02-18T18:47:57.675" v="1562" actId="1076"/>
        <pc:sldMkLst>
          <pc:docMk/>
          <pc:sldMk cId="3804734857" sldId="512"/>
        </pc:sldMkLst>
        <pc:spChg chg="mod">
          <ac:chgData name="Michael Hill" userId="41dba03d-e58d-4389-9894-554c10310ba4" providerId="ADAL" clId="{EF23FE1D-A042-481E-AFD7-2A9FB0847F54}" dt="2026-02-18T18:47:57.675" v="1562" actId="1076"/>
          <ac:spMkLst>
            <pc:docMk/>
            <pc:sldMk cId="3804734857" sldId="512"/>
            <ac:spMk id="5" creationId="{F9D6ECB0-467C-60B0-6FA7-54B47ECD6232}"/>
          </ac:spMkLst>
        </pc:spChg>
        <pc:spChg chg="add del mod">
          <ac:chgData name="Michael Hill" userId="41dba03d-e58d-4389-9894-554c10310ba4" providerId="ADAL" clId="{EF23FE1D-A042-481E-AFD7-2A9FB0847F54}" dt="2026-02-18T18:42:59.064" v="995" actId="20577"/>
          <ac:spMkLst>
            <pc:docMk/>
            <pc:sldMk cId="3804734857" sldId="512"/>
            <ac:spMk id="8" creationId="{9C54B3F8-8293-B881-3A94-37B858CFD3A8}"/>
          </ac:spMkLst>
        </pc:spChg>
      </pc:sldChg>
      <pc:sldChg chg="addSp modSp add mod">
        <pc:chgData name="Michael Hill" userId="41dba03d-e58d-4389-9894-554c10310ba4" providerId="ADAL" clId="{EF23FE1D-A042-481E-AFD7-2A9FB0847F54}" dt="2026-02-18T18:50:34.233" v="1572" actId="1076"/>
        <pc:sldMkLst>
          <pc:docMk/>
          <pc:sldMk cId="591173955" sldId="513"/>
        </pc:sldMkLst>
        <pc:spChg chg="mod">
          <ac:chgData name="Michael Hill" userId="41dba03d-e58d-4389-9894-554c10310ba4" providerId="ADAL" clId="{EF23FE1D-A042-481E-AFD7-2A9FB0847F54}" dt="2026-02-18T18:50:34.233" v="1572" actId="1076"/>
          <ac:spMkLst>
            <pc:docMk/>
            <pc:sldMk cId="591173955" sldId="513"/>
            <ac:spMk id="5" creationId="{8C7F827C-3C33-E7F6-682E-5CB1916C4B9C}"/>
          </ac:spMkLst>
        </pc:spChg>
        <pc:spChg chg="mod">
          <ac:chgData name="Michael Hill" userId="41dba03d-e58d-4389-9894-554c10310ba4" providerId="ADAL" clId="{EF23FE1D-A042-481E-AFD7-2A9FB0847F54}" dt="2026-02-18T18:45:37.345" v="1398" actId="20577"/>
          <ac:spMkLst>
            <pc:docMk/>
            <pc:sldMk cId="591173955" sldId="513"/>
            <ac:spMk id="8" creationId="{CB9D3B27-DCB7-9235-03A6-E6A265CDDC37}"/>
          </ac:spMkLst>
        </pc:spChg>
        <pc:picChg chg="add mod">
          <ac:chgData name="Michael Hill" userId="41dba03d-e58d-4389-9894-554c10310ba4" providerId="ADAL" clId="{EF23FE1D-A042-481E-AFD7-2A9FB0847F54}" dt="2026-02-18T18:45:42.268" v="1402" actId="1076"/>
          <ac:picMkLst>
            <pc:docMk/>
            <pc:sldMk cId="591173955" sldId="513"/>
            <ac:picMk id="1026" creationId="{782C5D09-B85D-EC32-27A0-8498A391FFAE}"/>
          </ac:picMkLst>
        </pc:picChg>
        <pc:picChg chg="add mod">
          <ac:chgData name="Michael Hill" userId="41dba03d-e58d-4389-9894-554c10310ba4" providerId="ADAL" clId="{EF23FE1D-A042-481E-AFD7-2A9FB0847F54}" dt="2026-02-18T18:45:40.349" v="1400" actId="1076"/>
          <ac:picMkLst>
            <pc:docMk/>
            <pc:sldMk cId="591173955" sldId="513"/>
            <ac:picMk id="1028" creationId="{809A8698-BFFC-5B81-0BA1-D4F6E804D7DC}"/>
          </ac:picMkLst>
        </pc:picChg>
      </pc:sldChg>
      <pc:sldChg chg="delSp modSp add mod">
        <pc:chgData name="Michael Hill" userId="41dba03d-e58d-4389-9894-554c10310ba4" providerId="ADAL" clId="{EF23FE1D-A042-481E-AFD7-2A9FB0847F54}" dt="2026-02-18T18:47:35.106" v="1531" actId="478"/>
        <pc:sldMkLst>
          <pc:docMk/>
          <pc:sldMk cId="3205373971" sldId="514"/>
        </pc:sldMkLst>
        <pc:spChg chg="mod">
          <ac:chgData name="Michael Hill" userId="41dba03d-e58d-4389-9894-554c10310ba4" providerId="ADAL" clId="{EF23FE1D-A042-481E-AFD7-2A9FB0847F54}" dt="2026-02-18T18:46:32.448" v="1529" actId="20577"/>
          <ac:spMkLst>
            <pc:docMk/>
            <pc:sldMk cId="3205373971" sldId="514"/>
            <ac:spMk id="8" creationId="{9AB600EE-1085-E1C9-C91C-97C8AC6756C6}"/>
          </ac:spMkLst>
        </pc:spChg>
      </pc:sldChg>
      <pc:sldChg chg="modSp add mod">
        <pc:chgData name="Michael Hill" userId="41dba03d-e58d-4389-9894-554c10310ba4" providerId="ADAL" clId="{EF23FE1D-A042-481E-AFD7-2A9FB0847F54}" dt="2026-02-18T18:51:20.412" v="1791" actId="20577"/>
        <pc:sldMkLst>
          <pc:docMk/>
          <pc:sldMk cId="1147612946" sldId="515"/>
        </pc:sldMkLst>
        <pc:spChg chg="mod">
          <ac:chgData name="Michael Hill" userId="41dba03d-e58d-4389-9894-554c10310ba4" providerId="ADAL" clId="{EF23FE1D-A042-481E-AFD7-2A9FB0847F54}" dt="2026-02-18T18:50:51.114" v="1587" actId="14100"/>
          <ac:spMkLst>
            <pc:docMk/>
            <pc:sldMk cId="1147612946" sldId="515"/>
            <ac:spMk id="5" creationId="{0BB7817B-14C3-0C79-AD68-5127CBB8E8B6}"/>
          </ac:spMkLst>
        </pc:spChg>
        <pc:spChg chg="mod">
          <ac:chgData name="Michael Hill" userId="41dba03d-e58d-4389-9894-554c10310ba4" providerId="ADAL" clId="{EF23FE1D-A042-481E-AFD7-2A9FB0847F54}" dt="2026-02-18T18:51:20.412" v="1791" actId="20577"/>
          <ac:spMkLst>
            <pc:docMk/>
            <pc:sldMk cId="1147612946" sldId="515"/>
            <ac:spMk id="8" creationId="{D1C21426-D725-8D33-7F0C-D837B13BF1B2}"/>
          </ac:spMkLst>
        </pc:spChg>
      </pc:sldChg>
      <pc:sldChg chg="modSp add mod">
        <pc:chgData name="Michael Hill" userId="41dba03d-e58d-4389-9894-554c10310ba4" providerId="ADAL" clId="{EF23FE1D-A042-481E-AFD7-2A9FB0847F54}" dt="2026-02-18T18:51:51.773" v="1887" actId="20577"/>
        <pc:sldMkLst>
          <pc:docMk/>
          <pc:sldMk cId="547258960" sldId="516"/>
        </pc:sldMkLst>
        <pc:spChg chg="mod">
          <ac:chgData name="Michael Hill" userId="41dba03d-e58d-4389-9894-554c10310ba4" providerId="ADAL" clId="{EF23FE1D-A042-481E-AFD7-2A9FB0847F54}" dt="2026-02-18T18:51:51.773" v="1887" actId="20577"/>
          <ac:spMkLst>
            <pc:docMk/>
            <pc:sldMk cId="547258960" sldId="516"/>
            <ac:spMk id="8" creationId="{76EA76F0-65FE-248A-7283-2A9816629DE4}"/>
          </ac:spMkLst>
        </pc:spChg>
      </pc:sldChg>
      <pc:sldChg chg="addSp delSp modSp add mod">
        <pc:chgData name="Michael Hill" userId="41dba03d-e58d-4389-9894-554c10310ba4" providerId="ADAL" clId="{EF23FE1D-A042-481E-AFD7-2A9FB0847F54}" dt="2026-02-18T18:53:29.793" v="2110" actId="1076"/>
        <pc:sldMkLst>
          <pc:docMk/>
          <pc:sldMk cId="2324471463" sldId="517"/>
        </pc:sldMkLst>
        <pc:spChg chg="mod">
          <ac:chgData name="Michael Hill" userId="41dba03d-e58d-4389-9894-554c10310ba4" providerId="ADAL" clId="{EF23FE1D-A042-481E-AFD7-2A9FB0847F54}" dt="2026-02-18T18:52:11.895" v="1899" actId="14100"/>
          <ac:spMkLst>
            <pc:docMk/>
            <pc:sldMk cId="2324471463" sldId="517"/>
            <ac:spMk id="5" creationId="{94D307C0-5DA0-41AC-EAD1-678AA4ABD442}"/>
          </ac:spMkLst>
        </pc:spChg>
        <pc:spChg chg="mod">
          <ac:chgData name="Michael Hill" userId="41dba03d-e58d-4389-9894-554c10310ba4" providerId="ADAL" clId="{EF23FE1D-A042-481E-AFD7-2A9FB0847F54}" dt="2026-02-18T18:52:39.870" v="2104" actId="20577"/>
          <ac:spMkLst>
            <pc:docMk/>
            <pc:sldMk cId="2324471463" sldId="517"/>
            <ac:spMk id="8" creationId="{B4989851-DD98-0400-3A5F-C6FFAC0C74EF}"/>
          </ac:spMkLst>
        </pc:spChg>
        <pc:picChg chg="add mod">
          <ac:chgData name="Michael Hill" userId="41dba03d-e58d-4389-9894-554c10310ba4" providerId="ADAL" clId="{EF23FE1D-A042-481E-AFD7-2A9FB0847F54}" dt="2026-02-18T18:53:29.793" v="2110" actId="1076"/>
          <ac:picMkLst>
            <pc:docMk/>
            <pc:sldMk cId="2324471463" sldId="517"/>
            <ac:picMk id="2054" creationId="{37884B1F-E327-89E0-75A1-98BBACC640D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9:04:50.323" v="3117" actId="1076"/>
        <pc:sldMkLst>
          <pc:docMk/>
          <pc:sldMk cId="131619355" sldId="518"/>
        </pc:sldMkLst>
        <pc:spChg chg="mod">
          <ac:chgData name="Michael Hill" userId="41dba03d-e58d-4389-9894-554c10310ba4" providerId="ADAL" clId="{EF23FE1D-A042-481E-AFD7-2A9FB0847F54}" dt="2026-02-18T19:04:47.628" v="3116"/>
          <ac:spMkLst>
            <pc:docMk/>
            <pc:sldMk cId="131619355" sldId="518"/>
            <ac:spMk id="8" creationId="{237295A7-38AB-8157-07E5-4232F65490C5}"/>
          </ac:spMkLst>
        </pc:spChg>
        <pc:picChg chg="add mod">
          <ac:chgData name="Michael Hill" userId="41dba03d-e58d-4389-9894-554c10310ba4" providerId="ADAL" clId="{EF23FE1D-A042-481E-AFD7-2A9FB0847F54}" dt="2026-02-18T19:04:50.323" v="3117" actId="1076"/>
          <ac:picMkLst>
            <pc:docMk/>
            <pc:sldMk cId="131619355" sldId="518"/>
            <ac:picMk id="3074" creationId="{FBD6892E-AED8-B1F5-133D-2E9263E29DDB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8:57:28.987" v="2516" actId="1076"/>
        <pc:sldMkLst>
          <pc:docMk/>
          <pc:sldMk cId="3796889631" sldId="519"/>
        </pc:sldMkLst>
        <pc:spChg chg="mod">
          <ac:chgData name="Michael Hill" userId="41dba03d-e58d-4389-9894-554c10310ba4" providerId="ADAL" clId="{EF23FE1D-A042-481E-AFD7-2A9FB0847F54}" dt="2026-02-18T18:56:44.300" v="2511" actId="207"/>
          <ac:spMkLst>
            <pc:docMk/>
            <pc:sldMk cId="3796889631" sldId="519"/>
            <ac:spMk id="8" creationId="{BB9AF133-3F73-D8BC-4589-5DAC5183276F}"/>
          </ac:spMkLst>
        </pc:spChg>
        <pc:picChg chg="add mod">
          <ac:chgData name="Michael Hill" userId="41dba03d-e58d-4389-9894-554c10310ba4" providerId="ADAL" clId="{EF23FE1D-A042-481E-AFD7-2A9FB0847F54}" dt="2026-02-18T18:57:28.987" v="2516" actId="1076"/>
          <ac:picMkLst>
            <pc:docMk/>
            <pc:sldMk cId="3796889631" sldId="519"/>
            <ac:picMk id="4100" creationId="{BFDC570A-3EA5-45E2-D9EB-1D33FAAFBB51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8:58:55.820" v="2785" actId="1076"/>
        <pc:sldMkLst>
          <pc:docMk/>
          <pc:sldMk cId="4099395543" sldId="520"/>
        </pc:sldMkLst>
        <pc:spChg chg="mod">
          <ac:chgData name="Michael Hill" userId="41dba03d-e58d-4389-9894-554c10310ba4" providerId="ADAL" clId="{EF23FE1D-A042-481E-AFD7-2A9FB0847F54}" dt="2026-02-18T18:58:26.205" v="2782" actId="20577"/>
          <ac:spMkLst>
            <pc:docMk/>
            <pc:sldMk cId="4099395543" sldId="520"/>
            <ac:spMk id="8" creationId="{A34DF291-58CD-4333-0EE5-D458367BEA5A}"/>
          </ac:spMkLst>
        </pc:spChg>
        <pc:picChg chg="add mod">
          <ac:chgData name="Michael Hill" userId="41dba03d-e58d-4389-9894-554c10310ba4" providerId="ADAL" clId="{EF23FE1D-A042-481E-AFD7-2A9FB0847F54}" dt="2026-02-18T18:58:55.820" v="2785" actId="1076"/>
          <ac:picMkLst>
            <pc:docMk/>
            <pc:sldMk cId="4099395543" sldId="520"/>
            <ac:picMk id="5122" creationId="{508A5AC5-B17F-AA94-028E-25C38B2A58BE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9:04:39.327" v="3114"/>
        <pc:sldMkLst>
          <pc:docMk/>
          <pc:sldMk cId="2294797100" sldId="521"/>
        </pc:sldMkLst>
        <pc:spChg chg="mod">
          <ac:chgData name="Michael Hill" userId="41dba03d-e58d-4389-9894-554c10310ba4" providerId="ADAL" clId="{EF23FE1D-A042-481E-AFD7-2A9FB0847F54}" dt="2026-02-18T19:04:39.327" v="3114"/>
          <ac:spMkLst>
            <pc:docMk/>
            <pc:sldMk cId="2294797100" sldId="521"/>
            <ac:spMk id="8" creationId="{1A35F84E-20C5-7D40-8934-682E7B9D0A86}"/>
          </ac:spMkLst>
        </pc:spChg>
        <pc:picChg chg="add mod">
          <ac:chgData name="Michael Hill" userId="41dba03d-e58d-4389-9894-554c10310ba4" providerId="ADAL" clId="{EF23FE1D-A042-481E-AFD7-2A9FB0847F54}" dt="2026-02-18T19:00:03.104" v="2903" actId="1076"/>
          <ac:picMkLst>
            <pc:docMk/>
            <pc:sldMk cId="2294797100" sldId="521"/>
            <ac:picMk id="6146" creationId="{98BAF76C-0C59-544F-6A5B-6D1ABC5FD3D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9:04:34.458" v="3111" actId="1076"/>
        <pc:sldMkLst>
          <pc:docMk/>
          <pc:sldMk cId="1570211565" sldId="523"/>
        </pc:sldMkLst>
        <pc:spChg chg="mod">
          <ac:chgData name="Michael Hill" userId="41dba03d-e58d-4389-9894-554c10310ba4" providerId="ADAL" clId="{EF23FE1D-A042-481E-AFD7-2A9FB0847F54}" dt="2026-02-18T19:04:32.907" v="3110" actId="20577"/>
          <ac:spMkLst>
            <pc:docMk/>
            <pc:sldMk cId="1570211565" sldId="523"/>
            <ac:spMk id="8" creationId="{B55A3432-94BE-0630-F348-5047B948ACC0}"/>
          </ac:spMkLst>
        </pc:spChg>
        <pc:picChg chg="add mod">
          <ac:chgData name="Michael Hill" userId="41dba03d-e58d-4389-9894-554c10310ba4" providerId="ADAL" clId="{EF23FE1D-A042-481E-AFD7-2A9FB0847F54}" dt="2026-02-18T19:04:34.458" v="3111" actId="1076"/>
          <ac:picMkLst>
            <pc:docMk/>
            <pc:sldMk cId="1570211565" sldId="523"/>
            <ac:picMk id="7170" creationId="{4FEECD65-BA1D-58FD-2288-CD9587FE3E74}"/>
          </ac:picMkLst>
        </pc:picChg>
      </pc:sldChg>
      <pc:sldChg chg="delSp modSp add mod">
        <pc:chgData name="Michael Hill" userId="41dba03d-e58d-4389-9894-554c10310ba4" providerId="ADAL" clId="{EF23FE1D-A042-481E-AFD7-2A9FB0847F54}" dt="2026-02-18T19:06:58.377" v="3477" actId="14100"/>
        <pc:sldMkLst>
          <pc:docMk/>
          <pc:sldMk cId="2504263913" sldId="524"/>
        </pc:sldMkLst>
        <pc:spChg chg="mod">
          <ac:chgData name="Michael Hill" userId="41dba03d-e58d-4389-9894-554c10310ba4" providerId="ADAL" clId="{EF23FE1D-A042-481E-AFD7-2A9FB0847F54}" dt="2026-02-18T19:06:58.377" v="3477" actId="14100"/>
          <ac:spMkLst>
            <pc:docMk/>
            <pc:sldMk cId="2504263913" sldId="524"/>
            <ac:spMk id="5" creationId="{A7434051-90AB-5332-5381-C9FC66988A0F}"/>
          </ac:spMkLst>
        </pc:spChg>
        <pc:spChg chg="mod">
          <ac:chgData name="Michael Hill" userId="41dba03d-e58d-4389-9894-554c10310ba4" providerId="ADAL" clId="{EF23FE1D-A042-481E-AFD7-2A9FB0847F54}" dt="2026-02-18T19:06:47.343" v="3462" actId="20577"/>
          <ac:spMkLst>
            <pc:docMk/>
            <pc:sldMk cId="2504263913" sldId="524"/>
            <ac:spMk id="8" creationId="{02DDF99C-5F4C-5279-24A4-03FABF7344E6}"/>
          </ac:spMkLst>
        </pc:spChg>
      </pc:sldChg>
      <pc:sldChg chg="addSp modSp add mod">
        <pc:chgData name="Michael Hill" userId="41dba03d-e58d-4389-9894-554c10310ba4" providerId="ADAL" clId="{EF23FE1D-A042-481E-AFD7-2A9FB0847F54}" dt="2026-02-18T19:08:50.851" v="3597" actId="207"/>
        <pc:sldMkLst>
          <pc:docMk/>
          <pc:sldMk cId="2068618690" sldId="525"/>
        </pc:sldMkLst>
        <pc:spChg chg="mod">
          <ac:chgData name="Michael Hill" userId="41dba03d-e58d-4389-9894-554c10310ba4" providerId="ADAL" clId="{EF23FE1D-A042-481E-AFD7-2A9FB0847F54}" dt="2026-02-18T19:07:10.634" v="3491" actId="14100"/>
          <ac:spMkLst>
            <pc:docMk/>
            <pc:sldMk cId="2068618690" sldId="525"/>
            <ac:spMk id="5" creationId="{DBFEC430-701A-A1C1-8707-D45389B23181}"/>
          </ac:spMkLst>
        </pc:spChg>
        <pc:spChg chg="mod">
          <ac:chgData name="Michael Hill" userId="41dba03d-e58d-4389-9894-554c10310ba4" providerId="ADAL" clId="{EF23FE1D-A042-481E-AFD7-2A9FB0847F54}" dt="2026-02-18T19:08:50.851" v="3597" actId="207"/>
          <ac:spMkLst>
            <pc:docMk/>
            <pc:sldMk cId="2068618690" sldId="525"/>
            <ac:spMk id="8" creationId="{14B61CB4-7126-18EA-7E23-D41A67660330}"/>
          </ac:spMkLst>
        </pc:spChg>
        <pc:picChg chg="add mod">
          <ac:chgData name="Michael Hill" userId="41dba03d-e58d-4389-9894-554c10310ba4" providerId="ADAL" clId="{EF23FE1D-A042-481E-AFD7-2A9FB0847F54}" dt="2026-02-18T19:08:41.587" v="3593" actId="1076"/>
          <ac:picMkLst>
            <pc:docMk/>
            <pc:sldMk cId="2068618690" sldId="525"/>
            <ac:picMk id="8194" creationId="{FE8BCF96-9176-713D-D353-D17A2649B2CA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9:09:58.207" v="3822" actId="1076"/>
        <pc:sldMkLst>
          <pc:docMk/>
          <pc:sldMk cId="1990808462" sldId="527"/>
        </pc:sldMkLst>
        <pc:spChg chg="mod">
          <ac:chgData name="Michael Hill" userId="41dba03d-e58d-4389-9894-554c10310ba4" providerId="ADAL" clId="{EF23FE1D-A042-481E-AFD7-2A9FB0847F54}" dt="2026-02-18T19:09:37.625" v="3819" actId="20577"/>
          <ac:spMkLst>
            <pc:docMk/>
            <pc:sldMk cId="1990808462" sldId="527"/>
            <ac:spMk id="8" creationId="{F252A2D6-E886-A4F0-AEF5-D58606C99CC2}"/>
          </ac:spMkLst>
        </pc:spChg>
        <pc:picChg chg="add mod">
          <ac:chgData name="Michael Hill" userId="41dba03d-e58d-4389-9894-554c10310ba4" providerId="ADAL" clId="{EF23FE1D-A042-481E-AFD7-2A9FB0847F54}" dt="2026-02-18T19:09:58.207" v="3822" actId="1076"/>
          <ac:picMkLst>
            <pc:docMk/>
            <pc:sldMk cId="1990808462" sldId="527"/>
            <ac:picMk id="10242" creationId="{45FCD8A4-EF82-3651-EFED-E8DAA804909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18T19:11:27.876" v="4043" actId="1076"/>
        <pc:sldMkLst>
          <pc:docMk/>
          <pc:sldMk cId="72032739" sldId="528"/>
        </pc:sldMkLst>
        <pc:spChg chg="mod">
          <ac:chgData name="Michael Hill" userId="41dba03d-e58d-4389-9894-554c10310ba4" providerId="ADAL" clId="{EF23FE1D-A042-481E-AFD7-2A9FB0847F54}" dt="2026-02-18T19:11:03.138" v="4039" actId="20577"/>
          <ac:spMkLst>
            <pc:docMk/>
            <pc:sldMk cId="72032739" sldId="528"/>
            <ac:spMk id="8" creationId="{4C7F081A-FAB7-8E7B-FD82-89F5F3574A5E}"/>
          </ac:spMkLst>
        </pc:spChg>
        <pc:picChg chg="add mod">
          <ac:chgData name="Michael Hill" userId="41dba03d-e58d-4389-9894-554c10310ba4" providerId="ADAL" clId="{EF23FE1D-A042-481E-AFD7-2A9FB0847F54}" dt="2026-02-18T19:11:27.876" v="4043" actId="1076"/>
          <ac:picMkLst>
            <pc:docMk/>
            <pc:sldMk cId="72032739" sldId="528"/>
            <ac:picMk id="11266" creationId="{ECF52CE5-9FA4-2AA0-B5CA-4FA2AE7BA84F}"/>
          </ac:picMkLst>
        </pc:picChg>
      </pc:sldChg>
      <pc:sldChg chg="delSp modSp add mod">
        <pc:chgData name="Michael Hill" userId="41dba03d-e58d-4389-9894-554c10310ba4" providerId="ADAL" clId="{EF23FE1D-A042-481E-AFD7-2A9FB0847F54}" dt="2026-02-18T19:12:01.995" v="4161" actId="478"/>
        <pc:sldMkLst>
          <pc:docMk/>
          <pc:sldMk cId="2745642722" sldId="529"/>
        </pc:sldMkLst>
        <pc:spChg chg="mod">
          <ac:chgData name="Michael Hill" userId="41dba03d-e58d-4389-9894-554c10310ba4" providerId="ADAL" clId="{EF23FE1D-A042-481E-AFD7-2A9FB0847F54}" dt="2026-02-18T19:11:57.981" v="4160" actId="20577"/>
          <ac:spMkLst>
            <pc:docMk/>
            <pc:sldMk cId="2745642722" sldId="529"/>
            <ac:spMk id="8" creationId="{74BBB06A-597C-5531-E955-C5D96D82C2EA}"/>
          </ac:spMkLst>
        </pc:spChg>
      </pc:sldChg>
      <pc:sldChg chg="addSp modSp add mod">
        <pc:chgData name="Michael Hill" userId="41dba03d-e58d-4389-9894-554c10310ba4" providerId="ADAL" clId="{EF23FE1D-A042-481E-AFD7-2A9FB0847F54}" dt="2026-02-18T19:15:55.366" v="4296" actId="1076"/>
        <pc:sldMkLst>
          <pc:docMk/>
          <pc:sldMk cId="3059646893" sldId="530"/>
        </pc:sldMkLst>
        <pc:spChg chg="mod">
          <ac:chgData name="Michael Hill" userId="41dba03d-e58d-4389-9894-554c10310ba4" providerId="ADAL" clId="{EF23FE1D-A042-481E-AFD7-2A9FB0847F54}" dt="2026-02-18T19:15:14.373" v="4292" actId="20577"/>
          <ac:spMkLst>
            <pc:docMk/>
            <pc:sldMk cId="3059646893" sldId="530"/>
            <ac:spMk id="8" creationId="{39233524-D5A8-9F01-23C5-4A5E82FD641F}"/>
          </ac:spMkLst>
        </pc:spChg>
        <pc:picChg chg="add mod">
          <ac:chgData name="Michael Hill" userId="41dba03d-e58d-4389-9894-554c10310ba4" providerId="ADAL" clId="{EF23FE1D-A042-481E-AFD7-2A9FB0847F54}" dt="2026-02-18T19:15:55.366" v="4296" actId="1076"/>
          <ac:picMkLst>
            <pc:docMk/>
            <pc:sldMk cId="3059646893" sldId="530"/>
            <ac:picMk id="12290" creationId="{D3441ECD-3073-58A5-65C6-D10F174DFBFB}"/>
          </ac:picMkLst>
        </pc:picChg>
      </pc:sldChg>
      <pc:sldChg chg="delSp modSp add mod">
        <pc:chgData name="Michael Hill" userId="41dba03d-e58d-4389-9894-554c10310ba4" providerId="ADAL" clId="{EF23FE1D-A042-481E-AFD7-2A9FB0847F54}" dt="2026-02-18T19:16:41.830" v="4492" actId="478"/>
        <pc:sldMkLst>
          <pc:docMk/>
          <pc:sldMk cId="964567256" sldId="531"/>
        </pc:sldMkLst>
        <pc:spChg chg="mod">
          <ac:chgData name="Michael Hill" userId="41dba03d-e58d-4389-9894-554c10310ba4" providerId="ADAL" clId="{EF23FE1D-A042-481E-AFD7-2A9FB0847F54}" dt="2026-02-18T19:16:38.841" v="4491" actId="20577"/>
          <ac:spMkLst>
            <pc:docMk/>
            <pc:sldMk cId="964567256" sldId="531"/>
            <ac:spMk id="8" creationId="{B4A6512C-2DBF-115F-6795-DB85D451B0D9}"/>
          </ac:spMkLst>
        </pc:spChg>
      </pc:sldChg>
      <pc:sldChg chg="modSp add mod">
        <pc:chgData name="Michael Hill" userId="41dba03d-e58d-4389-9894-554c10310ba4" providerId="ADAL" clId="{EF23FE1D-A042-481E-AFD7-2A9FB0847F54}" dt="2026-02-18T19:17:13.109" v="4649" actId="207"/>
        <pc:sldMkLst>
          <pc:docMk/>
          <pc:sldMk cId="1974411659" sldId="532"/>
        </pc:sldMkLst>
        <pc:spChg chg="mod">
          <ac:chgData name="Michael Hill" userId="41dba03d-e58d-4389-9894-554c10310ba4" providerId="ADAL" clId="{EF23FE1D-A042-481E-AFD7-2A9FB0847F54}" dt="2026-02-18T19:16:53.536" v="4525" actId="14100"/>
          <ac:spMkLst>
            <pc:docMk/>
            <pc:sldMk cId="1974411659" sldId="532"/>
            <ac:spMk id="5" creationId="{F6EC18E5-D569-DBDE-8C4A-866766876573}"/>
          </ac:spMkLst>
        </pc:spChg>
        <pc:spChg chg="mod">
          <ac:chgData name="Michael Hill" userId="41dba03d-e58d-4389-9894-554c10310ba4" providerId="ADAL" clId="{EF23FE1D-A042-481E-AFD7-2A9FB0847F54}" dt="2026-02-18T19:17:13.109" v="4649" actId="207"/>
          <ac:spMkLst>
            <pc:docMk/>
            <pc:sldMk cId="1974411659" sldId="532"/>
            <ac:spMk id="8" creationId="{3649CCA2-51CF-F558-734E-EFE847BFF565}"/>
          </ac:spMkLst>
        </pc:spChg>
      </pc:sldChg>
      <pc:sldChg chg="modSp add mod">
        <pc:chgData name="Michael Hill" userId="41dba03d-e58d-4389-9894-554c10310ba4" providerId="ADAL" clId="{EF23FE1D-A042-481E-AFD7-2A9FB0847F54}" dt="2026-02-18T19:35:26.677" v="4900" actId="20577"/>
        <pc:sldMkLst>
          <pc:docMk/>
          <pc:sldMk cId="3839160750" sldId="533"/>
        </pc:sldMkLst>
        <pc:spChg chg="mod">
          <ac:chgData name="Michael Hill" userId="41dba03d-e58d-4389-9894-554c10310ba4" providerId="ADAL" clId="{EF23FE1D-A042-481E-AFD7-2A9FB0847F54}" dt="2026-02-18T19:18:00.572" v="4671" actId="14100"/>
          <ac:spMkLst>
            <pc:docMk/>
            <pc:sldMk cId="3839160750" sldId="533"/>
            <ac:spMk id="5" creationId="{20409A71-069E-7C74-0161-CFEE1E7A0077}"/>
          </ac:spMkLst>
        </pc:spChg>
        <pc:spChg chg="mod">
          <ac:chgData name="Michael Hill" userId="41dba03d-e58d-4389-9894-554c10310ba4" providerId="ADAL" clId="{EF23FE1D-A042-481E-AFD7-2A9FB0847F54}" dt="2026-02-18T19:35:26.677" v="4900" actId="20577"/>
          <ac:spMkLst>
            <pc:docMk/>
            <pc:sldMk cId="3839160750" sldId="533"/>
            <ac:spMk id="8" creationId="{CB82C752-629B-87CB-248F-6557E19876BC}"/>
          </ac:spMkLst>
        </pc:spChg>
      </pc:sldChg>
      <pc:sldChg chg="modSp add mod">
        <pc:chgData name="Michael Hill" userId="41dba03d-e58d-4389-9894-554c10310ba4" providerId="ADAL" clId="{EF23FE1D-A042-481E-AFD7-2A9FB0847F54}" dt="2026-02-18T19:37:00.170" v="5339" actId="20577"/>
        <pc:sldMkLst>
          <pc:docMk/>
          <pc:sldMk cId="1058097167" sldId="534"/>
        </pc:sldMkLst>
        <pc:spChg chg="mod">
          <ac:chgData name="Michael Hill" userId="41dba03d-e58d-4389-9894-554c10310ba4" providerId="ADAL" clId="{EF23FE1D-A042-481E-AFD7-2A9FB0847F54}" dt="2026-02-18T19:37:00.170" v="5339" actId="20577"/>
          <ac:spMkLst>
            <pc:docMk/>
            <pc:sldMk cId="1058097167" sldId="534"/>
            <ac:spMk id="8" creationId="{99BA0A1C-6917-D7FF-C498-482C7F2E675F}"/>
          </ac:spMkLst>
        </pc:spChg>
      </pc:sldChg>
      <pc:sldChg chg="addSp modSp add mod">
        <pc:chgData name="Michael Hill" userId="41dba03d-e58d-4389-9894-554c10310ba4" providerId="ADAL" clId="{EF23FE1D-A042-481E-AFD7-2A9FB0847F54}" dt="2026-02-18T19:38:51.693" v="5599" actId="1076"/>
        <pc:sldMkLst>
          <pc:docMk/>
          <pc:sldMk cId="2251673226" sldId="535"/>
        </pc:sldMkLst>
        <pc:spChg chg="mod">
          <ac:chgData name="Michael Hill" userId="41dba03d-e58d-4389-9894-554c10310ba4" providerId="ADAL" clId="{EF23FE1D-A042-481E-AFD7-2A9FB0847F54}" dt="2026-02-18T19:37:28.043" v="5374" actId="14100"/>
          <ac:spMkLst>
            <pc:docMk/>
            <pc:sldMk cId="2251673226" sldId="535"/>
            <ac:spMk id="5" creationId="{B6C01CE4-9E94-6ED5-57AE-445F43141B0F}"/>
          </ac:spMkLst>
        </pc:spChg>
        <pc:spChg chg="mod">
          <ac:chgData name="Michael Hill" userId="41dba03d-e58d-4389-9894-554c10310ba4" providerId="ADAL" clId="{EF23FE1D-A042-481E-AFD7-2A9FB0847F54}" dt="2026-02-18T19:38:16.672" v="5596" actId="20577"/>
          <ac:spMkLst>
            <pc:docMk/>
            <pc:sldMk cId="2251673226" sldId="535"/>
            <ac:spMk id="8" creationId="{61B3E4A4-604A-27EA-2FFE-D16BE92F242B}"/>
          </ac:spMkLst>
        </pc:spChg>
        <pc:picChg chg="add mod">
          <ac:chgData name="Michael Hill" userId="41dba03d-e58d-4389-9894-554c10310ba4" providerId="ADAL" clId="{EF23FE1D-A042-481E-AFD7-2A9FB0847F54}" dt="2026-02-18T19:38:51.693" v="5599" actId="1076"/>
          <ac:picMkLst>
            <pc:docMk/>
            <pc:sldMk cId="2251673226" sldId="535"/>
            <ac:picMk id="13314" creationId="{6C0C7F27-3AA1-E029-B8C9-DFFFF094CBFF}"/>
          </ac:picMkLst>
        </pc:picChg>
      </pc:sldChg>
      <pc:sldChg chg="delSp modSp add mod">
        <pc:chgData name="Michael Hill" userId="41dba03d-e58d-4389-9894-554c10310ba4" providerId="ADAL" clId="{EF23FE1D-A042-481E-AFD7-2A9FB0847F54}" dt="2026-02-18T19:39:13.856" v="5702" actId="20577"/>
        <pc:sldMkLst>
          <pc:docMk/>
          <pc:sldMk cId="3631675798" sldId="536"/>
        </pc:sldMkLst>
        <pc:spChg chg="mod">
          <ac:chgData name="Michael Hill" userId="41dba03d-e58d-4389-9894-554c10310ba4" providerId="ADAL" clId="{EF23FE1D-A042-481E-AFD7-2A9FB0847F54}" dt="2026-02-18T19:39:13.856" v="5702" actId="20577"/>
          <ac:spMkLst>
            <pc:docMk/>
            <pc:sldMk cId="3631675798" sldId="536"/>
            <ac:spMk id="8" creationId="{66679979-C4F0-B3B7-3338-DC23FE492C53}"/>
          </ac:spMkLst>
        </pc:spChg>
      </pc:sldChg>
      <pc:sldChg chg="modSp add mod">
        <pc:chgData name="Michael Hill" userId="41dba03d-e58d-4389-9894-554c10310ba4" providerId="ADAL" clId="{EF23FE1D-A042-481E-AFD7-2A9FB0847F54}" dt="2026-02-18T19:39:30.096" v="5804" actId="20577"/>
        <pc:sldMkLst>
          <pc:docMk/>
          <pc:sldMk cId="879284011" sldId="537"/>
        </pc:sldMkLst>
        <pc:spChg chg="mod">
          <ac:chgData name="Michael Hill" userId="41dba03d-e58d-4389-9894-554c10310ba4" providerId="ADAL" clId="{EF23FE1D-A042-481E-AFD7-2A9FB0847F54}" dt="2026-02-18T19:39:30.096" v="5804" actId="20577"/>
          <ac:spMkLst>
            <pc:docMk/>
            <pc:sldMk cId="879284011" sldId="537"/>
            <ac:spMk id="8" creationId="{3BCEB206-88EB-28A5-BC90-030615EBB127}"/>
          </ac:spMkLst>
        </pc:spChg>
      </pc:sldChg>
      <pc:sldChg chg="modSp add mod">
        <pc:chgData name="Michael Hill" userId="41dba03d-e58d-4389-9894-554c10310ba4" providerId="ADAL" clId="{EF23FE1D-A042-481E-AFD7-2A9FB0847F54}" dt="2026-02-18T19:40:39.154" v="6091" actId="20577"/>
        <pc:sldMkLst>
          <pc:docMk/>
          <pc:sldMk cId="3649708641" sldId="538"/>
        </pc:sldMkLst>
        <pc:spChg chg="mod">
          <ac:chgData name="Michael Hill" userId="41dba03d-e58d-4389-9894-554c10310ba4" providerId="ADAL" clId="{EF23FE1D-A042-481E-AFD7-2A9FB0847F54}" dt="2026-02-18T19:40:39.154" v="6091" actId="20577"/>
          <ac:spMkLst>
            <pc:docMk/>
            <pc:sldMk cId="3649708641" sldId="538"/>
            <ac:spMk id="8" creationId="{9DED3D34-FD20-C670-8914-51BEF5374163}"/>
          </ac:spMkLst>
        </pc:spChg>
      </pc:sldChg>
      <pc:sldChg chg="addSp modSp add mod">
        <pc:chgData name="Michael Hill" userId="41dba03d-e58d-4389-9894-554c10310ba4" providerId="ADAL" clId="{EF23FE1D-A042-481E-AFD7-2A9FB0847F54}" dt="2026-02-18T19:42:16.806" v="6316" actId="20577"/>
        <pc:sldMkLst>
          <pc:docMk/>
          <pc:sldMk cId="4261277269" sldId="539"/>
        </pc:sldMkLst>
        <pc:spChg chg="mod">
          <ac:chgData name="Michael Hill" userId="41dba03d-e58d-4389-9894-554c10310ba4" providerId="ADAL" clId="{EF23FE1D-A042-481E-AFD7-2A9FB0847F54}" dt="2026-02-18T19:42:16.806" v="6316" actId="20577"/>
          <ac:spMkLst>
            <pc:docMk/>
            <pc:sldMk cId="4261277269" sldId="539"/>
            <ac:spMk id="8" creationId="{746EFC68-F1C6-A942-78BE-E90AE57C6189}"/>
          </ac:spMkLst>
        </pc:spChg>
        <pc:graphicFrameChg chg="add mod modGraphic">
          <ac:chgData name="Michael Hill" userId="41dba03d-e58d-4389-9894-554c10310ba4" providerId="ADAL" clId="{EF23FE1D-A042-481E-AFD7-2A9FB0847F54}" dt="2026-02-18T19:42:07.799" v="6260" actId="14734"/>
          <ac:graphicFrameMkLst>
            <pc:docMk/>
            <pc:sldMk cId="4261277269" sldId="539"/>
            <ac:graphicFrameMk id="2" creationId="{220CDDEF-94B8-E9AB-13DD-18EB0B671761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3T19:10:57.531" v="7052" actId="20577"/>
        <pc:sldMkLst>
          <pc:docMk/>
          <pc:sldMk cId="3579992377" sldId="540"/>
        </pc:sldMkLst>
        <pc:spChg chg="mod">
          <ac:chgData name="Michael Hill" userId="41dba03d-e58d-4389-9894-554c10310ba4" providerId="ADAL" clId="{EF23FE1D-A042-481E-AFD7-2A9FB0847F54}" dt="2026-02-18T19:43:46.730" v="6706" actId="20577"/>
          <ac:spMkLst>
            <pc:docMk/>
            <pc:sldMk cId="3579992377" sldId="540"/>
            <ac:spMk id="8" creationId="{9B55C9EE-59D7-6713-7F06-0EE371E1D801}"/>
          </ac:spMkLst>
        </pc:spChg>
        <pc:graphicFrameChg chg="mod modGraphic">
          <ac:chgData name="Michael Hill" userId="41dba03d-e58d-4389-9894-554c10310ba4" providerId="ADAL" clId="{EF23FE1D-A042-481E-AFD7-2A9FB0847F54}" dt="2026-02-23T19:10:57.531" v="7052" actId="20577"/>
          <ac:graphicFrameMkLst>
            <pc:docMk/>
            <pc:sldMk cId="3579992377" sldId="540"/>
            <ac:graphicFrameMk id="2" creationId="{933D3253-CEC1-1259-0806-FE2511D512E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759978" y="3692233"/>
            <a:ext cx="7140639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FUNDAMENTALS OF OOP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Fundamentals of 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Classes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Objects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Advantages/Disadvantages of OOP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UML Diagrams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Designing Classes/Functions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Define the following terms: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Variable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Variable – named storage location that holds a value or data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Function – block of code designed to perform a specific task. Used to create reusable, modular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Object Oriented Programming (OOP)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a paradigm in computer science that increases modularity with a new type of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0" y="155968"/>
            <a:ext cx="4101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WHAT IS OOP?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6C590-D773-8B35-CD17-9CF9BF8F2B69}"/>
              </a:ext>
            </a:extLst>
          </p:cNvPr>
          <p:cNvSpPr/>
          <p:nvPr/>
        </p:nvSpPr>
        <p:spPr>
          <a:xfrm>
            <a:off x="117073" y="2925157"/>
            <a:ext cx="1144415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3800" b="1" cap="none" spc="0" dirty="0">
                <a:ln/>
                <a:solidFill>
                  <a:schemeClr val="accent3"/>
                </a:solidFill>
                <a:effectLst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B1881-2BC1-513D-CF21-4E93F99E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FB32C4-2C5B-E112-7AF9-4B3EF27F94C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3D4916-59A5-6B53-D1A6-02676AC9B5D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34FC9F-6A43-393E-E8CC-EC5E6D7368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B67D25-B1FB-C05A-F338-AE63F06A61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54B3F8-8293-B881-3A94-37B858CFD3A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OOP allows us to standardize the structure of data in a program by making CUSTOM DATA TYPES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Classes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custom data types that we define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are no longer limited to integers, strings, and floats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types such as: Person, Book,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ShoppingBasket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D6ECB0-467C-60B0-6FA7-54B47ECD6232}"/>
              </a:ext>
            </a:extLst>
          </p:cNvPr>
          <p:cNvSpPr/>
          <p:nvPr/>
        </p:nvSpPr>
        <p:spPr>
          <a:xfrm>
            <a:off x="0" y="129275"/>
            <a:ext cx="273480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80473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4CC5F-EEE8-90F0-0371-245CBFFC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11229B4-DABA-5D83-E815-83FA1232E34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3293DF-D629-1794-603C-90051BCF3B0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2C772B-C33F-F2BE-5778-DFB8190665E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3C1E0E-8303-3E5A-7750-4E19527954D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D3B27-DCB7-9235-03A6-E6A265CDDC3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Object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a specific instance of a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when we create a variable based on our data type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our class is Car, the object based on that (Toyota Corolla, Honda CRV, etc.) is our Object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make multiple objects based on one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way, classes function as </a:t>
            </a: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blueprints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for our objects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F827C-3C33-E7F6-682E-5CB1916C4B9C}"/>
              </a:ext>
            </a:extLst>
          </p:cNvPr>
          <p:cNvSpPr/>
          <p:nvPr/>
        </p:nvSpPr>
        <p:spPr>
          <a:xfrm>
            <a:off x="0" y="129275"/>
            <a:ext cx="286677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OBJECTS</a:t>
            </a:r>
          </a:p>
        </p:txBody>
      </p:sp>
      <p:pic>
        <p:nvPicPr>
          <p:cNvPr id="1026" name="Picture 2" descr="Object Oriented Programming? Explanation of OOPS">
            <a:extLst>
              <a:ext uri="{FF2B5EF4-FFF2-40B4-BE49-F238E27FC236}">
                <a16:creationId xmlns:a16="http://schemas.microsoft.com/office/drawing/2014/main" id="{782C5D09-B85D-EC32-27A0-8498A391F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845" y="4686409"/>
            <a:ext cx="3102278" cy="210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chitectural Blueprint Detailed Draft and Technical Plan | Premium AI ...">
            <a:extLst>
              <a:ext uri="{FF2B5EF4-FFF2-40B4-BE49-F238E27FC236}">
                <a16:creationId xmlns:a16="http://schemas.microsoft.com/office/drawing/2014/main" id="{809A8698-BFFC-5B81-0BA1-D4F6E804D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72" y="4838196"/>
            <a:ext cx="2823328" cy="177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17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7E9A4-CF3D-9549-6C67-F5956EE0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6DA1FA3-67F2-EB69-14FB-A4A070EBE6F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02EC19-DAE0-998D-03C7-DB3F30BF9F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61598F-0624-E731-D900-583B2681E1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287398-0565-023A-CF37-84CB6BB8FE2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600EE-1085-E1C9-C91C-97C8AC6756C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Classes contain two things: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Variables: Data about the object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 Things that the object can 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4EBEF-1439-E8A1-153B-5550763C2DFD}"/>
              </a:ext>
            </a:extLst>
          </p:cNvPr>
          <p:cNvSpPr/>
          <p:nvPr/>
        </p:nvSpPr>
        <p:spPr>
          <a:xfrm>
            <a:off x="-142430" y="155968"/>
            <a:ext cx="410168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WHAT IS OOP?</a:t>
            </a:r>
          </a:p>
        </p:txBody>
      </p:sp>
    </p:spTree>
    <p:extLst>
      <p:ext uri="{BB962C8B-B14F-4D97-AF65-F5344CB8AC3E}">
        <p14:creationId xmlns:p14="http://schemas.microsoft.com/office/powerpoint/2010/main" val="320537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9C12C-74AE-D744-AD95-FB4D9C0D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4B264F7-2D0E-8BEC-379A-F46232990A6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67BDF0-E12F-84E9-6C63-B848CA2DAB1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962E59-D9B7-9BB6-F14B-1A8125B19C4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CD95FA-3E93-D7E2-80A6-6595CAE6470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21426-D725-8D33-7F0C-D837B13BF1B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 built in Python example: Strings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Strings are a class that Python develops for us to use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data does a string store?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functions can a string perform?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7817B-14C3-0C79-AD68-5127CBB8E8B6}"/>
              </a:ext>
            </a:extLst>
          </p:cNvPr>
          <p:cNvSpPr/>
          <p:nvPr/>
        </p:nvSpPr>
        <p:spPr>
          <a:xfrm>
            <a:off x="-142431" y="155968"/>
            <a:ext cx="470500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STRING EXAMPLE</a:t>
            </a:r>
          </a:p>
        </p:txBody>
      </p:sp>
    </p:spTree>
    <p:extLst>
      <p:ext uri="{BB962C8B-B14F-4D97-AF65-F5344CB8AC3E}">
        <p14:creationId xmlns:p14="http://schemas.microsoft.com/office/powerpoint/2010/main" val="114761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FC116-C64D-49ED-D3AC-D59A49D9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D76E145-CB4A-330A-4024-2DC8BBFB59F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BAA5B0-263D-869E-6D7B-037C01BBF3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8D9E5C-10B7-FEE9-C8DE-71B25E8EDDA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759FFA-F6B0-660D-D921-32CD1247FF0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A76F0-65FE-248A-7283-2A9816629DE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Letters in the string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Length of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Split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Upper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Lower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0FE25-FEC2-9A9A-E5F6-68F719778B56}"/>
              </a:ext>
            </a:extLst>
          </p:cNvPr>
          <p:cNvSpPr/>
          <p:nvPr/>
        </p:nvSpPr>
        <p:spPr>
          <a:xfrm>
            <a:off x="-142431" y="155968"/>
            <a:ext cx="470500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STRING EXAMPLE</a:t>
            </a:r>
          </a:p>
        </p:txBody>
      </p:sp>
    </p:spTree>
    <p:extLst>
      <p:ext uri="{BB962C8B-B14F-4D97-AF65-F5344CB8AC3E}">
        <p14:creationId xmlns:p14="http://schemas.microsoft.com/office/powerpoint/2010/main" val="54725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C824D-2CB8-4B52-DE17-D00112AA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DCD5DBE-11FB-1DDA-7F81-480A202C99A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3C6E66-3D66-5F3C-3729-8884E2A9B86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5AD974-CA8E-7431-F8C6-7977F32D58A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FF6E1B-B28D-5651-6BA3-17ADF5E4F1A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989851-DD98-0400-3A5F-C6FFAC0C74E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OOP is an INCREDIBLY powerful tool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see it in fields as far reaching as data analysis to game design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 couple of the things that OOP is really good for and good 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307C0-5DA0-41AC-EAD1-678AA4ABD442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2054" name="Picture 6" descr="Thumbs Up Smiley | Free download on ClipArtMag">
            <a:extLst>
              <a:ext uri="{FF2B5EF4-FFF2-40B4-BE49-F238E27FC236}">
                <a16:creationId xmlns:a16="http://schemas.microsoft.com/office/drawing/2014/main" id="{37884B1F-E327-89E0-75A1-98BBACC64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365" y="3736630"/>
            <a:ext cx="2754104" cy="27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471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6C36F-1882-3571-E406-9BF888A7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4EB34B-8D1C-4499-4D56-5ACFF07FBAD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DB5567-7308-17BB-6CC5-071B3A02C3A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D416C8-AF39-4C68-68C7-70E5A10EB00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DB9404-07C2-35F0-704A-14E41B16F1C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295A7-38AB-8157-07E5-4232F65490C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Increased modularity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classes/objects can help to ensure that different parts of your program are using the same data and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Objects can be modified without modifying the code that uses them (pretty cool)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Diagram not required knowledge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1055F5-E7D2-3166-B146-20D52ECF0852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3074" name="Picture 2" descr="Modularization: Paving the Way for a Circular Economy">
            <a:extLst>
              <a:ext uri="{FF2B5EF4-FFF2-40B4-BE49-F238E27FC236}">
                <a16:creationId xmlns:a16="http://schemas.microsoft.com/office/drawing/2014/main" id="{FBD6892E-AED8-B1F5-133D-2E9263E29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654" y="3922722"/>
            <a:ext cx="3232886" cy="2536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19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18566-ADCA-2C66-1313-7EC576E6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FDB6E71-1922-D1DF-A6F5-BE82725D359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554BC2-9EAE-AC1A-7980-D665E7C56C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2CE39A-E401-DA99-6F4A-7EF0ACC2A76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3FDF62-C624-C86C-B0CB-F32DAFACF7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AF133-3F73-D8BC-4589-5DAC5183276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Code reusability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once a class is written, it can even be used in other projects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the same concept as modularity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EB72B-C74B-AA6F-74D6-86C5DE272B83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4100" name="Picture 4" descr="Super Mario Bros. 2 (USA) vs. Yume Kōjō: Doki Doki Panic (Japan) | Side ...">
            <a:extLst>
              <a:ext uri="{FF2B5EF4-FFF2-40B4-BE49-F238E27FC236}">
                <a16:creationId xmlns:a16="http://schemas.microsoft.com/office/drawing/2014/main" id="{BFDC570A-3EA5-45E2-D9EB-1D33FAAFB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091" y="2956491"/>
            <a:ext cx="6693031" cy="376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88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1DB2B-7820-E536-40A5-F3F888BB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AFFA40F-3460-DB72-C5A5-F95FCCA4E68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EE9CF9-B0C2-6769-50B2-7DB321123E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902E3B4-AE82-9130-0D9D-4812E933964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4099EA-BA8D-DBE0-C803-D9993E023F8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4DF291-58CD-4333-0EE5-D458367BEA5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Encapsulation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hides the internal mechanics of how a class works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Programmers only need to know how to use the class, not how it was made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Programmers trust the class to do what it needs to do, and that they don’t need to worry about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60827-71A1-6524-6BF0-B416A87EA1EF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5122" name="Picture 2" descr="Gachapon mini gacha ball transparent doll doll table ornament small ...">
            <a:extLst>
              <a:ext uri="{FF2B5EF4-FFF2-40B4-BE49-F238E27FC236}">
                <a16:creationId xmlns:a16="http://schemas.microsoft.com/office/drawing/2014/main" id="{508A5AC5-B17F-AA94-028E-25C38B2A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102" y="4029173"/>
            <a:ext cx="2828827" cy="282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395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31AA3-C7BE-27D1-85E7-4D214EBA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48FDE4-89FE-D320-01DE-1C9DE461778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80EF87-6AB6-6FCC-111A-85B6427BD6F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BA23CD-121F-5E4B-DA3E-668F5E462D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DDBDEF-A35F-7CDA-B091-4445223132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5F84E-20C5-7D40-8934-682E7B9D0A8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Scale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because of modularity and reusability, OOP projects can get much larger while staying maintainable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Diagram not required knowledge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7A85F-6272-E38C-BD12-177926E186E8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6146" name="Picture 2" descr="Program Diagram Example | EdrawMax Templates">
            <a:extLst>
              <a:ext uri="{FF2B5EF4-FFF2-40B4-BE49-F238E27FC236}">
                <a16:creationId xmlns:a16="http://schemas.microsoft.com/office/drawing/2014/main" id="{98BAF76C-0C59-544F-6A5B-6D1ABC5FD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774" y="3429000"/>
            <a:ext cx="32385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79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0F994-E881-8A37-532B-226CF421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BAF6AE5-D2F5-7C96-6E48-3AB50F64673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086473-05E2-4A65-CC53-28C682331EB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6BF9C8-9D16-CD32-23D0-5A42D3880D8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F20DB2-9BFB-0B91-53F9-7EF975CEFC1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A3432-94BE-0630-F348-5047B948ACC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Collaboration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because the program is modular, different people can work on different parts of the project, allowing for larger teams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Diagram not required knowledge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0B146F-382B-154F-64D7-C91044BE3E32}"/>
              </a:ext>
            </a:extLst>
          </p:cNvPr>
          <p:cNvSpPr/>
          <p:nvPr/>
        </p:nvSpPr>
        <p:spPr>
          <a:xfrm>
            <a:off x="-142430" y="155968"/>
            <a:ext cx="393200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ADVANTAGES</a:t>
            </a:r>
          </a:p>
        </p:txBody>
      </p:sp>
      <p:pic>
        <p:nvPicPr>
          <p:cNvPr id="7170" name="Picture 2" descr="GitHub">
            <a:extLst>
              <a:ext uri="{FF2B5EF4-FFF2-40B4-BE49-F238E27FC236}">
                <a16:creationId xmlns:a16="http://schemas.microsoft.com/office/drawing/2014/main" id="{4FEECD65-BA1D-58FD-2288-CD9587FE3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361" y="3286635"/>
            <a:ext cx="4833381" cy="325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21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0B6AB-46E9-D5B4-4807-C7C8F7DB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C5C5CA8-5D85-1B06-9AAA-A557777482B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9AA59D-B0BF-8748-43F8-43630CEBE2B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791B4B-840E-B342-864C-347D8ADD89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AD751D-077E-5AA8-14F2-358078796DE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DDF99C-5F4C-5279-24A4-03FABF7344E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But, as I’m sure you’re all feeling right now, this is a lot of new information, and we don’t know how it all applies yet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some disadvantages of OOP next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434051-90AB-5332-5381-C9FC66988A0F}"/>
              </a:ext>
            </a:extLst>
          </p:cNvPr>
          <p:cNvSpPr/>
          <p:nvPr/>
        </p:nvSpPr>
        <p:spPr>
          <a:xfrm>
            <a:off x="-142430" y="155968"/>
            <a:ext cx="459188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250426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FFF3C-B13E-CD70-FBE1-34C56C4B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C4D410-19ED-F3B2-DA0F-0493BE5DC61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89115A-55B7-78C0-E8D5-4AD4352EEEC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6B3BB5-FAEC-5716-0B5B-2A1D7B16CAF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20A383-740C-79A6-1930-29742397E1B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61CB4-7126-18EA-7E23-D41A6766033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Learning curve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OOP is hard man! For beginner programmers it can be difficult to understand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EC430-701A-A1C1-8707-D45389B23181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  <p:pic>
        <p:nvPicPr>
          <p:cNvPr id="8194" name="Picture 2" descr="Wojak dumb Meme 生成器">
            <a:extLst>
              <a:ext uri="{FF2B5EF4-FFF2-40B4-BE49-F238E27FC236}">
                <a16:creationId xmlns:a16="http://schemas.microsoft.com/office/drawing/2014/main" id="{FE8BCF96-9176-713D-D353-D17A2649B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561" y="2482457"/>
            <a:ext cx="517207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618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DD868-9FED-53A3-5773-40BF0347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B8F408-5A32-2A99-BFE5-F89925325E2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E49BE7-06A2-65E1-E83E-E310EC831A1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A3C607-969C-A103-8C6D-F1E8ED9BE89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3F95AD-C598-9F4D-AD50-C4294AAD501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2A2D6-E886-A4F0-AEF5-D58606C99CC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Increased Complexity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small programs don’t always need an OOP approach, sometimes a standard procedural one does the trick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OOP can also make programs much larger and harder to test/debug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D73607-B29B-A7F5-94E1-DFADC67D3DCE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  <p:pic>
        <p:nvPicPr>
          <p:cNvPr id="10242" name="Picture 2" descr="Imaging Wojak Happy | Big Brain Wojak | Know Your Meme">
            <a:extLst>
              <a:ext uri="{FF2B5EF4-FFF2-40B4-BE49-F238E27FC236}">
                <a16:creationId xmlns:a16="http://schemas.microsoft.com/office/drawing/2014/main" id="{45FCD8A4-EF82-3651-EFED-E8DAA8049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07" y="3561885"/>
            <a:ext cx="2685116" cy="314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80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18C93-C14F-FC22-86CF-805E179F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E8F4279-2E56-DC0F-6CC9-B815EE16D46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B5305B-B372-A9CF-3C4D-AFCAEA5EDF2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D09D96-93EF-2452-4744-8A71B586968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AFF61A-34EC-303E-A048-3ED5F89BB97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F081A-FAB7-8E7B-FD82-89F5F3574A5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Overuse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OOP is good at solving some problems, but not all problems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 programmers try to do OOP for everything and it leads to bad code sometimes when it shouldn’t be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1BE6AC-4888-B6A2-32DF-2013C05DA067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  <p:pic>
        <p:nvPicPr>
          <p:cNvPr id="11266" name="Picture 2" descr="Huge Brain Computer Wojak - Wojak Land">
            <a:extLst>
              <a:ext uri="{FF2B5EF4-FFF2-40B4-BE49-F238E27FC236}">
                <a16:creationId xmlns:a16="http://schemas.microsoft.com/office/drawing/2014/main" id="{ECF52CE5-9FA4-2AA0-B5CA-4FA2AE7BA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100" y="3477526"/>
            <a:ext cx="3174423" cy="306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32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65441-5341-A27A-984F-CCB696F3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26DCF1D-C770-BC12-3CD6-23A81A3ECA0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0638CC-881E-C9FF-FE3C-D6E6381202E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06B3B4-50B5-D353-2780-6F6EBCFD111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523083-CD18-7BD8-CFF4-FCDDEBFD7F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BBB06A-597C-5531-E955-C5D96D82C2E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Overhead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OOP increases the amount of space a program takes up, and the amount of time it takes to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87491-F42A-69BF-4970-1FE8CE8E0680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274564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BCF32-A58D-CAE2-BA5A-F0CE7065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01F199-D451-EC28-CD38-EEAB548026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CD3033-77B9-5716-6156-357CFEE94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CE4E1E-0187-2FE1-3C41-7124CBFE95D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0A6596-0AC1-8DCB-42F0-45B8C033D03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33524-D5A8-9F01-23C5-4A5E82FD641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Lack of Optimization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The focus of OOP is providing abstraction, but that comes at the cost of being way less efficient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F5029-A38F-7DEF-C3A9-04C7985F3F8E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  <p:pic>
        <p:nvPicPr>
          <p:cNvPr id="12290" name="Picture 2" descr="CPU Usage • Wormly Monitoring">
            <a:extLst>
              <a:ext uri="{FF2B5EF4-FFF2-40B4-BE49-F238E27FC236}">
                <a16:creationId xmlns:a16="http://schemas.microsoft.com/office/drawing/2014/main" id="{D3441ECD-3073-58A5-65C6-D10F174DF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35" y="3147478"/>
            <a:ext cx="8190848" cy="339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646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6E6FF-2ED4-1A55-A598-4E6610A7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9CC0420-BA8C-23FA-DEC9-712E0E68B40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A7CB0-CA6C-8D63-FB5D-F1C696AAC06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393694-73EF-0942-6475-DBE9D658791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5A59F7-A071-6705-4E30-7828593A7BF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6512C-2DBF-115F-6795-DB85D451B0D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/>
                </a:solidFill>
                <a:latin typeface="Bahnschrift" panose="020B0502040204020203" pitchFamily="34" charset="0"/>
              </a:rPr>
              <a:t>Object-Centric Design Limitations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Because OOP focuses on objects, some design problems become harder, especially with simple programs for single tasks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B5748-6186-6273-2E9A-A32E1EDBA13B}"/>
              </a:ext>
            </a:extLst>
          </p:cNvPr>
          <p:cNvSpPr/>
          <p:nvPr/>
        </p:nvSpPr>
        <p:spPr>
          <a:xfrm>
            <a:off x="-142430" y="155968"/>
            <a:ext cx="455417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DISADVANTAGES</a:t>
            </a:r>
          </a:p>
        </p:txBody>
      </p:sp>
    </p:spTree>
    <p:extLst>
      <p:ext uri="{BB962C8B-B14F-4D97-AF65-F5344CB8AC3E}">
        <p14:creationId xmlns:p14="http://schemas.microsoft.com/office/powerpoint/2010/main" val="964567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40572-CDB9-8A2A-CED6-6E264D7C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1A1EF7D-4F26-9C5C-EC3A-A1B9756B85B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750BB9-E316-AF37-EEF8-7C610909D9B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E9223E-BED3-70C6-0653-CAA4E4B501A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4E88B2-3373-E109-6DDF-7B54E8D941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9CCA2-51CF-F558-734E-EFE847BFF56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that said, do you think OOP is necessary for all programming, or just in the modeling of complex situations?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C18E5-D569-DBDE-8C4A-866766876573}"/>
              </a:ext>
            </a:extLst>
          </p:cNvPr>
          <p:cNvSpPr/>
          <p:nvPr/>
        </p:nvSpPr>
        <p:spPr>
          <a:xfrm>
            <a:off x="-142431" y="155968"/>
            <a:ext cx="511035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WEIGHING IT OUT?</a:t>
            </a:r>
          </a:p>
        </p:txBody>
      </p:sp>
    </p:spTree>
    <p:extLst>
      <p:ext uri="{BB962C8B-B14F-4D97-AF65-F5344CB8AC3E}">
        <p14:creationId xmlns:p14="http://schemas.microsoft.com/office/powerpoint/2010/main" val="1974411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E2F89-C867-D8ED-084D-5BEB81D7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D596C9-585E-853F-89F0-CDD2FACA33A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3A1254-CF0C-3A9B-AD93-66B738DD3A1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4ABE9E-39FF-C226-7E96-35483E7252C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8E5881-7916-D793-292E-EB6491000B3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2C752-629B-87CB-248F-6557E19876B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 to the GitHub resources tab and download: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B3BankAccount.py B3-BankAccountTester.py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what a ‘finished’ OOP program can 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09A71-069E-7C74-0161-CFEE1E7A0077}"/>
              </a:ext>
            </a:extLst>
          </p:cNvPr>
          <p:cNvSpPr/>
          <p:nvPr/>
        </p:nvSpPr>
        <p:spPr>
          <a:xfrm>
            <a:off x="-142431" y="155968"/>
            <a:ext cx="57890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 EXAMPLE TO TEST</a:t>
            </a:r>
          </a:p>
        </p:txBody>
      </p:sp>
    </p:spTree>
    <p:extLst>
      <p:ext uri="{BB962C8B-B14F-4D97-AF65-F5344CB8AC3E}">
        <p14:creationId xmlns:p14="http://schemas.microsoft.com/office/powerpoint/2010/main" val="3839160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7E4E1-3323-5F6F-42EB-FDF1DD10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78EF283-ADAB-4625-CBD4-09553DBBA5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B39412-3BC8-A1F1-278D-387D962C591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5A2D32-4426-7DFC-A92D-AE017C270DE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4768FE-7CA4-BD41-AD5A-B0D6A8FE7A0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A0A1C-6917-D7FF-C498-482C7F2E675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Look only at the tester, as this is what most developers would see if they are working on this project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see that this works pretty logically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create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variable at the top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call functions on it to withdraw, deposit, and transfer money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print them out at the end!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Pretty efficient given that we don’t know what’s in the B3BankAccount script at all!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BB2BC-4C10-1050-2EAE-969B93C56020}"/>
              </a:ext>
            </a:extLst>
          </p:cNvPr>
          <p:cNvSpPr/>
          <p:nvPr/>
        </p:nvSpPr>
        <p:spPr>
          <a:xfrm>
            <a:off x="-142431" y="155968"/>
            <a:ext cx="578908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AN EXAMPLE TO TEST</a:t>
            </a:r>
          </a:p>
        </p:txBody>
      </p:sp>
    </p:spTree>
    <p:extLst>
      <p:ext uri="{BB962C8B-B14F-4D97-AF65-F5344CB8AC3E}">
        <p14:creationId xmlns:p14="http://schemas.microsoft.com/office/powerpoint/2010/main" val="1058097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1B748-4B63-1085-8B68-D2D2C4A7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5129E6-A1CD-B120-2C3E-BDA3852B0B1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14E826-98FB-8F8A-C7D1-2485B431C30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E0B477-9256-F368-B646-3CB48E76489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CD86FB-8E8F-CE26-FC79-CB98CBB7D13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B3E4A4-604A-27EA-2FFE-D16BE92F242B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 for another type of diagram!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Unified Modelling Language (UML) Diagrams – series of diagrams used to map out classes in Object-Oriented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C01CE4-9E94-6ED5-57AE-445F43141B0F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  <p:pic>
        <p:nvPicPr>
          <p:cNvPr id="13314" name="Picture 2" descr="Ejemplos De Uml/how To Draw Uml Diagram">
            <a:extLst>
              <a:ext uri="{FF2B5EF4-FFF2-40B4-BE49-F238E27FC236}">
                <a16:creationId xmlns:a16="http://schemas.microsoft.com/office/drawing/2014/main" id="{6C0C7F27-3AA1-E029-B8C9-DFFFF094C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796" y="3226356"/>
            <a:ext cx="3410407" cy="30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673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F241E-3732-E19C-5E15-8F4DA542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59C8AB-AC4A-C951-DBD1-0B047EA1A8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478AED-8607-5867-D898-8EBD7212139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7A5E54-2FFC-1785-BAE3-E65B13F53FB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62B128-72F3-573D-1F1B-66D0401EBB6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79979-C4F0-B3B7-3338-DC23FE492C5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today, let’s just look at how to make one class in UML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class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8A919-7083-7E90-93AE-D69526911B37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</p:spTree>
    <p:extLst>
      <p:ext uri="{BB962C8B-B14F-4D97-AF65-F5344CB8AC3E}">
        <p14:creationId xmlns:p14="http://schemas.microsoft.com/office/powerpoint/2010/main" val="3631675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F625C-4254-B995-B13B-3D2E76D0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8134644-20F8-EAC0-81B3-8518AA50637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217B1D-FB63-BA13-FBC4-C35A9F498A9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7BF6F8-0F81-5C6C-1843-A1F6650CD31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29FE0B-D466-83C4-6411-F28F7E90DE5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CEB206-88EB-28A5-BC90-030615EBB12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data are we keeping track of for each account?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functions are we calling on each account?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60B79-965F-9DDD-08B2-5FDE50D83898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</p:spTree>
    <p:extLst>
      <p:ext uri="{BB962C8B-B14F-4D97-AF65-F5344CB8AC3E}">
        <p14:creationId xmlns:p14="http://schemas.microsoft.com/office/powerpoint/2010/main" val="879284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87FA3-1026-2716-50E2-6B4EB8CA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6835B39-07C0-4DF9-3564-C0C5C2AEB21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3FAF8E-E52A-40F0-3062-27CCCBA3265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FA650B-1B2B-9E72-0A8D-35A2D7F089B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C008B6-5DC1-1FB7-AE20-C233230F54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ED3D34-FD20-C670-8914-51BEF537416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Great!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Data: Name, balance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deposit, withdraw, transfer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UML diagram, we put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name on the top row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data/variables on the second row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functions on the bottom row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 template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B4165A-4C0F-029C-B9EB-19FC605C4320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</p:spTree>
    <p:extLst>
      <p:ext uri="{BB962C8B-B14F-4D97-AF65-F5344CB8AC3E}">
        <p14:creationId xmlns:p14="http://schemas.microsoft.com/office/powerpoint/2010/main" val="3649708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26D21-139C-8FD0-6FAD-D05C7ED8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7A67B3-3025-7271-6C84-33BB0F8FFA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CB33EC-4D35-6494-2E3D-A7D812F69A7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7FC256-1C8E-CBCE-C848-AA29E50256C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F5DF96-14A4-8711-9F74-33A228CBF2C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EFC68-F1C6-A942-78BE-E90AE57C618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how would this look for our bank account?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2C5A9-07BA-DA6B-3C2D-56E27322F9D3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0CDDEF-94B8-E9AB-13DD-18EB0B671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0349"/>
              </p:ext>
            </p:extLst>
          </p:nvPr>
        </p:nvGraphicFramePr>
        <p:xfrm>
          <a:off x="2032000" y="2191153"/>
          <a:ext cx="5302054" cy="354614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2054">
                  <a:extLst>
                    <a:ext uri="{9D8B030D-6E8A-4147-A177-3AD203B41FA5}">
                      <a16:colId xmlns:a16="http://schemas.microsoft.com/office/drawing/2014/main" val="1307968006"/>
                    </a:ext>
                  </a:extLst>
                </a:gridCol>
              </a:tblGrid>
              <a:tr h="592531">
                <a:tc>
                  <a:txBody>
                    <a:bodyPr/>
                    <a:lstStyle/>
                    <a:p>
                      <a:r>
                        <a:rPr lang="en-US" dirty="0" err="1"/>
                        <a:t>ClassName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262453"/>
                  </a:ext>
                </a:extLst>
              </a:tr>
              <a:tr h="1476806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variable: type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variable: type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variable: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211627"/>
                  </a:ext>
                </a:extLst>
              </a:tr>
              <a:tr h="1476806">
                <a:tc>
                  <a:txBody>
                    <a:bodyPr/>
                    <a:lstStyle/>
                    <a:p>
                      <a:r>
                        <a:rPr lang="en-US" dirty="0"/>
                        <a:t>+ function(parameter type(s)): return type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function(parameter type(s)): return type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 function(parameter type(s)): return type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472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277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75FAD-DEF9-E7C5-0E0F-D2A2567B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861EC7-4802-D85E-1D47-677B05C10D0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98EC8C-D90F-1D9F-C026-81532C6FA40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C0139B-C5CC-C6DD-014B-40A3167719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0CB5D7-1A32-922B-8830-6B9B134D0BD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55C9EE-59D7-6713-7F06-0EE371E1D80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how would this look for our bank account?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doesn’t have a return type because it is a constructor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More on that later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Void means that the function doesn’t return any data type, it simply modifies the data within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6CEDE-5E27-CCD9-0FB3-CED9E087123A}"/>
              </a:ext>
            </a:extLst>
          </p:cNvPr>
          <p:cNvSpPr/>
          <p:nvPr/>
        </p:nvSpPr>
        <p:spPr>
          <a:xfrm>
            <a:off x="-142430" y="155968"/>
            <a:ext cx="43279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UML DIAGRAMS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3D3253-CEC1-1259-0806-FE2511D5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187315"/>
              </p:ext>
            </p:extLst>
          </p:nvPr>
        </p:nvGraphicFramePr>
        <p:xfrm>
          <a:off x="6427991" y="4154314"/>
          <a:ext cx="3985034" cy="255002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85034">
                  <a:extLst>
                    <a:ext uri="{9D8B030D-6E8A-4147-A177-3AD203B41FA5}">
                      <a16:colId xmlns:a16="http://schemas.microsoft.com/office/drawing/2014/main" val="1307968006"/>
                    </a:ext>
                  </a:extLst>
                </a:gridCol>
              </a:tblGrid>
              <a:tr h="382699">
                <a:tc>
                  <a:txBody>
                    <a:bodyPr/>
                    <a:lstStyle/>
                    <a:p>
                      <a:r>
                        <a:rPr lang="en-US" dirty="0" err="1"/>
                        <a:t>BankAccount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262453"/>
                  </a:ext>
                </a:extLst>
              </a:tr>
              <a:tr h="70429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Balance: 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211627"/>
                  </a:ext>
                </a:extLst>
              </a:tr>
              <a:tr h="953827">
                <a:tc>
                  <a:txBody>
                    <a:bodyPr/>
                    <a:lstStyle/>
                    <a:p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__(name)</a:t>
                      </a:r>
                    </a:p>
                    <a:p>
                      <a:r>
                        <a:rPr lang="en-US" dirty="0"/>
                        <a:t>+ deposit(float): void</a:t>
                      </a:r>
                    </a:p>
                    <a:p>
                      <a:r>
                        <a:rPr lang="en-US" dirty="0"/>
                        <a:t>+ withdraw(float): void</a:t>
                      </a:r>
                    </a:p>
                    <a:p>
                      <a:r>
                        <a:rPr lang="en-US" dirty="0"/>
                        <a:t>+ transfer(float, </a:t>
                      </a: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): void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472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992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UML diagrams for the following classes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Variables: Miles, Model, Color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 Drive, Paint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Thermostat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Variables: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CurrentTemp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DesiredTemp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Functions: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UpdateTemp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0" y="155968"/>
            <a:ext cx="281964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OOP LAB 1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Object-oriented Programming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Object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UML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30527</TotalTime>
  <Words>1132</Words>
  <Application>Microsoft Office PowerPoint</Application>
  <PresentationFormat>Widescreen</PresentationFormat>
  <Paragraphs>155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28</cp:revision>
  <dcterms:created xsi:type="dcterms:W3CDTF">2025-08-11T14:07:39Z</dcterms:created>
  <dcterms:modified xsi:type="dcterms:W3CDTF">2026-02-23T19:47:04Z</dcterms:modified>
</cp:coreProperties>
</file>