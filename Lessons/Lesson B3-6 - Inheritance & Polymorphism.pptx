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510" r:id="rId5"/>
    <p:sldId id="473" r:id="rId6"/>
    <p:sldId id="582" r:id="rId7"/>
    <p:sldId id="583" r:id="rId8"/>
    <p:sldId id="584" r:id="rId9"/>
    <p:sldId id="585" r:id="rId10"/>
    <p:sldId id="586" r:id="rId11"/>
    <p:sldId id="588" r:id="rId12"/>
    <p:sldId id="587" r:id="rId13"/>
    <p:sldId id="590" r:id="rId14"/>
    <p:sldId id="591" r:id="rId15"/>
    <p:sldId id="592" r:id="rId16"/>
    <p:sldId id="593" r:id="rId17"/>
    <p:sldId id="594" r:id="rId18"/>
    <p:sldId id="595" r:id="rId19"/>
    <p:sldId id="596" r:id="rId20"/>
    <p:sldId id="597" r:id="rId21"/>
    <p:sldId id="598" r:id="rId22"/>
    <p:sldId id="599" r:id="rId23"/>
    <p:sldId id="600" r:id="rId24"/>
    <p:sldId id="601" r:id="rId25"/>
    <p:sldId id="602" r:id="rId26"/>
    <p:sldId id="603" r:id="rId27"/>
    <p:sldId id="604" r:id="rId28"/>
    <p:sldId id="605" r:id="rId29"/>
    <p:sldId id="606" r:id="rId30"/>
    <p:sldId id="607" r:id="rId31"/>
    <p:sldId id="608" r:id="rId32"/>
    <p:sldId id="610" r:id="rId33"/>
    <p:sldId id="609" r:id="rId34"/>
    <p:sldId id="581" r:id="rId35"/>
    <p:sldId id="45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5281B-BC02-4A81-B59A-F9A6FBC6D20E}" v="179" dt="2026-02-27T21:18:58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71" autoAdjust="0"/>
    <p:restoredTop sz="94660"/>
  </p:normalViewPr>
  <p:slideViewPr>
    <p:cSldViewPr snapToGrid="0">
      <p:cViewPr>
        <p:scale>
          <a:sx n="60" d="100"/>
          <a:sy n="60" d="100"/>
        </p:scale>
        <p:origin x="66" y="10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2-27T21:45:50.078" v="7689"/>
      <pc:docMkLst>
        <pc:docMk/>
      </pc:docMkLst>
      <pc:sldChg chg="modSp mod">
        <pc:chgData name="Michael Hill" userId="41dba03d-e58d-4389-9894-554c10310ba4" providerId="ADAL" clId="{EF23FE1D-A042-481E-AFD7-2A9FB0847F54}" dt="2026-02-27T15:33:26.039" v="31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2-27T15:33:09.954" v="3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2-27T15:33:26.039" v="31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">
        <pc:chgData name="Michael Hill" userId="41dba03d-e58d-4389-9894-554c10310ba4" providerId="ADAL" clId="{EF23FE1D-A042-481E-AFD7-2A9FB0847F54}" dt="2026-02-27T15:40:48.807" v="159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2-27T15:37:40.472" v="145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6-02-27T15:40:48.807" v="159" actId="20577"/>
          <ac:spMkLst>
            <pc:docMk/>
            <pc:sldMk cId="854122100" sldId="257"/>
            <ac:spMk id="11" creationId="{B2D4645F-350F-77B1-036C-D01223EB808D}"/>
          </ac:spMkLst>
        </pc:spChg>
      </pc:sldChg>
      <pc:sldChg chg="modSp mod modShow">
        <pc:chgData name="Michael Hill" userId="41dba03d-e58d-4389-9894-554c10310ba4" providerId="ADAL" clId="{EF23FE1D-A042-481E-AFD7-2A9FB0847F54}" dt="2026-02-27T15:43:14.265" v="333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2-27T15:43:14.265" v="333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 modShow">
        <pc:chgData name="Michael Hill" userId="41dba03d-e58d-4389-9894-554c10310ba4" providerId="ADAL" clId="{EF23FE1D-A042-481E-AFD7-2A9FB0847F54}" dt="2026-02-27T21:26:35.806" v="7650" actId="20577"/>
        <pc:sldMkLst>
          <pc:docMk/>
          <pc:sldMk cId="782115972" sldId="454"/>
        </pc:sldMkLst>
        <pc:spChg chg="mod">
          <ac:chgData name="Michael Hill" userId="41dba03d-e58d-4389-9894-554c10310ba4" providerId="ADAL" clId="{EF23FE1D-A042-481E-AFD7-2A9FB0847F54}" dt="2026-02-27T21:26:35.806" v="7650" actId="20577"/>
          <ac:spMkLst>
            <pc:docMk/>
            <pc:sldMk cId="782115972" sldId="454"/>
            <ac:spMk id="8" creationId="{F65BA143-CA8C-162E-8EE1-5979D9C12717}"/>
          </ac:spMkLst>
        </pc:spChg>
      </pc:sldChg>
      <pc:sldChg chg="modSp mod">
        <pc:chgData name="Michael Hill" userId="41dba03d-e58d-4389-9894-554c10310ba4" providerId="ADAL" clId="{EF23FE1D-A042-481E-AFD7-2A9FB0847F54}" dt="2026-02-27T15:52:12.496" v="942" actId="20577"/>
        <pc:sldMkLst>
          <pc:docMk/>
          <pc:sldMk cId="1393903321" sldId="473"/>
        </pc:sldMkLst>
        <pc:spChg chg="mod">
          <ac:chgData name="Michael Hill" userId="41dba03d-e58d-4389-9894-554c10310ba4" providerId="ADAL" clId="{EF23FE1D-A042-481E-AFD7-2A9FB0847F54}" dt="2026-02-27T15:48:10.255" v="625" actId="14100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2-27T15:52:12.496" v="942" actId="20577"/>
          <ac:spMkLst>
            <pc:docMk/>
            <pc:sldMk cId="1393903321" sldId="473"/>
            <ac:spMk id="8" creationId="{82EF2758-F3AE-312F-416D-08E61458A56C}"/>
          </ac:spMkLst>
        </pc:spChg>
      </pc:sldChg>
      <pc:sldChg chg="modSp mod modShow">
        <pc:chgData name="Michael Hill" userId="41dba03d-e58d-4389-9894-554c10310ba4" providerId="ADAL" clId="{EF23FE1D-A042-481E-AFD7-2A9FB0847F54}" dt="2026-02-27T15:47:01.602" v="613" actId="20577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2-27T15:47:01.602" v="613" actId="20577"/>
          <ac:spMkLst>
            <pc:docMk/>
            <pc:sldMk cId="1611361129" sldId="510"/>
            <ac:spMk id="2" creationId="{88CF754E-F1D0-726D-AE29-772988BC0E62}"/>
          </ac:spMkLst>
        </pc:spChg>
      </pc:sldChg>
      <pc:sldChg chg="modSp mod modShow">
        <pc:chgData name="Michael Hill" userId="41dba03d-e58d-4389-9894-554c10310ba4" providerId="ADAL" clId="{EF23FE1D-A042-481E-AFD7-2A9FB0847F54}" dt="2026-02-27T21:25:53.164" v="7545" actId="20577"/>
        <pc:sldMkLst>
          <pc:docMk/>
          <pc:sldMk cId="1026028250" sldId="581"/>
        </pc:sldMkLst>
        <pc:spChg chg="mod">
          <ac:chgData name="Michael Hill" userId="41dba03d-e58d-4389-9894-554c10310ba4" providerId="ADAL" clId="{EF23FE1D-A042-481E-AFD7-2A9FB0847F54}" dt="2026-02-27T21:25:40.571" v="7471" actId="14100"/>
          <ac:spMkLst>
            <pc:docMk/>
            <pc:sldMk cId="1026028250" sldId="581"/>
            <ac:spMk id="5" creationId="{E4CB0452-1F7F-2924-0358-F99F0416B920}"/>
          </ac:spMkLst>
        </pc:spChg>
        <pc:spChg chg="mod">
          <ac:chgData name="Michael Hill" userId="41dba03d-e58d-4389-9894-554c10310ba4" providerId="ADAL" clId="{EF23FE1D-A042-481E-AFD7-2A9FB0847F54}" dt="2026-02-27T21:25:53.164" v="7545" actId="20577"/>
          <ac:spMkLst>
            <pc:docMk/>
            <pc:sldMk cId="1026028250" sldId="581"/>
            <ac:spMk id="8" creationId="{7C501EDB-6D83-CB5A-FDE1-0CDDA4BB13E3}"/>
          </ac:spMkLst>
        </pc:spChg>
      </pc:sldChg>
      <pc:sldChg chg="modSp add mod">
        <pc:chgData name="Michael Hill" userId="41dba03d-e58d-4389-9894-554c10310ba4" providerId="ADAL" clId="{EF23FE1D-A042-481E-AFD7-2A9FB0847F54}" dt="2026-02-27T15:58:27.209" v="1216" actId="20577"/>
        <pc:sldMkLst>
          <pc:docMk/>
          <pc:sldMk cId="2725261016" sldId="582"/>
        </pc:sldMkLst>
        <pc:spChg chg="mod">
          <ac:chgData name="Michael Hill" userId="41dba03d-e58d-4389-9894-554c10310ba4" providerId="ADAL" clId="{EF23FE1D-A042-481E-AFD7-2A9FB0847F54}" dt="2026-02-27T15:58:27.209" v="1216" actId="20577"/>
          <ac:spMkLst>
            <pc:docMk/>
            <pc:sldMk cId="2725261016" sldId="582"/>
            <ac:spMk id="8" creationId="{D736AFE2-5CB5-9A82-1F2C-C54C5F95111F}"/>
          </ac:spMkLst>
        </pc:spChg>
      </pc:sldChg>
      <pc:sldChg chg="addSp modSp add mod">
        <pc:chgData name="Michael Hill" userId="41dba03d-e58d-4389-9894-554c10310ba4" providerId="ADAL" clId="{EF23FE1D-A042-481E-AFD7-2A9FB0847F54}" dt="2026-02-27T16:27:45.317" v="1670" actId="1076"/>
        <pc:sldMkLst>
          <pc:docMk/>
          <pc:sldMk cId="3600376512" sldId="583"/>
        </pc:sldMkLst>
        <pc:spChg chg="mod">
          <ac:chgData name="Michael Hill" userId="41dba03d-e58d-4389-9894-554c10310ba4" providerId="ADAL" clId="{EF23FE1D-A042-481E-AFD7-2A9FB0847F54}" dt="2026-02-27T16:25:01.341" v="1494" actId="20577"/>
          <ac:spMkLst>
            <pc:docMk/>
            <pc:sldMk cId="3600376512" sldId="583"/>
            <ac:spMk id="8" creationId="{6EDA715A-2048-E4A3-FAEB-BD04DB282764}"/>
          </ac:spMkLst>
        </pc:spChg>
        <pc:picChg chg="add mod">
          <ac:chgData name="Michael Hill" userId="41dba03d-e58d-4389-9894-554c10310ba4" providerId="ADAL" clId="{EF23FE1D-A042-481E-AFD7-2A9FB0847F54}" dt="2026-02-27T16:27:45.317" v="1670" actId="1076"/>
          <ac:picMkLst>
            <pc:docMk/>
            <pc:sldMk cId="3600376512" sldId="583"/>
            <ac:picMk id="5122" creationId="{26290EB4-4EC5-6BBE-70DD-6CB2556D0087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27T16:28:27.891" v="1737" actId="20577"/>
        <pc:sldMkLst>
          <pc:docMk/>
          <pc:sldMk cId="2292584010" sldId="584"/>
        </pc:sldMkLst>
        <pc:spChg chg="mod">
          <ac:chgData name="Michael Hill" userId="41dba03d-e58d-4389-9894-554c10310ba4" providerId="ADAL" clId="{EF23FE1D-A042-481E-AFD7-2A9FB0847F54}" dt="2026-02-27T16:28:27.891" v="1737" actId="20577"/>
          <ac:spMkLst>
            <pc:docMk/>
            <pc:sldMk cId="2292584010" sldId="584"/>
            <ac:spMk id="8" creationId="{C27C8A37-98CD-2D4F-AD06-397C73152B86}"/>
          </ac:spMkLst>
        </pc:spChg>
        <pc:picChg chg="add del mod">
          <ac:chgData name="Michael Hill" userId="41dba03d-e58d-4389-9894-554c10310ba4" providerId="ADAL" clId="{EF23FE1D-A042-481E-AFD7-2A9FB0847F54}" dt="2026-02-27T16:28:13.553" v="1676" actId="478"/>
          <ac:picMkLst>
            <pc:docMk/>
            <pc:sldMk cId="2292584010" sldId="584"/>
            <ac:picMk id="6146" creationId="{BA7B5FDA-F4D4-F304-41DF-A0520A132F5D}"/>
          </ac:picMkLst>
        </pc:picChg>
        <pc:picChg chg="add mod">
          <ac:chgData name="Michael Hill" userId="41dba03d-e58d-4389-9894-554c10310ba4" providerId="ADAL" clId="{EF23FE1D-A042-481E-AFD7-2A9FB0847F54}" dt="2026-02-27T16:28:20.787" v="1683" actId="1076"/>
          <ac:picMkLst>
            <pc:docMk/>
            <pc:sldMk cId="2292584010" sldId="584"/>
            <ac:picMk id="6148" creationId="{65A31591-7CDA-A6DE-773B-0861CE056107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2-27T19:59:01.004" v="2045" actId="20577"/>
        <pc:sldMkLst>
          <pc:docMk/>
          <pc:sldMk cId="2622693744" sldId="585"/>
        </pc:sldMkLst>
        <pc:spChg chg="mod">
          <ac:chgData name="Michael Hill" userId="41dba03d-e58d-4389-9894-554c10310ba4" providerId="ADAL" clId="{EF23FE1D-A042-481E-AFD7-2A9FB0847F54}" dt="2026-02-27T16:28:34.888" v="1740" actId="6549"/>
          <ac:spMkLst>
            <pc:docMk/>
            <pc:sldMk cId="2622693744" sldId="585"/>
            <ac:spMk id="8" creationId="{A8218C93-95BC-AC64-3FFB-30AFDB0EE5DB}"/>
          </ac:spMkLst>
        </pc:spChg>
        <pc:graphicFrameChg chg="add mod modGraphic">
          <ac:chgData name="Michael Hill" userId="41dba03d-e58d-4389-9894-554c10310ba4" providerId="ADAL" clId="{EF23FE1D-A042-481E-AFD7-2A9FB0847F54}" dt="2026-02-27T19:59:01.004" v="2045" actId="20577"/>
          <ac:graphicFrameMkLst>
            <pc:docMk/>
            <pc:sldMk cId="2622693744" sldId="585"/>
            <ac:graphicFrameMk id="2" creationId="{2365E830-42DD-EE9D-7519-E32EDED90A71}"/>
          </ac:graphicFrameMkLst>
        </pc:graphicFrameChg>
        <pc:picChg chg="del">
          <ac:chgData name="Michael Hill" userId="41dba03d-e58d-4389-9894-554c10310ba4" providerId="ADAL" clId="{EF23FE1D-A042-481E-AFD7-2A9FB0847F54}" dt="2026-02-27T16:28:33.265" v="1739" actId="478"/>
          <ac:picMkLst>
            <pc:docMk/>
            <pc:sldMk cId="2622693744" sldId="585"/>
            <ac:picMk id="6148" creationId="{FFF73AC8-D6F7-0946-93E1-B422F55E0669}"/>
          </ac:picMkLst>
        </pc:picChg>
      </pc:sldChg>
      <pc:sldChg chg="modSp add mod">
        <pc:chgData name="Michael Hill" userId="41dba03d-e58d-4389-9894-554c10310ba4" providerId="ADAL" clId="{EF23FE1D-A042-481E-AFD7-2A9FB0847F54}" dt="2026-02-27T20:03:24.387" v="2671" actId="115"/>
        <pc:sldMkLst>
          <pc:docMk/>
          <pc:sldMk cId="1027440848" sldId="586"/>
        </pc:sldMkLst>
        <pc:spChg chg="mod">
          <ac:chgData name="Michael Hill" userId="41dba03d-e58d-4389-9894-554c10310ba4" providerId="ADAL" clId="{EF23FE1D-A042-481E-AFD7-2A9FB0847F54}" dt="2026-02-27T20:03:24.387" v="2671" actId="115"/>
          <ac:spMkLst>
            <pc:docMk/>
            <pc:sldMk cId="1027440848" sldId="586"/>
            <ac:spMk id="8" creationId="{4E0AC352-8313-21CC-1946-AB1FFFEEFEFF}"/>
          </ac:spMkLst>
        </pc:spChg>
        <pc:graphicFrameChg chg="mod modGraphic">
          <ac:chgData name="Michael Hill" userId="41dba03d-e58d-4389-9894-554c10310ba4" providerId="ADAL" clId="{EF23FE1D-A042-481E-AFD7-2A9FB0847F54}" dt="2026-02-27T20:00:07.764" v="2269" actId="1076"/>
          <ac:graphicFrameMkLst>
            <pc:docMk/>
            <pc:sldMk cId="1027440848" sldId="586"/>
            <ac:graphicFrameMk id="2" creationId="{CC739E40-E1BE-3CF7-020F-14A10624FE0E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2-27T20:24:00.200" v="3233" actId="20577"/>
        <pc:sldMkLst>
          <pc:docMk/>
          <pc:sldMk cId="3093065012" sldId="587"/>
        </pc:sldMkLst>
        <pc:spChg chg="add del">
          <ac:chgData name="Michael Hill" userId="41dba03d-e58d-4389-9894-554c10310ba4" providerId="ADAL" clId="{EF23FE1D-A042-481E-AFD7-2A9FB0847F54}" dt="2026-02-27T20:19:36.765" v="3112" actId="478"/>
          <ac:spMkLst>
            <pc:docMk/>
            <pc:sldMk cId="3093065012" sldId="587"/>
            <ac:spMk id="3" creationId="{535C8A8D-CFD6-F36D-93BD-9B2F0C5E6615}"/>
          </ac:spMkLst>
        </pc:spChg>
        <pc:spChg chg="add mod">
          <ac:chgData name="Michael Hill" userId="41dba03d-e58d-4389-9894-554c10310ba4" providerId="ADAL" clId="{EF23FE1D-A042-481E-AFD7-2A9FB0847F54}" dt="2026-02-27T20:19:42.451" v="3117" actId="403"/>
          <ac:spMkLst>
            <pc:docMk/>
            <pc:sldMk cId="3093065012" sldId="587"/>
            <ac:spMk id="6" creationId="{D3E913BA-FC72-B350-625F-A32E8A654B63}"/>
          </ac:spMkLst>
        </pc:spChg>
        <pc:spChg chg="mod">
          <ac:chgData name="Michael Hill" userId="41dba03d-e58d-4389-9894-554c10310ba4" providerId="ADAL" clId="{EF23FE1D-A042-481E-AFD7-2A9FB0847F54}" dt="2026-02-27T20:24:00.200" v="3233" actId="20577"/>
          <ac:spMkLst>
            <pc:docMk/>
            <pc:sldMk cId="3093065012" sldId="587"/>
            <ac:spMk id="8" creationId="{BEB6C0B5-A23F-524D-5531-868483807C7E}"/>
          </ac:spMkLst>
        </pc:spChg>
        <pc:spChg chg="add del mod">
          <ac:chgData name="Michael Hill" userId="41dba03d-e58d-4389-9894-554c10310ba4" providerId="ADAL" clId="{EF23FE1D-A042-481E-AFD7-2A9FB0847F54}" dt="2026-02-27T20:19:37.149" v="3113" actId="478"/>
          <ac:spMkLst>
            <pc:docMk/>
            <pc:sldMk cId="3093065012" sldId="587"/>
            <ac:spMk id="10" creationId="{32643666-E017-07D3-CF8B-E2533D5A4CA4}"/>
          </ac:spMkLst>
        </pc:spChg>
        <pc:spChg chg="add mod">
          <ac:chgData name="Michael Hill" userId="41dba03d-e58d-4389-9894-554c10310ba4" providerId="ADAL" clId="{EF23FE1D-A042-481E-AFD7-2A9FB0847F54}" dt="2026-02-27T20:19:52.974" v="3137" actId="20577"/>
          <ac:spMkLst>
            <pc:docMk/>
            <pc:sldMk cId="3093065012" sldId="587"/>
            <ac:spMk id="11" creationId="{2A20E925-A676-D80B-D55F-BEDB9D40B765}"/>
          </ac:spMkLst>
        </pc:spChg>
        <pc:spChg chg="add mod">
          <ac:chgData name="Michael Hill" userId="41dba03d-e58d-4389-9894-554c10310ba4" providerId="ADAL" clId="{EF23FE1D-A042-481E-AFD7-2A9FB0847F54}" dt="2026-02-27T20:19:49.918" v="3129" actId="20577"/>
          <ac:spMkLst>
            <pc:docMk/>
            <pc:sldMk cId="3093065012" sldId="587"/>
            <ac:spMk id="13" creationId="{2B322B4B-79F0-0CA4-B4B3-6278A40E427E}"/>
          </ac:spMkLst>
        </pc:spChg>
        <pc:spChg chg="add mod">
          <ac:chgData name="Michael Hill" userId="41dba03d-e58d-4389-9894-554c10310ba4" providerId="ADAL" clId="{EF23FE1D-A042-481E-AFD7-2A9FB0847F54}" dt="2026-02-27T20:20:32.383" v="3156" actId="1076"/>
          <ac:spMkLst>
            <pc:docMk/>
            <pc:sldMk cId="3093065012" sldId="587"/>
            <ac:spMk id="24" creationId="{92405E60-B657-9378-CBF9-7ACBD93DED5F}"/>
          </ac:spMkLst>
        </pc:spChg>
        <pc:spChg chg="add mod">
          <ac:chgData name="Michael Hill" userId="41dba03d-e58d-4389-9894-554c10310ba4" providerId="ADAL" clId="{EF23FE1D-A042-481E-AFD7-2A9FB0847F54}" dt="2026-02-27T20:20:35.255" v="3158" actId="1076"/>
          <ac:spMkLst>
            <pc:docMk/>
            <pc:sldMk cId="3093065012" sldId="587"/>
            <ac:spMk id="25" creationId="{C8BD57E7-F3AA-AE54-25E5-EE6BB6C297A2}"/>
          </ac:spMkLst>
        </pc:spChg>
        <pc:graphicFrameChg chg="del">
          <ac:chgData name="Michael Hill" userId="41dba03d-e58d-4389-9894-554c10310ba4" providerId="ADAL" clId="{EF23FE1D-A042-481E-AFD7-2A9FB0847F54}" dt="2026-02-27T20:19:21.568" v="3096" actId="478"/>
          <ac:graphicFrameMkLst>
            <pc:docMk/>
            <pc:sldMk cId="3093065012" sldId="587"/>
            <ac:graphicFrameMk id="2" creationId="{5E7BAA80-8C9F-224A-3CA4-69755285DF02}"/>
          </ac:graphicFrameMkLst>
        </pc:graphicFrameChg>
        <pc:cxnChg chg="add del mod">
          <ac:chgData name="Michael Hill" userId="41dba03d-e58d-4389-9894-554c10310ba4" providerId="ADAL" clId="{EF23FE1D-A042-481E-AFD7-2A9FB0847F54}" dt="2026-02-27T20:20:03.696" v="3140" actId="478"/>
          <ac:cxnSpMkLst>
            <pc:docMk/>
            <pc:sldMk cId="3093065012" sldId="587"/>
            <ac:cxnSpMk id="15" creationId="{3E09DC73-67AD-626F-9557-DFD85A34CE7D}"/>
          </ac:cxnSpMkLst>
        </pc:cxnChg>
        <pc:cxnChg chg="add mod">
          <ac:chgData name="Michael Hill" userId="41dba03d-e58d-4389-9894-554c10310ba4" providerId="ADAL" clId="{EF23FE1D-A042-481E-AFD7-2A9FB0847F54}" dt="2026-02-27T20:20:54.135" v="3163" actId="14100"/>
          <ac:cxnSpMkLst>
            <pc:docMk/>
            <pc:sldMk cId="3093065012" sldId="587"/>
            <ac:cxnSpMk id="17" creationId="{C27B01F1-58EE-8EE9-3F9C-29BAE7762E48}"/>
          </ac:cxnSpMkLst>
        </pc:cxnChg>
        <pc:cxnChg chg="add mod">
          <ac:chgData name="Michael Hill" userId="41dba03d-e58d-4389-9894-554c10310ba4" providerId="ADAL" clId="{EF23FE1D-A042-481E-AFD7-2A9FB0847F54}" dt="2026-02-27T20:20:59.433" v="3166" actId="14100"/>
          <ac:cxnSpMkLst>
            <pc:docMk/>
            <pc:sldMk cId="3093065012" sldId="587"/>
            <ac:cxnSpMk id="21" creationId="{99AF712A-9E76-98EE-A7A0-F98FB0FED2D3}"/>
          </ac:cxnSpMkLst>
        </pc:cxnChg>
      </pc:sldChg>
      <pc:sldChg chg="add ord">
        <pc:chgData name="Michael Hill" userId="41dba03d-e58d-4389-9894-554c10310ba4" providerId="ADAL" clId="{EF23FE1D-A042-481E-AFD7-2A9FB0847F54}" dt="2026-02-27T20:23:24.764" v="3168"/>
        <pc:sldMkLst>
          <pc:docMk/>
          <pc:sldMk cId="4071223598" sldId="588"/>
        </pc:sldMkLst>
      </pc:sldChg>
      <pc:sldChg chg="add del">
        <pc:chgData name="Michael Hill" userId="41dba03d-e58d-4389-9894-554c10310ba4" providerId="ADAL" clId="{EF23FE1D-A042-481E-AFD7-2A9FB0847F54}" dt="2026-02-27T20:23:47.403" v="3170" actId="47"/>
        <pc:sldMkLst>
          <pc:docMk/>
          <pc:sldMk cId="1329462894" sldId="589"/>
        </pc:sldMkLst>
      </pc:sldChg>
      <pc:sldChg chg="addSp delSp modSp add del mod">
        <pc:chgData name="Michael Hill" userId="41dba03d-e58d-4389-9894-554c10310ba4" providerId="ADAL" clId="{EF23FE1D-A042-481E-AFD7-2A9FB0847F54}" dt="2026-02-27T20:34:09.629" v="3970" actId="47"/>
        <pc:sldMkLst>
          <pc:docMk/>
          <pc:sldMk cId="2170160144" sldId="589"/>
        </pc:sldMkLst>
        <pc:spChg chg="del">
          <ac:chgData name="Michael Hill" userId="41dba03d-e58d-4389-9894-554c10310ba4" providerId="ADAL" clId="{EF23FE1D-A042-481E-AFD7-2A9FB0847F54}" dt="2026-02-27T20:25:36.907" v="3370" actId="478"/>
          <ac:spMkLst>
            <pc:docMk/>
            <pc:sldMk cId="2170160144" sldId="589"/>
            <ac:spMk id="6" creationId="{A42CA556-8D59-47F5-781C-5149A94A889B}"/>
          </ac:spMkLst>
        </pc:spChg>
        <pc:spChg chg="mod">
          <ac:chgData name="Michael Hill" userId="41dba03d-e58d-4389-9894-554c10310ba4" providerId="ADAL" clId="{EF23FE1D-A042-481E-AFD7-2A9FB0847F54}" dt="2026-02-27T20:24:46.890" v="3369" actId="20577"/>
          <ac:spMkLst>
            <pc:docMk/>
            <pc:sldMk cId="2170160144" sldId="589"/>
            <ac:spMk id="8" creationId="{CF69D4CE-1695-57B3-FE1C-B9467B79A3C2}"/>
          </ac:spMkLst>
        </pc:spChg>
        <pc:spChg chg="del">
          <ac:chgData name="Michael Hill" userId="41dba03d-e58d-4389-9894-554c10310ba4" providerId="ADAL" clId="{EF23FE1D-A042-481E-AFD7-2A9FB0847F54}" dt="2026-02-27T20:25:38.204" v="3371" actId="478"/>
          <ac:spMkLst>
            <pc:docMk/>
            <pc:sldMk cId="2170160144" sldId="589"/>
            <ac:spMk id="11" creationId="{F56D4DDC-0DB4-A2D5-A987-63977C422583}"/>
          </ac:spMkLst>
        </pc:spChg>
        <pc:spChg chg="del">
          <ac:chgData name="Michael Hill" userId="41dba03d-e58d-4389-9894-554c10310ba4" providerId="ADAL" clId="{EF23FE1D-A042-481E-AFD7-2A9FB0847F54}" dt="2026-02-27T20:25:39.084" v="3372" actId="478"/>
          <ac:spMkLst>
            <pc:docMk/>
            <pc:sldMk cId="2170160144" sldId="589"/>
            <ac:spMk id="13" creationId="{46C7E8A2-BD58-8D19-764F-D41B61CDF18C}"/>
          </ac:spMkLst>
        </pc:spChg>
        <pc:graphicFrameChg chg="add mod modGraphic">
          <ac:chgData name="Michael Hill" userId="41dba03d-e58d-4389-9894-554c10310ba4" providerId="ADAL" clId="{EF23FE1D-A042-481E-AFD7-2A9FB0847F54}" dt="2026-02-27T20:28:05.449" v="3569" actId="1076"/>
          <ac:graphicFrameMkLst>
            <pc:docMk/>
            <pc:sldMk cId="2170160144" sldId="589"/>
            <ac:graphicFrameMk id="2" creationId="{A16FC11E-5029-66E8-F80D-F324BCA6F280}"/>
          </ac:graphicFrameMkLst>
        </pc:graphicFrameChg>
        <pc:graphicFrameChg chg="add mod modGraphic">
          <ac:chgData name="Michael Hill" userId="41dba03d-e58d-4389-9894-554c10310ba4" providerId="ADAL" clId="{EF23FE1D-A042-481E-AFD7-2A9FB0847F54}" dt="2026-02-27T20:29:43.229" v="3746" actId="14100"/>
          <ac:graphicFrameMkLst>
            <pc:docMk/>
            <pc:sldMk cId="2170160144" sldId="589"/>
            <ac:graphicFrameMk id="3" creationId="{269ACDCB-253A-DA53-570E-15667090B141}"/>
          </ac:graphicFrameMkLst>
        </pc:graphicFrameChg>
        <pc:graphicFrameChg chg="add mod modGraphic">
          <ac:chgData name="Michael Hill" userId="41dba03d-e58d-4389-9894-554c10310ba4" providerId="ADAL" clId="{EF23FE1D-A042-481E-AFD7-2A9FB0847F54}" dt="2026-02-27T20:30:50.152" v="3903" actId="14100"/>
          <ac:graphicFrameMkLst>
            <pc:docMk/>
            <pc:sldMk cId="2170160144" sldId="589"/>
            <ac:graphicFrameMk id="10" creationId="{B868C892-B4D2-5298-3366-D89A1F072272}"/>
          </ac:graphicFrameMkLst>
        </pc:graphicFrameChg>
        <pc:cxnChg chg="mod">
          <ac:chgData name="Michael Hill" userId="41dba03d-e58d-4389-9894-554c10310ba4" providerId="ADAL" clId="{EF23FE1D-A042-481E-AFD7-2A9FB0847F54}" dt="2026-02-27T20:25:39.084" v="3372" actId="478"/>
          <ac:cxnSpMkLst>
            <pc:docMk/>
            <pc:sldMk cId="2170160144" sldId="589"/>
            <ac:cxnSpMk id="17" creationId="{C160303A-C9EB-B7A4-547B-45C04A21952B}"/>
          </ac:cxnSpMkLst>
        </pc:cxnChg>
      </pc:sldChg>
      <pc:sldChg chg="modSp add mod">
        <pc:chgData name="Michael Hill" userId="41dba03d-e58d-4389-9894-554c10310ba4" providerId="ADAL" clId="{EF23FE1D-A042-481E-AFD7-2A9FB0847F54}" dt="2026-02-27T21:19:46.798" v="6997" actId="20577"/>
        <pc:sldMkLst>
          <pc:docMk/>
          <pc:sldMk cId="1164702168" sldId="590"/>
        </pc:sldMkLst>
        <pc:spChg chg="mod">
          <ac:chgData name="Michael Hill" userId="41dba03d-e58d-4389-9894-554c10310ba4" providerId="ADAL" clId="{EF23FE1D-A042-481E-AFD7-2A9FB0847F54}" dt="2026-02-27T20:34:30.138" v="3997" actId="20577"/>
          <ac:spMkLst>
            <pc:docMk/>
            <pc:sldMk cId="1164702168" sldId="590"/>
            <ac:spMk id="8" creationId="{5214F669-35EA-3557-F9E5-C44878B74FAE}"/>
          </ac:spMkLst>
        </pc:spChg>
        <pc:spChg chg="mod">
          <ac:chgData name="Michael Hill" userId="41dba03d-e58d-4389-9894-554c10310ba4" providerId="ADAL" clId="{EF23FE1D-A042-481E-AFD7-2A9FB0847F54}" dt="2026-02-27T20:32:49.644" v="3961" actId="1076"/>
          <ac:spMkLst>
            <pc:docMk/>
            <pc:sldMk cId="1164702168" sldId="590"/>
            <ac:spMk id="24" creationId="{828CF176-6AE1-5FC0-F78F-A71EA34ED6A8}"/>
          </ac:spMkLst>
        </pc:spChg>
        <pc:spChg chg="mod">
          <ac:chgData name="Michael Hill" userId="41dba03d-e58d-4389-9894-554c10310ba4" providerId="ADAL" clId="{EF23FE1D-A042-481E-AFD7-2A9FB0847F54}" dt="2026-02-27T20:32:55.116" v="3963" actId="1076"/>
          <ac:spMkLst>
            <pc:docMk/>
            <pc:sldMk cId="1164702168" sldId="590"/>
            <ac:spMk id="25" creationId="{D03D8293-FBA1-FD08-849F-4CFA7D4DDF6E}"/>
          </ac:spMkLst>
        </pc:spChg>
        <pc:graphicFrameChg chg="mod modGraphic">
          <ac:chgData name="Michael Hill" userId="41dba03d-e58d-4389-9894-554c10310ba4" providerId="ADAL" clId="{EF23FE1D-A042-481E-AFD7-2A9FB0847F54}" dt="2026-02-27T20:33:04.276" v="3967" actId="1076"/>
          <ac:graphicFrameMkLst>
            <pc:docMk/>
            <pc:sldMk cId="1164702168" sldId="590"/>
            <ac:graphicFrameMk id="2" creationId="{0B30B231-8E82-5806-8BD0-16CCCDE48857}"/>
          </ac:graphicFrameMkLst>
        </pc:graphicFrameChg>
        <pc:graphicFrameChg chg="mod modGraphic">
          <ac:chgData name="Michael Hill" userId="41dba03d-e58d-4389-9894-554c10310ba4" providerId="ADAL" clId="{EF23FE1D-A042-481E-AFD7-2A9FB0847F54}" dt="2026-02-27T20:32:26.349" v="3953" actId="20577"/>
          <ac:graphicFrameMkLst>
            <pc:docMk/>
            <pc:sldMk cId="1164702168" sldId="590"/>
            <ac:graphicFrameMk id="3" creationId="{F43A25DF-C5D9-5BFB-7A5C-9A288F58DFCF}"/>
          </ac:graphicFrameMkLst>
        </pc:graphicFrameChg>
        <pc:graphicFrameChg chg="mod modGraphic">
          <ac:chgData name="Michael Hill" userId="41dba03d-e58d-4389-9894-554c10310ba4" providerId="ADAL" clId="{EF23FE1D-A042-481E-AFD7-2A9FB0847F54}" dt="2026-02-27T21:19:46.798" v="6997" actId="20577"/>
          <ac:graphicFrameMkLst>
            <pc:docMk/>
            <pc:sldMk cId="1164702168" sldId="590"/>
            <ac:graphicFrameMk id="10" creationId="{70C928AB-6E53-6D4A-E9A7-D03ECCF83857}"/>
          </ac:graphicFrameMkLst>
        </pc:graphicFrameChg>
        <pc:cxnChg chg="mod">
          <ac:chgData name="Michael Hill" userId="41dba03d-e58d-4389-9894-554c10310ba4" providerId="ADAL" clId="{EF23FE1D-A042-481E-AFD7-2A9FB0847F54}" dt="2026-02-27T20:33:09.773" v="3969" actId="14100"/>
          <ac:cxnSpMkLst>
            <pc:docMk/>
            <pc:sldMk cId="1164702168" sldId="590"/>
            <ac:cxnSpMk id="17" creationId="{9EB08B37-1267-085A-36AD-9AE9A66CF7A7}"/>
          </ac:cxnSpMkLst>
        </pc:cxnChg>
        <pc:cxnChg chg="mod">
          <ac:chgData name="Michael Hill" userId="41dba03d-e58d-4389-9894-554c10310ba4" providerId="ADAL" clId="{EF23FE1D-A042-481E-AFD7-2A9FB0847F54}" dt="2026-02-27T20:33:07.493" v="3968" actId="14100"/>
          <ac:cxnSpMkLst>
            <pc:docMk/>
            <pc:sldMk cId="1164702168" sldId="590"/>
            <ac:cxnSpMk id="21" creationId="{658B652C-9CBB-7394-23E9-B2CBD8412F10}"/>
          </ac:cxnSpMkLst>
        </pc:cxnChg>
      </pc:sldChg>
      <pc:sldChg chg="modSp add mod">
        <pc:chgData name="Michael Hill" userId="41dba03d-e58d-4389-9894-554c10310ba4" providerId="ADAL" clId="{EF23FE1D-A042-481E-AFD7-2A9FB0847F54}" dt="2026-02-27T21:19:42.894" v="6991" actId="20577"/>
        <pc:sldMkLst>
          <pc:docMk/>
          <pc:sldMk cId="3661145482" sldId="591"/>
        </pc:sldMkLst>
        <pc:spChg chg="mod">
          <ac:chgData name="Michael Hill" userId="41dba03d-e58d-4389-9894-554c10310ba4" providerId="ADAL" clId="{EF23FE1D-A042-481E-AFD7-2A9FB0847F54}" dt="2026-02-27T20:34:38.833" v="4023" actId="20577"/>
          <ac:spMkLst>
            <pc:docMk/>
            <pc:sldMk cId="3661145482" sldId="591"/>
            <ac:spMk id="8" creationId="{1B627B4F-B827-D958-CA2A-A269D4CB695D}"/>
          </ac:spMkLst>
        </pc:spChg>
        <pc:graphicFrameChg chg="modGraphic">
          <ac:chgData name="Michael Hill" userId="41dba03d-e58d-4389-9894-554c10310ba4" providerId="ADAL" clId="{EF23FE1D-A042-481E-AFD7-2A9FB0847F54}" dt="2026-02-27T21:19:42.894" v="6991" actId="20577"/>
          <ac:graphicFrameMkLst>
            <pc:docMk/>
            <pc:sldMk cId="3661145482" sldId="591"/>
            <ac:graphicFrameMk id="10" creationId="{64193CDB-ECDD-AA68-C4BD-EC06A75B2C38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2-27T21:44:45.894" v="7655" actId="20577"/>
        <pc:sldMkLst>
          <pc:docMk/>
          <pc:sldMk cId="2108204613" sldId="592"/>
        </pc:sldMkLst>
        <pc:spChg chg="mod">
          <ac:chgData name="Michael Hill" userId="41dba03d-e58d-4389-9894-554c10310ba4" providerId="ADAL" clId="{EF23FE1D-A042-481E-AFD7-2A9FB0847F54}" dt="2026-02-27T20:52:07.267" v="5154" actId="1076"/>
          <ac:spMkLst>
            <pc:docMk/>
            <pc:sldMk cId="2108204613" sldId="592"/>
            <ac:spMk id="5" creationId="{AD57D159-1656-353D-476B-B31CC7C2DC87}"/>
          </ac:spMkLst>
        </pc:spChg>
        <pc:spChg chg="add mod">
          <ac:chgData name="Michael Hill" userId="41dba03d-e58d-4389-9894-554c10310ba4" providerId="ADAL" clId="{EF23FE1D-A042-481E-AFD7-2A9FB0847F54}" dt="2026-02-27T21:44:45.894" v="7655" actId="20577"/>
          <ac:spMkLst>
            <pc:docMk/>
            <pc:sldMk cId="2108204613" sldId="592"/>
            <ac:spMk id="6" creationId="{FDEF9759-CBB2-651F-D976-5DF0435991E1}"/>
          </ac:spMkLst>
        </pc:spChg>
        <pc:spChg chg="add del mod">
          <ac:chgData name="Michael Hill" userId="41dba03d-e58d-4389-9894-554c10310ba4" providerId="ADAL" clId="{EF23FE1D-A042-481E-AFD7-2A9FB0847F54}" dt="2026-02-27T20:38:18.026" v="4240" actId="20577"/>
          <ac:spMkLst>
            <pc:docMk/>
            <pc:sldMk cId="2108204613" sldId="592"/>
            <ac:spMk id="8" creationId="{130BC9AE-F236-9919-B62E-4897205FB509}"/>
          </ac:spMkLst>
        </pc:spChg>
        <pc:spChg chg="del">
          <ac:chgData name="Michael Hill" userId="41dba03d-e58d-4389-9894-554c10310ba4" providerId="ADAL" clId="{EF23FE1D-A042-481E-AFD7-2A9FB0847F54}" dt="2026-02-27T20:35:49.765" v="4033" actId="478"/>
          <ac:spMkLst>
            <pc:docMk/>
            <pc:sldMk cId="2108204613" sldId="592"/>
            <ac:spMk id="24" creationId="{511748C2-A0B8-FBDC-D63E-790053183FFC}"/>
          </ac:spMkLst>
        </pc:spChg>
        <pc:spChg chg="del">
          <ac:chgData name="Michael Hill" userId="41dba03d-e58d-4389-9894-554c10310ba4" providerId="ADAL" clId="{EF23FE1D-A042-481E-AFD7-2A9FB0847F54}" dt="2026-02-27T20:35:51.413" v="4034" actId="478"/>
          <ac:spMkLst>
            <pc:docMk/>
            <pc:sldMk cId="2108204613" sldId="592"/>
            <ac:spMk id="25" creationId="{36A26BF1-2BB7-A3DB-CD2A-1BC5F0C8ED08}"/>
          </ac:spMkLst>
        </pc:spChg>
        <pc:graphicFrameChg chg="mod ord">
          <ac:chgData name="Michael Hill" userId="41dba03d-e58d-4389-9894-554c10310ba4" providerId="ADAL" clId="{EF23FE1D-A042-481E-AFD7-2A9FB0847F54}" dt="2026-02-27T20:37:53.778" v="4084" actId="166"/>
          <ac:graphicFrameMkLst>
            <pc:docMk/>
            <pc:sldMk cId="2108204613" sldId="592"/>
            <ac:graphicFrameMk id="2" creationId="{790D98C0-A415-CBE6-7CE8-23BC261A34BF}"/>
          </ac:graphicFrameMkLst>
        </pc:graphicFrameChg>
        <pc:graphicFrameChg chg="del modGraphic">
          <ac:chgData name="Michael Hill" userId="41dba03d-e58d-4389-9894-554c10310ba4" providerId="ADAL" clId="{EF23FE1D-A042-481E-AFD7-2A9FB0847F54}" dt="2026-02-27T20:35:43.653" v="4027" actId="478"/>
          <ac:graphicFrameMkLst>
            <pc:docMk/>
            <pc:sldMk cId="2108204613" sldId="592"/>
            <ac:graphicFrameMk id="3" creationId="{83B2B198-6A68-BFEC-DEB7-7CD27A6FF99E}"/>
          </ac:graphicFrameMkLst>
        </pc:graphicFrameChg>
        <pc:graphicFrameChg chg="del">
          <ac:chgData name="Michael Hill" userId="41dba03d-e58d-4389-9894-554c10310ba4" providerId="ADAL" clId="{EF23FE1D-A042-481E-AFD7-2A9FB0847F54}" dt="2026-02-27T20:35:42.840" v="4026" actId="478"/>
          <ac:graphicFrameMkLst>
            <pc:docMk/>
            <pc:sldMk cId="2108204613" sldId="592"/>
            <ac:graphicFrameMk id="10" creationId="{31474BE5-5D78-93B9-55C4-713E0E67F566}"/>
          </ac:graphicFrameMkLst>
        </pc:graphicFrameChg>
        <pc:cxnChg chg="del">
          <ac:chgData name="Michael Hill" userId="41dba03d-e58d-4389-9894-554c10310ba4" providerId="ADAL" clId="{EF23FE1D-A042-481E-AFD7-2A9FB0847F54}" dt="2026-02-27T20:35:44.099" v="4028" actId="478"/>
          <ac:cxnSpMkLst>
            <pc:docMk/>
            <pc:sldMk cId="2108204613" sldId="592"/>
            <ac:cxnSpMk id="17" creationId="{A7165551-85E7-DF50-15AC-59C536CEB189}"/>
          </ac:cxnSpMkLst>
        </pc:cxnChg>
        <pc:cxnChg chg="del">
          <ac:chgData name="Michael Hill" userId="41dba03d-e58d-4389-9894-554c10310ba4" providerId="ADAL" clId="{EF23FE1D-A042-481E-AFD7-2A9FB0847F54}" dt="2026-02-27T20:35:52.307" v="4035" actId="478"/>
          <ac:cxnSpMkLst>
            <pc:docMk/>
            <pc:sldMk cId="2108204613" sldId="592"/>
            <ac:cxnSpMk id="21" creationId="{B23A0BCB-A99F-DBA7-60E8-0AF9C63FB2D5}"/>
          </ac:cxnSpMkLst>
        </pc:cxnChg>
      </pc:sldChg>
      <pc:sldChg chg="addSp delSp modSp add mod">
        <pc:chgData name="Michael Hill" userId="41dba03d-e58d-4389-9894-554c10310ba4" providerId="ADAL" clId="{EF23FE1D-A042-481E-AFD7-2A9FB0847F54}" dt="2026-02-27T21:44:53.402" v="7660" actId="20577"/>
        <pc:sldMkLst>
          <pc:docMk/>
          <pc:sldMk cId="891340891" sldId="593"/>
        </pc:sldMkLst>
        <pc:spChg chg="add mod">
          <ac:chgData name="Michael Hill" userId="41dba03d-e58d-4389-9894-554c10310ba4" providerId="ADAL" clId="{EF23FE1D-A042-481E-AFD7-2A9FB0847F54}" dt="2026-02-27T20:52:24.461" v="5160"/>
          <ac:spMkLst>
            <pc:docMk/>
            <pc:sldMk cId="891340891" sldId="593"/>
            <ac:spMk id="3" creationId="{B1DBD8B9-4F38-F488-94C9-18D12792F3B6}"/>
          </ac:spMkLst>
        </pc:spChg>
        <pc:spChg chg="del">
          <ac:chgData name="Michael Hill" userId="41dba03d-e58d-4389-9894-554c10310ba4" providerId="ADAL" clId="{EF23FE1D-A042-481E-AFD7-2A9FB0847F54}" dt="2026-02-27T20:52:13.004" v="5155" actId="478"/>
          <ac:spMkLst>
            <pc:docMk/>
            <pc:sldMk cId="891340891" sldId="593"/>
            <ac:spMk id="5" creationId="{58E006E4-C047-BDB0-33AA-0C32C904C4F5}"/>
          </ac:spMkLst>
        </pc:spChg>
        <pc:spChg chg="mod">
          <ac:chgData name="Michael Hill" userId="41dba03d-e58d-4389-9894-554c10310ba4" providerId="ADAL" clId="{EF23FE1D-A042-481E-AFD7-2A9FB0847F54}" dt="2026-02-27T21:44:53.402" v="7660" actId="20577"/>
          <ac:spMkLst>
            <pc:docMk/>
            <pc:sldMk cId="891340891" sldId="593"/>
            <ac:spMk id="6" creationId="{8FA91224-4443-F05C-599E-27FA0E8115F9}"/>
          </ac:spMkLst>
        </pc:spChg>
        <pc:spChg chg="mod">
          <ac:chgData name="Michael Hill" userId="41dba03d-e58d-4389-9894-554c10310ba4" providerId="ADAL" clId="{EF23FE1D-A042-481E-AFD7-2A9FB0847F54}" dt="2026-02-27T20:45:06.395" v="4543" actId="20577"/>
          <ac:spMkLst>
            <pc:docMk/>
            <pc:sldMk cId="891340891" sldId="593"/>
            <ac:spMk id="8" creationId="{D8E01B0E-5829-8073-82F3-82841F4EBBF6}"/>
          </ac:spMkLst>
        </pc:spChg>
        <pc:graphicFrameChg chg="mod modGraphic">
          <ac:chgData name="Michael Hill" userId="41dba03d-e58d-4389-9894-554c10310ba4" providerId="ADAL" clId="{EF23FE1D-A042-481E-AFD7-2A9FB0847F54}" dt="2026-02-27T21:19:35.858" v="6985" actId="20577"/>
          <ac:graphicFrameMkLst>
            <pc:docMk/>
            <pc:sldMk cId="891340891" sldId="593"/>
            <ac:graphicFrameMk id="2" creationId="{A00C2B4B-803C-06EF-D4AC-667F59C59200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2-27T21:45:08.940" v="7664" actId="20577"/>
        <pc:sldMkLst>
          <pc:docMk/>
          <pc:sldMk cId="2032976936" sldId="594"/>
        </pc:sldMkLst>
        <pc:spChg chg="add mod">
          <ac:chgData name="Michael Hill" userId="41dba03d-e58d-4389-9894-554c10310ba4" providerId="ADAL" clId="{EF23FE1D-A042-481E-AFD7-2A9FB0847F54}" dt="2026-02-27T20:52:25.784" v="5161"/>
          <ac:spMkLst>
            <pc:docMk/>
            <pc:sldMk cId="2032976936" sldId="594"/>
            <ac:spMk id="3" creationId="{C60E0792-92EA-06AA-2ADF-A72DA9AB219F}"/>
          </ac:spMkLst>
        </pc:spChg>
        <pc:spChg chg="del">
          <ac:chgData name="Michael Hill" userId="41dba03d-e58d-4389-9894-554c10310ba4" providerId="ADAL" clId="{EF23FE1D-A042-481E-AFD7-2A9FB0847F54}" dt="2026-02-27T20:52:16.283" v="5156" actId="478"/>
          <ac:spMkLst>
            <pc:docMk/>
            <pc:sldMk cId="2032976936" sldId="594"/>
            <ac:spMk id="5" creationId="{15D109BF-9C34-1071-A9CB-3D5890516F1C}"/>
          </ac:spMkLst>
        </pc:spChg>
        <pc:spChg chg="mod">
          <ac:chgData name="Michael Hill" userId="41dba03d-e58d-4389-9894-554c10310ba4" providerId="ADAL" clId="{EF23FE1D-A042-481E-AFD7-2A9FB0847F54}" dt="2026-02-27T21:45:08.940" v="7664" actId="20577"/>
          <ac:spMkLst>
            <pc:docMk/>
            <pc:sldMk cId="2032976936" sldId="594"/>
            <ac:spMk id="6" creationId="{E1CFEE75-D47F-D60B-D318-2BEFA74995BD}"/>
          </ac:spMkLst>
        </pc:spChg>
        <pc:spChg chg="mod">
          <ac:chgData name="Michael Hill" userId="41dba03d-e58d-4389-9894-554c10310ba4" providerId="ADAL" clId="{EF23FE1D-A042-481E-AFD7-2A9FB0847F54}" dt="2026-02-27T20:46:09.278" v="4642" actId="20577"/>
          <ac:spMkLst>
            <pc:docMk/>
            <pc:sldMk cId="2032976936" sldId="594"/>
            <ac:spMk id="8" creationId="{896855D3-446C-8CBC-761F-9C4D2BE17BB1}"/>
          </ac:spMkLst>
        </pc:spChg>
        <pc:graphicFrameChg chg="modGraphic">
          <ac:chgData name="Michael Hill" userId="41dba03d-e58d-4389-9894-554c10310ba4" providerId="ADAL" clId="{EF23FE1D-A042-481E-AFD7-2A9FB0847F54}" dt="2026-02-27T21:19:32.093" v="6979" actId="20577"/>
          <ac:graphicFrameMkLst>
            <pc:docMk/>
            <pc:sldMk cId="2032976936" sldId="594"/>
            <ac:graphicFrameMk id="2" creationId="{F731EE1D-2001-4D93-3C9C-3DA6078EAB05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2-27T21:45:14.924" v="7668" actId="20577"/>
        <pc:sldMkLst>
          <pc:docMk/>
          <pc:sldMk cId="3120758950" sldId="595"/>
        </pc:sldMkLst>
        <pc:spChg chg="add mod">
          <ac:chgData name="Michael Hill" userId="41dba03d-e58d-4389-9894-554c10310ba4" providerId="ADAL" clId="{EF23FE1D-A042-481E-AFD7-2A9FB0847F54}" dt="2026-02-27T20:52:26.650" v="5162"/>
          <ac:spMkLst>
            <pc:docMk/>
            <pc:sldMk cId="3120758950" sldId="595"/>
            <ac:spMk id="3" creationId="{877B4B2E-7144-990B-3A44-2C3201FBD7B4}"/>
          </ac:spMkLst>
        </pc:spChg>
        <pc:spChg chg="del">
          <ac:chgData name="Michael Hill" userId="41dba03d-e58d-4389-9894-554c10310ba4" providerId="ADAL" clId="{EF23FE1D-A042-481E-AFD7-2A9FB0847F54}" dt="2026-02-27T20:52:18.332" v="5157" actId="478"/>
          <ac:spMkLst>
            <pc:docMk/>
            <pc:sldMk cId="3120758950" sldId="595"/>
            <ac:spMk id="5" creationId="{28ADC194-7863-2074-B3DB-1478053377F7}"/>
          </ac:spMkLst>
        </pc:spChg>
        <pc:spChg chg="mod">
          <ac:chgData name="Michael Hill" userId="41dba03d-e58d-4389-9894-554c10310ba4" providerId="ADAL" clId="{EF23FE1D-A042-481E-AFD7-2A9FB0847F54}" dt="2026-02-27T21:45:14.924" v="7668" actId="20577"/>
          <ac:spMkLst>
            <pc:docMk/>
            <pc:sldMk cId="3120758950" sldId="595"/>
            <ac:spMk id="6" creationId="{8AA6DD99-BA5B-856A-647D-C3D5863D49D0}"/>
          </ac:spMkLst>
        </pc:spChg>
        <pc:spChg chg="mod">
          <ac:chgData name="Michael Hill" userId="41dba03d-e58d-4389-9894-554c10310ba4" providerId="ADAL" clId="{EF23FE1D-A042-481E-AFD7-2A9FB0847F54}" dt="2026-02-27T20:47:02.670" v="4853" actId="14100"/>
          <ac:spMkLst>
            <pc:docMk/>
            <pc:sldMk cId="3120758950" sldId="595"/>
            <ac:spMk id="8" creationId="{E63C2782-5285-18D6-9281-D64C36DCBF22}"/>
          </ac:spMkLst>
        </pc:spChg>
        <pc:graphicFrameChg chg="mod modGraphic">
          <ac:chgData name="Michael Hill" userId="41dba03d-e58d-4389-9894-554c10310ba4" providerId="ADAL" clId="{EF23FE1D-A042-481E-AFD7-2A9FB0847F54}" dt="2026-02-27T21:19:27.421" v="6973" actId="20577"/>
          <ac:graphicFrameMkLst>
            <pc:docMk/>
            <pc:sldMk cId="3120758950" sldId="595"/>
            <ac:graphicFrameMk id="2" creationId="{F932D022-57E0-A39E-328B-EC388338E7F5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2-27T21:45:20.331" v="7672" actId="20577"/>
        <pc:sldMkLst>
          <pc:docMk/>
          <pc:sldMk cId="1230130382" sldId="596"/>
        </pc:sldMkLst>
        <pc:spChg chg="add mod">
          <ac:chgData name="Michael Hill" userId="41dba03d-e58d-4389-9894-554c10310ba4" providerId="ADAL" clId="{EF23FE1D-A042-481E-AFD7-2A9FB0847F54}" dt="2026-02-27T20:52:27.196" v="5163"/>
          <ac:spMkLst>
            <pc:docMk/>
            <pc:sldMk cId="1230130382" sldId="596"/>
            <ac:spMk id="3" creationId="{BE768890-AFB3-6981-C932-4E59CD1395AB}"/>
          </ac:spMkLst>
        </pc:spChg>
        <pc:spChg chg="del">
          <ac:chgData name="Michael Hill" userId="41dba03d-e58d-4389-9894-554c10310ba4" providerId="ADAL" clId="{EF23FE1D-A042-481E-AFD7-2A9FB0847F54}" dt="2026-02-27T20:52:20.396" v="5158" actId="478"/>
          <ac:spMkLst>
            <pc:docMk/>
            <pc:sldMk cId="1230130382" sldId="596"/>
            <ac:spMk id="5" creationId="{2320C2AA-1D67-4207-3323-37A6E0A05AA6}"/>
          </ac:spMkLst>
        </pc:spChg>
        <pc:spChg chg="mod">
          <ac:chgData name="Michael Hill" userId="41dba03d-e58d-4389-9894-554c10310ba4" providerId="ADAL" clId="{EF23FE1D-A042-481E-AFD7-2A9FB0847F54}" dt="2026-02-27T21:45:20.331" v="7672" actId="20577"/>
          <ac:spMkLst>
            <pc:docMk/>
            <pc:sldMk cId="1230130382" sldId="596"/>
            <ac:spMk id="6" creationId="{07CB5FF7-4DFA-CB5B-5C63-422C4C043ACC}"/>
          </ac:spMkLst>
        </pc:spChg>
        <pc:spChg chg="mod">
          <ac:chgData name="Michael Hill" userId="41dba03d-e58d-4389-9894-554c10310ba4" providerId="ADAL" clId="{EF23FE1D-A042-481E-AFD7-2A9FB0847F54}" dt="2026-02-27T20:48:44.408" v="4999" actId="20577"/>
          <ac:spMkLst>
            <pc:docMk/>
            <pc:sldMk cId="1230130382" sldId="596"/>
            <ac:spMk id="8" creationId="{AF22AA36-409B-5116-665C-27CB6E2B0852}"/>
          </ac:spMkLst>
        </pc:spChg>
        <pc:graphicFrameChg chg="modGraphic">
          <ac:chgData name="Michael Hill" userId="41dba03d-e58d-4389-9894-554c10310ba4" providerId="ADAL" clId="{EF23FE1D-A042-481E-AFD7-2A9FB0847F54}" dt="2026-02-27T21:19:22.797" v="6967" actId="20577"/>
          <ac:graphicFrameMkLst>
            <pc:docMk/>
            <pc:sldMk cId="1230130382" sldId="596"/>
            <ac:graphicFrameMk id="2" creationId="{367A216B-E2A9-047A-B1B3-3451D46B666F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2-27T21:45:25.115" v="7676" actId="20577"/>
        <pc:sldMkLst>
          <pc:docMk/>
          <pc:sldMk cId="597014622" sldId="597"/>
        </pc:sldMkLst>
        <pc:spChg chg="add mod">
          <ac:chgData name="Michael Hill" userId="41dba03d-e58d-4389-9894-554c10310ba4" providerId="ADAL" clId="{EF23FE1D-A042-481E-AFD7-2A9FB0847F54}" dt="2026-02-27T20:52:27.628" v="5164"/>
          <ac:spMkLst>
            <pc:docMk/>
            <pc:sldMk cId="597014622" sldId="597"/>
            <ac:spMk id="3" creationId="{A1D8A431-6734-E393-4F7E-C97F4D6738DC}"/>
          </ac:spMkLst>
        </pc:spChg>
        <pc:spChg chg="del">
          <ac:chgData name="Michael Hill" userId="41dba03d-e58d-4389-9894-554c10310ba4" providerId="ADAL" clId="{EF23FE1D-A042-481E-AFD7-2A9FB0847F54}" dt="2026-02-27T20:52:22.204" v="5159" actId="478"/>
          <ac:spMkLst>
            <pc:docMk/>
            <pc:sldMk cId="597014622" sldId="597"/>
            <ac:spMk id="5" creationId="{9E729B24-F3FB-C794-63E0-5D61F04194C5}"/>
          </ac:spMkLst>
        </pc:spChg>
        <pc:spChg chg="mod">
          <ac:chgData name="Michael Hill" userId="41dba03d-e58d-4389-9894-554c10310ba4" providerId="ADAL" clId="{EF23FE1D-A042-481E-AFD7-2A9FB0847F54}" dt="2026-02-27T21:45:25.115" v="7676" actId="20577"/>
          <ac:spMkLst>
            <pc:docMk/>
            <pc:sldMk cId="597014622" sldId="597"/>
            <ac:spMk id="6" creationId="{3DC0181B-FFC8-5195-8BD8-0ABCFB2949A3}"/>
          </ac:spMkLst>
        </pc:spChg>
        <pc:spChg chg="mod">
          <ac:chgData name="Michael Hill" userId="41dba03d-e58d-4389-9894-554c10310ba4" providerId="ADAL" clId="{EF23FE1D-A042-481E-AFD7-2A9FB0847F54}" dt="2026-02-27T20:51:43.370" v="5123" actId="20577"/>
          <ac:spMkLst>
            <pc:docMk/>
            <pc:sldMk cId="597014622" sldId="597"/>
            <ac:spMk id="8" creationId="{34FE17AD-361E-A68C-E299-258820DD587C}"/>
          </ac:spMkLst>
        </pc:spChg>
        <pc:graphicFrameChg chg="mod">
          <ac:chgData name="Michael Hill" userId="41dba03d-e58d-4389-9894-554c10310ba4" providerId="ADAL" clId="{EF23FE1D-A042-481E-AFD7-2A9FB0847F54}" dt="2026-02-27T20:49:18.025" v="5053"/>
          <ac:graphicFrameMkLst>
            <pc:docMk/>
            <pc:sldMk cId="597014622" sldId="597"/>
            <ac:graphicFrameMk id="2" creationId="{84D7A36C-3F2C-5680-708B-6D98160B2A30}"/>
          </ac:graphicFrameMkLst>
        </pc:graphicFrameChg>
      </pc:sldChg>
      <pc:sldChg chg="delSp modSp add mod">
        <pc:chgData name="Michael Hill" userId="41dba03d-e58d-4389-9894-554c10310ba4" providerId="ADAL" clId="{EF23FE1D-A042-481E-AFD7-2A9FB0847F54}" dt="2026-02-27T20:55:20.195" v="5309" actId="20577"/>
        <pc:sldMkLst>
          <pc:docMk/>
          <pc:sldMk cId="601652735" sldId="598"/>
        </pc:sldMkLst>
        <pc:spChg chg="del">
          <ac:chgData name="Michael Hill" userId="41dba03d-e58d-4389-9894-554c10310ba4" providerId="ADAL" clId="{EF23FE1D-A042-481E-AFD7-2A9FB0847F54}" dt="2026-02-27T20:54:54.323" v="5166" actId="478"/>
          <ac:spMkLst>
            <pc:docMk/>
            <pc:sldMk cId="601652735" sldId="598"/>
            <ac:spMk id="6" creationId="{E5AE0BF3-30AB-E6B4-4B99-980F70785EC8}"/>
          </ac:spMkLst>
        </pc:spChg>
        <pc:spChg chg="mod">
          <ac:chgData name="Michael Hill" userId="41dba03d-e58d-4389-9894-554c10310ba4" providerId="ADAL" clId="{EF23FE1D-A042-481E-AFD7-2A9FB0847F54}" dt="2026-02-27T20:55:20.195" v="5309" actId="20577"/>
          <ac:spMkLst>
            <pc:docMk/>
            <pc:sldMk cId="601652735" sldId="598"/>
            <ac:spMk id="8" creationId="{EA8F9F08-0C99-C67E-D8CC-D3388830FC64}"/>
          </ac:spMkLst>
        </pc:spChg>
        <pc:graphicFrameChg chg="del">
          <ac:chgData name="Michael Hill" userId="41dba03d-e58d-4389-9894-554c10310ba4" providerId="ADAL" clId="{EF23FE1D-A042-481E-AFD7-2A9FB0847F54}" dt="2026-02-27T20:54:56.034" v="5167" actId="478"/>
          <ac:graphicFrameMkLst>
            <pc:docMk/>
            <pc:sldMk cId="601652735" sldId="598"/>
            <ac:graphicFrameMk id="2" creationId="{E22CCF66-A2F2-2FF2-1035-814687A126B6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2-27T20:55:31.061" v="5377" actId="20577"/>
        <pc:sldMkLst>
          <pc:docMk/>
          <pc:sldMk cId="2175245553" sldId="599"/>
        </pc:sldMkLst>
        <pc:spChg chg="mod">
          <ac:chgData name="Michael Hill" userId="41dba03d-e58d-4389-9894-554c10310ba4" providerId="ADAL" clId="{EF23FE1D-A042-481E-AFD7-2A9FB0847F54}" dt="2026-02-27T20:55:31.061" v="5377" actId="20577"/>
          <ac:spMkLst>
            <pc:docMk/>
            <pc:sldMk cId="2175245553" sldId="599"/>
            <ac:spMk id="8" creationId="{E79AB5C5-915E-8795-C6B3-61D5C86136BE}"/>
          </ac:spMkLst>
        </pc:spChg>
      </pc:sldChg>
      <pc:sldChg chg="modSp add mod">
        <pc:chgData name="Michael Hill" userId="41dba03d-e58d-4389-9894-554c10310ba4" providerId="ADAL" clId="{EF23FE1D-A042-481E-AFD7-2A9FB0847F54}" dt="2026-02-27T20:57:43.913" v="5543" actId="20577"/>
        <pc:sldMkLst>
          <pc:docMk/>
          <pc:sldMk cId="912389341" sldId="600"/>
        </pc:sldMkLst>
        <pc:spChg chg="mod">
          <ac:chgData name="Michael Hill" userId="41dba03d-e58d-4389-9894-554c10310ba4" providerId="ADAL" clId="{EF23FE1D-A042-481E-AFD7-2A9FB0847F54}" dt="2026-02-27T20:57:43.913" v="5543" actId="20577"/>
          <ac:spMkLst>
            <pc:docMk/>
            <pc:sldMk cId="912389341" sldId="600"/>
            <ac:spMk id="8" creationId="{1198AEC1-DDF3-EB5D-53E0-531BF6CBA2A2}"/>
          </ac:spMkLst>
        </pc:spChg>
      </pc:sldChg>
      <pc:sldChg chg="modSp add mod">
        <pc:chgData name="Michael Hill" userId="41dba03d-e58d-4389-9894-554c10310ba4" providerId="ADAL" clId="{EF23FE1D-A042-481E-AFD7-2A9FB0847F54}" dt="2026-02-27T20:57:58.361" v="5637" actId="20577"/>
        <pc:sldMkLst>
          <pc:docMk/>
          <pc:sldMk cId="570821984" sldId="601"/>
        </pc:sldMkLst>
        <pc:spChg chg="mod">
          <ac:chgData name="Michael Hill" userId="41dba03d-e58d-4389-9894-554c10310ba4" providerId="ADAL" clId="{EF23FE1D-A042-481E-AFD7-2A9FB0847F54}" dt="2026-02-27T20:57:58.361" v="5637" actId="20577"/>
          <ac:spMkLst>
            <pc:docMk/>
            <pc:sldMk cId="570821984" sldId="601"/>
            <ac:spMk id="8" creationId="{CD4BC545-3E3F-357E-8F63-E67106ED0C02}"/>
          </ac:spMkLst>
        </pc:spChg>
      </pc:sldChg>
      <pc:sldChg chg="modSp add mod">
        <pc:chgData name="Michael Hill" userId="41dba03d-e58d-4389-9894-554c10310ba4" providerId="ADAL" clId="{EF23FE1D-A042-481E-AFD7-2A9FB0847F54}" dt="2026-02-27T20:58:27.772" v="5778" actId="20577"/>
        <pc:sldMkLst>
          <pc:docMk/>
          <pc:sldMk cId="1724782692" sldId="602"/>
        </pc:sldMkLst>
        <pc:spChg chg="mod">
          <ac:chgData name="Michael Hill" userId="41dba03d-e58d-4389-9894-554c10310ba4" providerId="ADAL" clId="{EF23FE1D-A042-481E-AFD7-2A9FB0847F54}" dt="2026-02-27T20:58:27.772" v="5778" actId="20577"/>
          <ac:spMkLst>
            <pc:docMk/>
            <pc:sldMk cId="1724782692" sldId="602"/>
            <ac:spMk id="8" creationId="{1A01C917-38CC-A6A3-2FC5-6FF44DD1254A}"/>
          </ac:spMkLst>
        </pc:spChg>
      </pc:sldChg>
      <pc:sldChg chg="modSp add mod">
        <pc:chgData name="Michael Hill" userId="41dba03d-e58d-4389-9894-554c10310ba4" providerId="ADAL" clId="{EF23FE1D-A042-481E-AFD7-2A9FB0847F54}" dt="2026-02-27T20:58:58.842" v="5963" actId="20577"/>
        <pc:sldMkLst>
          <pc:docMk/>
          <pc:sldMk cId="330215898" sldId="603"/>
        </pc:sldMkLst>
        <pc:spChg chg="mod">
          <ac:chgData name="Michael Hill" userId="41dba03d-e58d-4389-9894-554c10310ba4" providerId="ADAL" clId="{EF23FE1D-A042-481E-AFD7-2A9FB0847F54}" dt="2026-02-27T20:58:58.842" v="5963" actId="20577"/>
          <ac:spMkLst>
            <pc:docMk/>
            <pc:sldMk cId="330215898" sldId="603"/>
            <ac:spMk id="8" creationId="{FF9F6C22-8F38-DDCD-B002-2ECCE12AEB20}"/>
          </ac:spMkLst>
        </pc:spChg>
      </pc:sldChg>
      <pc:sldChg chg="addSp modSp add mod">
        <pc:chgData name="Michael Hill" userId="41dba03d-e58d-4389-9894-554c10310ba4" providerId="ADAL" clId="{EF23FE1D-A042-481E-AFD7-2A9FB0847F54}" dt="2026-02-27T21:04:41.849" v="6350" actId="21"/>
        <pc:sldMkLst>
          <pc:docMk/>
          <pc:sldMk cId="3807895438" sldId="604"/>
        </pc:sldMkLst>
        <pc:spChg chg="add mod">
          <ac:chgData name="Michael Hill" userId="41dba03d-e58d-4389-9894-554c10310ba4" providerId="ADAL" clId="{EF23FE1D-A042-481E-AFD7-2A9FB0847F54}" dt="2026-02-27T21:04:35.734" v="6349"/>
          <ac:spMkLst>
            <pc:docMk/>
            <pc:sldMk cId="3807895438" sldId="604"/>
            <ac:spMk id="2" creationId="{F02C025D-C2EE-33C4-1D1D-F9619819B0A8}"/>
          </ac:spMkLst>
        </pc:spChg>
        <pc:spChg chg="mod">
          <ac:chgData name="Michael Hill" userId="41dba03d-e58d-4389-9894-554c10310ba4" providerId="ADAL" clId="{EF23FE1D-A042-481E-AFD7-2A9FB0847F54}" dt="2026-02-27T20:59:08.379" v="5978" actId="1076"/>
          <ac:spMkLst>
            <pc:docMk/>
            <pc:sldMk cId="3807895438" sldId="604"/>
            <ac:spMk id="3" creationId="{2FF5A793-1138-BCF7-3BBD-908E5C7EBBB6}"/>
          </ac:spMkLst>
        </pc:spChg>
        <pc:spChg chg="mod">
          <ac:chgData name="Michael Hill" userId="41dba03d-e58d-4389-9894-554c10310ba4" providerId="ADAL" clId="{EF23FE1D-A042-481E-AFD7-2A9FB0847F54}" dt="2026-02-27T21:04:41.849" v="6350" actId="21"/>
          <ac:spMkLst>
            <pc:docMk/>
            <pc:sldMk cId="3807895438" sldId="604"/>
            <ac:spMk id="8" creationId="{CFA7C184-A9BE-468A-A530-6840E7B3B98D}"/>
          </ac:spMkLst>
        </pc:spChg>
      </pc:sldChg>
      <pc:sldChg chg="addSp modSp add mod">
        <pc:chgData name="Michael Hill" userId="41dba03d-e58d-4389-9894-554c10310ba4" providerId="ADAL" clId="{EF23FE1D-A042-481E-AFD7-2A9FB0847F54}" dt="2026-02-27T21:45:31.996" v="7679" actId="20577"/>
        <pc:sldMkLst>
          <pc:docMk/>
          <pc:sldMk cId="4164375978" sldId="605"/>
        </pc:sldMkLst>
        <pc:spChg chg="add mod">
          <ac:chgData name="Michael Hill" userId="41dba03d-e58d-4389-9894-554c10310ba4" providerId="ADAL" clId="{EF23FE1D-A042-481E-AFD7-2A9FB0847F54}" dt="2026-02-27T21:45:31.996" v="7679" actId="20577"/>
          <ac:spMkLst>
            <pc:docMk/>
            <pc:sldMk cId="4164375978" sldId="605"/>
            <ac:spMk id="2" creationId="{C78A142C-12AE-4E6C-DACB-44B9439F79E2}"/>
          </ac:spMkLst>
        </pc:spChg>
        <pc:spChg chg="mod">
          <ac:chgData name="Michael Hill" userId="41dba03d-e58d-4389-9894-554c10310ba4" providerId="ADAL" clId="{EF23FE1D-A042-481E-AFD7-2A9FB0847F54}" dt="2026-02-27T21:14:38.833" v="6896" actId="115"/>
          <ac:spMkLst>
            <pc:docMk/>
            <pc:sldMk cId="4164375978" sldId="605"/>
            <ac:spMk id="8" creationId="{D38CA350-12D1-51F3-5A91-DEF6F7BC4B65}"/>
          </ac:spMkLst>
        </pc:spChg>
      </pc:sldChg>
      <pc:sldChg chg="modSp add mod">
        <pc:chgData name="Michael Hill" userId="41dba03d-e58d-4389-9894-554c10310ba4" providerId="ADAL" clId="{EF23FE1D-A042-481E-AFD7-2A9FB0847F54}" dt="2026-02-27T21:45:36.523" v="7682" actId="20577"/>
        <pc:sldMkLst>
          <pc:docMk/>
          <pc:sldMk cId="2415527503" sldId="606"/>
        </pc:sldMkLst>
        <pc:spChg chg="mod">
          <ac:chgData name="Michael Hill" userId="41dba03d-e58d-4389-9894-554c10310ba4" providerId="ADAL" clId="{EF23FE1D-A042-481E-AFD7-2A9FB0847F54}" dt="2026-02-27T21:45:36.523" v="7682" actId="20577"/>
          <ac:spMkLst>
            <pc:docMk/>
            <pc:sldMk cId="2415527503" sldId="606"/>
            <ac:spMk id="2" creationId="{7E1AB783-6ACE-63DD-F437-D90C86F6B86B}"/>
          </ac:spMkLst>
        </pc:spChg>
        <pc:spChg chg="mod">
          <ac:chgData name="Michael Hill" userId="41dba03d-e58d-4389-9894-554c10310ba4" providerId="ADAL" clId="{EF23FE1D-A042-481E-AFD7-2A9FB0847F54}" dt="2026-02-27T21:13:19.293" v="6756" actId="20577"/>
          <ac:spMkLst>
            <pc:docMk/>
            <pc:sldMk cId="2415527503" sldId="606"/>
            <ac:spMk id="8" creationId="{AD1F7BCE-FC80-054A-FFF7-F1DEC2B3EFED}"/>
          </ac:spMkLst>
        </pc:spChg>
      </pc:sldChg>
      <pc:sldChg chg="modSp add mod">
        <pc:chgData name="Michael Hill" userId="41dba03d-e58d-4389-9894-554c10310ba4" providerId="ADAL" clId="{EF23FE1D-A042-481E-AFD7-2A9FB0847F54}" dt="2026-02-27T21:45:40.763" v="7685" actId="20577"/>
        <pc:sldMkLst>
          <pc:docMk/>
          <pc:sldMk cId="2298387843" sldId="607"/>
        </pc:sldMkLst>
        <pc:spChg chg="mod">
          <ac:chgData name="Michael Hill" userId="41dba03d-e58d-4389-9894-554c10310ba4" providerId="ADAL" clId="{EF23FE1D-A042-481E-AFD7-2A9FB0847F54}" dt="2026-02-27T21:45:40.763" v="7685" actId="20577"/>
          <ac:spMkLst>
            <pc:docMk/>
            <pc:sldMk cId="2298387843" sldId="607"/>
            <ac:spMk id="2" creationId="{3DB52DC6-856A-58A2-6132-8617C23CA617}"/>
          </ac:spMkLst>
        </pc:spChg>
        <pc:spChg chg="mod">
          <ac:chgData name="Michael Hill" userId="41dba03d-e58d-4389-9894-554c10310ba4" providerId="ADAL" clId="{EF23FE1D-A042-481E-AFD7-2A9FB0847F54}" dt="2026-02-27T21:14:44.824" v="6897" actId="115"/>
          <ac:spMkLst>
            <pc:docMk/>
            <pc:sldMk cId="2298387843" sldId="607"/>
            <ac:spMk id="8" creationId="{EE20D6F5-6377-B245-C991-9AD2D73D9D59}"/>
          </ac:spMkLst>
        </pc:spChg>
      </pc:sldChg>
      <pc:sldChg chg="modSp add mod">
        <pc:chgData name="Michael Hill" userId="41dba03d-e58d-4389-9894-554c10310ba4" providerId="ADAL" clId="{EF23FE1D-A042-481E-AFD7-2A9FB0847F54}" dt="2026-02-27T21:20:10.213" v="7011" actId="1076"/>
        <pc:sldMkLst>
          <pc:docMk/>
          <pc:sldMk cId="546313857" sldId="608"/>
        </pc:sldMkLst>
        <pc:spChg chg="mod">
          <ac:chgData name="Michael Hill" userId="41dba03d-e58d-4389-9894-554c10310ba4" providerId="ADAL" clId="{EF23FE1D-A042-481E-AFD7-2A9FB0847F54}" dt="2026-02-27T21:19:06.923" v="6961" actId="14100"/>
          <ac:spMkLst>
            <pc:docMk/>
            <pc:sldMk cId="546313857" sldId="608"/>
            <ac:spMk id="2" creationId="{F79C928F-CF16-9737-1DD2-69AD380A77EF}"/>
          </ac:spMkLst>
        </pc:spChg>
        <pc:spChg chg="mod">
          <ac:chgData name="Michael Hill" userId="41dba03d-e58d-4389-9894-554c10310ba4" providerId="ADAL" clId="{EF23FE1D-A042-481E-AFD7-2A9FB0847F54}" dt="2026-02-27T21:20:10.213" v="7011" actId="1076"/>
          <ac:spMkLst>
            <pc:docMk/>
            <pc:sldMk cId="546313857" sldId="608"/>
            <ac:spMk id="3" creationId="{CE33BE2C-F181-9BCA-3B69-6019E44F4C84}"/>
          </ac:spMkLst>
        </pc:spChg>
        <pc:spChg chg="mod">
          <ac:chgData name="Michael Hill" userId="41dba03d-e58d-4389-9894-554c10310ba4" providerId="ADAL" clId="{EF23FE1D-A042-481E-AFD7-2A9FB0847F54}" dt="2026-02-27T21:15:50.059" v="6957" actId="115"/>
          <ac:spMkLst>
            <pc:docMk/>
            <pc:sldMk cId="546313857" sldId="608"/>
            <ac:spMk id="8" creationId="{609BAD37-1D2D-1795-F803-381BFBFDC758}"/>
          </ac:spMkLst>
        </pc:spChg>
      </pc:sldChg>
      <pc:sldChg chg="delSp modSp add mod">
        <pc:chgData name="Michael Hill" userId="41dba03d-e58d-4389-9894-554c10310ba4" providerId="ADAL" clId="{EF23FE1D-A042-481E-AFD7-2A9FB0847F54}" dt="2026-02-27T21:21:55.635" v="7249" actId="478"/>
        <pc:sldMkLst>
          <pc:docMk/>
          <pc:sldMk cId="2565107069" sldId="609"/>
        </pc:sldMkLst>
        <pc:spChg chg="del">
          <ac:chgData name="Michael Hill" userId="41dba03d-e58d-4389-9894-554c10310ba4" providerId="ADAL" clId="{EF23FE1D-A042-481E-AFD7-2A9FB0847F54}" dt="2026-02-27T21:21:55.635" v="7249" actId="478"/>
          <ac:spMkLst>
            <pc:docMk/>
            <pc:sldMk cId="2565107069" sldId="609"/>
            <ac:spMk id="2" creationId="{72068C29-DE5C-5571-776F-DC186DC25054}"/>
          </ac:spMkLst>
        </pc:spChg>
        <pc:spChg chg="mod">
          <ac:chgData name="Michael Hill" userId="41dba03d-e58d-4389-9894-554c10310ba4" providerId="ADAL" clId="{EF23FE1D-A042-481E-AFD7-2A9FB0847F54}" dt="2026-02-27T21:21:53.445" v="7248" actId="20577"/>
          <ac:spMkLst>
            <pc:docMk/>
            <pc:sldMk cId="2565107069" sldId="609"/>
            <ac:spMk id="8" creationId="{E1B35210-B1E5-E451-6D03-978B5763EC91}"/>
          </ac:spMkLst>
        </pc:spChg>
      </pc:sldChg>
      <pc:sldChg chg="modSp add mod ord">
        <pc:chgData name="Michael Hill" userId="41dba03d-e58d-4389-9894-554c10310ba4" providerId="ADAL" clId="{EF23FE1D-A042-481E-AFD7-2A9FB0847F54}" dt="2026-02-27T21:45:50.078" v="7689"/>
        <pc:sldMkLst>
          <pc:docMk/>
          <pc:sldMk cId="1629978269" sldId="610"/>
        </pc:sldMkLst>
        <pc:spChg chg="mod">
          <ac:chgData name="Michael Hill" userId="41dba03d-e58d-4389-9894-554c10310ba4" providerId="ADAL" clId="{EF23FE1D-A042-481E-AFD7-2A9FB0847F54}" dt="2026-02-27T21:22:35.429" v="7461" actId="20577"/>
          <ac:spMkLst>
            <pc:docMk/>
            <pc:sldMk cId="1629978269" sldId="610"/>
            <ac:spMk id="8" creationId="{762B0760-8F51-7EAC-2DD1-A09AD5BF5F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B3: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OBJECT ORIENTED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B3-6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735772" y="3692233"/>
            <a:ext cx="9474163" cy="9841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INHERITANCE &amp; POLYMORPHISM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PyCharm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54440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Inheritance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Programming Inheritance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Polymorphism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Programming Polymorphism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Overriding Default Functions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spcBef>
                <a:spcPts val="1200"/>
              </a:spcBef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What are access modifiers used in OOP for?</a:t>
            </a:r>
          </a:p>
          <a:p>
            <a:pPr lvl="0">
              <a:spcBef>
                <a:spcPts val="1200"/>
              </a:spcBef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lvl="0">
              <a:spcBef>
                <a:spcPts val="1200"/>
              </a:spcBef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Describe an example of how private access modifiers contribute to information hiding.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CF754E-F1D0-726D-AE29-772988BC0E6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Access modifiers are used to define how variables can be modified (private vs. public)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Making variables private has developers ensure information is only accessed through the approved means, hiding said information</a:t>
            </a:r>
          </a:p>
        </p:txBody>
      </p:sp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Inheritance – allows us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create a class that inherits existing functionality and properties from another existing class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inherit this term from biology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Once an inherited class is created, we only need to add our modifications onto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0" y="215932"/>
            <a:ext cx="39515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D7E5C-8CF4-1AA9-5CA5-43667957C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5F9E7A8-6000-0100-1D5F-500DC21CB5A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E78980-8ABB-3A52-638E-AF037C1E988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79B34E-5DD0-0119-3127-D66FE8A27BF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0DC521-1010-BA68-13B9-EDCC72577F2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36AFE2-5CB5-9A82-1F2C-C54C5F95111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Parent class – The original class that we are inheriting from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Sometimes called the superclass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Child class – the new class that inherits from the parent class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Sometimes called the subclass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3032E-EBC4-F341-09D3-7CB538817C9B}"/>
              </a:ext>
            </a:extLst>
          </p:cNvPr>
          <p:cNvSpPr/>
          <p:nvPr/>
        </p:nvSpPr>
        <p:spPr>
          <a:xfrm>
            <a:off x="0" y="215932"/>
            <a:ext cx="39515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272526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7AD7F-4930-8933-3D6D-0A41A5D2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BA4862B-8BE8-3AC6-39C5-B0C35274827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41105B-77CA-40E9-0DE6-02854CF5D6B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1E9AC1-CA77-D034-3519-A363427456F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50A0A1-3DA7-5035-443D-6132E673275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A715A-2048-E4A3-FAEB-BD04DB28276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an example of how this might work in a coffee shop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business has a loyalty program, so they want to store customer details in the system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business also has employees that they need to keep data about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08552D-A9CD-5DCC-02F5-FB97453D59AA}"/>
              </a:ext>
            </a:extLst>
          </p:cNvPr>
          <p:cNvSpPr/>
          <p:nvPr/>
        </p:nvSpPr>
        <p:spPr>
          <a:xfrm>
            <a:off x="0" y="215932"/>
            <a:ext cx="39515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INHERITANCE</a:t>
            </a:r>
          </a:p>
        </p:txBody>
      </p:sp>
      <p:pic>
        <p:nvPicPr>
          <p:cNvPr id="5122" name="Picture 2" descr="Rustic Coffee Shop Interior">
            <a:extLst>
              <a:ext uri="{FF2B5EF4-FFF2-40B4-BE49-F238E27FC236}">
                <a16:creationId xmlns:a16="http://schemas.microsoft.com/office/drawing/2014/main" id="{26290EB4-4EC5-6BBE-70DD-6CB2556D0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1365" y="3952487"/>
            <a:ext cx="3890436" cy="259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376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0D9B8-2731-6D96-3818-FF984AE4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0A38474-FACC-0072-8EC9-9AAF0D775D3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EBF873-A18C-87FD-C06D-ACDE20F6C75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4ECD47-39B3-E73C-AF51-272749F0F33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34220E-19C4-102F-5086-336503F1497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C8A37-98CD-2D4F-AD06-397C73152B86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Customers and employees fill very different roles within the system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are some things that customers and employees of the coffee shop might share?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things may be different?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Fill out in your notes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8E7FB3-C44A-8A67-138E-7D65CF0ED0DF}"/>
              </a:ext>
            </a:extLst>
          </p:cNvPr>
          <p:cNvSpPr/>
          <p:nvPr/>
        </p:nvSpPr>
        <p:spPr>
          <a:xfrm>
            <a:off x="0" y="215932"/>
            <a:ext cx="39515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INHERITANCE</a:t>
            </a:r>
          </a:p>
        </p:txBody>
      </p:sp>
      <p:pic>
        <p:nvPicPr>
          <p:cNvPr id="6148" name="Picture 4" descr="94,000+ Coffee Consumers Pictures">
            <a:extLst>
              <a:ext uri="{FF2B5EF4-FFF2-40B4-BE49-F238E27FC236}">
                <a16:creationId xmlns:a16="http://schemas.microsoft.com/office/drawing/2014/main" id="{65A31591-7CDA-A6DE-773B-0861CE056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240" y="3573683"/>
            <a:ext cx="4545755" cy="302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584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58888-101F-D0C1-DA59-FAA098E3D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1E769EE-5239-9C80-BFBA-B8B43858E1C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63934E-8267-CA77-9422-2DB0EE03F90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70D002-5D8F-A77D-F91D-652E266927F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E3AB02-A9FB-E1CB-7417-FAD6809FC8E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18C93-95BC-AC64-3FFB-30AFDB0EE5DB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4E39B9-9462-090E-4A88-F15BBFFEA5FD}"/>
              </a:ext>
            </a:extLst>
          </p:cNvPr>
          <p:cNvSpPr/>
          <p:nvPr/>
        </p:nvSpPr>
        <p:spPr>
          <a:xfrm>
            <a:off x="0" y="215932"/>
            <a:ext cx="39515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INHERITANCE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65E830-42DD-EE9D-7519-E32EDED90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754263"/>
              </p:ext>
            </p:extLst>
          </p:nvPr>
        </p:nvGraphicFramePr>
        <p:xfrm>
          <a:off x="701158" y="2459934"/>
          <a:ext cx="10341381" cy="31911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47127">
                  <a:extLst>
                    <a:ext uri="{9D8B030D-6E8A-4147-A177-3AD203B41FA5}">
                      <a16:colId xmlns:a16="http://schemas.microsoft.com/office/drawing/2014/main" val="341571482"/>
                    </a:ext>
                  </a:extLst>
                </a:gridCol>
                <a:gridCol w="3447127">
                  <a:extLst>
                    <a:ext uri="{9D8B030D-6E8A-4147-A177-3AD203B41FA5}">
                      <a16:colId xmlns:a16="http://schemas.microsoft.com/office/drawing/2014/main" val="2908555761"/>
                    </a:ext>
                  </a:extLst>
                </a:gridCol>
                <a:gridCol w="3447127">
                  <a:extLst>
                    <a:ext uri="{9D8B030D-6E8A-4147-A177-3AD203B41FA5}">
                      <a16:colId xmlns:a16="http://schemas.microsoft.com/office/drawing/2014/main" val="790936736"/>
                    </a:ext>
                  </a:extLst>
                </a:gridCol>
              </a:tblGrid>
              <a:tr h="501924">
                <a:tc>
                  <a:txBody>
                    <a:bodyPr/>
                    <a:lstStyle/>
                    <a:p>
                      <a:r>
                        <a:rPr lang="en-US" dirty="0"/>
                        <a:t>Employee &amp;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243460"/>
                  </a:ext>
                </a:extLst>
              </a:tr>
              <a:tr h="2689272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  <a:p>
                      <a:r>
                        <a:rPr lang="en-US" dirty="0"/>
                        <a:t>Phone Number</a:t>
                      </a:r>
                    </a:p>
                    <a:p>
                      <a:r>
                        <a:rPr lang="en-US" dirty="0"/>
                        <a:t>Email Address</a:t>
                      </a:r>
                    </a:p>
                    <a:p>
                      <a:r>
                        <a:rPr lang="en-US" dirty="0"/>
                        <a:t>Address?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Membership Number</a:t>
                      </a:r>
                    </a:p>
                    <a:p>
                      <a:r>
                        <a:rPr lang="en-US" dirty="0"/>
                        <a:t>Loyalty Points</a:t>
                      </a:r>
                    </a:p>
                    <a:p>
                      <a:r>
                        <a:rPr lang="en-US" dirty="0"/>
                        <a:t>Sign Up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  <a:p>
                      <a:r>
                        <a:rPr lang="en-US" dirty="0"/>
                        <a:t>Bank Account</a:t>
                      </a:r>
                    </a:p>
                    <a:p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925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693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9C8AC-E881-EF29-3B03-6D1A2614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DDFB585-E78C-B2FD-A115-ED4DB8C6DC7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160640-B613-54EA-E6D4-5ACC31841AC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D10EC4-C25E-EE3D-B5C2-C2F47070206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5986E3-EA48-50AE-D095-F62E60D73CE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0AC352-8313-21CC-1946-AB1FFFEEFEFF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this example, customers and employees have different functions in the program, although they share some information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We put this shared information into a ‘Person’ parent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Customer &amp; Employee functionality can be up into separate classes, and these classes will inherit functionality from Person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601CE5-D45C-6D48-86D7-CF1B3D28069D}"/>
              </a:ext>
            </a:extLst>
          </p:cNvPr>
          <p:cNvSpPr/>
          <p:nvPr/>
        </p:nvSpPr>
        <p:spPr>
          <a:xfrm>
            <a:off x="0" y="215932"/>
            <a:ext cx="39515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INHERITANCE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739E40-E1BE-3CF7-020F-14A10624F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039503"/>
              </p:ext>
            </p:extLst>
          </p:nvPr>
        </p:nvGraphicFramePr>
        <p:xfrm>
          <a:off x="1265645" y="4960057"/>
          <a:ext cx="8572803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7601">
                  <a:extLst>
                    <a:ext uri="{9D8B030D-6E8A-4147-A177-3AD203B41FA5}">
                      <a16:colId xmlns:a16="http://schemas.microsoft.com/office/drawing/2014/main" val="341571482"/>
                    </a:ext>
                  </a:extLst>
                </a:gridCol>
                <a:gridCol w="2857601">
                  <a:extLst>
                    <a:ext uri="{9D8B030D-6E8A-4147-A177-3AD203B41FA5}">
                      <a16:colId xmlns:a16="http://schemas.microsoft.com/office/drawing/2014/main" val="2908555761"/>
                    </a:ext>
                  </a:extLst>
                </a:gridCol>
                <a:gridCol w="2857601">
                  <a:extLst>
                    <a:ext uri="{9D8B030D-6E8A-4147-A177-3AD203B41FA5}">
                      <a16:colId xmlns:a16="http://schemas.microsoft.com/office/drawing/2014/main" val="790936736"/>
                    </a:ext>
                  </a:extLst>
                </a:gridCol>
              </a:tblGrid>
              <a:tr h="202754">
                <a:tc>
                  <a:txBody>
                    <a:bodyPr/>
                    <a:lstStyle/>
                    <a:p>
                      <a:r>
                        <a:rPr lang="en-US" dirty="0"/>
                        <a:t>Employee &amp;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243460"/>
                  </a:ext>
                </a:extLst>
              </a:tr>
              <a:tr h="851865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  <a:p>
                      <a:r>
                        <a:rPr lang="en-US" dirty="0"/>
                        <a:t>Phone Number</a:t>
                      </a:r>
                    </a:p>
                    <a:p>
                      <a:r>
                        <a:rPr lang="en-US" dirty="0"/>
                        <a:t>Email Address</a:t>
                      </a:r>
                    </a:p>
                    <a:p>
                      <a:r>
                        <a:rPr lang="en-US" dirty="0"/>
                        <a:t>Address?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Membership Number</a:t>
                      </a:r>
                    </a:p>
                    <a:p>
                      <a:r>
                        <a:rPr lang="en-US" dirty="0"/>
                        <a:t>Loyalty Points</a:t>
                      </a:r>
                    </a:p>
                    <a:p>
                      <a:r>
                        <a:rPr lang="en-US" dirty="0"/>
                        <a:t>Sign Up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  <a:p>
                      <a:r>
                        <a:rPr lang="en-US" dirty="0"/>
                        <a:t>Bank Account</a:t>
                      </a:r>
                    </a:p>
                    <a:p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925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440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031D1-CAAF-2F0D-464B-000CA9944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05ED8E4-281D-F14D-7BF6-CE383734D0D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CBFE70-5D3E-63C0-7848-D30AAC286BF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BB0ED6-610E-CB1C-04F6-04E1C48B91A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90B43C-17A3-C551-413A-0F3547EFE95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6F86AD-51BA-2D87-0F5B-396FD8EAE8D6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this example, Person contains the code for handling name, phone number, email, and home address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Customer inherits all of these, and then adds membership number, loyalty points, and sign up date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Customer inherits everything from person, and adds salary,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BankAccount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and Supervisor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3A9172-0CA7-16C1-12BC-07E26224065E}"/>
              </a:ext>
            </a:extLst>
          </p:cNvPr>
          <p:cNvSpPr/>
          <p:nvPr/>
        </p:nvSpPr>
        <p:spPr>
          <a:xfrm>
            <a:off x="0" y="215932"/>
            <a:ext cx="39515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INHERITANCE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268181-EF40-D937-7C6C-4B748BDF48D1}"/>
              </a:ext>
            </a:extLst>
          </p:cNvPr>
          <p:cNvGraphicFramePr>
            <a:graphicFrameLocks noGrp="1"/>
          </p:cNvGraphicFramePr>
          <p:nvPr/>
        </p:nvGraphicFramePr>
        <p:xfrm>
          <a:off x="1265645" y="4960057"/>
          <a:ext cx="8572803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7601">
                  <a:extLst>
                    <a:ext uri="{9D8B030D-6E8A-4147-A177-3AD203B41FA5}">
                      <a16:colId xmlns:a16="http://schemas.microsoft.com/office/drawing/2014/main" val="341571482"/>
                    </a:ext>
                  </a:extLst>
                </a:gridCol>
                <a:gridCol w="2857601">
                  <a:extLst>
                    <a:ext uri="{9D8B030D-6E8A-4147-A177-3AD203B41FA5}">
                      <a16:colId xmlns:a16="http://schemas.microsoft.com/office/drawing/2014/main" val="2908555761"/>
                    </a:ext>
                  </a:extLst>
                </a:gridCol>
                <a:gridCol w="2857601">
                  <a:extLst>
                    <a:ext uri="{9D8B030D-6E8A-4147-A177-3AD203B41FA5}">
                      <a16:colId xmlns:a16="http://schemas.microsoft.com/office/drawing/2014/main" val="790936736"/>
                    </a:ext>
                  </a:extLst>
                </a:gridCol>
              </a:tblGrid>
              <a:tr h="202754">
                <a:tc>
                  <a:txBody>
                    <a:bodyPr/>
                    <a:lstStyle/>
                    <a:p>
                      <a:r>
                        <a:rPr lang="en-US" dirty="0"/>
                        <a:t>Employee &amp;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243460"/>
                  </a:ext>
                </a:extLst>
              </a:tr>
              <a:tr h="851865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  <a:p>
                      <a:r>
                        <a:rPr lang="en-US" dirty="0"/>
                        <a:t>Phone Number</a:t>
                      </a:r>
                    </a:p>
                    <a:p>
                      <a:r>
                        <a:rPr lang="en-US" dirty="0"/>
                        <a:t>Email Address</a:t>
                      </a:r>
                    </a:p>
                    <a:p>
                      <a:r>
                        <a:rPr lang="en-US" dirty="0"/>
                        <a:t>Address?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Membership Number</a:t>
                      </a:r>
                    </a:p>
                    <a:p>
                      <a:r>
                        <a:rPr lang="en-US" dirty="0"/>
                        <a:t>Loyalty Points</a:t>
                      </a:r>
                    </a:p>
                    <a:p>
                      <a:r>
                        <a:rPr lang="en-US" dirty="0"/>
                        <a:t>Sign Up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  <a:p>
                      <a:r>
                        <a:rPr lang="en-US" dirty="0"/>
                        <a:t>Bank Account</a:t>
                      </a:r>
                    </a:p>
                    <a:p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925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223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A43B6-9345-BBAC-B37D-83C122E3E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3412368-F612-48BB-C236-9012DADA69F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040F1F-5E5F-4909-C580-E51EDC54284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B489BC-260B-625F-53E7-37659C91684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87E420-B1BA-5FB7-CA08-C591B59B453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B6C0B5-A23F-524D-5531-868483807C7E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terms of UML, we can represent it simply as the following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of these boxes could be replaced with a full object UML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C1D40A-06C0-4906-8A92-7E95484AB04F}"/>
              </a:ext>
            </a:extLst>
          </p:cNvPr>
          <p:cNvSpPr/>
          <p:nvPr/>
        </p:nvSpPr>
        <p:spPr>
          <a:xfrm>
            <a:off x="0" y="215932"/>
            <a:ext cx="39515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INHERITANCE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E913BA-FC72-B350-625F-A32E8A654B63}"/>
              </a:ext>
            </a:extLst>
          </p:cNvPr>
          <p:cNvSpPr/>
          <p:nvPr/>
        </p:nvSpPr>
        <p:spPr>
          <a:xfrm>
            <a:off x="3904034" y="2536351"/>
            <a:ext cx="2900790" cy="125306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Person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20E925-A676-D80B-D55F-BEDB9D40B765}"/>
              </a:ext>
            </a:extLst>
          </p:cNvPr>
          <p:cNvSpPr/>
          <p:nvPr/>
        </p:nvSpPr>
        <p:spPr>
          <a:xfrm>
            <a:off x="6427991" y="4760813"/>
            <a:ext cx="2900790" cy="125306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Customer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322B4B-79F0-0CA4-B4B3-6278A40E427E}"/>
              </a:ext>
            </a:extLst>
          </p:cNvPr>
          <p:cNvSpPr/>
          <p:nvPr/>
        </p:nvSpPr>
        <p:spPr>
          <a:xfrm>
            <a:off x="1827107" y="4727575"/>
            <a:ext cx="2900790" cy="125306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Employee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7B01F1-58EE-8EE9-3F9C-29BAE7762E48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3277502" y="3789415"/>
            <a:ext cx="1604741" cy="9381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AF712A-9E76-98EE-A7A0-F98FB0FED2D3}"/>
              </a:ext>
            </a:extLst>
          </p:cNvPr>
          <p:cNvCxnSpPr>
            <a:cxnSpLocks/>
          </p:cNvCxnSpPr>
          <p:nvPr/>
        </p:nvCxnSpPr>
        <p:spPr>
          <a:xfrm flipH="1" flipV="1">
            <a:off x="5764010" y="3789415"/>
            <a:ext cx="2114376" cy="9381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2405E60-B657-9378-CBF9-7ACBD93DED5F}"/>
              </a:ext>
            </a:extLst>
          </p:cNvPr>
          <p:cNvSpPr txBox="1"/>
          <p:nvPr/>
        </p:nvSpPr>
        <p:spPr>
          <a:xfrm flipH="1">
            <a:off x="3372463" y="3916377"/>
            <a:ext cx="72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D57E7-F3AA-AE54-25E5-EE6BB6C297A2}"/>
              </a:ext>
            </a:extLst>
          </p:cNvPr>
          <p:cNvSpPr txBox="1"/>
          <p:nvPr/>
        </p:nvSpPr>
        <p:spPr>
          <a:xfrm flipH="1">
            <a:off x="6775060" y="3916377"/>
            <a:ext cx="72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A </a:t>
            </a:r>
          </a:p>
        </p:txBody>
      </p:sp>
    </p:spTree>
    <p:extLst>
      <p:ext uri="{BB962C8B-B14F-4D97-AF65-F5344CB8AC3E}">
        <p14:creationId xmlns:p14="http://schemas.microsoft.com/office/powerpoint/2010/main" val="3093065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F6AB6-D10E-A26B-69A4-49FD0C6A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93AB776-1BC4-95C8-9F02-4A9B90FB0AC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1FE4CF-3794-1DB8-6049-A1EB44A7395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27D75B-D4C5-5212-D5C1-FDA74B58F38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DF83BC-FB8B-C57D-5A41-3E5EFB3F911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4F669-35EA-3557-F9E5-C44878B74FAE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Here’s the expanded version of that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24FAE5-3285-F1DF-45BC-B7A6D76D9E66}"/>
              </a:ext>
            </a:extLst>
          </p:cNvPr>
          <p:cNvSpPr/>
          <p:nvPr/>
        </p:nvSpPr>
        <p:spPr>
          <a:xfrm>
            <a:off x="0" y="215932"/>
            <a:ext cx="39515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INHERITANCE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B08B37-1267-085A-36AD-9AE9A66CF7A7}"/>
              </a:ext>
            </a:extLst>
          </p:cNvPr>
          <p:cNvCxnSpPr>
            <a:cxnSpLocks/>
          </p:cNvCxnSpPr>
          <p:nvPr/>
        </p:nvCxnSpPr>
        <p:spPr>
          <a:xfrm flipV="1">
            <a:off x="3277502" y="4246379"/>
            <a:ext cx="1356193" cy="48119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8B652C-9CBB-7394-23E9-B2CBD8412F10}"/>
              </a:ext>
            </a:extLst>
          </p:cNvPr>
          <p:cNvCxnSpPr>
            <a:cxnSpLocks/>
          </p:cNvCxnSpPr>
          <p:nvPr/>
        </p:nvCxnSpPr>
        <p:spPr>
          <a:xfrm flipH="1" flipV="1">
            <a:off x="6427991" y="4183832"/>
            <a:ext cx="1450395" cy="5437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28CF176-6AE1-5FC0-F78F-A71EA34ED6A8}"/>
              </a:ext>
            </a:extLst>
          </p:cNvPr>
          <p:cNvSpPr txBox="1"/>
          <p:nvPr/>
        </p:nvSpPr>
        <p:spPr>
          <a:xfrm flipH="1">
            <a:off x="2725629" y="4358243"/>
            <a:ext cx="72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3D8293-FBA1-FD08-849F-4CFA7D4DDF6E}"/>
              </a:ext>
            </a:extLst>
          </p:cNvPr>
          <p:cNvSpPr txBox="1"/>
          <p:nvPr/>
        </p:nvSpPr>
        <p:spPr>
          <a:xfrm flipH="1">
            <a:off x="8031251" y="4246379"/>
            <a:ext cx="72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A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30B231-8E82-5806-8BD0-16CCCDE48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247499"/>
              </p:ext>
            </p:extLst>
          </p:nvPr>
        </p:nvGraphicFramePr>
        <p:xfrm>
          <a:off x="3454531" y="1842897"/>
          <a:ext cx="4064000" cy="2269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4328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1196841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phone: string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email: string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address: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4328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string)</a:t>
                      </a:r>
                    </a:p>
                    <a:p>
                      <a:pPr algn="ctr"/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3A25DF-C5D9-5BFB-7A5C-9A288F58D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051972"/>
              </p:ext>
            </p:extLst>
          </p:nvPr>
        </p:nvGraphicFramePr>
        <p:xfrm>
          <a:off x="41185" y="4777177"/>
          <a:ext cx="5760273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273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Employee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membership: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points: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signup: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string, int, int, string)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C928AB-6E53-6D4A-E9A7-D03ECCF83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172743"/>
              </p:ext>
            </p:extLst>
          </p:nvPr>
        </p:nvGraphicFramePr>
        <p:xfrm>
          <a:off x="6016196" y="4772097"/>
          <a:ext cx="609889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8890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salary: float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 err="1"/>
                        <a:t>bankAccount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supervisor: 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string, float, int, string)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702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F6599-53EC-9423-D896-81EAA16E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F950E80-8CD8-CD6E-AFB6-AC71A4436AF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1DA684-BA95-BAB8-C7A0-A5168C22745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CD3EDF-3938-3A06-78E9-CA042715FD7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214126-84D0-7500-2674-FCEF359EEE5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627B4F-B827-D958-CA2A-A269D4CB695D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let’s implement it!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95FD7-BE5A-D08F-DFDE-9C733391C5AF}"/>
              </a:ext>
            </a:extLst>
          </p:cNvPr>
          <p:cNvSpPr/>
          <p:nvPr/>
        </p:nvSpPr>
        <p:spPr>
          <a:xfrm>
            <a:off x="0" y="215932"/>
            <a:ext cx="39515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INHERITANCE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880B9D-1A90-7B9A-9100-D506DF3F2E9E}"/>
              </a:ext>
            </a:extLst>
          </p:cNvPr>
          <p:cNvCxnSpPr>
            <a:cxnSpLocks/>
          </p:cNvCxnSpPr>
          <p:nvPr/>
        </p:nvCxnSpPr>
        <p:spPr>
          <a:xfrm flipV="1">
            <a:off x="3277502" y="4246379"/>
            <a:ext cx="1356193" cy="48119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EDAA28-67CD-EB12-FD3C-7286159A3C7D}"/>
              </a:ext>
            </a:extLst>
          </p:cNvPr>
          <p:cNvCxnSpPr>
            <a:cxnSpLocks/>
          </p:cNvCxnSpPr>
          <p:nvPr/>
        </p:nvCxnSpPr>
        <p:spPr>
          <a:xfrm flipH="1" flipV="1">
            <a:off x="6427991" y="4183832"/>
            <a:ext cx="1450395" cy="5437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5A93E8-922E-9B00-E27A-EF17E3869D87}"/>
              </a:ext>
            </a:extLst>
          </p:cNvPr>
          <p:cNvSpPr txBox="1"/>
          <p:nvPr/>
        </p:nvSpPr>
        <p:spPr>
          <a:xfrm flipH="1">
            <a:off x="2725629" y="4358243"/>
            <a:ext cx="72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23C315-A63C-A0DF-A1B6-58B081C5F00F}"/>
              </a:ext>
            </a:extLst>
          </p:cNvPr>
          <p:cNvSpPr txBox="1"/>
          <p:nvPr/>
        </p:nvSpPr>
        <p:spPr>
          <a:xfrm flipH="1">
            <a:off x="8031251" y="4246379"/>
            <a:ext cx="728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A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E19B20-386A-BFB3-06FA-79D89139D007}"/>
              </a:ext>
            </a:extLst>
          </p:cNvPr>
          <p:cNvGraphicFramePr>
            <a:graphicFrameLocks noGrp="1"/>
          </p:cNvGraphicFramePr>
          <p:nvPr/>
        </p:nvGraphicFramePr>
        <p:xfrm>
          <a:off x="3454531" y="1842897"/>
          <a:ext cx="4064000" cy="2269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4328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1196841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phone: string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email: string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address: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4328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string)</a:t>
                      </a:r>
                    </a:p>
                    <a:p>
                      <a:pPr algn="ctr"/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B9D2DC-E20A-FF99-F9C0-51E84D524D54}"/>
              </a:ext>
            </a:extLst>
          </p:cNvPr>
          <p:cNvGraphicFramePr>
            <a:graphicFrameLocks noGrp="1"/>
          </p:cNvGraphicFramePr>
          <p:nvPr/>
        </p:nvGraphicFramePr>
        <p:xfrm>
          <a:off x="41185" y="4777177"/>
          <a:ext cx="5760273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273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Employee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membership: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points: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signup: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string, int, int, string)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4193CDB-ECDD-AA68-C4BD-EC06A75B2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474588"/>
              </p:ext>
            </p:extLst>
          </p:nvPr>
        </p:nvGraphicFramePr>
        <p:xfrm>
          <a:off x="6016196" y="4772097"/>
          <a:ext cx="609889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8890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salary: float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 err="1"/>
                        <a:t>bankAccount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supervisor: 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string, float, int, string)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145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87BF1-B3E0-FE19-C1AA-1F21152C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8D7E583-D4BE-D906-8C45-8F23DAB19B0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E6A0BA-1F5B-D553-1864-CD2AB15327E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FC329E-FEF3-BC28-0356-DC87CDE3FF8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C194D4-33EB-1931-14C5-C0BD1E0AC42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0BC9AE-F236-9919-B62E-4897205FB509}"/>
              </a:ext>
            </a:extLst>
          </p:cNvPr>
          <p:cNvSpPr/>
          <p:nvPr/>
        </p:nvSpPr>
        <p:spPr>
          <a:xfrm>
            <a:off x="583470" y="1299788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First, the Person class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a totally standard class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are just creating a constructor and a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57D159-1656-353D-476B-B31CC7C2DC87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EF9759-CBB2-651F-D976-5DF0435991E1}"/>
              </a:ext>
            </a:extLst>
          </p:cNvPr>
          <p:cNvSpPr/>
          <p:nvPr/>
        </p:nvSpPr>
        <p:spPr>
          <a:xfrm>
            <a:off x="100949" y="3717853"/>
            <a:ext cx="8000832" cy="298133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Person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._phone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._email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._address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"Person: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0D98C0-A415-CBE6-7CE8-23BC261A3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722391"/>
              </p:ext>
            </p:extLst>
          </p:nvPr>
        </p:nvGraphicFramePr>
        <p:xfrm>
          <a:off x="7465391" y="3721718"/>
          <a:ext cx="4064000" cy="2269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4328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1196841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name: string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phone: string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email: string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address: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4328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string)</a:t>
                      </a:r>
                    </a:p>
                    <a:p>
                      <a:pPr algn="ctr"/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20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79621-1C17-99E1-46A0-A62BABC3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3421E21-7590-4404-7ED9-D74DCB884A8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7E6F6C-D19E-3937-E9C8-556CD9FCAF7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F68862-C295-25BA-CEDC-F3A04120F29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4BDDDF-3590-071A-A03B-E5A10325879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E01B0E-5829-8073-82F3-82841F4EBBF6}"/>
              </a:ext>
            </a:extLst>
          </p:cNvPr>
          <p:cNvSpPr/>
          <p:nvPr/>
        </p:nvSpPr>
        <p:spPr>
          <a:xfrm>
            <a:off x="583470" y="1299788"/>
            <a:ext cx="696105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Next, we need to look at doing the Customer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Note that we say Customer inherits from Person in the class 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91224-4443-F05C-599E-27FA0E8115F9}"/>
              </a:ext>
            </a:extLst>
          </p:cNvPr>
          <p:cNvSpPr/>
          <p:nvPr/>
        </p:nvSpPr>
        <p:spPr>
          <a:xfrm>
            <a:off x="100948" y="3717853"/>
            <a:ext cx="11507581" cy="298133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(Person):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membership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signup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super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().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._membership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membership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._points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._signup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signup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"Customer: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has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points."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0C2B4B-803C-06EF-D4AC-667F59C59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259857"/>
              </p:ext>
            </p:extLst>
          </p:nvPr>
        </p:nvGraphicFramePr>
        <p:xfrm>
          <a:off x="7768044" y="2119849"/>
          <a:ext cx="4064000" cy="223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34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950011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salary: float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 err="1"/>
                        <a:t>bankAccount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supervisor: 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7258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string, float, int, string)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1DBD8B9-4F38-F488-94C9-18D12792F3B6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891340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054FF-0A1E-5D8E-B3A1-59E42B892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CD745C0-8E7B-192E-8260-F8EDB2E80CB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7D214E-3E4C-2387-5EF4-19D98603CCC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193D1F-E70F-C5E2-6D49-D5131E71187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4C515B-46A5-CC08-B982-602C8067068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6855D3-446C-8CBC-761F-9C4D2BE17BB1}"/>
              </a:ext>
            </a:extLst>
          </p:cNvPr>
          <p:cNvSpPr/>
          <p:nvPr/>
        </p:nvSpPr>
        <p:spPr>
          <a:xfrm>
            <a:off x="583470" y="1299788"/>
            <a:ext cx="696105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constructor for this one looks pretty rough, but let’s break it down step by step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FEE75-D47F-D60B-D318-2BEFA74995BD}"/>
              </a:ext>
            </a:extLst>
          </p:cNvPr>
          <p:cNvSpPr/>
          <p:nvPr/>
        </p:nvSpPr>
        <p:spPr>
          <a:xfrm>
            <a:off x="100948" y="3717853"/>
            <a:ext cx="11507581" cy="298133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(Person):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membership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signup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super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().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._membership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membership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._points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._signup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signup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"Customer: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has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points."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31EE1D-2001-4D93-3C9C-3DA6078EA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09081"/>
              </p:ext>
            </p:extLst>
          </p:nvPr>
        </p:nvGraphicFramePr>
        <p:xfrm>
          <a:off x="7768044" y="2119849"/>
          <a:ext cx="4064000" cy="223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34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950011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salary: float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 err="1"/>
                        <a:t>bankAccount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supervisor: 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7258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string, float, int, string)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60E0792-92EA-06AA-2ADF-A72DA9AB219F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2032976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63DD0D-B8E2-D7B3-F3A0-0D49E813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FDE1F90-30D3-AE65-BD6E-26F882B167C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07D096-152F-699B-9008-A179E540C46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DD0DBD-3CD7-67CC-6C8B-196FC84BEB7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1053FF-EC08-0259-E3E3-5DCACC73353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3C2782-5285-18D6-9281-D64C36DCBF22}"/>
              </a:ext>
            </a:extLst>
          </p:cNvPr>
          <p:cNvSpPr/>
          <p:nvPr/>
        </p:nvSpPr>
        <p:spPr>
          <a:xfrm>
            <a:off x="246148" y="1299788"/>
            <a:ext cx="75218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take in the parameters for both the Customer and the Person it inherits from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we pass the Person’s parameters to the Person class constructor using super()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A6DD99-BA5B-856A-647D-C3D5863D49D0}"/>
              </a:ext>
            </a:extLst>
          </p:cNvPr>
          <p:cNvSpPr/>
          <p:nvPr/>
        </p:nvSpPr>
        <p:spPr>
          <a:xfrm>
            <a:off x="100948" y="3717853"/>
            <a:ext cx="11507581" cy="298133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(Person):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membership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signup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super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().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._membership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membership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._points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._signup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signup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"Customer: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has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points."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32D022-57E0-A39E-328B-EC388338E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823448"/>
              </p:ext>
            </p:extLst>
          </p:nvPr>
        </p:nvGraphicFramePr>
        <p:xfrm>
          <a:off x="7913244" y="2025061"/>
          <a:ext cx="4064000" cy="223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34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950011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salary: float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 err="1"/>
                        <a:t>bankAccount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supervisor: 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7258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string, float, int, string)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77B4B2E-7144-990B-3A44-2C3201FBD7B4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3120758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CA36F-2611-95CF-08E6-ECDBC44CD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69D9CD0-311D-4D00-E68E-1F08CF43A6E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A0DAB2-E570-612F-AD46-4B07EEDA6FB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83823A-6DD0-AEEC-0703-8EE510C8234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FF2DB8-6CFE-A561-742C-08B8E7C9F86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22AA36-409B-5116-665C-27CB6E2B0852}"/>
              </a:ext>
            </a:extLst>
          </p:cNvPr>
          <p:cNvSpPr/>
          <p:nvPr/>
        </p:nvSpPr>
        <p:spPr>
          <a:xfrm>
            <a:off x="246148" y="1299788"/>
            <a:ext cx="75218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From there, we can treat it like any other constructor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we can still access variables from the parent class, like name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CB5FF7-4DFA-CB5B-5C63-422C4C043ACC}"/>
              </a:ext>
            </a:extLst>
          </p:cNvPr>
          <p:cNvSpPr/>
          <p:nvPr/>
        </p:nvSpPr>
        <p:spPr>
          <a:xfrm>
            <a:off x="100948" y="3717853"/>
            <a:ext cx="11507581" cy="298133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Customer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(Person):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membership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signup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super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().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._membership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membership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._points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._signup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signup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"Customer: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has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points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points."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7A216B-E2A9-047A-B1B3-3451D46B6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952316"/>
              </p:ext>
            </p:extLst>
          </p:nvPr>
        </p:nvGraphicFramePr>
        <p:xfrm>
          <a:off x="7913244" y="2025061"/>
          <a:ext cx="4064000" cy="223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34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950011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salary: float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 err="1"/>
                        <a:t>bankAccount</a:t>
                      </a:r>
                      <a:r>
                        <a:rPr lang="en-US" dirty="0"/>
                        <a:t>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supervisor: 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7258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string, float, int, string)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E768890-AFB3-6981-C932-4E59CD1395AB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1230130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AF423-7111-283E-59C2-F7F48CEC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0EEFAB1-4D70-8901-24B0-719AB93CA79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8D6B4D-6895-422B-184D-27839C7FBD9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F8EEAC-58B3-F2E9-11C3-A66CA99E174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2E4F94-8E26-F58B-861F-6C5EAB200CB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FE17AD-361E-A68C-E299-258820DD587C}"/>
              </a:ext>
            </a:extLst>
          </p:cNvPr>
          <p:cNvSpPr/>
          <p:nvPr/>
        </p:nvSpPr>
        <p:spPr>
          <a:xfrm>
            <a:off x="246148" y="1299788"/>
            <a:ext cx="75218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From here, it’s the same thing for Employee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Just make sure when you copy/paste you change the variables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0181B-FFC8-5195-8BD8-0ABCFB2949A3}"/>
              </a:ext>
            </a:extLst>
          </p:cNvPr>
          <p:cNvSpPr/>
          <p:nvPr/>
        </p:nvSpPr>
        <p:spPr>
          <a:xfrm>
            <a:off x="100948" y="3717853"/>
            <a:ext cx="11835129" cy="298133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1800" b="1" dirty="0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Employee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(Person):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salary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supervisor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super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().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._salary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salary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._supervisor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supervisor</a:t>
            </a: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"Employee: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earns $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._salary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D7A36C-3F2C-5680-708B-6D98160B2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996544"/>
              </p:ext>
            </p:extLst>
          </p:nvPr>
        </p:nvGraphicFramePr>
        <p:xfrm>
          <a:off x="7913244" y="2025061"/>
          <a:ext cx="4064000" cy="2230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4872079"/>
                    </a:ext>
                  </a:extLst>
                </a:gridCol>
              </a:tblGrid>
              <a:tr h="3436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Employee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591904"/>
                  </a:ext>
                </a:extLst>
              </a:tr>
              <a:tr h="950011"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membership: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points: int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dirty="0"/>
                        <a:t>signup: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198372"/>
                  </a:ext>
                </a:extLst>
              </a:tr>
              <a:tr h="7258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 __</a:t>
                      </a:r>
                      <a:r>
                        <a:rPr lang="en-US" dirty="0" err="1"/>
                        <a:t>init</a:t>
                      </a:r>
                      <a:r>
                        <a:rPr lang="en-US" dirty="0"/>
                        <a:t>__(string, string, string, string, int, int, string)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+__str__():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12272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1D8A431-6734-E393-4F7E-C97F4D6738DC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597014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4BE0C-EEBF-EC5B-5736-EB2910E03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FD1CDA3-EDF4-F402-E033-5397C5C4C2E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F16FF4-2E15-2AA4-166D-E6689FF61CA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DE9ECD-3747-E92C-6610-EF0C2CE671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98D781-744E-9808-FC1A-978C3A9D062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8F9F08-0C99-C67E-D8CC-D3388830FC64}"/>
              </a:ext>
            </a:extLst>
          </p:cNvPr>
          <p:cNvSpPr/>
          <p:nvPr/>
        </p:nvSpPr>
        <p:spPr>
          <a:xfrm>
            <a:off x="246148" y="1299788"/>
            <a:ext cx="75218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Just as with OOP, inheritance isn’t the solution to everything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Only use these in true situations where you have a “IS A” relationship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801B-3DA8-FB9B-6820-D841899CC3C1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601652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E42AF-9A3F-0AFE-C5E1-E3B1DF8C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124AB8A-747F-0A13-9E7A-EC5074378B7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FDB85F-DAD4-C0DB-1C92-92F3309420D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3A2DAD7-4249-876B-90E4-1161CDF9EB3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241BC3B-FDA5-C147-A2F8-8BF9E5E9A46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9AB5C5-915E-8795-C6B3-61D5C86136BE}"/>
              </a:ext>
            </a:extLst>
          </p:cNvPr>
          <p:cNvSpPr/>
          <p:nvPr/>
        </p:nvSpPr>
        <p:spPr>
          <a:xfrm>
            <a:off x="246148" y="1299788"/>
            <a:ext cx="75218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would we do something like this in a relational database?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B52A03-B3C4-5932-F77F-727913C76127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2175245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E748E7-D36D-201E-17D9-1012D863D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AED9A34-1957-FD5A-4D71-497957B5697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B7BBA8-C56D-4F79-79D7-4D3BB80ECBE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7B58FC-C946-2F28-36F4-75D0729E0B9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E1F053-CB0A-A245-7886-68ADCDC8870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98AEC1-DDF3-EB5D-53E0-531BF6CBA2A2}"/>
              </a:ext>
            </a:extLst>
          </p:cNvPr>
          <p:cNvSpPr/>
          <p:nvPr/>
        </p:nvSpPr>
        <p:spPr>
          <a:xfrm>
            <a:off x="246148" y="1299788"/>
            <a:ext cx="75218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would we do something like this in a relational database?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can’t, really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a type of relationship that OOP does better than a Relational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A001D3-A595-A1F8-4E2C-5CDBF71D4AF0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912389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0E042-71A9-B882-AC7A-4A81DAC0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DEF606C-10A8-2AA3-F743-8DA8CE3A52B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4CB356-DA15-FF20-EF47-A3957C145CB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3B8ED7-50A1-3AF9-5342-95017DEDE04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3E780B-CC45-8830-926A-4C0B01F56BD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4BC545-3E3F-357E-8F63-E67106ED0C02}"/>
              </a:ext>
            </a:extLst>
          </p:cNvPr>
          <p:cNvSpPr/>
          <p:nvPr/>
        </p:nvSpPr>
        <p:spPr>
          <a:xfrm>
            <a:off x="246148" y="1299788"/>
            <a:ext cx="75218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was the most difficult type of relationship to implement in a relational database?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332D26-32A0-D9C6-BF9E-9A56F91A2558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570821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ABA33-E5B4-BAFA-AB98-C3D8A7A0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880796A-E2EA-347C-9EFC-C4CD5A45261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3AB6DC-F3D9-68E8-371C-E079AD20776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518090-2FF0-2D86-0605-EF6F379E0D2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C59164-90A3-7885-2E17-390D0A4498B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01C917-38CC-A6A3-2FC5-6FF44DD1254A}"/>
              </a:ext>
            </a:extLst>
          </p:cNvPr>
          <p:cNvSpPr/>
          <p:nvPr/>
        </p:nvSpPr>
        <p:spPr>
          <a:xfrm>
            <a:off x="246148" y="1299788"/>
            <a:ext cx="75218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said ‘many-to-many’, I agree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could we solve this in an OOP program without a joining table?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741BDA-34B0-C160-9F75-BE3913EAAD71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1724782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F7D27-60A8-E01C-F74E-81C816BA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5C14026-ABE3-3F4E-28A7-95F197E6501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538C8A-AAFE-8C8A-9146-653A8CABD70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FCF7A3-C4A5-466F-D2A6-B7C8294C81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EA2CBC-4527-8CEA-E38E-1CE410D4677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9F6C22-8F38-DDCD-B002-2ECCE12AEB20}"/>
              </a:ext>
            </a:extLst>
          </p:cNvPr>
          <p:cNvSpPr/>
          <p:nvPr/>
        </p:nvSpPr>
        <p:spPr>
          <a:xfrm>
            <a:off x="246148" y="1299788"/>
            <a:ext cx="75218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could have a list inside of a class, allowing many objects to be mapped to many objects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90E68F-2BFE-9BF1-74E2-5AC5D92D7DFA}"/>
              </a:ext>
            </a:extLst>
          </p:cNvPr>
          <p:cNvSpPr/>
          <p:nvPr/>
        </p:nvSpPr>
        <p:spPr>
          <a:xfrm>
            <a:off x="-320103" y="258428"/>
            <a:ext cx="77560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INHERITANCE</a:t>
            </a:r>
          </a:p>
        </p:txBody>
      </p:sp>
    </p:spTree>
    <p:extLst>
      <p:ext uri="{BB962C8B-B14F-4D97-AF65-F5344CB8AC3E}">
        <p14:creationId xmlns:p14="http://schemas.microsoft.com/office/powerpoint/2010/main" val="330215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B22F4-6314-FF79-6D42-A44C6DB3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EC08DCC-1AC5-CFDF-617E-19551FA4477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713EBC-9E5A-6AC5-7029-7E231E1231A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D7ED2E-C7F1-EB7D-53BA-ED9961E1AB5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0CD7D2-099D-3AFB-5E5D-FD30AEE97E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A7C184-A9BE-468A-A530-6840E7B3B98D}"/>
              </a:ext>
            </a:extLst>
          </p:cNvPr>
          <p:cNvSpPr/>
          <p:nvPr/>
        </p:nvSpPr>
        <p:spPr>
          <a:xfrm>
            <a:off x="246148" y="1299788"/>
            <a:ext cx="75218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Polymorphism – how related objects can perform the same task or interaction in a different way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Polymorphism, a child class overrides a variable or function from a parent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F5A793-1138-BCF7-3BBD-908E5C7EBBB6}"/>
              </a:ext>
            </a:extLst>
          </p:cNvPr>
          <p:cNvSpPr/>
          <p:nvPr/>
        </p:nvSpPr>
        <p:spPr>
          <a:xfrm>
            <a:off x="-36977" y="215932"/>
            <a:ext cx="442146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3807895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7D775-BE71-AC04-D047-9B04A3EB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61118B3-3D58-4B5B-1D43-746CBBCC236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B73BE0-37E8-3D15-6B71-D7A6D910768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4E5B54-6130-2ED5-7E21-BE7C419D48A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8BA53C-B400-B916-2FBD-169D97F8A4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8CA350-12D1-51F3-5A91-DEF6F7BC4B65}"/>
              </a:ext>
            </a:extLst>
          </p:cNvPr>
          <p:cNvSpPr/>
          <p:nvPr/>
        </p:nvSpPr>
        <p:spPr>
          <a:xfrm>
            <a:off x="246148" y="1299788"/>
            <a:ext cx="11445110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actually already have an example in our code from earlier –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function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Here are the 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 functions from Person and Employee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They have the same function name, but are different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343AAE-1F99-5F7F-81EA-9B0A02A66AA6}"/>
              </a:ext>
            </a:extLst>
          </p:cNvPr>
          <p:cNvSpPr/>
          <p:nvPr/>
        </p:nvSpPr>
        <p:spPr>
          <a:xfrm>
            <a:off x="-36977" y="215932"/>
            <a:ext cx="442146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POLYMORPHISM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8A142C-12AE-4E6C-DACB-44B9439F79E2}"/>
              </a:ext>
            </a:extLst>
          </p:cNvPr>
          <p:cNvSpPr/>
          <p:nvPr/>
        </p:nvSpPr>
        <p:spPr>
          <a:xfrm>
            <a:off x="100948" y="3717853"/>
            <a:ext cx="11835129" cy="298133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"Employee: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earns $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._salary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dirty="0">
              <a:solidFill>
                <a:srgbClr val="A8AFB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B200B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"Person: " 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dirty="0" err="1">
                <a:solidFill>
                  <a:srgbClr val="94558D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375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D6601-BD00-0459-356D-F74F6EFD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30CE0D0-94DE-A9B9-5664-889FD29B35C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0D62C01-F6BA-22B3-853C-ACD46548217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1036C5-3722-F06E-570D-A130561BCA2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D49C5C-3DDB-84EE-7740-2F3581EC4DE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1F7BCE-FC80-054A-FFF7-F1DEC2B3EFED}"/>
              </a:ext>
            </a:extLst>
          </p:cNvPr>
          <p:cNvSpPr/>
          <p:nvPr/>
        </p:nvSpPr>
        <p:spPr>
          <a:xfrm>
            <a:off x="246148" y="1299788"/>
            <a:ext cx="11445110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call the function on an Employee, it will call the top version of the function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call the function on a Person that is neither an Employee or a Customer, it will call the bottom function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9485D4-1F6F-18F5-1983-514E7FE6D55A}"/>
              </a:ext>
            </a:extLst>
          </p:cNvPr>
          <p:cNvSpPr/>
          <p:nvPr/>
        </p:nvSpPr>
        <p:spPr>
          <a:xfrm>
            <a:off x="-36977" y="215932"/>
            <a:ext cx="442146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POLYMORPHISM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1AB783-6ACE-63DD-F437-D90C86F6B86B}"/>
              </a:ext>
            </a:extLst>
          </p:cNvPr>
          <p:cNvSpPr/>
          <p:nvPr/>
        </p:nvSpPr>
        <p:spPr>
          <a:xfrm>
            <a:off x="100948" y="3717853"/>
            <a:ext cx="11835129" cy="298133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"Employee: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earns $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._salary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dirty="0">
              <a:solidFill>
                <a:srgbClr val="A8AFB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B200B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"Person: " 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dirty="0" err="1">
                <a:solidFill>
                  <a:srgbClr val="94558D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527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0B9F35-A894-D666-93C7-E5074B083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C43C9C4-4F52-2B5B-DBFE-BBEAD250BB3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990348-31BC-3DE1-20EE-90A8B46F6EF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BADED4-B4DC-87A8-08FE-1B317325B68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3E5C75-9D0B-67FC-EDB6-975FD9A4C68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20D6F5-6377-B245-C991-9AD2D73D9D59}"/>
              </a:ext>
            </a:extLst>
          </p:cNvPr>
          <p:cNvSpPr/>
          <p:nvPr/>
        </p:nvSpPr>
        <p:spPr>
          <a:xfrm>
            <a:off x="246148" y="1299788"/>
            <a:ext cx="11445110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we didn’t define 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 for the Customer or Employee, it would default to call the version of 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 from the Person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8FC82E-C40C-A289-3AC2-E432A73E81F5}"/>
              </a:ext>
            </a:extLst>
          </p:cNvPr>
          <p:cNvSpPr/>
          <p:nvPr/>
        </p:nvSpPr>
        <p:spPr>
          <a:xfrm>
            <a:off x="-36977" y="215932"/>
            <a:ext cx="442146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POLYMORPHISM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B52DC6-856A-58A2-6132-8617C23CA617}"/>
              </a:ext>
            </a:extLst>
          </p:cNvPr>
          <p:cNvSpPr/>
          <p:nvPr/>
        </p:nvSpPr>
        <p:spPr>
          <a:xfrm>
            <a:off x="100948" y="3717853"/>
            <a:ext cx="11835129" cy="298133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b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"Employee: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earns $ "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._salary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dirty="0">
              <a:solidFill>
                <a:srgbClr val="A8AFB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675B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B200B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"Person: " </a:t>
            </a:r>
            <a:r>
              <a:rPr lang="en-US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dirty="0" err="1">
                <a:solidFill>
                  <a:srgbClr val="94558D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._name</a:t>
            </a:r>
            <a:endParaRPr lang="en-US" sz="1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3878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A061F-8179-27F7-2E8C-037DF0299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FDD72BC-B961-A2B7-ED92-56475895BB9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49B2AE-2D05-BD8C-19A6-8FAEC72DE92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85AF0D-9270-6C2B-D7F0-5AC51415667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37045A-83D5-35B0-3E5C-DF25729CEFD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9BAD37-1D2D-1795-F803-381BFBFDC758}"/>
              </a:ext>
            </a:extLst>
          </p:cNvPr>
          <p:cNvSpPr/>
          <p:nvPr/>
        </p:nvSpPr>
        <p:spPr>
          <a:xfrm>
            <a:off x="246148" y="1299788"/>
            <a:ext cx="11445110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Test the code by doing the following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33BE2C-F181-9BCA-3B69-6019E44F4C84}"/>
              </a:ext>
            </a:extLst>
          </p:cNvPr>
          <p:cNvSpPr/>
          <p:nvPr/>
        </p:nvSpPr>
        <p:spPr>
          <a:xfrm>
            <a:off x="-412535" y="196618"/>
            <a:ext cx="831556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POLYMORPHISM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9C928F-CF16-9737-1DD2-69AD380A77EF}"/>
              </a:ext>
            </a:extLst>
          </p:cNvPr>
          <p:cNvSpPr/>
          <p:nvPr/>
        </p:nvSpPr>
        <p:spPr>
          <a:xfrm>
            <a:off x="100948" y="3717853"/>
            <a:ext cx="11011981" cy="2981337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datetime </a:t>
            </a:r>
            <a:r>
              <a:rPr lang="en-US" sz="1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datetime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 = Person(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"Jay"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"555 5555"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"jay@jj.com"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"2312 Address Lane"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 = Customer(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"Kyle"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"444 4444"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"kyle@gmail.com"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"3232, Kyle's House Road"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datetime.now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 = Employee(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Impy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"333 3333"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"impy@yahoo.com"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"920 Drive"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75000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"234-341-234"</a:t>
            </a:r>
            <a:r>
              <a:rPr lang="en-US" sz="1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(p)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(c)</a:t>
            </a:r>
            <a:b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546313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D0C8E-4BB2-541E-E9BC-768492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C48E17D-0201-7BA6-9E3F-9D7E6B191A6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58651F4-9454-7D8C-B6F4-36596687988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B9C3FD-7B2F-0A6B-7BEF-B284B46282F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23C1BD-F86B-28CE-565B-939829AF2ED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2B0760-8F51-7EAC-2DD1-A09AD5BF5F57}"/>
              </a:ext>
            </a:extLst>
          </p:cNvPr>
          <p:cNvSpPr/>
          <p:nvPr/>
        </p:nvSpPr>
        <p:spPr>
          <a:xfrm>
            <a:off x="246148" y="1299788"/>
            <a:ext cx="11445110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 cases: game design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Game possesses multiple bots to play against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generic bot could have a random move strategy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specialized bot could override this function to do a more complex strategy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50FA6-01A6-F55D-2A48-418FA79DF8B4}"/>
              </a:ext>
            </a:extLst>
          </p:cNvPr>
          <p:cNvSpPr/>
          <p:nvPr/>
        </p:nvSpPr>
        <p:spPr>
          <a:xfrm>
            <a:off x="-412535" y="196618"/>
            <a:ext cx="831556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POLYMORPHISM</a:t>
            </a:r>
          </a:p>
        </p:txBody>
      </p:sp>
    </p:spTree>
    <p:extLst>
      <p:ext uri="{BB962C8B-B14F-4D97-AF65-F5344CB8AC3E}">
        <p14:creationId xmlns:p14="http://schemas.microsoft.com/office/powerpoint/2010/main" val="1629978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F5F39-7454-A6EB-E329-9270A139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3290F06-004D-93A3-F081-ACFC4B6371A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0562E1-9DA1-D2B4-35D0-9394D746DA9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067009-CD8D-4B0E-50BE-D10A18258DE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3FB00E-AB05-6BB0-AB4A-341FE50D0DC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B35210-B1E5-E451-6D03-978B5763EC91}"/>
              </a:ext>
            </a:extLst>
          </p:cNvPr>
          <p:cNvSpPr/>
          <p:nvPr/>
        </p:nvSpPr>
        <p:spPr>
          <a:xfrm>
            <a:off x="246148" y="1299788"/>
            <a:ext cx="11445110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 cases: in a program with UI, input boxes are used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Core functionality can be written once, and inheritance can be used to modify it for specific purposes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PasswordInput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DateInput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FileInput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EmailInput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etc.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32B3DA-270E-06FF-E791-4E73DEDAFDA4}"/>
              </a:ext>
            </a:extLst>
          </p:cNvPr>
          <p:cNvSpPr/>
          <p:nvPr/>
        </p:nvSpPr>
        <p:spPr>
          <a:xfrm>
            <a:off x="-412535" y="196618"/>
            <a:ext cx="831556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POLYMORPHISM</a:t>
            </a:r>
          </a:p>
        </p:txBody>
      </p:sp>
    </p:spTree>
    <p:extLst>
      <p:ext uri="{BB962C8B-B14F-4D97-AF65-F5344CB8AC3E}">
        <p14:creationId xmlns:p14="http://schemas.microsoft.com/office/powerpoint/2010/main" val="2565107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359EA-3142-9D79-A529-1367AD17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53CC9B6-4250-8E8B-D701-CC4E525C420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8A3ED3-A30D-7782-A5F4-63B396AEF5D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2AA3ED-2088-213B-C5FC-B23AAC6ECC2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9B39ED-0187-8E60-CB26-CB70E956697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501EDB-6D83-CB5A-FDE1-0CDDA4BB13E3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Good job getting through, no Lab today, this one was quite long!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B0452-1F7F-2924-0358-F99F0416B920}"/>
              </a:ext>
            </a:extLst>
          </p:cNvPr>
          <p:cNvSpPr/>
          <p:nvPr/>
        </p:nvSpPr>
        <p:spPr>
          <a:xfrm>
            <a:off x="0" y="129275"/>
            <a:ext cx="331469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GOOD WORK</a:t>
            </a:r>
          </a:p>
        </p:txBody>
      </p:sp>
    </p:spTree>
    <p:extLst>
      <p:ext uri="{BB962C8B-B14F-4D97-AF65-F5344CB8AC3E}">
        <p14:creationId xmlns:p14="http://schemas.microsoft.com/office/powerpoint/2010/main" val="10260282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Inheritance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Polymorphism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Overriding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Child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Superclass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Subclass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A Relationship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37818</TotalTime>
  <Words>2180</Words>
  <Application>Microsoft Office PowerPoint</Application>
  <PresentationFormat>Widescreen</PresentationFormat>
  <Paragraphs>262</Paragraphs>
  <Slides>35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33</cp:revision>
  <dcterms:created xsi:type="dcterms:W3CDTF">2025-08-11T14:07:39Z</dcterms:created>
  <dcterms:modified xsi:type="dcterms:W3CDTF">2026-02-27T21:45:53Z</dcterms:modified>
</cp:coreProperties>
</file>