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96" r:id="rId6"/>
    <p:sldId id="261" r:id="rId7"/>
    <p:sldId id="310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BC0DC-D080-45E6-8901-A58E75A476BC}" v="23" dt="2025-08-15T19:56:06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80" d="100"/>
          <a:sy n="80" d="100"/>
        </p:scale>
        <p:origin x="5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337BC0DC-D080-45E6-8901-A58E75A476BC}"/>
    <pc:docChg chg="undo redo custSel addSld delSld modSld sldOrd">
      <pc:chgData name="Michael Hill" userId="41dba03d-e58d-4389-9894-554c10310ba4" providerId="ADAL" clId="{337BC0DC-D080-45E6-8901-A58E75A476BC}" dt="2025-08-15T20:23:07.170" v="5152" actId="20577"/>
      <pc:docMkLst>
        <pc:docMk/>
      </pc:docMkLst>
      <pc:sldChg chg="modSp mod">
        <pc:chgData name="Michael Hill" userId="41dba03d-e58d-4389-9894-554c10310ba4" providerId="ADAL" clId="{337BC0DC-D080-45E6-8901-A58E75A476BC}" dt="2025-08-15T17:35:24.249" v="40" actId="1076"/>
        <pc:sldMkLst>
          <pc:docMk/>
          <pc:sldMk cId="1878848435" sldId="256"/>
        </pc:sldMkLst>
        <pc:spChg chg="mod">
          <ac:chgData name="Michael Hill" userId="41dba03d-e58d-4389-9894-554c10310ba4" providerId="ADAL" clId="{337BC0DC-D080-45E6-8901-A58E75A476BC}" dt="2025-08-15T17:34:48.181" v="0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337BC0DC-D080-45E6-8901-A58E75A476BC}" dt="2025-08-15T17:35:24.249" v="40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337BC0DC-D080-45E6-8901-A58E75A476BC}" dt="2025-08-15T19:19:45.146" v="1803" actId="1076"/>
        <pc:sldMkLst>
          <pc:docMk/>
          <pc:sldMk cId="854122100" sldId="257"/>
        </pc:sldMkLst>
        <pc:spChg chg="mod">
          <ac:chgData name="Michael Hill" userId="41dba03d-e58d-4389-9894-554c10310ba4" providerId="ADAL" clId="{337BC0DC-D080-45E6-8901-A58E75A476BC}" dt="2025-08-15T19:19:45.146" v="1803" actId="1076"/>
          <ac:spMkLst>
            <pc:docMk/>
            <pc:sldMk cId="854122100" sldId="257"/>
            <ac:spMk id="5" creationId="{AFCD8CB0-8A02-BF4E-6CF1-A22B96E02C67}"/>
          </ac:spMkLst>
        </pc:spChg>
        <pc:spChg chg="mod">
          <ac:chgData name="Michael Hill" userId="41dba03d-e58d-4389-9894-554c10310ba4" providerId="ADAL" clId="{337BC0DC-D080-45E6-8901-A58E75A476BC}" dt="2025-08-15T19:19:41.601" v="1802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337BC0DC-D080-45E6-8901-A58E75A476BC}" dt="2025-08-15T17:38:37.553" v="335" actId="20577"/>
        <pc:sldMkLst>
          <pc:docMk/>
          <pc:sldMk cId="1910594286" sldId="258"/>
        </pc:sldMkLst>
        <pc:spChg chg="mod">
          <ac:chgData name="Michael Hill" userId="41dba03d-e58d-4389-9894-554c10310ba4" providerId="ADAL" clId="{337BC0DC-D080-45E6-8901-A58E75A476BC}" dt="2025-08-15T17:38:37.553" v="335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mod">
        <pc:chgData name="Michael Hill" userId="41dba03d-e58d-4389-9894-554c10310ba4" providerId="ADAL" clId="{337BC0DC-D080-45E6-8901-A58E75A476BC}" dt="2025-08-15T19:03:20.832" v="934" actId="20577"/>
        <pc:sldMkLst>
          <pc:docMk/>
          <pc:sldMk cId="3307172092" sldId="261"/>
        </pc:sldMkLst>
        <pc:spChg chg="del">
          <ac:chgData name="Michael Hill" userId="41dba03d-e58d-4389-9894-554c10310ba4" providerId="ADAL" clId="{337BC0DC-D080-45E6-8901-A58E75A476BC}" dt="2025-08-15T19:00:14.411" v="814" actId="478"/>
          <ac:spMkLst>
            <pc:docMk/>
            <pc:sldMk cId="3307172092" sldId="261"/>
            <ac:spMk id="3" creationId="{C3E9621A-7D02-0E4C-39EA-2B41D2E83867}"/>
          </ac:spMkLst>
        </pc:spChg>
        <pc:spChg chg="del">
          <ac:chgData name="Michael Hill" userId="41dba03d-e58d-4389-9894-554c10310ba4" providerId="ADAL" clId="{337BC0DC-D080-45E6-8901-A58E75A476BC}" dt="2025-08-15T19:00:13.548" v="813" actId="478"/>
          <ac:spMkLst>
            <pc:docMk/>
            <pc:sldMk cId="3307172092" sldId="261"/>
            <ac:spMk id="4" creationId="{F7024F45-2F90-12B9-105C-056344532354}"/>
          </ac:spMkLst>
        </pc:spChg>
        <pc:spChg chg="mod">
          <ac:chgData name="Michael Hill" userId="41dba03d-e58d-4389-9894-554c10310ba4" providerId="ADAL" clId="{337BC0DC-D080-45E6-8901-A58E75A476BC}" dt="2025-08-15T18:58:43.572" v="713" actId="1076"/>
          <ac:spMkLst>
            <pc:docMk/>
            <pc:sldMk cId="3307172092" sldId="261"/>
            <ac:spMk id="5" creationId="{403C02FC-7E07-3A7E-6B2B-FD078F0B388B}"/>
          </ac:spMkLst>
        </pc:spChg>
        <pc:spChg chg="del">
          <ac:chgData name="Michael Hill" userId="41dba03d-e58d-4389-9894-554c10310ba4" providerId="ADAL" clId="{337BC0DC-D080-45E6-8901-A58E75A476BC}" dt="2025-08-15T19:00:12.991" v="812" actId="478"/>
          <ac:spMkLst>
            <pc:docMk/>
            <pc:sldMk cId="3307172092" sldId="261"/>
            <ac:spMk id="6" creationId="{532C1822-7784-4E28-B7DD-BEE0E1B0EC54}"/>
          </ac:spMkLst>
        </pc:spChg>
        <pc:spChg chg="mod">
          <ac:chgData name="Michael Hill" userId="41dba03d-e58d-4389-9894-554c10310ba4" providerId="ADAL" clId="{337BC0DC-D080-45E6-8901-A58E75A476BC}" dt="2025-08-15T19:03:20.832" v="934" actId="20577"/>
          <ac:spMkLst>
            <pc:docMk/>
            <pc:sldMk cId="3307172092" sldId="261"/>
            <ac:spMk id="8" creationId="{376C31C9-62DC-3675-D099-2F45431523AD}"/>
          </ac:spMkLst>
        </pc:spChg>
        <pc:spChg chg="add del mod">
          <ac:chgData name="Michael Hill" userId="41dba03d-e58d-4389-9894-554c10310ba4" providerId="ADAL" clId="{337BC0DC-D080-45E6-8901-A58E75A476BC}" dt="2025-08-15T18:59:55.242" v="809" actId="478"/>
          <ac:spMkLst>
            <pc:docMk/>
            <pc:sldMk cId="3307172092" sldId="261"/>
            <ac:spMk id="10" creationId="{3C6BDD46-9684-EA0A-6ACC-422C03716E6B}"/>
          </ac:spMkLst>
        </pc:spChg>
        <pc:spChg chg="mod">
          <ac:chgData name="Michael Hill" userId="41dba03d-e58d-4389-9894-554c10310ba4" providerId="ADAL" clId="{337BC0DC-D080-45E6-8901-A58E75A476BC}" dt="2025-08-15T19:00:20.591" v="815" actId="1076"/>
          <ac:spMkLst>
            <pc:docMk/>
            <pc:sldMk cId="3307172092" sldId="261"/>
            <ac:spMk id="11" creationId="{7B456498-B9E2-4B79-A91D-F6C15F0622FF}"/>
          </ac:spMkLst>
        </pc:spChg>
        <pc:spChg chg="mod">
          <ac:chgData name="Michael Hill" userId="41dba03d-e58d-4389-9894-554c10310ba4" providerId="ADAL" clId="{337BC0DC-D080-45E6-8901-A58E75A476BC}" dt="2025-08-15T19:00:20.591" v="815" actId="1076"/>
          <ac:spMkLst>
            <pc:docMk/>
            <pc:sldMk cId="3307172092" sldId="261"/>
            <ac:spMk id="12" creationId="{FEC97D9B-BE6D-4324-3769-54ADF5CA3B3F}"/>
          </ac:spMkLst>
        </pc:spChg>
      </pc:sldChg>
      <pc:sldChg chg="modSp mod">
        <pc:chgData name="Michael Hill" userId="41dba03d-e58d-4389-9894-554c10310ba4" providerId="ADAL" clId="{337BC0DC-D080-45E6-8901-A58E75A476BC}" dt="2025-08-15T20:23:07.170" v="5152" actId="20577"/>
        <pc:sldMkLst>
          <pc:docMk/>
          <pc:sldMk cId="510623671" sldId="276"/>
        </pc:sldMkLst>
        <pc:spChg chg="mod">
          <ac:chgData name="Michael Hill" userId="41dba03d-e58d-4389-9894-554c10310ba4" providerId="ADAL" clId="{337BC0DC-D080-45E6-8901-A58E75A476BC}" dt="2025-08-15T20:22:44.027" v="5021" actId="20577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337BC0DC-D080-45E6-8901-A58E75A476BC}" dt="2025-08-15T20:23:07.170" v="5152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addSp delSp modSp mod">
        <pc:chgData name="Michael Hill" userId="41dba03d-e58d-4389-9894-554c10310ba4" providerId="ADAL" clId="{337BC0DC-D080-45E6-8901-A58E75A476BC}" dt="2025-08-15T17:43:36.356" v="343" actId="1076"/>
        <pc:sldMkLst>
          <pc:docMk/>
          <pc:sldMk cId="2098128014" sldId="287"/>
        </pc:sldMkLst>
        <pc:spChg chg="mod">
          <ac:chgData name="Michael Hill" userId="41dba03d-e58d-4389-9894-554c10310ba4" providerId="ADAL" clId="{337BC0DC-D080-45E6-8901-A58E75A476BC}" dt="2025-08-15T17:40:15.027" v="339" actId="2711"/>
          <ac:spMkLst>
            <pc:docMk/>
            <pc:sldMk cId="2098128014" sldId="287"/>
            <ac:spMk id="2" creationId="{C08FB888-0AB5-FFCE-3B03-42E730CCD99C}"/>
          </ac:spMkLst>
        </pc:spChg>
        <pc:spChg chg="add del mod">
          <ac:chgData name="Michael Hill" userId="41dba03d-e58d-4389-9894-554c10310ba4" providerId="ADAL" clId="{337BC0DC-D080-45E6-8901-A58E75A476BC}" dt="2025-08-15T17:40:16.618" v="340" actId="478"/>
          <ac:spMkLst>
            <pc:docMk/>
            <pc:sldMk cId="2098128014" sldId="287"/>
            <ac:spMk id="4" creationId="{41641910-1109-E7CE-343B-BD9A8614A2B5}"/>
          </ac:spMkLst>
        </pc:spChg>
        <pc:spChg chg="mod">
          <ac:chgData name="Michael Hill" userId="41dba03d-e58d-4389-9894-554c10310ba4" providerId="ADAL" clId="{337BC0DC-D080-45E6-8901-A58E75A476BC}" dt="2025-08-15T17:43:36.356" v="343" actId="1076"/>
          <ac:spMkLst>
            <pc:docMk/>
            <pc:sldMk cId="2098128014" sldId="287"/>
            <ac:spMk id="9" creationId="{477F076D-4943-0214-F6EE-FF302EBEC62C}"/>
          </ac:spMkLst>
        </pc:spChg>
        <pc:picChg chg="mod">
          <ac:chgData name="Michael Hill" userId="41dba03d-e58d-4389-9894-554c10310ba4" providerId="ADAL" clId="{337BC0DC-D080-45E6-8901-A58E75A476BC}" dt="2025-08-15T17:43:34.844" v="342" actId="1076"/>
          <ac:picMkLst>
            <pc:docMk/>
            <pc:sldMk cId="2098128014" sldId="287"/>
            <ac:picMk id="19" creationId="{7FCFCCE3-C51B-5BE3-133A-CC40A8792F61}"/>
          </ac:picMkLst>
        </pc:picChg>
      </pc:sldChg>
      <pc:sldChg chg="addSp modSp mod modAnim">
        <pc:chgData name="Michael Hill" userId="41dba03d-e58d-4389-9894-554c10310ba4" providerId="ADAL" clId="{337BC0DC-D080-45E6-8901-A58E75A476BC}" dt="2025-08-15T18:56:20.616" v="696"/>
        <pc:sldMkLst>
          <pc:docMk/>
          <pc:sldMk cId="1115561923" sldId="296"/>
        </pc:sldMkLst>
        <pc:spChg chg="mod">
          <ac:chgData name="Michael Hill" userId="41dba03d-e58d-4389-9894-554c10310ba4" providerId="ADAL" clId="{337BC0DC-D080-45E6-8901-A58E75A476BC}" dt="2025-08-15T18:52:50.454" v="359" actId="1076"/>
          <ac:spMkLst>
            <pc:docMk/>
            <pc:sldMk cId="1115561923" sldId="296"/>
            <ac:spMk id="5" creationId="{E7C36B6E-C7A9-A4FD-E620-C5311C6F21D8}"/>
          </ac:spMkLst>
        </pc:spChg>
        <pc:spChg chg="mod">
          <ac:chgData name="Michael Hill" userId="41dba03d-e58d-4389-9894-554c10310ba4" providerId="ADAL" clId="{337BC0DC-D080-45E6-8901-A58E75A476BC}" dt="2025-08-15T18:55:11.654" v="689" actId="20577"/>
          <ac:spMkLst>
            <pc:docMk/>
            <pc:sldMk cId="1115561923" sldId="296"/>
            <ac:spMk id="8" creationId="{F5B9035B-30AE-5146-EAAA-4FE8A28402EB}"/>
          </ac:spMkLst>
        </pc:spChg>
        <pc:picChg chg="add mod">
          <ac:chgData name="Michael Hill" userId="41dba03d-e58d-4389-9894-554c10310ba4" providerId="ADAL" clId="{337BC0DC-D080-45E6-8901-A58E75A476BC}" dt="2025-08-15T18:56:08.815" v="695" actId="14100"/>
          <ac:picMkLst>
            <pc:docMk/>
            <pc:sldMk cId="1115561923" sldId="296"/>
            <ac:picMk id="3" creationId="{B16A8C34-0BD7-FAB2-F297-046B04D967AA}"/>
          </ac:picMkLst>
        </pc:picChg>
      </pc:sldChg>
      <pc:sldChg chg="del">
        <pc:chgData name="Michael Hill" userId="41dba03d-e58d-4389-9894-554c10310ba4" providerId="ADAL" clId="{337BC0DC-D080-45E6-8901-A58E75A476BC}" dt="2025-08-15T18:55:21.490" v="690" actId="47"/>
        <pc:sldMkLst>
          <pc:docMk/>
          <pc:sldMk cId="3779577273" sldId="309"/>
        </pc:sldMkLst>
      </pc:sldChg>
      <pc:sldChg chg="addSp delSp modSp mod">
        <pc:chgData name="Michael Hill" userId="41dba03d-e58d-4389-9894-554c10310ba4" providerId="ADAL" clId="{337BC0DC-D080-45E6-8901-A58E75A476BC}" dt="2025-08-15T19:15:03.449" v="1543" actId="207"/>
        <pc:sldMkLst>
          <pc:docMk/>
          <pc:sldMk cId="2822872084" sldId="310"/>
        </pc:sldMkLst>
        <pc:spChg chg="mod">
          <ac:chgData name="Michael Hill" userId="41dba03d-e58d-4389-9894-554c10310ba4" providerId="ADAL" clId="{337BC0DC-D080-45E6-8901-A58E75A476BC}" dt="2025-08-15T19:03:59.123" v="954" actId="1076"/>
          <ac:spMkLst>
            <pc:docMk/>
            <pc:sldMk cId="2822872084" sldId="310"/>
            <ac:spMk id="5" creationId="{51B49C40-B413-4E7A-23F5-EB651DC96CA6}"/>
          </ac:spMkLst>
        </pc:spChg>
        <pc:spChg chg="mod">
          <ac:chgData name="Michael Hill" userId="41dba03d-e58d-4389-9894-554c10310ba4" providerId="ADAL" clId="{337BC0DC-D080-45E6-8901-A58E75A476BC}" dt="2025-08-15T19:15:03.449" v="1543" actId="207"/>
          <ac:spMkLst>
            <pc:docMk/>
            <pc:sldMk cId="2822872084" sldId="310"/>
            <ac:spMk id="8" creationId="{260D045D-EB8F-3F56-29EB-C5E826D25BC3}"/>
          </ac:spMkLst>
        </pc:spChg>
        <pc:spChg chg="add del mod">
          <ac:chgData name="Michael Hill" userId="41dba03d-e58d-4389-9894-554c10310ba4" providerId="ADAL" clId="{337BC0DC-D080-45E6-8901-A58E75A476BC}" dt="2025-08-15T19:10:28.489" v="1198" actId="478"/>
          <ac:spMkLst>
            <pc:docMk/>
            <pc:sldMk cId="2822872084" sldId="310"/>
            <ac:spMk id="10" creationId="{11A91116-3AEC-8AA0-D0D9-11F4BA70311B}"/>
          </ac:spMkLst>
        </pc:spChg>
        <pc:spChg chg="mod">
          <ac:chgData name="Michael Hill" userId="41dba03d-e58d-4389-9894-554c10310ba4" providerId="ADAL" clId="{337BC0DC-D080-45E6-8901-A58E75A476BC}" dt="2025-08-15T19:11:56.915" v="1199" actId="2711"/>
          <ac:spMkLst>
            <pc:docMk/>
            <pc:sldMk cId="2822872084" sldId="310"/>
            <ac:spMk id="11" creationId="{3744860D-25C6-CC03-B30B-15CEFC71E54F}"/>
          </ac:spMkLst>
        </pc:spChg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2532029456" sldId="311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3862744052" sldId="312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1757265716" sldId="313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3046505800" sldId="314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2367600751" sldId="315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2943945960" sldId="316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951419214" sldId="317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2398021584" sldId="318"/>
        </pc:sldMkLst>
      </pc:sldChg>
      <pc:sldChg chg="del">
        <pc:chgData name="Michael Hill" userId="41dba03d-e58d-4389-9894-554c10310ba4" providerId="ADAL" clId="{337BC0DC-D080-45E6-8901-A58E75A476BC}" dt="2025-08-15T19:14:21.877" v="1381" actId="47"/>
        <pc:sldMkLst>
          <pc:docMk/>
          <pc:sldMk cId="86459505" sldId="319"/>
        </pc:sldMkLst>
      </pc:sldChg>
      <pc:sldChg chg="modSp add mod">
        <pc:chgData name="Michael Hill" userId="41dba03d-e58d-4389-9894-554c10310ba4" providerId="ADAL" clId="{337BC0DC-D080-45E6-8901-A58E75A476BC}" dt="2025-08-15T19:13:16.616" v="1379" actId="313"/>
        <pc:sldMkLst>
          <pc:docMk/>
          <pc:sldMk cId="1156124937" sldId="320"/>
        </pc:sldMkLst>
        <pc:spChg chg="mod">
          <ac:chgData name="Michael Hill" userId="41dba03d-e58d-4389-9894-554c10310ba4" providerId="ADAL" clId="{337BC0DC-D080-45E6-8901-A58E75A476BC}" dt="2025-08-15T19:13:16.616" v="1379" actId="313"/>
          <ac:spMkLst>
            <pc:docMk/>
            <pc:sldMk cId="1156124937" sldId="320"/>
            <ac:spMk id="8" creationId="{18F8B96A-09F4-6F5D-B992-5FD72F431612}"/>
          </ac:spMkLst>
        </pc:spChg>
      </pc:sldChg>
      <pc:sldChg chg="addSp delSp modSp add mod">
        <pc:chgData name="Michael Hill" userId="41dba03d-e58d-4389-9894-554c10310ba4" providerId="ADAL" clId="{337BC0DC-D080-45E6-8901-A58E75A476BC}" dt="2025-08-15T19:32:41.755" v="2400" actId="1076"/>
        <pc:sldMkLst>
          <pc:docMk/>
          <pc:sldMk cId="1352231492" sldId="321"/>
        </pc:sldMkLst>
        <pc:spChg chg="add del mod">
          <ac:chgData name="Michael Hill" userId="41dba03d-e58d-4389-9894-554c10310ba4" providerId="ADAL" clId="{337BC0DC-D080-45E6-8901-A58E75A476BC}" dt="2025-08-15T19:18:56.785" v="1779" actId="478"/>
          <ac:spMkLst>
            <pc:docMk/>
            <pc:sldMk cId="1352231492" sldId="321"/>
            <ac:spMk id="2" creationId="{84EE2ADA-0D90-5A06-C420-CF90F8172B7F}"/>
          </ac:spMkLst>
        </pc:spChg>
        <pc:spChg chg="mod">
          <ac:chgData name="Michael Hill" userId="41dba03d-e58d-4389-9894-554c10310ba4" providerId="ADAL" clId="{337BC0DC-D080-45E6-8901-A58E75A476BC}" dt="2025-08-15T19:14:58.189" v="1540" actId="20577"/>
          <ac:spMkLst>
            <pc:docMk/>
            <pc:sldMk cId="1352231492" sldId="321"/>
            <ac:spMk id="5" creationId="{DDAE6BCB-3C22-FFAC-0919-F76DDE9ED939}"/>
          </ac:spMkLst>
        </pc:spChg>
        <pc:spChg chg="mod">
          <ac:chgData name="Michael Hill" userId="41dba03d-e58d-4389-9894-554c10310ba4" providerId="ADAL" clId="{337BC0DC-D080-45E6-8901-A58E75A476BC}" dt="2025-08-15T19:16:08.389" v="1773" actId="20577"/>
          <ac:spMkLst>
            <pc:docMk/>
            <pc:sldMk cId="1352231492" sldId="321"/>
            <ac:spMk id="8" creationId="{E657F9F8-DDC8-985B-3F63-E388EE953DF1}"/>
          </ac:spMkLst>
        </pc:spChg>
        <pc:spChg chg="mod">
          <ac:chgData name="Michael Hill" userId="41dba03d-e58d-4389-9894-554c10310ba4" providerId="ADAL" clId="{337BC0DC-D080-45E6-8901-A58E75A476BC}" dt="2025-08-15T19:32:41.755" v="2400" actId="1076"/>
          <ac:spMkLst>
            <pc:docMk/>
            <pc:sldMk cId="1352231492" sldId="321"/>
            <ac:spMk id="11" creationId="{6206318A-735D-47D5-B8EA-40AC67E93580}"/>
          </ac:spMkLst>
        </pc:spChg>
      </pc:sldChg>
      <pc:sldChg chg="addSp delSp modSp add mod">
        <pc:chgData name="Michael Hill" userId="41dba03d-e58d-4389-9894-554c10310ba4" providerId="ADAL" clId="{337BC0DC-D080-45E6-8901-A58E75A476BC}" dt="2025-08-15T19:24:41.682" v="2051" actId="2711"/>
        <pc:sldMkLst>
          <pc:docMk/>
          <pc:sldMk cId="1920250003" sldId="322"/>
        </pc:sldMkLst>
        <pc:spChg chg="mod">
          <ac:chgData name="Michael Hill" userId="41dba03d-e58d-4389-9894-554c10310ba4" providerId="ADAL" clId="{337BC0DC-D080-45E6-8901-A58E75A476BC}" dt="2025-08-15T19:19:56.012" v="1826" actId="20577"/>
          <ac:spMkLst>
            <pc:docMk/>
            <pc:sldMk cId="1920250003" sldId="322"/>
            <ac:spMk id="5" creationId="{DA351FD0-099B-7AF2-DD24-C998C3C23B41}"/>
          </ac:spMkLst>
        </pc:spChg>
        <pc:spChg chg="mod">
          <ac:chgData name="Michael Hill" userId="41dba03d-e58d-4389-9894-554c10310ba4" providerId="ADAL" clId="{337BC0DC-D080-45E6-8901-A58E75A476BC}" dt="2025-08-15T19:24:41.682" v="2051" actId="2711"/>
          <ac:spMkLst>
            <pc:docMk/>
            <pc:sldMk cId="1920250003" sldId="322"/>
            <ac:spMk id="8" creationId="{94F4F794-FF8F-247D-F19F-6D799608CC08}"/>
          </ac:spMkLst>
        </pc:spChg>
        <pc:spChg chg="del">
          <ac:chgData name="Michael Hill" userId="41dba03d-e58d-4389-9894-554c10310ba4" providerId="ADAL" clId="{337BC0DC-D080-45E6-8901-A58E75A476BC}" dt="2025-08-15T19:22:41.289" v="1950" actId="478"/>
          <ac:spMkLst>
            <pc:docMk/>
            <pc:sldMk cId="1920250003" sldId="322"/>
            <ac:spMk id="11" creationId="{9FCB45C2-AA82-2EB2-C16A-36DD9F7D064D}"/>
          </ac:spMkLst>
        </pc:spChg>
        <pc:spChg chg="mod">
          <ac:chgData name="Michael Hill" userId="41dba03d-e58d-4389-9894-554c10310ba4" providerId="ADAL" clId="{337BC0DC-D080-45E6-8901-A58E75A476BC}" dt="2025-08-15T19:23:24.950" v="1954" actId="1076"/>
          <ac:spMkLst>
            <pc:docMk/>
            <pc:sldMk cId="1920250003" sldId="322"/>
            <ac:spMk id="12" creationId="{F1138DCC-7AD5-9E86-192B-14C1674BE8D8}"/>
          </ac:spMkLst>
        </pc:spChg>
        <pc:picChg chg="add mod">
          <ac:chgData name="Michael Hill" userId="41dba03d-e58d-4389-9894-554c10310ba4" providerId="ADAL" clId="{337BC0DC-D080-45E6-8901-A58E75A476BC}" dt="2025-08-15T19:23:22.891" v="1953" actId="1076"/>
          <ac:picMkLst>
            <pc:docMk/>
            <pc:sldMk cId="1920250003" sldId="322"/>
            <ac:picMk id="3" creationId="{83C6D7A0-6424-ABE5-894C-05C911609065}"/>
          </ac:picMkLst>
        </pc:picChg>
      </pc:sldChg>
      <pc:sldChg chg="addSp delSp modSp add mod">
        <pc:chgData name="Michael Hill" userId="41dba03d-e58d-4389-9894-554c10310ba4" providerId="ADAL" clId="{337BC0DC-D080-45E6-8901-A58E75A476BC}" dt="2025-08-15T19:33:38.192" v="2429" actId="20577"/>
        <pc:sldMkLst>
          <pc:docMk/>
          <pc:sldMk cId="2415322114" sldId="323"/>
        </pc:sldMkLst>
        <pc:spChg chg="add mod">
          <ac:chgData name="Michael Hill" userId="41dba03d-e58d-4389-9894-554c10310ba4" providerId="ADAL" clId="{337BC0DC-D080-45E6-8901-A58E75A476BC}" dt="2025-08-15T19:33:38.192" v="2429" actId="20577"/>
          <ac:spMkLst>
            <pc:docMk/>
            <pc:sldMk cId="2415322114" sldId="323"/>
            <ac:spMk id="2" creationId="{B07CD752-CE4C-FA8A-4EF7-8DFEC32F7822}"/>
          </ac:spMkLst>
        </pc:spChg>
        <pc:spChg chg="add del mod">
          <ac:chgData name="Michael Hill" userId="41dba03d-e58d-4389-9894-554c10310ba4" providerId="ADAL" clId="{337BC0DC-D080-45E6-8901-A58E75A476BC}" dt="2025-08-15T19:32:56.780" v="2407" actId="478"/>
          <ac:spMkLst>
            <pc:docMk/>
            <pc:sldMk cId="2415322114" sldId="323"/>
            <ac:spMk id="4" creationId="{4E90891C-D1CA-7C97-456B-9835D4D64373}"/>
          </ac:spMkLst>
        </pc:spChg>
        <pc:spChg chg="mod">
          <ac:chgData name="Michael Hill" userId="41dba03d-e58d-4389-9894-554c10310ba4" providerId="ADAL" clId="{337BC0DC-D080-45E6-8901-A58E75A476BC}" dt="2025-08-15T19:32:33.643" v="2398" actId="20577"/>
          <ac:spMkLst>
            <pc:docMk/>
            <pc:sldMk cId="2415322114" sldId="323"/>
            <ac:spMk id="8" creationId="{43C80ED0-557C-9080-69FD-1A950FD8557E}"/>
          </ac:spMkLst>
        </pc:spChg>
        <pc:picChg chg="del">
          <ac:chgData name="Michael Hill" userId="41dba03d-e58d-4389-9894-554c10310ba4" providerId="ADAL" clId="{337BC0DC-D080-45E6-8901-A58E75A476BC}" dt="2025-08-15T19:32:36.168" v="2399" actId="478"/>
          <ac:picMkLst>
            <pc:docMk/>
            <pc:sldMk cId="2415322114" sldId="323"/>
            <ac:picMk id="3" creationId="{FA7A66BB-8CDC-B6AB-ACD6-03839FEC66EC}"/>
          </ac:picMkLst>
        </pc:picChg>
      </pc:sldChg>
      <pc:sldChg chg="modSp add mod">
        <pc:chgData name="Michael Hill" userId="41dba03d-e58d-4389-9894-554c10310ba4" providerId="ADAL" clId="{337BC0DC-D080-45E6-8901-A58E75A476BC}" dt="2025-08-15T19:34:12.531" v="2568" actId="20577"/>
        <pc:sldMkLst>
          <pc:docMk/>
          <pc:sldMk cId="2356397145" sldId="324"/>
        </pc:sldMkLst>
        <pc:spChg chg="mod">
          <ac:chgData name="Michael Hill" userId="41dba03d-e58d-4389-9894-554c10310ba4" providerId="ADAL" clId="{337BC0DC-D080-45E6-8901-A58E75A476BC}" dt="2025-08-15T19:34:12.531" v="2568" actId="20577"/>
          <ac:spMkLst>
            <pc:docMk/>
            <pc:sldMk cId="2356397145" sldId="324"/>
            <ac:spMk id="8" creationId="{96471C61-4241-CAD7-5B17-4F503FC4B4C7}"/>
          </ac:spMkLst>
        </pc:spChg>
      </pc:sldChg>
      <pc:sldChg chg="delSp modSp add mod ord delAnim">
        <pc:chgData name="Michael Hill" userId="41dba03d-e58d-4389-9894-554c10310ba4" providerId="ADAL" clId="{337BC0DC-D080-45E6-8901-A58E75A476BC}" dt="2025-08-15T19:39:11.742" v="2880" actId="20577"/>
        <pc:sldMkLst>
          <pc:docMk/>
          <pc:sldMk cId="121949563" sldId="325"/>
        </pc:sldMkLst>
        <pc:spChg chg="mod">
          <ac:chgData name="Michael Hill" userId="41dba03d-e58d-4389-9894-554c10310ba4" providerId="ADAL" clId="{337BC0DC-D080-45E6-8901-A58E75A476BC}" dt="2025-08-15T19:34:50.748" v="2583" actId="1076"/>
          <ac:spMkLst>
            <pc:docMk/>
            <pc:sldMk cId="121949563" sldId="325"/>
            <ac:spMk id="5" creationId="{7AC932A8-C666-75F4-83B9-47B398FEBBDB}"/>
          </ac:spMkLst>
        </pc:spChg>
        <pc:spChg chg="mod">
          <ac:chgData name="Michael Hill" userId="41dba03d-e58d-4389-9894-554c10310ba4" providerId="ADAL" clId="{337BC0DC-D080-45E6-8901-A58E75A476BC}" dt="2025-08-15T19:39:11.742" v="2880" actId="20577"/>
          <ac:spMkLst>
            <pc:docMk/>
            <pc:sldMk cId="121949563" sldId="325"/>
            <ac:spMk id="8" creationId="{7EE7FDB5-4D88-AE66-3912-FDDED93D12B8}"/>
          </ac:spMkLst>
        </pc:spChg>
        <pc:picChg chg="del">
          <ac:chgData name="Michael Hill" userId="41dba03d-e58d-4389-9894-554c10310ba4" providerId="ADAL" clId="{337BC0DC-D080-45E6-8901-A58E75A476BC}" dt="2025-08-15T19:34:45.208" v="2572" actId="478"/>
          <ac:picMkLst>
            <pc:docMk/>
            <pc:sldMk cId="121949563" sldId="325"/>
            <ac:picMk id="3" creationId="{C6F100F4-D484-F232-47A7-D1347AF5FE45}"/>
          </ac:picMkLst>
        </pc:picChg>
      </pc:sldChg>
      <pc:sldChg chg="addSp delSp modSp add mod ord modAnim">
        <pc:chgData name="Michael Hill" userId="41dba03d-e58d-4389-9894-554c10310ba4" providerId="ADAL" clId="{337BC0DC-D080-45E6-8901-A58E75A476BC}" dt="2025-08-15T20:00:37.391" v="3174" actId="20577"/>
        <pc:sldMkLst>
          <pc:docMk/>
          <pc:sldMk cId="893233828" sldId="326"/>
        </pc:sldMkLst>
        <pc:spChg chg="mod">
          <ac:chgData name="Michael Hill" userId="41dba03d-e58d-4389-9894-554c10310ba4" providerId="ADAL" clId="{337BC0DC-D080-45E6-8901-A58E75A476BC}" dt="2025-08-15T19:56:02.196" v="3082" actId="1076"/>
          <ac:spMkLst>
            <pc:docMk/>
            <pc:sldMk cId="893233828" sldId="326"/>
            <ac:spMk id="2" creationId="{2BE565E3-479E-CEFC-F488-5F791A02F6C8}"/>
          </ac:spMkLst>
        </pc:spChg>
        <pc:spChg chg="add del mod">
          <ac:chgData name="Michael Hill" userId="41dba03d-e58d-4389-9894-554c10310ba4" providerId="ADAL" clId="{337BC0DC-D080-45E6-8901-A58E75A476BC}" dt="2025-08-15T19:55:56.984" v="3080" actId="478"/>
          <ac:spMkLst>
            <pc:docMk/>
            <pc:sldMk cId="893233828" sldId="326"/>
            <ac:spMk id="3" creationId="{174665E8-CD7B-EC73-D413-9F728145C047}"/>
          </ac:spMkLst>
        </pc:spChg>
        <pc:spChg chg="add mod ord">
          <ac:chgData name="Michael Hill" userId="41dba03d-e58d-4389-9894-554c10310ba4" providerId="ADAL" clId="{337BC0DC-D080-45E6-8901-A58E75A476BC}" dt="2025-08-15T19:56:13.376" v="3088" actId="1076"/>
          <ac:spMkLst>
            <pc:docMk/>
            <pc:sldMk cId="893233828" sldId="326"/>
            <ac:spMk id="4" creationId="{FB30749C-EF53-1A61-8141-50BB7F8AB38E}"/>
          </ac:spMkLst>
        </pc:spChg>
        <pc:spChg chg="mod">
          <ac:chgData name="Michael Hill" userId="41dba03d-e58d-4389-9894-554c10310ba4" providerId="ADAL" clId="{337BC0DC-D080-45E6-8901-A58E75A476BC}" dt="2025-08-15T19:48:14.003" v="2910" actId="14100"/>
          <ac:spMkLst>
            <pc:docMk/>
            <pc:sldMk cId="893233828" sldId="326"/>
            <ac:spMk id="5" creationId="{EE7A5047-BE86-785D-C163-63DAD753E7F5}"/>
          </ac:spMkLst>
        </pc:spChg>
        <pc:spChg chg="mod">
          <ac:chgData name="Michael Hill" userId="41dba03d-e58d-4389-9894-554c10310ba4" providerId="ADAL" clId="{337BC0DC-D080-45E6-8901-A58E75A476BC}" dt="2025-08-15T19:54:40.231" v="3074" actId="20577"/>
          <ac:spMkLst>
            <pc:docMk/>
            <pc:sldMk cId="893233828" sldId="326"/>
            <ac:spMk id="8" creationId="{F23ED5B9-1849-587D-333B-E97AECBAF138}"/>
          </ac:spMkLst>
        </pc:spChg>
        <pc:spChg chg="mod">
          <ac:chgData name="Michael Hill" userId="41dba03d-e58d-4389-9894-554c10310ba4" providerId="ADAL" clId="{337BC0DC-D080-45E6-8901-A58E75A476BC}" dt="2025-08-15T19:56:27.501" v="3089" actId="1076"/>
          <ac:spMkLst>
            <pc:docMk/>
            <pc:sldMk cId="893233828" sldId="326"/>
            <ac:spMk id="12" creationId="{D5865ED0-B8AA-AAAA-EB76-73049B5D788C}"/>
          </ac:spMkLst>
        </pc:spChg>
        <pc:graphicFrameChg chg="add mod modGraphic">
          <ac:chgData name="Michael Hill" userId="41dba03d-e58d-4389-9894-554c10310ba4" providerId="ADAL" clId="{337BC0DC-D080-45E6-8901-A58E75A476BC}" dt="2025-08-15T20:00:37.391" v="3174" actId="20577"/>
          <ac:graphicFrameMkLst>
            <pc:docMk/>
            <pc:sldMk cId="893233828" sldId="326"/>
            <ac:graphicFrameMk id="6" creationId="{3FE343FC-81A7-932E-5A6E-86958F45C1F4}"/>
          </ac:graphicFrameMkLst>
        </pc:graphicFrameChg>
      </pc:sldChg>
      <pc:sldChg chg="modSp add del mod">
        <pc:chgData name="Michael Hill" userId="41dba03d-e58d-4389-9894-554c10310ba4" providerId="ADAL" clId="{337BC0DC-D080-45E6-8901-A58E75A476BC}" dt="2025-08-15T19:48:06.893" v="2894" actId="47"/>
        <pc:sldMkLst>
          <pc:docMk/>
          <pc:sldMk cId="2504584853" sldId="326"/>
        </pc:sldMkLst>
        <pc:spChg chg="mod">
          <ac:chgData name="Michael Hill" userId="41dba03d-e58d-4389-9894-554c10310ba4" providerId="ADAL" clId="{337BC0DC-D080-45E6-8901-A58E75A476BC}" dt="2025-08-15T19:48:01.561" v="2893" actId="20577"/>
          <ac:spMkLst>
            <pc:docMk/>
            <pc:sldMk cId="2504584853" sldId="326"/>
            <ac:spMk id="5" creationId="{ADD79D8A-31BF-4958-B106-D6E8B4A36D25}"/>
          </ac:spMkLst>
        </pc:spChg>
      </pc:sldChg>
      <pc:sldChg chg="addSp delSp modSp add mod">
        <pc:chgData name="Michael Hill" userId="41dba03d-e58d-4389-9894-554c10310ba4" providerId="ADAL" clId="{337BC0DC-D080-45E6-8901-A58E75A476BC}" dt="2025-08-15T20:07:08.454" v="3475" actId="1076"/>
        <pc:sldMkLst>
          <pc:docMk/>
          <pc:sldMk cId="1467670527" sldId="327"/>
        </pc:sldMkLst>
        <pc:spChg chg="del">
          <ac:chgData name="Michael Hill" userId="41dba03d-e58d-4389-9894-554c10310ba4" providerId="ADAL" clId="{337BC0DC-D080-45E6-8901-A58E75A476BC}" dt="2025-08-15T20:01:36.525" v="3238" actId="478"/>
          <ac:spMkLst>
            <pc:docMk/>
            <pc:sldMk cId="1467670527" sldId="327"/>
            <ac:spMk id="2" creationId="{430A6858-2362-DE15-5E4A-578A8F8A6727}"/>
          </ac:spMkLst>
        </pc:spChg>
        <pc:spChg chg="mod">
          <ac:chgData name="Michael Hill" userId="41dba03d-e58d-4389-9894-554c10310ba4" providerId="ADAL" clId="{337BC0DC-D080-45E6-8901-A58E75A476BC}" dt="2025-08-15T20:00:53.134" v="3186" actId="20577"/>
          <ac:spMkLst>
            <pc:docMk/>
            <pc:sldMk cId="1467670527" sldId="327"/>
            <ac:spMk id="5" creationId="{D8883FD7-24DD-144E-CF91-CB6A76132E29}"/>
          </ac:spMkLst>
        </pc:spChg>
        <pc:spChg chg="mod">
          <ac:chgData name="Michael Hill" userId="41dba03d-e58d-4389-9894-554c10310ba4" providerId="ADAL" clId="{337BC0DC-D080-45E6-8901-A58E75A476BC}" dt="2025-08-15T20:02:23.714" v="3470" actId="20577"/>
          <ac:spMkLst>
            <pc:docMk/>
            <pc:sldMk cId="1467670527" sldId="327"/>
            <ac:spMk id="8" creationId="{6162714B-D843-0284-827F-28FA741B252F}"/>
          </ac:spMkLst>
        </pc:spChg>
        <pc:graphicFrameChg chg="del modGraphic">
          <ac:chgData name="Michael Hill" userId="41dba03d-e58d-4389-9894-554c10310ba4" providerId="ADAL" clId="{337BC0DC-D080-45E6-8901-A58E75A476BC}" dt="2025-08-15T20:01:33.026" v="3235" actId="478"/>
          <ac:graphicFrameMkLst>
            <pc:docMk/>
            <pc:sldMk cId="1467670527" sldId="327"/>
            <ac:graphicFrameMk id="6" creationId="{C5C591E5-7514-E033-BDD4-5D7A74BB0869}"/>
          </ac:graphicFrameMkLst>
        </pc:graphicFrameChg>
        <pc:picChg chg="add mod">
          <ac:chgData name="Michael Hill" userId="41dba03d-e58d-4389-9894-554c10310ba4" providerId="ADAL" clId="{337BC0DC-D080-45E6-8901-A58E75A476BC}" dt="2025-08-15T20:01:42.962" v="3243" actId="1076"/>
          <ac:picMkLst>
            <pc:docMk/>
            <pc:sldMk cId="1467670527" sldId="327"/>
            <ac:picMk id="10" creationId="{D9B6FD02-FE15-DA34-9AFB-850C6F6FCCDA}"/>
          </ac:picMkLst>
        </pc:picChg>
        <pc:picChg chg="add mod">
          <ac:chgData name="Michael Hill" userId="41dba03d-e58d-4389-9894-554c10310ba4" providerId="ADAL" clId="{337BC0DC-D080-45E6-8901-A58E75A476BC}" dt="2025-08-15T20:07:08.454" v="3475" actId="1076"/>
          <ac:picMkLst>
            <pc:docMk/>
            <pc:sldMk cId="1467670527" sldId="327"/>
            <ac:picMk id="13" creationId="{5193E5BC-2A5B-85DC-6B00-29EF248D239B}"/>
          </ac:picMkLst>
        </pc:picChg>
      </pc:sldChg>
      <pc:sldChg chg="addSp delSp modSp add mod">
        <pc:chgData name="Michael Hill" userId="41dba03d-e58d-4389-9894-554c10310ba4" providerId="ADAL" clId="{337BC0DC-D080-45E6-8901-A58E75A476BC}" dt="2025-08-15T20:08:43.973" v="3732" actId="20577"/>
        <pc:sldMkLst>
          <pc:docMk/>
          <pc:sldMk cId="1937256136" sldId="328"/>
        </pc:sldMkLst>
        <pc:spChg chg="mod">
          <ac:chgData name="Michael Hill" userId="41dba03d-e58d-4389-9894-554c10310ba4" providerId="ADAL" clId="{337BC0DC-D080-45E6-8901-A58E75A476BC}" dt="2025-08-15T20:07:16.315" v="3494" actId="20577"/>
          <ac:spMkLst>
            <pc:docMk/>
            <pc:sldMk cId="1937256136" sldId="328"/>
            <ac:spMk id="5" creationId="{0EBADAAD-59D5-59AB-AADB-1B3BAB6C976A}"/>
          </ac:spMkLst>
        </pc:spChg>
        <pc:spChg chg="mod">
          <ac:chgData name="Michael Hill" userId="41dba03d-e58d-4389-9894-554c10310ba4" providerId="ADAL" clId="{337BC0DC-D080-45E6-8901-A58E75A476BC}" dt="2025-08-15T20:08:43.973" v="3732" actId="20577"/>
          <ac:spMkLst>
            <pc:docMk/>
            <pc:sldMk cId="1937256136" sldId="328"/>
            <ac:spMk id="8" creationId="{CEF9BC4D-000E-E13B-8ACB-B4C834BB6DCA}"/>
          </ac:spMkLst>
        </pc:spChg>
        <pc:picChg chg="add mod">
          <ac:chgData name="Michael Hill" userId="41dba03d-e58d-4389-9894-554c10310ba4" providerId="ADAL" clId="{337BC0DC-D080-45E6-8901-A58E75A476BC}" dt="2025-08-15T20:07:40.751" v="3545" actId="1076"/>
          <ac:picMkLst>
            <pc:docMk/>
            <pc:sldMk cId="1937256136" sldId="328"/>
            <ac:picMk id="3" creationId="{3E2B6816-B53C-D7F3-A1DE-BD7853028A95}"/>
          </ac:picMkLst>
        </pc:picChg>
        <pc:picChg chg="del mod">
          <ac:chgData name="Michael Hill" userId="41dba03d-e58d-4389-9894-554c10310ba4" providerId="ADAL" clId="{337BC0DC-D080-45E6-8901-A58E75A476BC}" dt="2025-08-15T20:07:34.764" v="3540" actId="478"/>
          <ac:picMkLst>
            <pc:docMk/>
            <pc:sldMk cId="1937256136" sldId="328"/>
            <ac:picMk id="10" creationId="{27CE9670-3F5F-808E-63E5-6F33C9AFBBE0}"/>
          </ac:picMkLst>
        </pc:picChg>
        <pc:picChg chg="del">
          <ac:chgData name="Michael Hill" userId="41dba03d-e58d-4389-9894-554c10310ba4" providerId="ADAL" clId="{337BC0DC-D080-45E6-8901-A58E75A476BC}" dt="2025-08-15T20:07:33.274" v="3538" actId="478"/>
          <ac:picMkLst>
            <pc:docMk/>
            <pc:sldMk cId="1937256136" sldId="328"/>
            <ac:picMk id="13" creationId="{B80BE17B-BED2-69A2-92FF-86EAD1814A69}"/>
          </ac:picMkLst>
        </pc:picChg>
      </pc:sldChg>
      <pc:sldChg chg="modSp add mod">
        <pc:chgData name="Michael Hill" userId="41dba03d-e58d-4389-9894-554c10310ba4" providerId="ADAL" clId="{337BC0DC-D080-45E6-8901-A58E75A476BC}" dt="2025-08-15T20:10:36.949" v="4138" actId="1076"/>
        <pc:sldMkLst>
          <pc:docMk/>
          <pc:sldMk cId="3397256715" sldId="329"/>
        </pc:sldMkLst>
        <pc:spChg chg="mod">
          <ac:chgData name="Michael Hill" userId="41dba03d-e58d-4389-9894-554c10310ba4" providerId="ADAL" clId="{337BC0DC-D080-45E6-8901-A58E75A476BC}" dt="2025-08-15T20:10:34.590" v="4137" actId="14100"/>
          <ac:spMkLst>
            <pc:docMk/>
            <pc:sldMk cId="3397256715" sldId="329"/>
            <ac:spMk id="8" creationId="{260E7C72-AF3D-9060-5646-9392272F8E31}"/>
          </ac:spMkLst>
        </pc:spChg>
        <pc:picChg chg="mod">
          <ac:chgData name="Michael Hill" userId="41dba03d-e58d-4389-9894-554c10310ba4" providerId="ADAL" clId="{337BC0DC-D080-45E6-8901-A58E75A476BC}" dt="2025-08-15T20:10:36.949" v="4138" actId="1076"/>
          <ac:picMkLst>
            <pc:docMk/>
            <pc:sldMk cId="3397256715" sldId="329"/>
            <ac:picMk id="3" creationId="{C5F27FB9-B6F9-D6FF-23E4-07E39DE05D64}"/>
          </ac:picMkLst>
        </pc:picChg>
      </pc:sldChg>
      <pc:sldChg chg="modSp add mod">
        <pc:chgData name="Michael Hill" userId="41dba03d-e58d-4389-9894-554c10310ba4" providerId="ADAL" clId="{337BC0DC-D080-45E6-8901-A58E75A476BC}" dt="2025-08-15T20:11:22.087" v="4428" actId="20577"/>
        <pc:sldMkLst>
          <pc:docMk/>
          <pc:sldMk cId="676388869" sldId="330"/>
        </pc:sldMkLst>
        <pc:spChg chg="mod">
          <ac:chgData name="Michael Hill" userId="41dba03d-e58d-4389-9894-554c10310ba4" providerId="ADAL" clId="{337BC0DC-D080-45E6-8901-A58E75A476BC}" dt="2025-08-15T20:11:22.087" v="4428" actId="20577"/>
          <ac:spMkLst>
            <pc:docMk/>
            <pc:sldMk cId="676388869" sldId="330"/>
            <ac:spMk id="8" creationId="{862FBB50-E0A9-75E2-0796-C2DF347D8E55}"/>
          </ac:spMkLst>
        </pc:spChg>
      </pc:sldChg>
      <pc:sldChg chg="modSp add mod">
        <pc:chgData name="Michael Hill" userId="41dba03d-e58d-4389-9894-554c10310ba4" providerId="ADAL" clId="{337BC0DC-D080-45E6-8901-A58E75A476BC}" dt="2025-08-15T20:11:43.527" v="4562" actId="20577"/>
        <pc:sldMkLst>
          <pc:docMk/>
          <pc:sldMk cId="1828646861" sldId="331"/>
        </pc:sldMkLst>
        <pc:spChg chg="mod">
          <ac:chgData name="Michael Hill" userId="41dba03d-e58d-4389-9894-554c10310ba4" providerId="ADAL" clId="{337BC0DC-D080-45E6-8901-A58E75A476BC}" dt="2025-08-15T20:11:43.527" v="4562" actId="20577"/>
          <ac:spMkLst>
            <pc:docMk/>
            <pc:sldMk cId="1828646861" sldId="331"/>
            <ac:spMk id="8" creationId="{3837C68A-79B8-E591-0081-B0303C3C6871}"/>
          </ac:spMkLst>
        </pc:spChg>
      </pc:sldChg>
      <pc:sldChg chg="delSp modSp add mod">
        <pc:chgData name="Michael Hill" userId="41dba03d-e58d-4389-9894-554c10310ba4" providerId="ADAL" clId="{337BC0DC-D080-45E6-8901-A58E75A476BC}" dt="2025-08-15T20:19:50.865" v="4991" actId="14100"/>
        <pc:sldMkLst>
          <pc:docMk/>
          <pc:sldMk cId="2137586044" sldId="332"/>
        </pc:sldMkLst>
        <pc:spChg chg="mod">
          <ac:chgData name="Michael Hill" userId="41dba03d-e58d-4389-9894-554c10310ba4" providerId="ADAL" clId="{337BC0DC-D080-45E6-8901-A58E75A476BC}" dt="2025-08-15T20:18:50.135" v="4582" actId="14100"/>
          <ac:spMkLst>
            <pc:docMk/>
            <pc:sldMk cId="2137586044" sldId="332"/>
            <ac:spMk id="5" creationId="{56F5CF56-FC0F-139D-35A9-A30B74E308AD}"/>
          </ac:spMkLst>
        </pc:spChg>
        <pc:spChg chg="mod">
          <ac:chgData name="Michael Hill" userId="41dba03d-e58d-4389-9894-554c10310ba4" providerId="ADAL" clId="{337BC0DC-D080-45E6-8901-A58E75A476BC}" dt="2025-08-15T20:19:50.865" v="4991" actId="14100"/>
          <ac:spMkLst>
            <pc:docMk/>
            <pc:sldMk cId="2137586044" sldId="332"/>
            <ac:spMk id="8" creationId="{BAB8D6C7-44D9-0E87-B93E-B83DCDF782A9}"/>
          </ac:spMkLst>
        </pc:spChg>
        <pc:picChg chg="del">
          <ac:chgData name="Michael Hill" userId="41dba03d-e58d-4389-9894-554c10310ba4" providerId="ADAL" clId="{337BC0DC-D080-45E6-8901-A58E75A476BC}" dt="2025-08-15T20:19:36.208" v="4931" actId="478"/>
          <ac:picMkLst>
            <pc:docMk/>
            <pc:sldMk cId="2137586044" sldId="332"/>
            <ac:picMk id="3" creationId="{26ECDFBF-0C44-378C-703A-842731E1E7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51254" y="3831442"/>
            <a:ext cx="10986978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EXCEPTION HANDLING &amp; DEBUGGING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Logical Errors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Runtime Errors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Syntax Errors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Exception Handling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Trace Tables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Breakpoints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Step by Step Code Execution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Print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function that will take two numbers as input and returns the value of the first number to the power of the second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FB888-0AB5-FFCE-3B03-42E730CCD99C}"/>
              </a:ext>
            </a:extLst>
          </p:cNvPr>
          <p:cNvSpPr/>
          <p:nvPr/>
        </p:nvSpPr>
        <p:spPr>
          <a:xfrm>
            <a:off x="2011234" y="1537359"/>
            <a:ext cx="8169531" cy="4046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altLang="en-US" sz="2400" dirty="0">
                <a:solidFill>
                  <a:srgbClr val="8EC1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exponentiate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base</a:t>
            </a:r>
            <a:r>
              <a:rPr lang="en-US" alt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en-US" sz="24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power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altLang="en-US" sz="24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base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**</a:t>
            </a:r>
            <a:r>
              <a:rPr lang="en-US" altLang="en-US" sz="24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power</a:t>
            </a:r>
            <a:br>
              <a:rPr lang="en-US" altLang="en-US" sz="2400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(exponentiate(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alt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7CACCA-88A2-59CF-CE72-3A7A34C1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61C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6BFE-343E-FB94-2F94-E9557E82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DDDEEC9-71EF-0686-E768-15B5215AF4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1C739A-521C-76C8-DA94-DCB8AC8A33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A61FE-A1E9-AEF2-D7AC-2836781994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9035B-30AE-5146-EAAA-4FE8A28402EB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By now, it’s inevitable that you’ve run into some sort of logical error while programming in this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logic error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simply a mistake that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you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made in the logic of your program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often do not lead to crashes, which makes them difficult to detect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36B6E-C7A9-A4FD-E620-C5311C6F21D8}"/>
              </a:ext>
            </a:extLst>
          </p:cNvPr>
          <p:cNvSpPr/>
          <p:nvPr/>
        </p:nvSpPr>
        <p:spPr>
          <a:xfrm>
            <a:off x="-99994" y="176698"/>
            <a:ext cx="5454423" cy="76172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ERRORS</a:t>
            </a:r>
          </a:p>
        </p:txBody>
      </p:sp>
      <p:pic>
        <p:nvPicPr>
          <p:cNvPr id="3" name="Picture 2" descr="A car driving on a green background&#10;&#10;AI-generated content may be incorrect.">
            <a:extLst>
              <a:ext uri="{FF2B5EF4-FFF2-40B4-BE49-F238E27FC236}">
                <a16:creationId xmlns:a16="http://schemas.microsoft.com/office/drawing/2014/main" id="{B16A8C34-0BD7-FAB2-F297-046B04D96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006" y="-123753"/>
            <a:ext cx="12412006" cy="698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6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135616" y="2071970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error on the right is something that a few of you have likely run into before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do you notice the problem is?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Errors like this are only detectable if you are checking your outputs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56196" y="215932"/>
            <a:ext cx="482781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ERROR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56498-B9E2-4B79-A91D-F6C15F0622FF}"/>
              </a:ext>
            </a:extLst>
          </p:cNvPr>
          <p:cNvSpPr/>
          <p:nvPr/>
        </p:nvSpPr>
        <p:spPr>
          <a:xfrm>
            <a:off x="5929481" y="2261627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num3 =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avg = (num1 + num2 + num3) /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(avg)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78D20-DCDC-6572-1730-CBE3F9DE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AD2480A-5E05-ACF9-B9ED-454D88263D28}"/>
              </a:ext>
            </a:extLst>
          </p:cNvPr>
          <p:cNvSpPr/>
          <p:nvPr/>
        </p:nvSpPr>
        <p:spPr>
          <a:xfrm>
            <a:off x="6262837" y="10231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3F5439-8838-3710-6776-B975E2439DC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82AE20-8288-EB22-DEBD-321D616263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D045D-EB8F-3F56-29EB-C5E826D25BC3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Runtime errors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on the other hand, can cause your program to crash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Your program will not ALWAYS crash, even if it is possible to make it crash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could cause the program on the right to crash?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49C40-B413-4E7A-23F5-EB651DC96CA6}"/>
              </a:ext>
            </a:extLst>
          </p:cNvPr>
          <p:cNvSpPr/>
          <p:nvPr/>
        </p:nvSpPr>
        <p:spPr>
          <a:xfrm>
            <a:off x="56197" y="215932"/>
            <a:ext cx="520756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RUNTIME ERRORS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44860D-25C6-CC03-B30B-15CEFC71E54F}"/>
              </a:ext>
            </a:extLst>
          </p:cNvPr>
          <p:cNvSpPr/>
          <p:nvPr/>
        </p:nvSpPr>
        <p:spPr>
          <a:xfrm>
            <a:off x="6056702" y="1212852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the number to be divided: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the number to divide by: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(num1 / num2)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87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D992F-98AF-2773-FEE6-C2A2B7E2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A2677F8-4E2D-FD57-38E2-407DFA8BE8D7}"/>
              </a:ext>
            </a:extLst>
          </p:cNvPr>
          <p:cNvSpPr/>
          <p:nvPr/>
        </p:nvSpPr>
        <p:spPr>
          <a:xfrm>
            <a:off x="6262837" y="10231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62F421-D1E9-CC94-15C1-2A22D0D6351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6ECA59-3CFE-C790-9BBD-722820E7C86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8B96A-09F4-6F5D-B992-5FD72F431612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Runtime errors can also be caused by things like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having a file where it’s supposed to be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Unexpected user input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 anticipatable issues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7C855-F545-641A-14E0-15B6CD8B0FDB}"/>
              </a:ext>
            </a:extLst>
          </p:cNvPr>
          <p:cNvSpPr/>
          <p:nvPr/>
        </p:nvSpPr>
        <p:spPr>
          <a:xfrm>
            <a:off x="56197" y="215932"/>
            <a:ext cx="520756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RUNTIME ERRORS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815FAB-9E8C-BD60-6D01-37C0C98416F9}"/>
              </a:ext>
            </a:extLst>
          </p:cNvPr>
          <p:cNvSpPr/>
          <p:nvPr/>
        </p:nvSpPr>
        <p:spPr>
          <a:xfrm>
            <a:off x="6056702" y="1212852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num1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the number to be divided: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num2 = 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the number to divide by: "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(num1 / num2)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2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9E8A0-5EDD-E0FA-0DBD-FA6CE7C0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648AB15-D3E1-8C5B-3B7A-30D02AAAEE57}"/>
              </a:ext>
            </a:extLst>
          </p:cNvPr>
          <p:cNvSpPr/>
          <p:nvPr/>
        </p:nvSpPr>
        <p:spPr>
          <a:xfrm>
            <a:off x="6262837" y="1023195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593CF9-706E-2C30-304D-8053AA2FB62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DFEDA-C07F-E2D8-1AB6-9BAB44E305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57F9F8-DDC8-985B-3F63-E388EE953DF1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Syntax errors are likely the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most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common type of error you will come across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just typed the code incorrectly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happens to the best of us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 named incorrectly, mismatched parenthesis,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E6BCB-3C22-FFAC-0919-F76DDE9ED939}"/>
              </a:ext>
            </a:extLst>
          </p:cNvPr>
          <p:cNvSpPr/>
          <p:nvPr/>
        </p:nvSpPr>
        <p:spPr>
          <a:xfrm>
            <a:off x="-105829" y="155969"/>
            <a:ext cx="636866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SYNTAX ERRORS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6318A-735D-47D5-B8EA-40AC67E93580}"/>
              </a:ext>
            </a:extLst>
          </p:cNvPr>
          <p:cNvSpPr/>
          <p:nvPr/>
        </p:nvSpPr>
        <p:spPr>
          <a:xfrm>
            <a:off x="6096000" y="1212852"/>
            <a:ext cx="5744945" cy="23347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 = </a:t>
            </a:r>
            <a: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alt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(vat)</a:t>
            </a:r>
            <a:endParaRPr lang="en-US" altLang="en-US" sz="5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3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B552E-9747-C9EA-D1E8-FED0FDE7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138DCC-7AD5-9E86-192B-14C1674BE8D8}"/>
              </a:ext>
            </a:extLst>
          </p:cNvPr>
          <p:cNvSpPr/>
          <p:nvPr/>
        </p:nvSpPr>
        <p:spPr>
          <a:xfrm>
            <a:off x="6096000" y="137552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853AEC-DF2A-BD45-7094-CA5168E8E15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6A250A-2D30-C0C7-F9E2-903417B884F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4F794-FF8F-247D-F19F-6D799608CC08}"/>
              </a:ext>
            </a:extLst>
          </p:cNvPr>
          <p:cNvSpPr/>
          <p:nvPr/>
        </p:nvSpPr>
        <p:spPr>
          <a:xfrm>
            <a:off x="618767" y="1212852"/>
            <a:ext cx="4827810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try dividing by zero again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the error that pops up on the bottom of the screen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ZeroDivisionError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Well, the name makes sense at least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351FD0-099B-7AF2-DD24-C998C3C23B41}"/>
              </a:ext>
            </a:extLst>
          </p:cNvPr>
          <p:cNvSpPr/>
          <p:nvPr/>
        </p:nvSpPr>
        <p:spPr>
          <a:xfrm>
            <a:off x="-105829" y="155969"/>
            <a:ext cx="636866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EXCEPTION HANDLING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6D7A0-6424-ABE5-894C-05C91160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421" y="2002061"/>
            <a:ext cx="5834836" cy="324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5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E514E-4BB7-FED4-5853-A1C16FB3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BD82937-92AE-CECC-441D-E159951CB4AE}"/>
              </a:ext>
            </a:extLst>
          </p:cNvPr>
          <p:cNvSpPr/>
          <p:nvPr/>
        </p:nvSpPr>
        <p:spPr>
          <a:xfrm>
            <a:off x="6096000" y="137552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1A904A-C042-FEF1-90F6-8672A859501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98830A-B893-A384-3C53-EA58203688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C80ED0-557C-9080-69FD-1A950FD8557E}"/>
              </a:ext>
            </a:extLst>
          </p:cNvPr>
          <p:cNvSpPr/>
          <p:nvPr/>
        </p:nvSpPr>
        <p:spPr>
          <a:xfrm>
            <a:off x="421105" y="1212852"/>
            <a:ext cx="502547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python blocks called the try, except, and finally blocks to avoid the program crashing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the code to attempt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the block that runs if an error is thrown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finally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block that will always run afterwards, regardless of if except ran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CBBC0C-844A-EBC0-B3CC-C7B1E944443E}"/>
              </a:ext>
            </a:extLst>
          </p:cNvPr>
          <p:cNvSpPr/>
          <p:nvPr/>
        </p:nvSpPr>
        <p:spPr>
          <a:xfrm>
            <a:off x="-105829" y="155969"/>
            <a:ext cx="636866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EXCEPTION HANDLING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7CD752-CE4C-FA8A-4EF7-8DFEC32F7822}"/>
              </a:ext>
            </a:extLst>
          </p:cNvPr>
          <p:cNvSpPr/>
          <p:nvPr/>
        </p:nvSpPr>
        <p:spPr>
          <a:xfrm>
            <a:off x="5748794" y="1564953"/>
            <a:ext cx="6187284" cy="43530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number: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/num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altLang="en-US" sz="20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ZeroDivisionError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"You tried to divide by zero!"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finally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"Well, we definitely made it here"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2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4C6A3-5AE2-D329-1991-0373484B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1BF81AD-5060-A988-715B-1E064E87A4DB}"/>
              </a:ext>
            </a:extLst>
          </p:cNvPr>
          <p:cNvSpPr/>
          <p:nvPr/>
        </p:nvSpPr>
        <p:spPr>
          <a:xfrm>
            <a:off x="6096000" y="137552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4CD967-9450-597D-1EB4-68A2FB1316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A12259-BBE0-04F3-9EE5-7AD53974F1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71C61-4241-CAD7-5B17-4F503FC4B4C7}"/>
              </a:ext>
            </a:extLst>
          </p:cNvPr>
          <p:cNvSpPr/>
          <p:nvPr/>
        </p:nvSpPr>
        <p:spPr>
          <a:xfrm>
            <a:off x="421105" y="1212852"/>
            <a:ext cx="502547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worth noting that the finally block here is entirely optional, and in many cases does not need to be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4C63D-864D-2AF4-30DA-291A44CC3092}"/>
              </a:ext>
            </a:extLst>
          </p:cNvPr>
          <p:cNvSpPr/>
          <p:nvPr/>
        </p:nvSpPr>
        <p:spPr>
          <a:xfrm>
            <a:off x="-105829" y="155969"/>
            <a:ext cx="636866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EXCEPTION HANDLING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DD0EC-0FCA-8C1A-CED9-9E2EA8BCF435}"/>
              </a:ext>
            </a:extLst>
          </p:cNvPr>
          <p:cNvSpPr/>
          <p:nvPr/>
        </p:nvSpPr>
        <p:spPr>
          <a:xfrm>
            <a:off x="5748794" y="1564953"/>
            <a:ext cx="6187284" cy="43530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 =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number: 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/num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ans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altLang="en-US" sz="20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ZeroDivisionError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"You tried to divide by zero!"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finally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"Well, we definitely made it here"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39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98628-266C-3CE2-6488-79EF61C49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3F1EFAC-0009-72F5-EE48-E9FB94B22D5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654D76-9097-0C25-7728-469583AF2A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9C87AD-02F8-C852-3D17-B7E0A2B0B8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7FDB5-4D88-AE66-3912-FDDED93D12B8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Obviously all of these errors and exceptions are lame and get in our way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handful of methods we can use to help isolate where some of these errors may be such as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Trace Tables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Break Points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by Step Execution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Print Statements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932A8-C666-75F4-83B9-47B398FEBBDB}"/>
              </a:ext>
            </a:extLst>
          </p:cNvPr>
          <p:cNvSpPr/>
          <p:nvPr/>
        </p:nvSpPr>
        <p:spPr>
          <a:xfrm>
            <a:off x="9816" y="97185"/>
            <a:ext cx="4091549" cy="76172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12194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42847-40C4-D23E-CDA2-320E3590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30749C-EF53-1A61-8141-50BB7F8AB38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865ED0-B8AA-AAAA-EB76-73049B5D788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C1D40A-3583-3AE0-DCA4-0B30B8F15A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A0B8FA-9198-AA35-ABFE-58DE84A14E6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ED5B9-1849-587D-333B-E97AECBAF138}"/>
              </a:ext>
            </a:extLst>
          </p:cNvPr>
          <p:cNvSpPr/>
          <p:nvPr/>
        </p:nvSpPr>
        <p:spPr>
          <a:xfrm>
            <a:off x="421105" y="1212852"/>
            <a:ext cx="502547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Trace Tables are used to track variable updates as you loop through an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algorithm on the right would have the following trace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A5047-BE86-785D-C163-63DAD753E7F5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TRACE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E565E3-479E-CEFC-F488-5F791A02F6C8}"/>
              </a:ext>
            </a:extLst>
          </p:cNvPr>
          <p:cNvSpPr/>
          <p:nvPr/>
        </p:nvSpPr>
        <p:spPr>
          <a:xfrm>
            <a:off x="6217921" y="914934"/>
            <a:ext cx="5311470" cy="2514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 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altLang="en-US" sz="20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en-US" sz="20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alt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altLang="en-US" sz="20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a +=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 *= </a:t>
            </a: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b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alt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 += a + b</a:t>
            </a:r>
            <a:endParaRPr lang="en-US" altLang="en-US" sz="4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E343FC-81A7-932E-5A6E-86958F45C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25204"/>
              </p:ext>
            </p:extLst>
          </p:nvPr>
        </p:nvGraphicFramePr>
        <p:xfrm>
          <a:off x="6376945" y="4088866"/>
          <a:ext cx="4452730" cy="212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0546">
                  <a:extLst>
                    <a:ext uri="{9D8B030D-6E8A-4147-A177-3AD203B41FA5}">
                      <a16:colId xmlns:a16="http://schemas.microsoft.com/office/drawing/2014/main" val="4164676135"/>
                    </a:ext>
                  </a:extLst>
                </a:gridCol>
                <a:gridCol w="890546">
                  <a:extLst>
                    <a:ext uri="{9D8B030D-6E8A-4147-A177-3AD203B41FA5}">
                      <a16:colId xmlns:a16="http://schemas.microsoft.com/office/drawing/2014/main" val="2921329861"/>
                    </a:ext>
                  </a:extLst>
                </a:gridCol>
                <a:gridCol w="890546">
                  <a:extLst>
                    <a:ext uri="{9D8B030D-6E8A-4147-A177-3AD203B41FA5}">
                      <a16:colId xmlns:a16="http://schemas.microsoft.com/office/drawing/2014/main" val="458859428"/>
                    </a:ext>
                  </a:extLst>
                </a:gridCol>
                <a:gridCol w="890546">
                  <a:extLst>
                    <a:ext uri="{9D8B030D-6E8A-4147-A177-3AD203B41FA5}">
                      <a16:colId xmlns:a16="http://schemas.microsoft.com/office/drawing/2014/main" val="1992261467"/>
                    </a:ext>
                  </a:extLst>
                </a:gridCol>
                <a:gridCol w="890546">
                  <a:extLst>
                    <a:ext uri="{9D8B030D-6E8A-4147-A177-3AD203B41FA5}">
                      <a16:colId xmlns:a16="http://schemas.microsoft.com/office/drawing/2014/main" val="4139231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69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6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09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94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23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25221-06D2-22F2-4929-6C29BD7B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19D8434-3935-0F6C-B771-B57C04AE59A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07896F-99DF-952F-BCB1-ECAA8E61140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971482-CA25-F84C-516F-99EEBC1B4B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E7FB40-1075-E502-675B-BEDF5AB87E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62714B-D843-0284-827F-28FA741B252F}"/>
              </a:ext>
            </a:extLst>
          </p:cNvPr>
          <p:cNvSpPr/>
          <p:nvPr/>
        </p:nvSpPr>
        <p:spPr>
          <a:xfrm>
            <a:off x="421105" y="1212852"/>
            <a:ext cx="502547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Breakpoints are a feature of most modern IDEs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Place the red “breakpoint” down, and run the program using the debug symbol rather than the run symbol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Everytime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 breakpoint is hit, the program will freeze and display the values of your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83FD7-24DD-144E-CF91-CB6A76132E29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BREAKPOINTS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B6FD02-FE15-DA34-9AFB-850C6F6F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344" y="878458"/>
            <a:ext cx="5186901" cy="2801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93E5BC-2A5B-85DC-6B00-29EF248D2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702" y="3908687"/>
            <a:ext cx="3525079" cy="235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7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3AFC1-B70F-4759-1118-DEC6CA36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F1AAE8F-73FB-9043-CADE-46AB4286E00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8BD41C-CB35-B5EB-85AC-E53883B7434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218BCD-3C0F-3D27-F6A7-01656508F0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F54D11-E0C1-2935-4F26-FCB9B6431A0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F9BC4D-000E-E13B-8ACB-B4C834BB6DCA}"/>
              </a:ext>
            </a:extLst>
          </p:cNvPr>
          <p:cNvSpPr/>
          <p:nvPr/>
        </p:nvSpPr>
        <p:spPr>
          <a:xfrm>
            <a:off x="421105" y="1212852"/>
            <a:ext cx="502547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there, you’re given a few options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first two restart the code and stop it respectively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third symbol resumes the program from the breakpoint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Symbol 4 just pauses the program if it’s running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ADAAD-59D5-59AB-AADB-1B3BAB6C976A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STEP FORWARD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2B6816-B53C-D7F3-A1DE-BD785302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51" y="1257696"/>
            <a:ext cx="6232102" cy="6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5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CFABB-53AF-89A8-E4F3-3EDD6314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6FAE29-259E-42C1-4C25-26F8EB2B18A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E7555F-A2C7-B47C-8E3F-DAABC021EDE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4CDCA8-2AC1-11B4-CE1A-96E07E46BB3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730CEF-88C4-5D96-D6AE-64F38B07AF3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E7C72-AF3D-9060-5646-9392272F8E31}"/>
              </a:ext>
            </a:extLst>
          </p:cNvPr>
          <p:cNvSpPr/>
          <p:nvPr/>
        </p:nvSpPr>
        <p:spPr>
          <a:xfrm>
            <a:off x="421105" y="1212852"/>
            <a:ext cx="763356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fifth symbol brings you to the next line of your program, then stops there, regardless of if it should have gone into a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sixth symbol is step into, which will go into the method rather than skipping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seventh does the same, but lets you pick which method to go into if there are multiple on one 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B32FC-E2B5-500D-C2B2-90CAF3C25064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STEP FORWARD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27FB9-B6F9-D6FF-23E4-07E39DE0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97" y="5300157"/>
            <a:ext cx="6232102" cy="6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5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8024A-7D6C-76AE-1CD0-3FE95247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972879-57C8-99E1-877A-5B7DC6A37C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16E62C-92DC-6F75-2578-7BFDA868A3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D229BB-3E68-5D03-237E-756568BCB9E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8476FB-270B-C336-3457-BCE5B365340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2FBB50-E0A9-75E2-0796-C2DF347D8E55}"/>
              </a:ext>
            </a:extLst>
          </p:cNvPr>
          <p:cNvSpPr/>
          <p:nvPr/>
        </p:nvSpPr>
        <p:spPr>
          <a:xfrm>
            <a:off x="421105" y="1212852"/>
            <a:ext cx="763356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Symbol eight will take you out of whatever method you’re currently in (ending the program if you aren’t in any)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Symbol 9 lets you view your breakpoints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Symbol 10 disables all break points until you click it again to enable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FBFAF-FFE4-85A0-847E-2F7741D625CC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STEP FORWARD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383A0-F70E-CB0B-5BDA-DBBA7FF92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97" y="5300157"/>
            <a:ext cx="6232102" cy="6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8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650E9-F5D1-00D1-A96A-5E42639E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712C6D-CECA-C245-7355-686D1AE039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75578B-0824-A039-BF51-FE2CDF2CB7B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D11B1D-52F9-E023-1803-63578EF7443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AFBE12-31D6-C6EE-8ADC-0DFE5456881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37C68A-79B8-E591-0081-B0303C3C6871}"/>
              </a:ext>
            </a:extLst>
          </p:cNvPr>
          <p:cNvSpPr/>
          <p:nvPr/>
        </p:nvSpPr>
        <p:spPr>
          <a:xfrm>
            <a:off x="421105" y="1212852"/>
            <a:ext cx="763356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Try using break points and steps on your previous programming assignment to get comfortable with how they work for a minute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3E89FF-3C23-E990-CB02-66BC36FDA36D}"/>
              </a:ext>
            </a:extLst>
          </p:cNvPr>
          <p:cNvSpPr/>
          <p:nvPr/>
        </p:nvSpPr>
        <p:spPr>
          <a:xfrm>
            <a:off x="-105829" y="155969"/>
            <a:ext cx="47175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STEP FORWARD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5616B-5A1A-4F20-7D8C-5A4063AC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97" y="5300157"/>
            <a:ext cx="6232102" cy="6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4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AF4DD-180E-6C33-CA9D-9FBFD0C2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069EE9-808E-13CF-E2C7-7B13050A772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A54463-BF9D-5F13-F6D0-D89B28379FA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04C76C-C179-1D34-9300-D3973041B40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9C9734-C694-54F4-9A16-2E6C36BBF21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8D6C7-44D9-0E87-B93E-B83DCDF782A9}"/>
              </a:ext>
            </a:extLst>
          </p:cNvPr>
          <p:cNvSpPr/>
          <p:nvPr/>
        </p:nvSpPr>
        <p:spPr>
          <a:xfrm>
            <a:off x="421105" y="1212852"/>
            <a:ext cx="10901552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course, all of this can be a bit daunting, and one of the easiest ways to solve the problem often gets the job done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using print statements to track how far a program has gotten can do the trick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my personal favorite way of debugging (even if it can be inefficient)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workflows don’t have debugging features built 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5CF56-FC0F-139D-35A9-A30B74E308AD}"/>
              </a:ext>
            </a:extLst>
          </p:cNvPr>
          <p:cNvSpPr/>
          <p:nvPr/>
        </p:nvSpPr>
        <p:spPr>
          <a:xfrm>
            <a:off x="-105830" y="155969"/>
            <a:ext cx="561608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PRINT STATEMENTS</a:t>
            </a:r>
          </a:p>
        </p:txBody>
      </p:sp>
    </p:spTree>
    <p:extLst>
      <p:ext uri="{BB962C8B-B14F-4D97-AF65-F5344CB8AC3E}">
        <p14:creationId xmlns:p14="http://schemas.microsoft.com/office/powerpoint/2010/main" val="213758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repository for this class to find PA B2-2!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Good luck, and let me know if you need any help!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84465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3206</TotalTime>
  <Words>1081</Words>
  <Application>Microsoft Office PowerPoint</Application>
  <PresentationFormat>Widescreen</PresentationFormat>
  <Paragraphs>124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</cp:revision>
  <dcterms:created xsi:type="dcterms:W3CDTF">2025-08-11T14:07:39Z</dcterms:created>
  <dcterms:modified xsi:type="dcterms:W3CDTF">2025-08-15T20:23:17Z</dcterms:modified>
</cp:coreProperties>
</file>