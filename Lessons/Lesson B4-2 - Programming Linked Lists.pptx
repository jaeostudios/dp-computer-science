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510" r:id="rId5"/>
    <p:sldId id="513" r:id="rId6"/>
    <p:sldId id="515" r:id="rId7"/>
    <p:sldId id="519" r:id="rId8"/>
    <p:sldId id="516" r:id="rId9"/>
    <p:sldId id="518" r:id="rId10"/>
    <p:sldId id="520" r:id="rId11"/>
    <p:sldId id="522" r:id="rId12"/>
    <p:sldId id="525" r:id="rId13"/>
    <p:sldId id="524" r:id="rId14"/>
    <p:sldId id="523" r:id="rId15"/>
    <p:sldId id="526" r:id="rId16"/>
    <p:sldId id="527" r:id="rId17"/>
    <p:sldId id="511" r:id="rId18"/>
    <p:sldId id="45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36CF2B-A42F-4FFB-BD41-D3197531459D}" v="18" dt="2026-04-15T19:54:05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33" autoAdjust="0"/>
    <p:restoredTop sz="94660"/>
  </p:normalViewPr>
  <p:slideViewPr>
    <p:cSldViewPr snapToGrid="0">
      <p:cViewPr varScale="1">
        <p:scale>
          <a:sx n="56" d="100"/>
          <a:sy n="56" d="100"/>
        </p:scale>
        <p:origin x="42" y="10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4-15T19:55:42.992" v="3037" actId="20577"/>
      <pc:docMkLst>
        <pc:docMk/>
      </pc:docMkLst>
      <pc:sldChg chg="modSp mod">
        <pc:chgData name="Michael Hill" userId="41dba03d-e58d-4389-9894-554c10310ba4" providerId="ADAL" clId="{EF23FE1D-A042-481E-AFD7-2A9FB0847F54}" dt="2026-04-15T18:57:56.858" v="26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4-15T18:57:46.699" v="0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4-15T18:57:56.858" v="26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4-15T18:59:45.726" v="266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4-15T18:59:45.726" v="266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4-15T19:01:46.129" v="437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4-15T19:01:46.129" v="437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4-15T19:55:42.992" v="3037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4-15T19:55:42.992" v="3037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modSp mod">
        <pc:chgData name="Michael Hill" userId="41dba03d-e58d-4389-9894-554c10310ba4" providerId="ADAL" clId="{EF23FE1D-A042-481E-AFD7-2A9FB0847F54}" dt="2026-04-15T19:45:19.368" v="2272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4-15T19:45:19.368" v="2272" actId="20577"/>
          <ac:spMkLst>
            <pc:docMk/>
            <pc:sldMk cId="1611361129" sldId="510"/>
            <ac:spMk id="8" creationId="{FC7C95A6-B60F-E90A-E986-B69A06E5D254}"/>
          </ac:spMkLst>
        </pc:spChg>
      </pc:sldChg>
      <pc:sldChg chg="modSp mod">
        <pc:chgData name="Michael Hill" userId="41dba03d-e58d-4389-9894-554c10310ba4" providerId="ADAL" clId="{EF23FE1D-A042-481E-AFD7-2A9FB0847F54}" dt="2026-04-15T19:55:36.250" v="3034" actId="20577"/>
        <pc:sldMkLst>
          <pc:docMk/>
          <pc:sldMk cId="510244893" sldId="511"/>
        </pc:sldMkLst>
        <pc:spChg chg="mod">
          <ac:chgData name="Michael Hill" userId="41dba03d-e58d-4389-9894-554c10310ba4" providerId="ADAL" clId="{EF23FE1D-A042-481E-AFD7-2A9FB0847F54}" dt="2026-04-15T19:54:39.688" v="2903" actId="1076"/>
          <ac:spMkLst>
            <pc:docMk/>
            <pc:sldMk cId="510244893" sldId="511"/>
            <ac:spMk id="5" creationId="{1BEA4B70-659E-4C55-E3F4-C156785ECAFE}"/>
          </ac:spMkLst>
        </pc:spChg>
        <pc:spChg chg="mod">
          <ac:chgData name="Michael Hill" userId="41dba03d-e58d-4389-9894-554c10310ba4" providerId="ADAL" clId="{EF23FE1D-A042-481E-AFD7-2A9FB0847F54}" dt="2026-04-15T19:55:36.250" v="3034" actId="20577"/>
          <ac:spMkLst>
            <pc:docMk/>
            <pc:sldMk cId="510244893" sldId="511"/>
            <ac:spMk id="8" creationId="{9C348106-02E8-94FB-0B3E-F2446D2114E0}"/>
          </ac:spMkLst>
        </pc:spChg>
      </pc:sldChg>
      <pc:sldChg chg="delSp modSp del mod delAnim">
        <pc:chgData name="Michael Hill" userId="41dba03d-e58d-4389-9894-554c10310ba4" providerId="ADAL" clId="{EF23FE1D-A042-481E-AFD7-2A9FB0847F54}" dt="2026-04-15T19:22:31.507" v="1616" actId="47"/>
        <pc:sldMkLst>
          <pc:docMk/>
          <pc:sldMk cId="43187991" sldId="512"/>
        </pc:sldMkLst>
        <pc:spChg chg="mod">
          <ac:chgData name="Michael Hill" userId="41dba03d-e58d-4389-9894-554c10310ba4" providerId="ADAL" clId="{EF23FE1D-A042-481E-AFD7-2A9FB0847F54}" dt="2026-04-15T19:08:18.523" v="675" actId="14100"/>
          <ac:spMkLst>
            <pc:docMk/>
            <pc:sldMk cId="43187991" sldId="512"/>
            <ac:spMk id="5" creationId="{2CF92176-20DF-4CD1-CB88-D8217536AAB9}"/>
          </ac:spMkLst>
        </pc:spChg>
        <pc:spChg chg="del">
          <ac:chgData name="Michael Hill" userId="41dba03d-e58d-4389-9894-554c10310ba4" providerId="ADAL" clId="{EF23FE1D-A042-481E-AFD7-2A9FB0847F54}" dt="2026-04-15T19:10:23.104" v="1061" actId="478"/>
          <ac:spMkLst>
            <pc:docMk/>
            <pc:sldMk cId="43187991" sldId="512"/>
            <ac:spMk id="6" creationId="{33E3E6F3-0713-0065-7081-038975B9A21E}"/>
          </ac:spMkLst>
        </pc:spChg>
        <pc:spChg chg="mod">
          <ac:chgData name="Michael Hill" userId="41dba03d-e58d-4389-9894-554c10310ba4" providerId="ADAL" clId="{EF23FE1D-A042-481E-AFD7-2A9FB0847F54}" dt="2026-04-15T19:12:04.889" v="1145" actId="20577"/>
          <ac:spMkLst>
            <pc:docMk/>
            <pc:sldMk cId="43187991" sldId="512"/>
            <ac:spMk id="8" creationId="{54D4A086-3E84-ADD1-1E1C-EAF7FC879D49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2844221437" sldId="513"/>
        </pc:sldMkLst>
      </pc:sldChg>
      <pc:sldChg chg="modSp add mod ord">
        <pc:chgData name="Michael Hill" userId="41dba03d-e58d-4389-9894-554c10310ba4" providerId="ADAL" clId="{EF23FE1D-A042-481E-AFD7-2A9FB0847F54}" dt="2026-04-15T19:22:23.264" v="1612"/>
        <pc:sldMkLst>
          <pc:docMk/>
          <pc:sldMk cId="2995636331" sldId="513"/>
        </pc:sldMkLst>
        <pc:spChg chg="mod">
          <ac:chgData name="Michael Hill" userId="41dba03d-e58d-4389-9894-554c10310ba4" providerId="ADAL" clId="{EF23FE1D-A042-481E-AFD7-2A9FB0847F54}" dt="2026-04-15T19:18:15.563" v="1269" actId="20577"/>
          <ac:spMkLst>
            <pc:docMk/>
            <pc:sldMk cId="2995636331" sldId="513"/>
            <ac:spMk id="5" creationId="{A5651990-6C7B-B9E0-87AD-5AF9E7D36B7C}"/>
          </ac:spMkLst>
        </pc:spChg>
        <pc:spChg chg="mod">
          <ac:chgData name="Michael Hill" userId="41dba03d-e58d-4389-9894-554c10310ba4" providerId="ADAL" clId="{EF23FE1D-A042-481E-AFD7-2A9FB0847F54}" dt="2026-04-15T19:20:25.753" v="1607" actId="20577"/>
          <ac:spMkLst>
            <pc:docMk/>
            <pc:sldMk cId="2995636331" sldId="513"/>
            <ac:spMk id="8" creationId="{9EB77A6F-3A86-C7E5-90C9-C9D5C65F7745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080464476" sldId="514"/>
        </pc:sldMkLst>
      </pc:sldChg>
      <pc:sldChg chg="modSp add del mod">
        <pc:chgData name="Michael Hill" userId="41dba03d-e58d-4389-9894-554c10310ba4" providerId="ADAL" clId="{EF23FE1D-A042-481E-AFD7-2A9FB0847F54}" dt="2026-04-15T19:22:19.516" v="1610" actId="47"/>
        <pc:sldMkLst>
          <pc:docMk/>
          <pc:sldMk cId="1163237969" sldId="514"/>
        </pc:sldMkLst>
        <pc:spChg chg="mod">
          <ac:chgData name="Michael Hill" userId="41dba03d-e58d-4389-9894-554c10310ba4" providerId="ADAL" clId="{EF23FE1D-A042-481E-AFD7-2A9FB0847F54}" dt="2026-04-15T19:18:26.479" v="1297" actId="14100"/>
          <ac:spMkLst>
            <pc:docMk/>
            <pc:sldMk cId="1163237969" sldId="514"/>
            <ac:spMk id="5" creationId="{6475BF49-BB13-D833-8EB6-D4AC2D7F8E80}"/>
          </ac:spMkLst>
        </pc:spChg>
        <pc:spChg chg="mod">
          <ac:chgData name="Michael Hill" userId="41dba03d-e58d-4389-9894-554c10310ba4" providerId="ADAL" clId="{EF23FE1D-A042-481E-AFD7-2A9FB0847F54}" dt="2026-04-15T19:17:29.941" v="1246" actId="20577"/>
          <ac:spMkLst>
            <pc:docMk/>
            <pc:sldMk cId="1163237969" sldId="514"/>
            <ac:spMk id="8" creationId="{086E846F-8D0F-A4BE-3E43-759C92A805C5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801702804" sldId="515"/>
        </pc:sldMkLst>
      </pc:sldChg>
      <pc:sldChg chg="modSp add mod">
        <pc:chgData name="Michael Hill" userId="41dba03d-e58d-4389-9894-554c10310ba4" providerId="ADAL" clId="{EF23FE1D-A042-481E-AFD7-2A9FB0847F54}" dt="2026-04-15T19:18:19.703" v="1279" actId="20577"/>
        <pc:sldMkLst>
          <pc:docMk/>
          <pc:sldMk cId="1042081219" sldId="515"/>
        </pc:sldMkLst>
        <pc:spChg chg="mod">
          <ac:chgData name="Michael Hill" userId="41dba03d-e58d-4389-9894-554c10310ba4" providerId="ADAL" clId="{EF23FE1D-A042-481E-AFD7-2A9FB0847F54}" dt="2026-04-15T19:18:19.703" v="1279" actId="20577"/>
          <ac:spMkLst>
            <pc:docMk/>
            <pc:sldMk cId="1042081219" sldId="515"/>
            <ac:spMk id="5" creationId="{10BE7CE7-4491-5B17-DBF9-6CF87D6C3303}"/>
          </ac:spMkLst>
        </pc:spChg>
        <pc:spChg chg="mod">
          <ac:chgData name="Michael Hill" userId="41dba03d-e58d-4389-9894-554c10310ba4" providerId="ADAL" clId="{EF23FE1D-A042-481E-AFD7-2A9FB0847F54}" dt="2026-04-15T19:18:08.765" v="1256" actId="2711"/>
          <ac:spMkLst>
            <pc:docMk/>
            <pc:sldMk cId="1042081219" sldId="515"/>
            <ac:spMk id="8" creationId="{871B3737-AB37-FE4A-454A-B735E3722202}"/>
          </ac:spMkLst>
        </pc:spChg>
      </pc:sldChg>
      <pc:sldChg chg="modSp add mod ord">
        <pc:chgData name="Michael Hill" userId="41dba03d-e58d-4389-9894-554c10310ba4" providerId="ADAL" clId="{EF23FE1D-A042-481E-AFD7-2A9FB0847F54}" dt="2026-04-15T19:19:20.313" v="1333" actId="20577"/>
        <pc:sldMkLst>
          <pc:docMk/>
          <pc:sldMk cId="1733310027" sldId="516"/>
        </pc:sldMkLst>
        <pc:spChg chg="mod">
          <ac:chgData name="Michael Hill" userId="41dba03d-e58d-4389-9894-554c10310ba4" providerId="ADAL" clId="{EF23FE1D-A042-481E-AFD7-2A9FB0847F54}" dt="2026-04-15T19:18:34.798" v="1316" actId="14100"/>
          <ac:spMkLst>
            <pc:docMk/>
            <pc:sldMk cId="1733310027" sldId="516"/>
            <ac:spMk id="5" creationId="{4DBEEA56-3333-B023-D0D6-9850493F7AAF}"/>
          </ac:spMkLst>
        </pc:spChg>
        <pc:spChg chg="mod">
          <ac:chgData name="Michael Hill" userId="41dba03d-e58d-4389-9894-554c10310ba4" providerId="ADAL" clId="{EF23FE1D-A042-481E-AFD7-2A9FB0847F54}" dt="2026-04-15T19:19:20.313" v="1333" actId="20577"/>
          <ac:spMkLst>
            <pc:docMk/>
            <pc:sldMk cId="1733310027" sldId="516"/>
            <ac:spMk id="8" creationId="{230B0CDC-156B-6278-B827-AF1C6F929654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872490283" sldId="516"/>
        </pc:sldMkLst>
      </pc:sldChg>
      <pc:sldChg chg="add del ord">
        <pc:chgData name="Michael Hill" userId="41dba03d-e58d-4389-9894-554c10310ba4" providerId="ADAL" clId="{EF23FE1D-A042-481E-AFD7-2A9FB0847F54}" dt="2026-04-15T19:54:15.953" v="2867" actId="47"/>
        <pc:sldMkLst>
          <pc:docMk/>
          <pc:sldMk cId="719498041" sldId="517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3548718218" sldId="517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2881957481" sldId="518"/>
        </pc:sldMkLst>
      </pc:sldChg>
      <pc:sldChg chg="modSp add mod ord">
        <pc:chgData name="Michael Hill" userId="41dba03d-e58d-4389-9894-554c10310ba4" providerId="ADAL" clId="{EF23FE1D-A042-481E-AFD7-2A9FB0847F54}" dt="2026-04-15T19:52:21.347" v="2699" actId="20577"/>
        <pc:sldMkLst>
          <pc:docMk/>
          <pc:sldMk cId="4263952802" sldId="518"/>
        </pc:sldMkLst>
        <pc:spChg chg="mod">
          <ac:chgData name="Michael Hill" userId="41dba03d-e58d-4389-9894-554c10310ba4" providerId="ADAL" clId="{EF23FE1D-A042-481E-AFD7-2A9FB0847F54}" dt="2026-04-15T19:23:01.207" v="1670" actId="14100"/>
          <ac:spMkLst>
            <pc:docMk/>
            <pc:sldMk cId="4263952802" sldId="518"/>
            <ac:spMk id="5" creationId="{49EE7681-B6EC-8786-52EA-70A6CA121BDC}"/>
          </ac:spMkLst>
        </pc:spChg>
        <pc:spChg chg="mod">
          <ac:chgData name="Michael Hill" userId="41dba03d-e58d-4389-9894-554c10310ba4" providerId="ADAL" clId="{EF23FE1D-A042-481E-AFD7-2A9FB0847F54}" dt="2026-04-15T19:52:21.347" v="2699" actId="20577"/>
          <ac:spMkLst>
            <pc:docMk/>
            <pc:sldMk cId="4263952802" sldId="518"/>
            <ac:spMk id="8" creationId="{68A17758-37E3-7631-1FC9-4D100F71735D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400076153" sldId="519"/>
        </pc:sldMkLst>
      </pc:sldChg>
      <pc:sldChg chg="add">
        <pc:chgData name="Michael Hill" userId="41dba03d-e58d-4389-9894-554c10310ba4" providerId="ADAL" clId="{EF23FE1D-A042-481E-AFD7-2A9FB0847F54}" dt="2026-04-15T19:22:49.321" v="1635" actId="2890"/>
        <pc:sldMkLst>
          <pc:docMk/>
          <pc:sldMk cId="3382127804" sldId="519"/>
        </pc:sldMkLst>
      </pc:sldChg>
      <pc:sldChg chg="modSp add mod ord">
        <pc:chgData name="Michael Hill" userId="41dba03d-e58d-4389-9894-554c10310ba4" providerId="ADAL" clId="{EF23FE1D-A042-481E-AFD7-2A9FB0847F54}" dt="2026-04-15T19:25:39.034" v="2020" actId="2711"/>
        <pc:sldMkLst>
          <pc:docMk/>
          <pc:sldMk cId="1652848379" sldId="520"/>
        </pc:sldMkLst>
        <pc:spChg chg="mod">
          <ac:chgData name="Michael Hill" userId="41dba03d-e58d-4389-9894-554c10310ba4" providerId="ADAL" clId="{EF23FE1D-A042-481E-AFD7-2A9FB0847F54}" dt="2026-04-15T19:25:26.024" v="2017" actId="14100"/>
          <ac:spMkLst>
            <pc:docMk/>
            <pc:sldMk cId="1652848379" sldId="520"/>
            <ac:spMk id="5" creationId="{DAB9299B-7BFF-2F74-85BB-76984034F492}"/>
          </ac:spMkLst>
        </pc:spChg>
        <pc:spChg chg="mod">
          <ac:chgData name="Michael Hill" userId="41dba03d-e58d-4389-9894-554c10310ba4" providerId="ADAL" clId="{EF23FE1D-A042-481E-AFD7-2A9FB0847F54}" dt="2026-04-15T19:25:39.034" v="2020" actId="2711"/>
          <ac:spMkLst>
            <pc:docMk/>
            <pc:sldMk cId="1652848379" sldId="520"/>
            <ac:spMk id="8" creationId="{29B99B50-362A-5468-5BC6-BE0F6E1F75E5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848632668" sldId="520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570565556" sldId="521"/>
        </pc:sldMkLst>
      </pc:sldChg>
      <pc:sldChg chg="modSp add del mod ord">
        <pc:chgData name="Michael Hill" userId="41dba03d-e58d-4389-9894-554c10310ba4" providerId="ADAL" clId="{EF23FE1D-A042-481E-AFD7-2A9FB0847F54}" dt="2026-04-15T19:53:53.564" v="2862" actId="47"/>
        <pc:sldMkLst>
          <pc:docMk/>
          <pc:sldMk cId="2560798008" sldId="521"/>
        </pc:sldMkLst>
        <pc:spChg chg="mod">
          <ac:chgData name="Michael Hill" userId="41dba03d-e58d-4389-9894-554c10310ba4" providerId="ADAL" clId="{EF23FE1D-A042-481E-AFD7-2A9FB0847F54}" dt="2026-04-15T19:26:21.898" v="2208" actId="20577"/>
          <ac:spMkLst>
            <pc:docMk/>
            <pc:sldMk cId="2560798008" sldId="521"/>
            <ac:spMk id="8" creationId="{D979749B-17FE-8D4B-75F6-1C0FF0C1B4C1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110646385" sldId="522"/>
        </pc:sldMkLst>
      </pc:sldChg>
      <pc:sldChg chg="modSp add mod">
        <pc:chgData name="Michael Hill" userId="41dba03d-e58d-4389-9894-554c10310ba4" providerId="ADAL" clId="{EF23FE1D-A042-481E-AFD7-2A9FB0847F54}" dt="2026-04-15T19:49:25.080" v="2280" actId="14100"/>
        <pc:sldMkLst>
          <pc:docMk/>
          <pc:sldMk cId="3120746984" sldId="522"/>
        </pc:sldMkLst>
        <pc:spChg chg="mod">
          <ac:chgData name="Michael Hill" userId="41dba03d-e58d-4389-9894-554c10310ba4" providerId="ADAL" clId="{EF23FE1D-A042-481E-AFD7-2A9FB0847F54}" dt="2026-04-15T19:49:25.080" v="2280" actId="14100"/>
          <ac:spMkLst>
            <pc:docMk/>
            <pc:sldMk cId="3120746984" sldId="522"/>
            <ac:spMk id="8" creationId="{A94173FF-089D-4FEF-95E1-3FFDFC274F30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092232446" sldId="523"/>
        </pc:sldMkLst>
      </pc:sldChg>
      <pc:sldChg chg="modSp add mod ord">
        <pc:chgData name="Michael Hill" userId="41dba03d-e58d-4389-9894-554c10310ba4" providerId="ADAL" clId="{EF23FE1D-A042-481E-AFD7-2A9FB0847F54}" dt="2026-04-15T19:51:14.022" v="2513" actId="255"/>
        <pc:sldMkLst>
          <pc:docMk/>
          <pc:sldMk cId="3714844089" sldId="523"/>
        </pc:sldMkLst>
        <pc:spChg chg="mod">
          <ac:chgData name="Michael Hill" userId="41dba03d-e58d-4389-9894-554c10310ba4" providerId="ADAL" clId="{EF23FE1D-A042-481E-AFD7-2A9FB0847F54}" dt="2026-04-15T19:50:51.520" v="2509" actId="20577"/>
          <ac:spMkLst>
            <pc:docMk/>
            <pc:sldMk cId="3714844089" sldId="523"/>
            <ac:spMk id="5" creationId="{C3CA257C-47B5-BCA2-7E49-A463437F3A26}"/>
          </ac:spMkLst>
        </pc:spChg>
        <pc:spChg chg="mod">
          <ac:chgData name="Michael Hill" userId="41dba03d-e58d-4389-9894-554c10310ba4" providerId="ADAL" clId="{EF23FE1D-A042-481E-AFD7-2A9FB0847F54}" dt="2026-04-15T19:51:14.022" v="2513" actId="255"/>
          <ac:spMkLst>
            <pc:docMk/>
            <pc:sldMk cId="3714844089" sldId="523"/>
            <ac:spMk id="8" creationId="{9AE1A8DF-57D6-1017-A201-4F4B8949AE64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465763105" sldId="524"/>
        </pc:sldMkLst>
      </pc:sldChg>
      <pc:sldChg chg="modSp add mod ord">
        <pc:chgData name="Michael Hill" userId="41dba03d-e58d-4389-9894-554c10310ba4" providerId="ADAL" clId="{EF23FE1D-A042-481E-AFD7-2A9FB0847F54}" dt="2026-04-15T19:52:44.452" v="2710" actId="20577"/>
        <pc:sldMkLst>
          <pc:docMk/>
          <pc:sldMk cId="3787340208" sldId="524"/>
        </pc:sldMkLst>
        <pc:spChg chg="mod">
          <ac:chgData name="Michael Hill" userId="41dba03d-e58d-4389-9894-554c10310ba4" providerId="ADAL" clId="{EF23FE1D-A042-481E-AFD7-2A9FB0847F54}" dt="2026-04-15T19:50:09.279" v="2304" actId="20577"/>
          <ac:spMkLst>
            <pc:docMk/>
            <pc:sldMk cId="3787340208" sldId="524"/>
            <ac:spMk id="5" creationId="{5E603FD5-A8B9-13B9-494F-B9629348A837}"/>
          </ac:spMkLst>
        </pc:spChg>
        <pc:spChg chg="mod">
          <ac:chgData name="Michael Hill" userId="41dba03d-e58d-4389-9894-554c10310ba4" providerId="ADAL" clId="{EF23FE1D-A042-481E-AFD7-2A9FB0847F54}" dt="2026-04-15T19:52:44.452" v="2710" actId="20577"/>
          <ac:spMkLst>
            <pc:docMk/>
            <pc:sldMk cId="3787340208" sldId="524"/>
            <ac:spMk id="8" creationId="{03F8EDFC-D880-B15C-C65C-5BA65DA284DE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722082198" sldId="525"/>
        </pc:sldMkLst>
      </pc:sldChg>
      <pc:sldChg chg="add">
        <pc:chgData name="Michael Hill" userId="41dba03d-e58d-4389-9894-554c10310ba4" providerId="ADAL" clId="{EF23FE1D-A042-481E-AFD7-2A9FB0847F54}" dt="2026-04-15T19:50:44.618" v="2488" actId="2890"/>
        <pc:sldMkLst>
          <pc:docMk/>
          <pc:sldMk cId="3568775023" sldId="525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693385373" sldId="526"/>
        </pc:sldMkLst>
      </pc:sldChg>
      <pc:sldChg chg="modSp add mod ord">
        <pc:chgData name="Michael Hill" userId="41dba03d-e58d-4389-9894-554c10310ba4" providerId="ADAL" clId="{EF23FE1D-A042-481E-AFD7-2A9FB0847F54}" dt="2026-04-15T19:53:15.828" v="2845" actId="20577"/>
        <pc:sldMkLst>
          <pc:docMk/>
          <pc:sldMk cId="3901617845" sldId="526"/>
        </pc:sldMkLst>
        <pc:spChg chg="mod">
          <ac:chgData name="Michael Hill" userId="41dba03d-e58d-4389-9894-554c10310ba4" providerId="ADAL" clId="{EF23FE1D-A042-481E-AFD7-2A9FB0847F54}" dt="2026-04-15T19:52:57.804" v="2736" actId="14100"/>
          <ac:spMkLst>
            <pc:docMk/>
            <pc:sldMk cId="3901617845" sldId="526"/>
            <ac:spMk id="5" creationId="{513E186E-D31D-10CF-A309-CAA9B5AD07A1}"/>
          </ac:spMkLst>
        </pc:spChg>
        <pc:spChg chg="mod">
          <ac:chgData name="Michael Hill" userId="41dba03d-e58d-4389-9894-554c10310ba4" providerId="ADAL" clId="{EF23FE1D-A042-481E-AFD7-2A9FB0847F54}" dt="2026-04-15T19:53:15.828" v="2845" actId="20577"/>
          <ac:spMkLst>
            <pc:docMk/>
            <pc:sldMk cId="3901617845" sldId="526"/>
            <ac:spMk id="8" creationId="{12ADDC40-588C-8A5E-51A7-B86BA53D9801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699106576" sldId="527"/>
        </pc:sldMkLst>
      </pc:sldChg>
      <pc:sldChg chg="modSp add mod ord">
        <pc:chgData name="Michael Hill" userId="41dba03d-e58d-4389-9894-554c10310ba4" providerId="ADAL" clId="{EF23FE1D-A042-481E-AFD7-2A9FB0847F54}" dt="2026-04-15T19:54:11.392" v="2866" actId="255"/>
        <pc:sldMkLst>
          <pc:docMk/>
          <pc:sldMk cId="1914697351" sldId="527"/>
        </pc:sldMkLst>
        <pc:spChg chg="mod">
          <ac:chgData name="Michael Hill" userId="41dba03d-e58d-4389-9894-554c10310ba4" providerId="ADAL" clId="{EF23FE1D-A042-481E-AFD7-2A9FB0847F54}" dt="2026-04-15T19:53:47.587" v="2861" actId="14100"/>
          <ac:spMkLst>
            <pc:docMk/>
            <pc:sldMk cId="1914697351" sldId="527"/>
            <ac:spMk id="5" creationId="{01AF87C1-D6F1-E347-B942-D02585EE019C}"/>
          </ac:spMkLst>
        </pc:spChg>
        <pc:spChg chg="mod">
          <ac:chgData name="Michael Hill" userId="41dba03d-e58d-4389-9894-554c10310ba4" providerId="ADAL" clId="{EF23FE1D-A042-481E-AFD7-2A9FB0847F54}" dt="2026-04-15T19:54:11.392" v="2866" actId="255"/>
          <ac:spMkLst>
            <pc:docMk/>
            <pc:sldMk cId="1914697351" sldId="527"/>
            <ac:spMk id="8" creationId="{7C9F45DF-F023-92B9-089A-DA70FC984D64}"/>
          </ac:spMkLst>
        </pc:spChg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3299374814" sldId="528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3776134180" sldId="529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1465609264" sldId="530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2799928239" sldId="531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3937327636" sldId="532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817201845" sldId="533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4283589947" sldId="534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4027929574" sldId="535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736555754" sldId="536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3788614030" sldId="537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502041300" sldId="538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575208997" sldId="539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2750076461" sldId="540"/>
        </pc:sldMkLst>
      </pc:sldChg>
      <pc:sldChg chg="del">
        <pc:chgData name="Michael Hill" userId="41dba03d-e58d-4389-9894-554c10310ba4" providerId="ADAL" clId="{EF23FE1D-A042-481E-AFD7-2A9FB0847F54}" dt="2026-04-15T19:12:09.613" v="1146" actId="47"/>
        <pc:sldMkLst>
          <pc:docMk/>
          <pc:sldMk cId="3543043094" sldId="5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B4: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ABSTRACT DATA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B4-2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637414" y="3685517"/>
            <a:ext cx="8564608" cy="86733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LINKED LISTS</a:t>
            </a:r>
          </a:p>
        </p:txBody>
      </p:sp>
      <p:sp>
        <p:nvSpPr>
          <p:cNvPr id="2" name="Star: 12 Points 1">
            <a:extLst>
              <a:ext uri="{FF2B5EF4-FFF2-40B4-BE49-F238E27FC236}">
                <a16:creationId xmlns:a16="http://schemas.microsoft.com/office/drawing/2014/main" id="{643B1DB0-D84C-E48C-E361-40C0C1A87A45}"/>
              </a:ext>
            </a:extLst>
          </p:cNvPr>
          <p:cNvSpPr/>
          <p:nvPr/>
        </p:nvSpPr>
        <p:spPr>
          <a:xfrm>
            <a:off x="414182" y="538390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Node Class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LinkedList Class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Insertion into a LinkedList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Deletion from a LinkedList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Search a LinkedList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Given what we know so far about linked lists, what do you think we’ll need to be programming today?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How many different functions? How would you split it up?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My plan: list class and node class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Searching – one function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Insertion – three functions or three cases in a function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Deletion – three functions or three cases in a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D38D8-4B88-D5A5-87BB-F6BCD9FB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EE5D30F-CAC6-99FA-1C9C-D70BF9A87B0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0C7378-7966-380F-E680-68EA68ABFE5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9E29B4-15B8-DBA1-F624-C616996F6D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F0A636-15F3-7328-B275-E8784C2E9DE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77A6F-3A86-C7E5-90C9-C9D5C65F774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I’m going to write the ‘Node’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node class will contain data and a pointer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Our pointer will be called ‘next’ because it points to the next item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Only one pointer because we’re a singular linked list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it were doubly, we’d need two pointers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51990-6C7B-B9E0-87AD-5AF9E7D36B7C}"/>
              </a:ext>
            </a:extLst>
          </p:cNvPr>
          <p:cNvSpPr/>
          <p:nvPr/>
        </p:nvSpPr>
        <p:spPr>
          <a:xfrm>
            <a:off x="-142431" y="155968"/>
            <a:ext cx="407607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CLASS</a:t>
            </a:r>
          </a:p>
        </p:txBody>
      </p:sp>
    </p:spTree>
    <p:extLst>
      <p:ext uri="{BB962C8B-B14F-4D97-AF65-F5344CB8AC3E}">
        <p14:creationId xmlns:p14="http://schemas.microsoft.com/office/powerpoint/2010/main" val="299563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98945-7F69-E02F-D5D4-17357CC4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6CBAB39-DB78-94E4-A3A7-6007EC53232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F849F1-D3B0-85F5-2378-A0C5F31EE77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20192D-A22B-0390-FF20-776FB494D25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AE2799-08E9-A172-620B-FF996A1531F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1B3737-AB37-FE4A-454A-B735E372220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#constructor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.data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b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E7CE7-4491-5B17-DBF9-6CF87D6C3303}"/>
              </a:ext>
            </a:extLst>
          </p:cNvPr>
          <p:cNvSpPr/>
          <p:nvPr/>
        </p:nvSpPr>
        <p:spPr>
          <a:xfrm>
            <a:off x="-142431" y="155968"/>
            <a:ext cx="407607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CLASS</a:t>
            </a:r>
          </a:p>
        </p:txBody>
      </p:sp>
    </p:spTree>
    <p:extLst>
      <p:ext uri="{BB962C8B-B14F-4D97-AF65-F5344CB8AC3E}">
        <p14:creationId xmlns:p14="http://schemas.microsoft.com/office/powerpoint/2010/main" val="104208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A3C56-B2E9-0F79-BF6B-8DEEF06E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2D5A0D-A169-D7D3-9EFB-A0CB4089DDF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E1AE7A-845D-E554-0386-9F1E638F119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083769-34B7-3B32-5124-9CB3B584AE1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07E3B6-EA40-D948-0F88-8F7F4C6C7D3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70C065-33C2-DBB3-E557-CB4C8499A5A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linked list will be a class that’s the starting point when creating a linked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will have a reference to the first node, aka the head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class will also have a function to traverse the list and print the contents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start from the head and then traverse the nodes until we come to the tail node that points to null or none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Code this along with me, it would be too much info to copy from the slides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7758F-DDCA-8D9C-029E-3B2867704C01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CLASS</a:t>
            </a:r>
          </a:p>
        </p:txBody>
      </p:sp>
    </p:spTree>
    <p:extLst>
      <p:ext uri="{BB962C8B-B14F-4D97-AF65-F5344CB8AC3E}">
        <p14:creationId xmlns:p14="http://schemas.microsoft.com/office/powerpoint/2010/main" val="3382127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7844B-A04C-DF24-A1EB-8E04A9B1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FF7C713-8BD2-AD5A-0A7F-B7FD2145C93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0856B3-1E00-DE05-2ADC-5A708F900B6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4ECE92-1BE9-DEDB-6B7B-DC734102DC0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94C8FE-B2F7-C182-EFB5-89AC96EB069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0B0CDC-156B-6278-B827-AF1C6F92965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LinkedList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#constructor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b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def </a:t>
            </a:r>
            <a:r>
              <a:rPr lang="en-US" sz="2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print_list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2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!=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.data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AA492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-&gt; "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"None"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EEA56-3333-B023-D0D6-9850493F7AAF}"/>
              </a:ext>
            </a:extLst>
          </p:cNvPr>
          <p:cNvSpPr/>
          <p:nvPr/>
        </p:nvSpPr>
        <p:spPr>
          <a:xfrm>
            <a:off x="-142432" y="155968"/>
            <a:ext cx="549686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LINKED LIST CLASS</a:t>
            </a:r>
          </a:p>
        </p:txBody>
      </p:sp>
    </p:spTree>
    <p:extLst>
      <p:ext uri="{BB962C8B-B14F-4D97-AF65-F5344CB8AC3E}">
        <p14:creationId xmlns:p14="http://schemas.microsoft.com/office/powerpoint/2010/main" val="173331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C7FD2-581B-0B8F-0244-17B4FA4A8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EC883DA-0726-8FE9-A5D1-336AD612BD8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B81E93-C740-144B-89B3-FF9509E0542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66B87B-FDF7-25B4-B36D-56FED7845F6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93C337-E5A2-9D98-1074-8A3AE7E8EA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17758-37E3-7631-1FC9-4D100F71735D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Inside of the linked list class, we’ll create three functions to add data into the 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Insertion at the start needs to take in a data parameter, as does insertion at the end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Insertion in the middle will need an index to know where to go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E7681-B6EC-8786-52EA-70A6CA121BDC}"/>
              </a:ext>
            </a:extLst>
          </p:cNvPr>
          <p:cNvSpPr/>
          <p:nvPr/>
        </p:nvSpPr>
        <p:spPr>
          <a:xfrm>
            <a:off x="-142432" y="155968"/>
            <a:ext cx="819950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INSERTION INTO A LINKED LIST</a:t>
            </a:r>
          </a:p>
        </p:txBody>
      </p:sp>
    </p:spTree>
    <p:extLst>
      <p:ext uri="{BB962C8B-B14F-4D97-AF65-F5344CB8AC3E}">
        <p14:creationId xmlns:p14="http://schemas.microsoft.com/office/powerpoint/2010/main" val="426395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C6D83-BA3F-5595-7E63-ACE05613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A0A5CB9-8C37-679E-B297-9395575A4DF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0105B1-1859-9AA4-1891-31567B591FD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92CE43-5C4F-3E64-2B3B-F992F8D32E3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E72DC4-DAEA-F22C-1CC7-2DFC957FFB2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B99B50-362A-5468-5BC6-BE0F6E1F75E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insert_at_beginning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r>
              <a:rPr lang="en-US" sz="2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Node(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9299B-7BFF-2F74-85BB-76984034F492}"/>
              </a:ext>
            </a:extLst>
          </p:cNvPr>
          <p:cNvSpPr/>
          <p:nvPr/>
        </p:nvSpPr>
        <p:spPr>
          <a:xfrm>
            <a:off x="-142432" y="155968"/>
            <a:ext cx="825126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INSERTION INTO A LINKED LIST</a:t>
            </a:r>
          </a:p>
        </p:txBody>
      </p:sp>
    </p:spTree>
    <p:extLst>
      <p:ext uri="{BB962C8B-B14F-4D97-AF65-F5344CB8AC3E}">
        <p14:creationId xmlns:p14="http://schemas.microsoft.com/office/powerpoint/2010/main" val="165284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940E1-C97F-DB01-F1AE-FE6A74F9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29A4DD-6B40-E158-83F5-57868E1B838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7D859B-4333-AAA9-DA37-1F36CFC8B34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9B94AB-91E1-888D-2212-8416F407D02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6A221D-BEB5-FB75-9455-677A1AA9E8A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4173FF-089D-4FEF-95E1-3FFDFC274F30}"/>
              </a:ext>
            </a:extLst>
          </p:cNvPr>
          <p:cNvSpPr/>
          <p:nvPr/>
        </p:nvSpPr>
        <p:spPr>
          <a:xfrm>
            <a:off x="246148" y="1299334"/>
            <a:ext cx="11295996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4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insert_at_location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location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4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location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#failsafe if list isn't that long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"List not long enough"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b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Node(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#create new node with data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#set new node to the same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#pointer as the found node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endParaRPr lang="en-US" sz="24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8EB18-8798-2CAC-9921-C3BE7F6744CF}"/>
              </a:ext>
            </a:extLst>
          </p:cNvPr>
          <p:cNvSpPr/>
          <p:nvPr/>
        </p:nvSpPr>
        <p:spPr>
          <a:xfrm>
            <a:off x="-142432" y="155968"/>
            <a:ext cx="825126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INSERTION INTO A LINKED LIST</a:t>
            </a:r>
          </a:p>
        </p:txBody>
      </p:sp>
    </p:spTree>
    <p:extLst>
      <p:ext uri="{BB962C8B-B14F-4D97-AF65-F5344CB8AC3E}">
        <p14:creationId xmlns:p14="http://schemas.microsoft.com/office/powerpoint/2010/main" val="3120746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C81E9-7048-1CF8-693A-63877912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9C867F9-C572-42CA-3A0D-4A54073DFED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19EED4-0DAF-E749-6611-C7E3CECE3BB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7EBD9E-36BF-D66C-70F4-0969D22CD22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099CBB-9DD5-E5F1-F36B-D37B0013BB0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7A001-2803-F3A0-6F4C-B62205823859}"/>
              </a:ext>
            </a:extLst>
          </p:cNvPr>
          <p:cNvSpPr/>
          <p:nvPr/>
        </p:nvSpPr>
        <p:spPr>
          <a:xfrm>
            <a:off x="246147" y="1299334"/>
            <a:ext cx="11699705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4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insert_at_end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400" dirty="0" err="1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Node(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#edge case if list is empty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is None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b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4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#link to start of list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!=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#moving down the list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#when the loop ends, the next pointer must be none, which is 	default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new_node</a:t>
            </a:r>
            <a:endParaRPr lang="en-US" sz="24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02C21C-958A-0276-77A3-24CABDCF2680}"/>
              </a:ext>
            </a:extLst>
          </p:cNvPr>
          <p:cNvSpPr/>
          <p:nvPr/>
        </p:nvSpPr>
        <p:spPr>
          <a:xfrm>
            <a:off x="-142432" y="155968"/>
            <a:ext cx="825126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INSERTION INTO A LINKED LIST</a:t>
            </a:r>
          </a:p>
        </p:txBody>
      </p:sp>
    </p:spTree>
    <p:extLst>
      <p:ext uri="{BB962C8B-B14F-4D97-AF65-F5344CB8AC3E}">
        <p14:creationId xmlns:p14="http://schemas.microsoft.com/office/powerpoint/2010/main" val="3568775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8E187-9FCD-EACC-7BCD-A3A35F78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C73795-8EB6-7D42-39C5-F380B9AA87D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682476-9146-9599-D309-51B8ABAEC07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4891D9-28E2-0FC1-F8CA-74274C58BB9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DB040A-123F-2C43-F1B9-DEEF8A713D1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F8EDFC-D880-B15C-C65C-5BA65DA284D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look at how we can delete items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I’m going to write one delete function that checks for an item to delete, not an index, and handle our three different cases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Deleting the head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Deleting the middle node or tail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node is not found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603FD5-A8B9-13B9-494F-B9629348A837}"/>
              </a:ext>
            </a:extLst>
          </p:cNvPr>
          <p:cNvSpPr/>
          <p:nvPr/>
        </p:nvSpPr>
        <p:spPr>
          <a:xfrm>
            <a:off x="-142432" y="155968"/>
            <a:ext cx="819950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DELETION FROM A LINKED LIST</a:t>
            </a:r>
          </a:p>
        </p:txBody>
      </p:sp>
    </p:spTree>
    <p:extLst>
      <p:ext uri="{BB962C8B-B14F-4D97-AF65-F5344CB8AC3E}">
        <p14:creationId xmlns:p14="http://schemas.microsoft.com/office/powerpoint/2010/main" val="378734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492E7-8B3D-C89C-A556-C1CCA663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4240653-29C6-FA1C-3E12-9611763390A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57051E-9752-6E12-C572-41FEE750F07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7CE9DD-EA6B-29D5-4A9C-EE40FD8E163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D91D3-0A2C-A862-B762-1DE6BAB0251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1A8DF-57D6-1017-A201-4F4B8949AE64}"/>
              </a:ext>
            </a:extLst>
          </p:cNvPr>
          <p:cNvSpPr/>
          <p:nvPr/>
        </p:nvSpPr>
        <p:spPr>
          <a:xfrm>
            <a:off x="246147" y="1299334"/>
            <a:ext cx="11699705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4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delete_node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14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#case 1, the node is the head of the list</a:t>
            </a:r>
            <a:b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!=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 and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.data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== </a:t>
            </a:r>
            <a:r>
              <a:rPr lang="en-US" sz="1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dirty="0">
                <a:solidFill>
                  <a:srgbClr val="507A9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return</a:t>
            </a: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#searching for node</a:t>
            </a:r>
            <a:b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!=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 and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.data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!= </a:t>
            </a:r>
            <a:r>
              <a:rPr lang="en-US" sz="1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b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#case 3 - node not found</a:t>
            </a:r>
            <a:b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"Node with data "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data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not found."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#case 2 - unlink node from list</a:t>
            </a:r>
            <a:b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1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b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507A9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1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1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endParaRPr lang="en-US" sz="14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A257C-47B5-BCA2-7E49-A463437F3A26}"/>
              </a:ext>
            </a:extLst>
          </p:cNvPr>
          <p:cNvSpPr/>
          <p:nvPr/>
        </p:nvSpPr>
        <p:spPr>
          <a:xfrm>
            <a:off x="-142432" y="155968"/>
            <a:ext cx="825126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DELETION FROM A LINKED LIST</a:t>
            </a:r>
          </a:p>
        </p:txBody>
      </p:sp>
    </p:spTree>
    <p:extLst>
      <p:ext uri="{BB962C8B-B14F-4D97-AF65-F5344CB8AC3E}">
        <p14:creationId xmlns:p14="http://schemas.microsoft.com/office/powerpoint/2010/main" val="3714844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BB72E-03B7-512C-A4A7-480548EB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5242B52-7903-0AE9-D935-55CC732B54F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847423-8FD0-1EC5-B501-E392EEB2F55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9954EE-B3AB-FCFB-F1B7-6408B8D5EC6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31F5F1-3AE4-68B6-8F80-738B6387406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DDC40-588C-8A5E-51A7-B86BA53D980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Searching will do a linear search until we find the item we’re looking for, pretty simple wrap-up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E186E-D31D-10CF-A309-CAA9B5AD07A1}"/>
              </a:ext>
            </a:extLst>
          </p:cNvPr>
          <p:cNvSpPr/>
          <p:nvPr/>
        </p:nvSpPr>
        <p:spPr>
          <a:xfrm>
            <a:off x="-142432" y="155968"/>
            <a:ext cx="7474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SEARCHING A LINKED LIST</a:t>
            </a:r>
          </a:p>
        </p:txBody>
      </p:sp>
    </p:spTree>
    <p:extLst>
      <p:ext uri="{BB962C8B-B14F-4D97-AF65-F5344CB8AC3E}">
        <p14:creationId xmlns:p14="http://schemas.microsoft.com/office/powerpoint/2010/main" val="3901617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56796-5434-5412-829D-C85F6450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DCC4DAA-ED72-B49D-3188-75D4D38A43A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A5AA34-AACC-2402-E934-283C5ACB914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C8DB45-CCF2-B8AD-741B-0C756FFF204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829DF4-242E-F41C-9633-8CB59BD175B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F45DF-F023-92B9-089A-DA70FC984D64}"/>
              </a:ext>
            </a:extLst>
          </p:cNvPr>
          <p:cNvSpPr/>
          <p:nvPr/>
        </p:nvSpPr>
        <p:spPr>
          <a:xfrm>
            <a:off x="246147" y="1299334"/>
            <a:ext cx="11699705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search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.head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2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!=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.data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==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True</a:t>
            </a:r>
            <a:b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800" dirty="0" err="1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current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.next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False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AF87C1-D6F1-E347-B942-D02585EE019C}"/>
              </a:ext>
            </a:extLst>
          </p:cNvPr>
          <p:cNvSpPr/>
          <p:nvPr/>
        </p:nvSpPr>
        <p:spPr>
          <a:xfrm>
            <a:off x="-142432" y="155968"/>
            <a:ext cx="74403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SEARCHING A LINKED LIST</a:t>
            </a:r>
          </a:p>
        </p:txBody>
      </p:sp>
    </p:spTree>
    <p:extLst>
      <p:ext uri="{BB962C8B-B14F-4D97-AF65-F5344CB8AC3E}">
        <p14:creationId xmlns:p14="http://schemas.microsoft.com/office/powerpoint/2010/main" val="1914697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5" y="1357745"/>
            <a:ext cx="1097623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 want you to write a tester script for this program for your program assignment, along with the logic for it! Good luck!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-299159" y="112328"/>
            <a:ext cx="783864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C830CC"/>
      </a:accent1>
      <a:accent2>
        <a:srgbClr val="E32D91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43211</TotalTime>
  <Words>1022</Words>
  <Application>Microsoft Office PowerPoint</Application>
  <PresentationFormat>Widescreen</PresentationFormat>
  <Paragraphs>67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34</cp:revision>
  <dcterms:created xsi:type="dcterms:W3CDTF">2025-08-11T14:07:39Z</dcterms:created>
  <dcterms:modified xsi:type="dcterms:W3CDTF">2026-04-15T19:55:45Z</dcterms:modified>
</cp:coreProperties>
</file>