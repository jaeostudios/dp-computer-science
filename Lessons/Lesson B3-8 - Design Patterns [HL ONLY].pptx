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510" r:id="rId5"/>
    <p:sldId id="512" r:id="rId6"/>
    <p:sldId id="513" r:id="rId7"/>
    <p:sldId id="514" r:id="rId8"/>
    <p:sldId id="515" r:id="rId9"/>
    <p:sldId id="516" r:id="rId10"/>
    <p:sldId id="517" r:id="rId11"/>
    <p:sldId id="521" r:id="rId12"/>
    <p:sldId id="518" r:id="rId13"/>
    <p:sldId id="519" r:id="rId14"/>
    <p:sldId id="520" r:id="rId15"/>
    <p:sldId id="522" r:id="rId16"/>
    <p:sldId id="523" r:id="rId17"/>
    <p:sldId id="524" r:id="rId18"/>
    <p:sldId id="525" r:id="rId19"/>
    <p:sldId id="526" r:id="rId20"/>
    <p:sldId id="527" r:id="rId21"/>
    <p:sldId id="528" r:id="rId22"/>
    <p:sldId id="529" r:id="rId23"/>
    <p:sldId id="530" r:id="rId24"/>
    <p:sldId id="531" r:id="rId25"/>
    <p:sldId id="532" r:id="rId26"/>
    <p:sldId id="533" r:id="rId27"/>
    <p:sldId id="534" r:id="rId28"/>
    <p:sldId id="535" r:id="rId29"/>
    <p:sldId id="536" r:id="rId30"/>
    <p:sldId id="537" r:id="rId31"/>
    <p:sldId id="511" r:id="rId32"/>
    <p:sldId id="45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C148DD-0298-40E7-A691-750911FE2F8D}" v="62" dt="2026-03-31T16:01:08.2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71" autoAdjust="0"/>
    <p:restoredTop sz="94660"/>
  </p:normalViewPr>
  <p:slideViewPr>
    <p:cSldViewPr snapToGrid="0">
      <p:cViewPr varScale="1">
        <p:scale>
          <a:sx n="59" d="100"/>
          <a:sy n="59" d="100"/>
        </p:scale>
        <p:origin x="42" y="10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6-03-31T16:09:55.402" v="9737" actId="20577"/>
      <pc:docMkLst>
        <pc:docMk/>
      </pc:docMkLst>
      <pc:sldChg chg="addSp modSp mod">
        <pc:chgData name="Michael Hill" userId="41dba03d-e58d-4389-9894-554c10310ba4" providerId="ADAL" clId="{EF23FE1D-A042-481E-AFD7-2A9FB0847F54}" dt="2026-03-30T17:34:22.065" v="39" actId="1076"/>
        <pc:sldMkLst>
          <pc:docMk/>
          <pc:sldMk cId="1878848435" sldId="256"/>
        </pc:sldMkLst>
        <pc:spChg chg="add mod">
          <ac:chgData name="Michael Hill" userId="41dba03d-e58d-4389-9894-554c10310ba4" providerId="ADAL" clId="{EF23FE1D-A042-481E-AFD7-2A9FB0847F54}" dt="2026-03-30T17:33:14.916" v="13" actId="113"/>
          <ac:spMkLst>
            <pc:docMk/>
            <pc:sldMk cId="1878848435" sldId="256"/>
            <ac:spMk id="2" creationId="{643B1DB0-D84C-E48C-E361-40C0C1A87A45}"/>
          </ac:spMkLst>
        </pc:spChg>
        <pc:spChg chg="mod">
          <ac:chgData name="Michael Hill" userId="41dba03d-e58d-4389-9894-554c10310ba4" providerId="ADAL" clId="{EF23FE1D-A042-481E-AFD7-2A9FB0847F54}" dt="2026-03-30T17:32:23.550" v="1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6-03-30T17:34:22.065" v="39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6-03-30T17:43:14.341" v="801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3-30T17:43:14.341" v="801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6-03-30T17:37:27.354" v="257" actId="20577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6-03-30T17:37:27.354" v="257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modSp mod">
        <pc:chgData name="Michael Hill" userId="41dba03d-e58d-4389-9894-554c10310ba4" providerId="ADAL" clId="{EF23FE1D-A042-481E-AFD7-2A9FB0847F54}" dt="2026-03-31T16:09:01.111" v="9609" actId="20577"/>
        <pc:sldMkLst>
          <pc:docMk/>
          <pc:sldMk cId="782115972" sldId="454"/>
        </pc:sldMkLst>
        <pc:spChg chg="mod">
          <ac:chgData name="Michael Hill" userId="41dba03d-e58d-4389-9894-554c10310ba4" providerId="ADAL" clId="{EF23FE1D-A042-481E-AFD7-2A9FB0847F54}" dt="2026-03-31T16:09:01.111" v="9609" actId="20577"/>
          <ac:spMkLst>
            <pc:docMk/>
            <pc:sldMk cId="782115972" sldId="454"/>
            <ac:spMk id="8" creationId="{F65BA143-CA8C-162E-8EE1-5979D9C12717}"/>
          </ac:spMkLst>
        </pc:spChg>
      </pc:sldChg>
      <pc:sldChg chg="addSp delSp modSp del mod">
        <pc:chgData name="Michael Hill" userId="41dba03d-e58d-4389-9894-554c10310ba4" providerId="ADAL" clId="{EF23FE1D-A042-481E-AFD7-2A9FB0847F54}" dt="2026-03-30T17:44:30.084" v="803" actId="47"/>
        <pc:sldMkLst>
          <pc:docMk/>
          <pc:sldMk cId="1393903321" sldId="473"/>
        </pc:sldMkLst>
        <pc:spChg chg="add mod">
          <ac:chgData name="Michael Hill" userId="41dba03d-e58d-4389-9894-554c10310ba4" providerId="ADAL" clId="{EF23FE1D-A042-481E-AFD7-2A9FB0847F54}" dt="2026-03-30T17:42:58.229" v="783" actId="20577"/>
          <ac:spMkLst>
            <pc:docMk/>
            <pc:sldMk cId="1393903321" sldId="473"/>
            <ac:spMk id="3" creationId="{184A3381-56EF-33A2-F69F-EBC648CEBBFF}"/>
          </ac:spMkLst>
        </pc:spChg>
        <pc:spChg chg="mod">
          <ac:chgData name="Michael Hill" userId="41dba03d-e58d-4389-9894-554c10310ba4" providerId="ADAL" clId="{EF23FE1D-A042-481E-AFD7-2A9FB0847F54}" dt="2026-03-30T17:39:58.239" v="568" actId="20577"/>
          <ac:spMkLst>
            <pc:docMk/>
            <pc:sldMk cId="1393903321" sldId="473"/>
            <ac:spMk id="5" creationId="{72A18054-BB94-C05D-C7EF-5AD50E6CC9B1}"/>
          </ac:spMkLst>
        </pc:spChg>
        <pc:spChg chg="mod">
          <ac:chgData name="Michael Hill" userId="41dba03d-e58d-4389-9894-554c10310ba4" providerId="ADAL" clId="{EF23FE1D-A042-481E-AFD7-2A9FB0847F54}" dt="2026-03-30T17:41:41.080" v="724" actId="14100"/>
          <ac:spMkLst>
            <pc:docMk/>
            <pc:sldMk cId="1393903321" sldId="473"/>
            <ac:spMk id="8" creationId="{82EF2758-F3AE-312F-416D-08E61458A56C}"/>
          </ac:spMkLst>
        </pc:spChg>
        <pc:picChg chg="add mod">
          <ac:chgData name="Michael Hill" userId="41dba03d-e58d-4389-9894-554c10310ba4" providerId="ADAL" clId="{EF23FE1D-A042-481E-AFD7-2A9FB0847F54}" dt="2026-03-30T17:41:45.761" v="726" actId="1076"/>
          <ac:picMkLst>
            <pc:docMk/>
            <pc:sldMk cId="1393903321" sldId="473"/>
            <ac:picMk id="2" creationId="{C5003EBF-FAA3-384C-1F3F-230A606A96A4}"/>
          </ac:picMkLst>
        </pc:picChg>
        <pc:picChg chg="del">
          <ac:chgData name="Michael Hill" userId="41dba03d-e58d-4389-9894-554c10310ba4" providerId="ADAL" clId="{EF23FE1D-A042-481E-AFD7-2A9FB0847F54}" dt="2026-03-30T17:40:56.339" v="721" actId="478"/>
          <ac:picMkLst>
            <pc:docMk/>
            <pc:sldMk cId="1393903321" sldId="473"/>
            <ac:picMk id="1026" creationId="{714BC8A9-6EF9-4D3E-D16D-AD744656D523}"/>
          </ac:picMkLst>
        </pc:picChg>
        <pc:cxnChg chg="add mod">
          <ac:chgData name="Michael Hill" userId="41dba03d-e58d-4389-9894-554c10310ba4" providerId="ADAL" clId="{EF23FE1D-A042-481E-AFD7-2A9FB0847F54}" dt="2026-03-30T17:43:01.482" v="784" actId="14100"/>
          <ac:cxnSpMkLst>
            <pc:docMk/>
            <pc:sldMk cId="1393903321" sldId="473"/>
            <ac:cxnSpMk id="10" creationId="{5942BA17-7886-BF06-9607-40C02F8EF266}"/>
          </ac:cxnSpMkLst>
        </pc:cxnChg>
      </pc:sldChg>
      <pc:sldChg chg="modSp mod">
        <pc:chgData name="Michael Hill" userId="41dba03d-e58d-4389-9894-554c10310ba4" providerId="ADAL" clId="{EF23FE1D-A042-481E-AFD7-2A9FB0847F54}" dt="2026-03-30T17:39:34.685" v="547" actId="20577"/>
        <pc:sldMkLst>
          <pc:docMk/>
          <pc:sldMk cId="1611361129" sldId="510"/>
        </pc:sldMkLst>
        <pc:spChg chg="mod">
          <ac:chgData name="Michael Hill" userId="41dba03d-e58d-4389-9894-554c10310ba4" providerId="ADAL" clId="{EF23FE1D-A042-481E-AFD7-2A9FB0847F54}" dt="2026-03-30T17:39:34.685" v="547" actId="20577"/>
          <ac:spMkLst>
            <pc:docMk/>
            <pc:sldMk cId="1611361129" sldId="510"/>
            <ac:spMk id="8" creationId="{FC7C95A6-B60F-E90A-E986-B69A06E5D254}"/>
          </ac:spMkLst>
        </pc:spChg>
      </pc:sldChg>
      <pc:sldChg chg="modSp mod">
        <pc:chgData name="Michael Hill" userId="41dba03d-e58d-4389-9894-554c10310ba4" providerId="ADAL" clId="{EF23FE1D-A042-481E-AFD7-2A9FB0847F54}" dt="2026-03-31T16:09:55.402" v="9737" actId="20577"/>
        <pc:sldMkLst>
          <pc:docMk/>
          <pc:sldMk cId="510244893" sldId="511"/>
        </pc:sldMkLst>
        <pc:spChg chg="mod">
          <ac:chgData name="Michael Hill" userId="41dba03d-e58d-4389-9894-554c10310ba4" providerId="ADAL" clId="{EF23FE1D-A042-481E-AFD7-2A9FB0847F54}" dt="2026-03-31T16:09:55.402" v="9737" actId="20577"/>
          <ac:spMkLst>
            <pc:docMk/>
            <pc:sldMk cId="510244893" sldId="511"/>
            <ac:spMk id="8" creationId="{9C348106-02E8-94FB-0B3E-F2446D2114E0}"/>
          </ac:spMkLst>
        </pc:spChg>
      </pc:sldChg>
      <pc:sldChg chg="modSp add mod">
        <pc:chgData name="Michael Hill" userId="41dba03d-e58d-4389-9894-554c10310ba4" providerId="ADAL" clId="{EF23FE1D-A042-481E-AFD7-2A9FB0847F54}" dt="2026-03-30T17:44:01.785" v="802" actId="115"/>
        <pc:sldMkLst>
          <pc:docMk/>
          <pc:sldMk cId="43187991" sldId="512"/>
        </pc:sldMkLst>
        <pc:spChg chg="mod">
          <ac:chgData name="Michael Hill" userId="41dba03d-e58d-4389-9894-554c10310ba4" providerId="ADAL" clId="{EF23FE1D-A042-481E-AFD7-2A9FB0847F54}" dt="2026-03-30T17:44:01.785" v="802" actId="115"/>
          <ac:spMkLst>
            <pc:docMk/>
            <pc:sldMk cId="43187991" sldId="512"/>
            <ac:spMk id="8" creationId="{54D4A086-3E84-ADD1-1E1C-EAF7FC879D49}"/>
          </ac:spMkLst>
        </pc:spChg>
      </pc:sldChg>
      <pc:sldChg chg="addSp delSp modSp add mod">
        <pc:chgData name="Michael Hill" userId="41dba03d-e58d-4389-9894-554c10310ba4" providerId="ADAL" clId="{EF23FE1D-A042-481E-AFD7-2A9FB0847F54}" dt="2026-03-30T17:49:47.861" v="1697" actId="2085"/>
        <pc:sldMkLst>
          <pc:docMk/>
          <pc:sldMk cId="679975774" sldId="513"/>
        </pc:sldMkLst>
        <pc:spChg chg="del">
          <ac:chgData name="Michael Hill" userId="41dba03d-e58d-4389-9894-554c10310ba4" providerId="ADAL" clId="{EF23FE1D-A042-481E-AFD7-2A9FB0847F54}" dt="2026-03-30T17:46:03.004" v="967" actId="478"/>
          <ac:spMkLst>
            <pc:docMk/>
            <pc:sldMk cId="679975774" sldId="513"/>
            <ac:spMk id="3" creationId="{D753295E-7ADF-DC3C-3BDE-8F0392812A3E}"/>
          </ac:spMkLst>
        </pc:spChg>
        <pc:spChg chg="add mod">
          <ac:chgData name="Michael Hill" userId="41dba03d-e58d-4389-9894-554c10310ba4" providerId="ADAL" clId="{EF23FE1D-A042-481E-AFD7-2A9FB0847F54}" dt="2026-03-30T17:49:47.861" v="1697" actId="2085"/>
          <ac:spMkLst>
            <pc:docMk/>
            <pc:sldMk cId="679975774" sldId="513"/>
            <ac:spMk id="6" creationId="{977127F3-426F-E13A-0708-F279D197CA0F}"/>
          </ac:spMkLst>
        </pc:spChg>
        <pc:spChg chg="mod">
          <ac:chgData name="Michael Hill" userId="41dba03d-e58d-4389-9894-554c10310ba4" providerId="ADAL" clId="{EF23FE1D-A042-481E-AFD7-2A9FB0847F54}" dt="2026-03-30T17:47:00.005" v="1178" actId="115"/>
          <ac:spMkLst>
            <pc:docMk/>
            <pc:sldMk cId="679975774" sldId="513"/>
            <ac:spMk id="8" creationId="{32C46117-73E6-1396-F753-EADD728E0BBE}"/>
          </ac:spMkLst>
        </pc:spChg>
        <pc:cxnChg chg="del">
          <ac:chgData name="Michael Hill" userId="41dba03d-e58d-4389-9894-554c10310ba4" providerId="ADAL" clId="{EF23FE1D-A042-481E-AFD7-2A9FB0847F54}" dt="2026-03-30T17:45:47.247" v="965" actId="478"/>
          <ac:cxnSpMkLst>
            <pc:docMk/>
            <pc:sldMk cId="679975774" sldId="513"/>
            <ac:cxnSpMk id="10" creationId="{5F99D2B5-506E-0298-F5D5-2AC61508C327}"/>
          </ac:cxnSpMkLst>
        </pc:cxnChg>
      </pc:sldChg>
      <pc:sldChg chg="addSp modSp add mod">
        <pc:chgData name="Michael Hill" userId="41dba03d-e58d-4389-9894-554c10310ba4" providerId="ADAL" clId="{EF23FE1D-A042-481E-AFD7-2A9FB0847F54}" dt="2026-03-30T21:03:01.489" v="4805" actId="1076"/>
        <pc:sldMkLst>
          <pc:docMk/>
          <pc:sldMk cId="2807940146" sldId="514"/>
        </pc:sldMkLst>
        <pc:spChg chg="mod">
          <ac:chgData name="Michael Hill" userId="41dba03d-e58d-4389-9894-554c10310ba4" providerId="ADAL" clId="{EF23FE1D-A042-481E-AFD7-2A9FB0847F54}" dt="2026-03-30T17:47:10.190" v="1197" actId="14100"/>
          <ac:spMkLst>
            <pc:docMk/>
            <pc:sldMk cId="2807940146" sldId="514"/>
            <ac:spMk id="5" creationId="{6A9344E0-B415-FC78-021A-F119FBB26981}"/>
          </ac:spMkLst>
        </pc:spChg>
        <pc:spChg chg="mod">
          <ac:chgData name="Michael Hill" userId="41dba03d-e58d-4389-9894-554c10310ba4" providerId="ADAL" clId="{EF23FE1D-A042-481E-AFD7-2A9FB0847F54}" dt="2026-03-30T17:49:50.414" v="1698" actId="2085"/>
          <ac:spMkLst>
            <pc:docMk/>
            <pc:sldMk cId="2807940146" sldId="514"/>
            <ac:spMk id="6" creationId="{72B43D06-AE25-CDAE-FB32-CE952E6EA0D5}"/>
          </ac:spMkLst>
        </pc:spChg>
        <pc:spChg chg="mod">
          <ac:chgData name="Michael Hill" userId="41dba03d-e58d-4389-9894-554c10310ba4" providerId="ADAL" clId="{EF23FE1D-A042-481E-AFD7-2A9FB0847F54}" dt="2026-03-30T17:50:29.667" v="1789" actId="115"/>
          <ac:spMkLst>
            <pc:docMk/>
            <pc:sldMk cId="2807940146" sldId="514"/>
            <ac:spMk id="8" creationId="{6754DF90-AEC2-28FB-F84F-107A3F00568C}"/>
          </ac:spMkLst>
        </pc:spChg>
        <pc:picChg chg="add mod">
          <ac:chgData name="Michael Hill" userId="41dba03d-e58d-4389-9894-554c10310ba4" providerId="ADAL" clId="{EF23FE1D-A042-481E-AFD7-2A9FB0847F54}" dt="2026-03-30T21:03:01.489" v="4805" actId="1076"/>
          <ac:picMkLst>
            <pc:docMk/>
            <pc:sldMk cId="2807940146" sldId="514"/>
            <ac:picMk id="2050" creationId="{B2424B3C-1DB2-F0E6-E623-ADFE7EBF5286}"/>
          </ac:picMkLst>
        </pc:picChg>
      </pc:sldChg>
      <pc:sldChg chg="addSp modSp add mod">
        <pc:chgData name="Michael Hill" userId="41dba03d-e58d-4389-9894-554c10310ba4" providerId="ADAL" clId="{EF23FE1D-A042-481E-AFD7-2A9FB0847F54}" dt="2026-03-30T21:03:04.726" v="4806"/>
        <pc:sldMkLst>
          <pc:docMk/>
          <pc:sldMk cId="765211665" sldId="515"/>
        </pc:sldMkLst>
        <pc:spChg chg="mod">
          <ac:chgData name="Michael Hill" userId="41dba03d-e58d-4389-9894-554c10310ba4" providerId="ADAL" clId="{EF23FE1D-A042-481E-AFD7-2A9FB0847F54}" dt="2026-03-30T17:50:13.717" v="1788" actId="20577"/>
          <ac:spMkLst>
            <pc:docMk/>
            <pc:sldMk cId="765211665" sldId="515"/>
            <ac:spMk id="6" creationId="{78EE8856-F0BE-C11B-54D7-D5DF28A79717}"/>
          </ac:spMkLst>
        </pc:spChg>
        <pc:spChg chg="mod">
          <ac:chgData name="Michael Hill" userId="41dba03d-e58d-4389-9894-554c10310ba4" providerId="ADAL" clId="{EF23FE1D-A042-481E-AFD7-2A9FB0847F54}" dt="2026-03-30T18:51:22.010" v="1792" actId="115"/>
          <ac:spMkLst>
            <pc:docMk/>
            <pc:sldMk cId="765211665" sldId="515"/>
            <ac:spMk id="8" creationId="{F2B45CEA-6863-2D26-84A4-F90B16EFBE40}"/>
          </ac:spMkLst>
        </pc:spChg>
        <pc:picChg chg="add mod">
          <ac:chgData name="Michael Hill" userId="41dba03d-e58d-4389-9894-554c10310ba4" providerId="ADAL" clId="{EF23FE1D-A042-481E-AFD7-2A9FB0847F54}" dt="2026-03-30T21:03:04.726" v="4806"/>
          <ac:picMkLst>
            <pc:docMk/>
            <pc:sldMk cId="765211665" sldId="515"/>
            <ac:picMk id="3" creationId="{BA7E9FF8-7759-52EE-9398-AA61948D2D99}"/>
          </ac:picMkLst>
        </pc:picChg>
      </pc:sldChg>
      <pc:sldChg chg="addSp modSp add mod">
        <pc:chgData name="Michael Hill" userId="41dba03d-e58d-4389-9894-554c10310ba4" providerId="ADAL" clId="{EF23FE1D-A042-481E-AFD7-2A9FB0847F54}" dt="2026-03-30T21:03:05.751" v="4807"/>
        <pc:sldMkLst>
          <pc:docMk/>
          <pc:sldMk cId="2846555333" sldId="516"/>
        </pc:sldMkLst>
        <pc:spChg chg="mod">
          <ac:chgData name="Michael Hill" userId="41dba03d-e58d-4389-9894-554c10310ba4" providerId="ADAL" clId="{EF23FE1D-A042-481E-AFD7-2A9FB0847F54}" dt="2026-03-30T19:12:36.212" v="2145" actId="20577"/>
          <ac:spMkLst>
            <pc:docMk/>
            <pc:sldMk cId="2846555333" sldId="516"/>
            <ac:spMk id="6" creationId="{7198FD37-E821-B5F8-2415-61D1BE92F84C}"/>
          </ac:spMkLst>
        </pc:spChg>
        <pc:spChg chg="mod">
          <ac:chgData name="Michael Hill" userId="41dba03d-e58d-4389-9894-554c10310ba4" providerId="ADAL" clId="{EF23FE1D-A042-481E-AFD7-2A9FB0847F54}" dt="2026-03-30T19:20:58.072" v="2365" actId="20577"/>
          <ac:spMkLst>
            <pc:docMk/>
            <pc:sldMk cId="2846555333" sldId="516"/>
            <ac:spMk id="8" creationId="{970B2BE9-0667-CE66-216A-8BAFE77CC59E}"/>
          </ac:spMkLst>
        </pc:spChg>
        <pc:picChg chg="mod">
          <ac:chgData name="Michael Hill" userId="41dba03d-e58d-4389-9894-554c10310ba4" providerId="ADAL" clId="{EF23FE1D-A042-481E-AFD7-2A9FB0847F54}" dt="2026-03-30T19:12:25.221" v="2096" actId="688"/>
          <ac:picMkLst>
            <pc:docMk/>
            <pc:sldMk cId="2846555333" sldId="516"/>
            <ac:picMk id="2" creationId="{1E06BB2A-966D-B200-568F-1D757BA4AC4B}"/>
          </ac:picMkLst>
        </pc:picChg>
        <pc:picChg chg="add mod">
          <ac:chgData name="Michael Hill" userId="41dba03d-e58d-4389-9894-554c10310ba4" providerId="ADAL" clId="{EF23FE1D-A042-481E-AFD7-2A9FB0847F54}" dt="2026-03-30T21:03:05.751" v="4807"/>
          <ac:picMkLst>
            <pc:docMk/>
            <pc:sldMk cId="2846555333" sldId="516"/>
            <ac:picMk id="3" creationId="{4F515932-6CA6-2BBD-2D91-CAB9878D1E9F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3-30T21:03:10.235" v="4810" actId="1076"/>
        <pc:sldMkLst>
          <pc:docMk/>
          <pc:sldMk cId="2646131093" sldId="517"/>
        </pc:sldMkLst>
        <pc:spChg chg="add mod">
          <ac:chgData name="Michael Hill" userId="41dba03d-e58d-4389-9894-554c10310ba4" providerId="ADAL" clId="{EF23FE1D-A042-481E-AFD7-2A9FB0847F54}" dt="2026-03-30T19:23:24.938" v="2602" actId="14100"/>
          <ac:spMkLst>
            <pc:docMk/>
            <pc:sldMk cId="2646131093" sldId="517"/>
            <ac:spMk id="3" creationId="{3E866F6D-397C-62B7-8A69-60820A070A55}"/>
          </ac:spMkLst>
        </pc:spChg>
        <pc:spChg chg="del">
          <ac:chgData name="Michael Hill" userId="41dba03d-e58d-4389-9894-554c10310ba4" providerId="ADAL" clId="{EF23FE1D-A042-481E-AFD7-2A9FB0847F54}" dt="2026-03-30T19:22:17.227" v="2449" actId="478"/>
          <ac:spMkLst>
            <pc:docMk/>
            <pc:sldMk cId="2646131093" sldId="517"/>
            <ac:spMk id="6" creationId="{34383C9F-57D1-F2F9-258E-B942C47ED4C0}"/>
          </ac:spMkLst>
        </pc:spChg>
        <pc:spChg chg="mod">
          <ac:chgData name="Michael Hill" userId="41dba03d-e58d-4389-9894-554c10310ba4" providerId="ADAL" clId="{EF23FE1D-A042-481E-AFD7-2A9FB0847F54}" dt="2026-03-30T19:26:44.340" v="3379" actId="20577"/>
          <ac:spMkLst>
            <pc:docMk/>
            <pc:sldMk cId="2646131093" sldId="517"/>
            <ac:spMk id="8" creationId="{BF98A7F1-323E-3656-BBFC-A3F4A9F1F208}"/>
          </ac:spMkLst>
        </pc:spChg>
        <pc:picChg chg="del">
          <ac:chgData name="Michael Hill" userId="41dba03d-e58d-4389-9894-554c10310ba4" providerId="ADAL" clId="{EF23FE1D-A042-481E-AFD7-2A9FB0847F54}" dt="2026-03-30T19:22:16.711" v="2448" actId="478"/>
          <ac:picMkLst>
            <pc:docMk/>
            <pc:sldMk cId="2646131093" sldId="517"/>
            <ac:picMk id="2" creationId="{B962AA37-48A8-BC51-1D49-B1F5E7DB74E0}"/>
          </ac:picMkLst>
        </pc:picChg>
        <pc:picChg chg="add mod">
          <ac:chgData name="Michael Hill" userId="41dba03d-e58d-4389-9894-554c10310ba4" providerId="ADAL" clId="{EF23FE1D-A042-481E-AFD7-2A9FB0847F54}" dt="2026-03-30T21:03:10.235" v="4810" actId="1076"/>
          <ac:picMkLst>
            <pc:docMk/>
            <pc:sldMk cId="2646131093" sldId="517"/>
            <ac:picMk id="10" creationId="{E81610AA-2B79-7407-E734-4DCDD6D58795}"/>
          </ac:picMkLst>
        </pc:picChg>
      </pc:sldChg>
      <pc:sldChg chg="modSp add mod">
        <pc:chgData name="Michael Hill" userId="41dba03d-e58d-4389-9894-554c10310ba4" providerId="ADAL" clId="{EF23FE1D-A042-481E-AFD7-2A9FB0847F54}" dt="2026-03-30T19:24:52.948" v="2905" actId="20577"/>
        <pc:sldMkLst>
          <pc:docMk/>
          <pc:sldMk cId="3806921297" sldId="518"/>
        </pc:sldMkLst>
        <pc:spChg chg="mod">
          <ac:chgData name="Michael Hill" userId="41dba03d-e58d-4389-9894-554c10310ba4" providerId="ADAL" clId="{EF23FE1D-A042-481E-AFD7-2A9FB0847F54}" dt="2026-03-30T19:23:53.483" v="2736" actId="1076"/>
          <ac:spMkLst>
            <pc:docMk/>
            <pc:sldMk cId="3806921297" sldId="518"/>
            <ac:spMk id="3" creationId="{5A81C535-8838-7C8A-3088-DC701D06AF09}"/>
          </ac:spMkLst>
        </pc:spChg>
        <pc:spChg chg="mod">
          <ac:chgData name="Michael Hill" userId="41dba03d-e58d-4389-9894-554c10310ba4" providerId="ADAL" clId="{EF23FE1D-A042-481E-AFD7-2A9FB0847F54}" dt="2026-03-30T19:24:52.948" v="2905" actId="20577"/>
          <ac:spMkLst>
            <pc:docMk/>
            <pc:sldMk cId="3806921297" sldId="518"/>
            <ac:spMk id="8" creationId="{FE4A4BD7-1034-15B2-5FA3-1062E8E3551E}"/>
          </ac:spMkLst>
        </pc:spChg>
      </pc:sldChg>
      <pc:sldChg chg="modSp add mod">
        <pc:chgData name="Michael Hill" userId="41dba03d-e58d-4389-9894-554c10310ba4" providerId="ADAL" clId="{EF23FE1D-A042-481E-AFD7-2A9FB0847F54}" dt="2026-03-30T19:25:50.549" v="3103" actId="33524"/>
        <pc:sldMkLst>
          <pc:docMk/>
          <pc:sldMk cId="3819570854" sldId="519"/>
        </pc:sldMkLst>
        <pc:spChg chg="mod">
          <ac:chgData name="Michael Hill" userId="41dba03d-e58d-4389-9894-554c10310ba4" providerId="ADAL" clId="{EF23FE1D-A042-481E-AFD7-2A9FB0847F54}" dt="2026-03-30T19:25:11.663" v="2909" actId="2711"/>
          <ac:spMkLst>
            <pc:docMk/>
            <pc:sldMk cId="3819570854" sldId="519"/>
            <ac:spMk id="3" creationId="{4543D60E-C98B-1CE4-9CD9-DBA49327A78A}"/>
          </ac:spMkLst>
        </pc:spChg>
        <pc:spChg chg="mod">
          <ac:chgData name="Michael Hill" userId="41dba03d-e58d-4389-9894-554c10310ba4" providerId="ADAL" clId="{EF23FE1D-A042-481E-AFD7-2A9FB0847F54}" dt="2026-03-30T19:25:50.549" v="3103" actId="33524"/>
          <ac:spMkLst>
            <pc:docMk/>
            <pc:sldMk cId="3819570854" sldId="519"/>
            <ac:spMk id="8" creationId="{89A1BBDC-FD32-54B1-B01B-2C2D66493AAA}"/>
          </ac:spMkLst>
        </pc:spChg>
      </pc:sldChg>
      <pc:sldChg chg="modSp add mod">
        <pc:chgData name="Michael Hill" userId="41dba03d-e58d-4389-9894-554c10310ba4" providerId="ADAL" clId="{EF23FE1D-A042-481E-AFD7-2A9FB0847F54}" dt="2026-03-30T19:26:21.059" v="3272" actId="20577"/>
        <pc:sldMkLst>
          <pc:docMk/>
          <pc:sldMk cId="767175639" sldId="520"/>
        </pc:sldMkLst>
        <pc:spChg chg="mod">
          <ac:chgData name="Michael Hill" userId="41dba03d-e58d-4389-9894-554c10310ba4" providerId="ADAL" clId="{EF23FE1D-A042-481E-AFD7-2A9FB0847F54}" dt="2026-03-30T19:26:21.059" v="3272" actId="20577"/>
          <ac:spMkLst>
            <pc:docMk/>
            <pc:sldMk cId="767175639" sldId="520"/>
            <ac:spMk id="8" creationId="{51A30F51-807C-3ABB-D554-943F6F4A9573}"/>
          </ac:spMkLst>
        </pc:spChg>
      </pc:sldChg>
      <pc:sldChg chg="add del">
        <pc:chgData name="Michael Hill" userId="41dba03d-e58d-4389-9894-554c10310ba4" providerId="ADAL" clId="{EF23FE1D-A042-481E-AFD7-2A9FB0847F54}" dt="2026-03-30T19:26:26.157" v="3274" actId="2890"/>
        <pc:sldMkLst>
          <pc:docMk/>
          <pc:sldMk cId="3070845395" sldId="521"/>
        </pc:sldMkLst>
      </pc:sldChg>
      <pc:sldChg chg="add">
        <pc:chgData name="Michael Hill" userId="41dba03d-e58d-4389-9894-554c10310ba4" providerId="ADAL" clId="{EF23FE1D-A042-481E-AFD7-2A9FB0847F54}" dt="2026-03-30T19:26:27.538" v="3275" actId="2890"/>
        <pc:sldMkLst>
          <pc:docMk/>
          <pc:sldMk cId="3494732585" sldId="521"/>
        </pc:sldMkLst>
      </pc:sldChg>
      <pc:sldChg chg="modSp add mod">
        <pc:chgData name="Michael Hill" userId="41dba03d-e58d-4389-9894-554c10310ba4" providerId="ADAL" clId="{EF23FE1D-A042-481E-AFD7-2A9FB0847F54}" dt="2026-03-30T19:27:53.814" v="3638" actId="20577"/>
        <pc:sldMkLst>
          <pc:docMk/>
          <pc:sldMk cId="1787164554" sldId="522"/>
        </pc:sldMkLst>
        <pc:spChg chg="mod">
          <ac:chgData name="Michael Hill" userId="41dba03d-e58d-4389-9894-554c10310ba4" providerId="ADAL" clId="{EF23FE1D-A042-481E-AFD7-2A9FB0847F54}" dt="2026-03-30T19:27:42.470" v="3568" actId="20577"/>
          <ac:spMkLst>
            <pc:docMk/>
            <pc:sldMk cId="1787164554" sldId="522"/>
            <ac:spMk id="3" creationId="{497F7841-CC62-5FD4-30DB-3E75B0EA8B79}"/>
          </ac:spMkLst>
        </pc:spChg>
        <pc:spChg chg="mod">
          <ac:chgData name="Michael Hill" userId="41dba03d-e58d-4389-9894-554c10310ba4" providerId="ADAL" clId="{EF23FE1D-A042-481E-AFD7-2A9FB0847F54}" dt="2026-03-30T19:27:53.814" v="3638" actId="20577"/>
          <ac:spMkLst>
            <pc:docMk/>
            <pc:sldMk cId="1787164554" sldId="522"/>
            <ac:spMk id="8" creationId="{B31DD63C-AC61-DC71-109A-815F96564172}"/>
          </ac:spMkLst>
        </pc:spChg>
      </pc:sldChg>
      <pc:sldChg chg="addSp delSp modSp add mod">
        <pc:chgData name="Michael Hill" userId="41dba03d-e58d-4389-9894-554c10310ba4" providerId="ADAL" clId="{EF23FE1D-A042-481E-AFD7-2A9FB0847F54}" dt="2026-03-30T20:52:22.382" v="3946" actId="33524"/>
        <pc:sldMkLst>
          <pc:docMk/>
          <pc:sldMk cId="2997551615" sldId="523"/>
        </pc:sldMkLst>
        <pc:spChg chg="del">
          <ac:chgData name="Michael Hill" userId="41dba03d-e58d-4389-9894-554c10310ba4" providerId="ADAL" clId="{EF23FE1D-A042-481E-AFD7-2A9FB0847F54}" dt="2026-03-30T20:50:30.656" v="3640" actId="478"/>
          <ac:spMkLst>
            <pc:docMk/>
            <pc:sldMk cId="2997551615" sldId="523"/>
            <ac:spMk id="3" creationId="{E610FE1B-231D-7EAC-6555-AD86749713AF}"/>
          </ac:spMkLst>
        </pc:spChg>
        <pc:spChg chg="add mod">
          <ac:chgData name="Michael Hill" userId="41dba03d-e58d-4389-9894-554c10310ba4" providerId="ADAL" clId="{EF23FE1D-A042-481E-AFD7-2A9FB0847F54}" dt="2026-03-30T20:52:22.382" v="3946" actId="33524"/>
          <ac:spMkLst>
            <pc:docMk/>
            <pc:sldMk cId="2997551615" sldId="523"/>
            <ac:spMk id="6" creationId="{974BBD88-0A43-3CE9-C4C2-6103E99557EC}"/>
          </ac:spMkLst>
        </pc:spChg>
        <pc:spChg chg="mod">
          <ac:chgData name="Michael Hill" userId="41dba03d-e58d-4389-9894-554c10310ba4" providerId="ADAL" clId="{EF23FE1D-A042-481E-AFD7-2A9FB0847F54}" dt="2026-03-30T20:51:53.344" v="3864" actId="20577"/>
          <ac:spMkLst>
            <pc:docMk/>
            <pc:sldMk cId="2997551615" sldId="523"/>
            <ac:spMk id="8" creationId="{C42D3941-1432-BDC1-CE3C-D7065A3D60FD}"/>
          </ac:spMkLst>
        </pc:spChg>
        <pc:picChg chg="add mod">
          <ac:chgData name="Michael Hill" userId="41dba03d-e58d-4389-9894-554c10310ba4" providerId="ADAL" clId="{EF23FE1D-A042-481E-AFD7-2A9FB0847F54}" dt="2026-03-30T20:52:01.269" v="3865"/>
          <ac:picMkLst>
            <pc:docMk/>
            <pc:sldMk cId="2997551615" sldId="523"/>
            <ac:picMk id="2" creationId="{6620F098-C17D-09E4-1F2C-66DEBDBA787D}"/>
          </ac:picMkLst>
        </pc:picChg>
      </pc:sldChg>
      <pc:sldChg chg="modSp add mod">
        <pc:chgData name="Michael Hill" userId="41dba03d-e58d-4389-9894-554c10310ba4" providerId="ADAL" clId="{EF23FE1D-A042-481E-AFD7-2A9FB0847F54}" dt="2026-03-30T20:54:12.855" v="4370" actId="20577"/>
        <pc:sldMkLst>
          <pc:docMk/>
          <pc:sldMk cId="1972683732" sldId="524"/>
        </pc:sldMkLst>
        <pc:spChg chg="mod">
          <ac:chgData name="Michael Hill" userId="41dba03d-e58d-4389-9894-554c10310ba4" providerId="ADAL" clId="{EF23FE1D-A042-481E-AFD7-2A9FB0847F54}" dt="2026-03-30T20:54:12.855" v="4370" actId="20577"/>
          <ac:spMkLst>
            <pc:docMk/>
            <pc:sldMk cId="1972683732" sldId="524"/>
            <ac:spMk id="6" creationId="{5F3B17FB-5B16-7623-2AD2-1C3046B4CCCC}"/>
          </ac:spMkLst>
        </pc:spChg>
        <pc:spChg chg="mod">
          <ac:chgData name="Michael Hill" userId="41dba03d-e58d-4389-9894-554c10310ba4" providerId="ADAL" clId="{EF23FE1D-A042-481E-AFD7-2A9FB0847F54}" dt="2026-03-30T20:53:49.238" v="4209" actId="20577"/>
          <ac:spMkLst>
            <pc:docMk/>
            <pc:sldMk cId="1972683732" sldId="524"/>
            <ac:spMk id="8" creationId="{22A8AD5E-CFB1-3C4B-D3E6-C934DD129AF7}"/>
          </ac:spMkLst>
        </pc:spChg>
      </pc:sldChg>
      <pc:sldChg chg="addSp modSp add mod">
        <pc:chgData name="Michael Hill" userId="41dba03d-e58d-4389-9894-554c10310ba4" providerId="ADAL" clId="{EF23FE1D-A042-481E-AFD7-2A9FB0847F54}" dt="2026-03-30T21:03:49.757" v="4817" actId="1076"/>
        <pc:sldMkLst>
          <pc:docMk/>
          <pc:sldMk cId="1347054751" sldId="525"/>
        </pc:sldMkLst>
        <pc:spChg chg="add">
          <ac:chgData name="Michael Hill" userId="41dba03d-e58d-4389-9894-554c10310ba4" providerId="ADAL" clId="{EF23FE1D-A042-481E-AFD7-2A9FB0847F54}" dt="2026-03-30T21:03:26.315" v="4811"/>
          <ac:spMkLst>
            <pc:docMk/>
            <pc:sldMk cId="1347054751" sldId="525"/>
            <ac:spMk id="3" creationId="{E383EB92-1C0A-558F-E24A-0DA56369B3D9}"/>
          </ac:spMkLst>
        </pc:spChg>
        <pc:spChg chg="mod">
          <ac:chgData name="Michael Hill" userId="41dba03d-e58d-4389-9894-554c10310ba4" providerId="ADAL" clId="{EF23FE1D-A042-481E-AFD7-2A9FB0847F54}" dt="2026-03-30T20:54:25.142" v="4379" actId="14100"/>
          <ac:spMkLst>
            <pc:docMk/>
            <pc:sldMk cId="1347054751" sldId="525"/>
            <ac:spMk id="5" creationId="{EC217D32-C99B-3232-A481-F98E6E6FCE53}"/>
          </ac:spMkLst>
        </pc:spChg>
        <pc:spChg chg="mod">
          <ac:chgData name="Michael Hill" userId="41dba03d-e58d-4389-9894-554c10310ba4" providerId="ADAL" clId="{EF23FE1D-A042-481E-AFD7-2A9FB0847F54}" dt="2026-03-30T21:03:47.083" v="4815" actId="1076"/>
          <ac:spMkLst>
            <pc:docMk/>
            <pc:sldMk cId="1347054751" sldId="525"/>
            <ac:spMk id="6" creationId="{FE86D6CD-8124-EA4E-E942-8A886CBB47A3}"/>
          </ac:spMkLst>
        </pc:spChg>
        <pc:spChg chg="mod">
          <ac:chgData name="Michael Hill" userId="41dba03d-e58d-4389-9894-554c10310ba4" providerId="ADAL" clId="{EF23FE1D-A042-481E-AFD7-2A9FB0847F54}" dt="2026-03-30T21:00:57.720" v="4757" actId="115"/>
          <ac:spMkLst>
            <pc:docMk/>
            <pc:sldMk cId="1347054751" sldId="525"/>
            <ac:spMk id="8" creationId="{27B8D555-FCC5-FB55-0BE7-3A91F9EC659B}"/>
          </ac:spMkLst>
        </pc:spChg>
        <pc:spChg chg="add">
          <ac:chgData name="Michael Hill" userId="41dba03d-e58d-4389-9894-554c10310ba4" providerId="ADAL" clId="{EF23FE1D-A042-481E-AFD7-2A9FB0847F54}" dt="2026-03-30T21:03:30.615" v="4812"/>
          <ac:spMkLst>
            <pc:docMk/>
            <pc:sldMk cId="1347054751" sldId="525"/>
            <ac:spMk id="10" creationId="{26A08019-5733-68D5-34E3-F19B92D4A061}"/>
          </ac:spMkLst>
        </pc:spChg>
        <pc:picChg chg="mod">
          <ac:chgData name="Michael Hill" userId="41dba03d-e58d-4389-9894-554c10310ba4" providerId="ADAL" clId="{EF23FE1D-A042-481E-AFD7-2A9FB0847F54}" dt="2026-03-30T21:03:47.083" v="4815" actId="1076"/>
          <ac:picMkLst>
            <pc:docMk/>
            <pc:sldMk cId="1347054751" sldId="525"/>
            <ac:picMk id="2" creationId="{B137B97D-71FD-9714-2196-022D6406CD11}"/>
          </ac:picMkLst>
        </pc:picChg>
        <pc:picChg chg="add mod">
          <ac:chgData name="Michael Hill" userId="41dba03d-e58d-4389-9894-554c10310ba4" providerId="ADAL" clId="{EF23FE1D-A042-481E-AFD7-2A9FB0847F54}" dt="2026-03-30T21:03:49.757" v="4817" actId="1076"/>
          <ac:picMkLst>
            <pc:docMk/>
            <pc:sldMk cId="1347054751" sldId="525"/>
            <ac:picMk id="3078" creationId="{9CC2CD3C-0454-DB22-D350-EA95BD615CAF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3-31T15:43:05.069" v="5800" actId="20577"/>
        <pc:sldMkLst>
          <pc:docMk/>
          <pc:sldMk cId="3871986933" sldId="526"/>
        </pc:sldMkLst>
        <pc:spChg chg="del mod">
          <ac:chgData name="Michael Hill" userId="41dba03d-e58d-4389-9894-554c10310ba4" providerId="ADAL" clId="{EF23FE1D-A042-481E-AFD7-2A9FB0847F54}" dt="2026-03-31T14:32:23.097" v="5033" actId="478"/>
          <ac:spMkLst>
            <pc:docMk/>
            <pc:sldMk cId="3871986933" sldId="526"/>
            <ac:spMk id="6" creationId="{40311EDC-553A-559C-E4B1-0F96B7AE1201}"/>
          </ac:spMkLst>
        </pc:spChg>
        <pc:spChg chg="mod">
          <ac:chgData name="Michael Hill" userId="41dba03d-e58d-4389-9894-554c10310ba4" providerId="ADAL" clId="{EF23FE1D-A042-481E-AFD7-2A9FB0847F54}" dt="2026-03-31T14:40:41.118" v="5378" actId="115"/>
          <ac:spMkLst>
            <pc:docMk/>
            <pc:sldMk cId="3871986933" sldId="526"/>
            <ac:spMk id="8" creationId="{6DA924B9-B2BA-7933-E7DE-2B0243466387}"/>
          </ac:spMkLst>
        </pc:spChg>
        <pc:spChg chg="add mod">
          <ac:chgData name="Michael Hill" userId="41dba03d-e58d-4389-9894-554c10310ba4" providerId="ADAL" clId="{EF23FE1D-A042-481E-AFD7-2A9FB0847F54}" dt="2026-03-31T15:43:05.069" v="5800" actId="20577"/>
          <ac:spMkLst>
            <pc:docMk/>
            <pc:sldMk cId="3871986933" sldId="526"/>
            <ac:spMk id="11" creationId="{A414D141-896A-82CD-B817-01D6B0A84041}"/>
          </ac:spMkLst>
        </pc:spChg>
        <pc:picChg chg="del mod">
          <ac:chgData name="Michael Hill" userId="41dba03d-e58d-4389-9894-554c10310ba4" providerId="ADAL" clId="{EF23FE1D-A042-481E-AFD7-2A9FB0847F54}" dt="2026-03-31T14:32:23.097" v="5033" actId="478"/>
          <ac:picMkLst>
            <pc:docMk/>
            <pc:sldMk cId="3871986933" sldId="526"/>
            <ac:picMk id="2" creationId="{0C95FA1D-8D93-8F8D-522E-01641948B4D1}"/>
          </ac:picMkLst>
        </pc:picChg>
        <pc:picChg chg="add mod">
          <ac:chgData name="Michael Hill" userId="41dba03d-e58d-4389-9894-554c10310ba4" providerId="ADAL" clId="{EF23FE1D-A042-481E-AFD7-2A9FB0847F54}" dt="2026-03-31T15:42:52.580" v="5700" actId="1076"/>
          <ac:picMkLst>
            <pc:docMk/>
            <pc:sldMk cId="3871986933" sldId="526"/>
            <ac:picMk id="3" creationId="{700D1C75-C31A-5DD0-B2F8-89F444EA45BD}"/>
          </ac:picMkLst>
        </pc:picChg>
        <pc:picChg chg="add mod">
          <ac:chgData name="Michael Hill" userId="41dba03d-e58d-4389-9894-554c10310ba4" providerId="ADAL" clId="{EF23FE1D-A042-481E-AFD7-2A9FB0847F54}" dt="2026-03-31T15:42:50.629" v="5699"/>
          <ac:picMkLst>
            <pc:docMk/>
            <pc:sldMk cId="3871986933" sldId="526"/>
            <ac:picMk id="10" creationId="{82EC4567-4F98-7106-3CBF-BCEBA8A31BF3}"/>
          </ac:picMkLst>
        </pc:picChg>
      </pc:sldChg>
      <pc:sldChg chg="modSp add mod ord">
        <pc:chgData name="Michael Hill" userId="41dba03d-e58d-4389-9894-554c10310ba4" providerId="ADAL" clId="{EF23FE1D-A042-481E-AFD7-2A9FB0847F54}" dt="2026-03-31T15:39:03.190" v="5383" actId="20577"/>
        <pc:sldMkLst>
          <pc:docMk/>
          <pc:sldMk cId="3420578206" sldId="527"/>
        </pc:sldMkLst>
        <pc:spChg chg="mod">
          <ac:chgData name="Michael Hill" userId="41dba03d-e58d-4389-9894-554c10310ba4" providerId="ADAL" clId="{EF23FE1D-A042-481E-AFD7-2A9FB0847F54}" dt="2026-03-31T15:39:00.496" v="5381" actId="2711"/>
          <ac:spMkLst>
            <pc:docMk/>
            <pc:sldMk cId="3420578206" sldId="527"/>
            <ac:spMk id="3" creationId="{E2046875-24DF-531C-EA7E-15D25A0DE8EF}"/>
          </ac:spMkLst>
        </pc:spChg>
        <pc:spChg chg="mod">
          <ac:chgData name="Michael Hill" userId="41dba03d-e58d-4389-9894-554c10310ba4" providerId="ADAL" clId="{EF23FE1D-A042-481E-AFD7-2A9FB0847F54}" dt="2026-03-31T14:32:46.212" v="5061" actId="14100"/>
          <ac:spMkLst>
            <pc:docMk/>
            <pc:sldMk cId="3420578206" sldId="527"/>
            <ac:spMk id="5" creationId="{1DD95DD5-1266-CCE5-873B-399F30D24C0C}"/>
          </ac:spMkLst>
        </pc:spChg>
        <pc:spChg chg="mod">
          <ac:chgData name="Michael Hill" userId="41dba03d-e58d-4389-9894-554c10310ba4" providerId="ADAL" clId="{EF23FE1D-A042-481E-AFD7-2A9FB0847F54}" dt="2026-03-31T15:39:03.190" v="5383" actId="20577"/>
          <ac:spMkLst>
            <pc:docMk/>
            <pc:sldMk cId="3420578206" sldId="527"/>
            <ac:spMk id="8" creationId="{E872864A-1128-6CE7-8D88-E15C6E91E186}"/>
          </ac:spMkLst>
        </pc:spChg>
      </pc:sldChg>
      <pc:sldChg chg="add del">
        <pc:chgData name="Michael Hill" userId="41dba03d-e58d-4389-9894-554c10310ba4" providerId="ADAL" clId="{EF23FE1D-A042-481E-AFD7-2A9FB0847F54}" dt="2026-03-31T14:32:30.994" v="5038" actId="2890"/>
        <pc:sldMkLst>
          <pc:docMk/>
          <pc:sldMk cId="3923145574" sldId="527"/>
        </pc:sldMkLst>
      </pc:sldChg>
      <pc:sldChg chg="modSp add mod">
        <pc:chgData name="Michael Hill" userId="41dba03d-e58d-4389-9894-554c10310ba4" providerId="ADAL" clId="{EF23FE1D-A042-481E-AFD7-2A9FB0847F54}" dt="2026-03-31T15:42:08.747" v="5655" actId="14100"/>
        <pc:sldMkLst>
          <pc:docMk/>
          <pc:sldMk cId="3055752723" sldId="528"/>
        </pc:sldMkLst>
        <pc:spChg chg="mod">
          <ac:chgData name="Michael Hill" userId="41dba03d-e58d-4389-9894-554c10310ba4" providerId="ADAL" clId="{EF23FE1D-A042-481E-AFD7-2A9FB0847F54}" dt="2026-03-31T15:42:08.747" v="5655" actId="14100"/>
          <ac:spMkLst>
            <pc:docMk/>
            <pc:sldMk cId="3055752723" sldId="528"/>
            <ac:spMk id="3" creationId="{13EC8836-2E27-D6BE-E0D6-E26F031CACF3}"/>
          </ac:spMkLst>
        </pc:spChg>
        <pc:spChg chg="mod">
          <ac:chgData name="Michael Hill" userId="41dba03d-e58d-4389-9894-554c10310ba4" providerId="ADAL" clId="{EF23FE1D-A042-481E-AFD7-2A9FB0847F54}" dt="2026-03-31T15:41:30.091" v="5559" actId="20577"/>
          <ac:spMkLst>
            <pc:docMk/>
            <pc:sldMk cId="3055752723" sldId="528"/>
            <ac:spMk id="8" creationId="{808112BD-9DAC-29F5-7ED0-B008B1578505}"/>
          </ac:spMkLst>
        </pc:spChg>
      </pc:sldChg>
      <pc:sldChg chg="modSp add mod">
        <pc:chgData name="Michael Hill" userId="41dba03d-e58d-4389-9894-554c10310ba4" providerId="ADAL" clId="{EF23FE1D-A042-481E-AFD7-2A9FB0847F54}" dt="2026-03-31T15:42:28.594" v="5698" actId="2711"/>
        <pc:sldMkLst>
          <pc:docMk/>
          <pc:sldMk cId="2166172788" sldId="529"/>
        </pc:sldMkLst>
        <pc:spChg chg="mod">
          <ac:chgData name="Michael Hill" userId="41dba03d-e58d-4389-9894-554c10310ba4" providerId="ADAL" clId="{EF23FE1D-A042-481E-AFD7-2A9FB0847F54}" dt="2026-03-31T15:42:28.594" v="5698" actId="2711"/>
          <ac:spMkLst>
            <pc:docMk/>
            <pc:sldMk cId="2166172788" sldId="529"/>
            <ac:spMk id="3" creationId="{8CCAB6DF-263D-A003-8432-CFE508DB88D7}"/>
          </ac:spMkLst>
        </pc:spChg>
        <pc:spChg chg="mod">
          <ac:chgData name="Michael Hill" userId="41dba03d-e58d-4389-9894-554c10310ba4" providerId="ADAL" clId="{EF23FE1D-A042-481E-AFD7-2A9FB0847F54}" dt="2026-03-31T15:42:16.300" v="5695" actId="20577"/>
          <ac:spMkLst>
            <pc:docMk/>
            <pc:sldMk cId="2166172788" sldId="529"/>
            <ac:spMk id="8" creationId="{4945F0F3-4F52-7859-DDE4-8DDF7BA3BE7A}"/>
          </ac:spMkLst>
        </pc:spChg>
      </pc:sldChg>
      <pc:sldChg chg="modSp add mod">
        <pc:chgData name="Michael Hill" userId="41dba03d-e58d-4389-9894-554c10310ba4" providerId="ADAL" clId="{EF23FE1D-A042-481E-AFD7-2A9FB0847F54}" dt="2026-03-31T15:43:47.390" v="6048" actId="20577"/>
        <pc:sldMkLst>
          <pc:docMk/>
          <pc:sldMk cId="2152045796" sldId="530"/>
        </pc:sldMkLst>
        <pc:spChg chg="mod">
          <ac:chgData name="Michael Hill" userId="41dba03d-e58d-4389-9894-554c10310ba4" providerId="ADAL" clId="{EF23FE1D-A042-481E-AFD7-2A9FB0847F54}" dt="2026-03-31T15:43:14.997" v="5801"/>
          <ac:spMkLst>
            <pc:docMk/>
            <pc:sldMk cId="2152045796" sldId="530"/>
            <ac:spMk id="3" creationId="{ACFF255C-02E4-594C-64F1-20E6CCDF3C6C}"/>
          </ac:spMkLst>
        </pc:spChg>
        <pc:spChg chg="mod">
          <ac:chgData name="Michael Hill" userId="41dba03d-e58d-4389-9894-554c10310ba4" providerId="ADAL" clId="{EF23FE1D-A042-481E-AFD7-2A9FB0847F54}" dt="2026-03-31T15:43:47.390" v="6048" actId="20577"/>
          <ac:spMkLst>
            <pc:docMk/>
            <pc:sldMk cId="2152045796" sldId="530"/>
            <ac:spMk id="8" creationId="{8AE903AD-DE2F-09B4-F6C6-19C662D51E28}"/>
          </ac:spMkLst>
        </pc:spChg>
      </pc:sldChg>
      <pc:sldChg chg="addSp modSp add mod ord">
        <pc:chgData name="Michael Hill" userId="41dba03d-e58d-4389-9894-554c10310ba4" providerId="ADAL" clId="{EF23FE1D-A042-481E-AFD7-2A9FB0847F54}" dt="2026-03-31T15:50:28.101" v="6335" actId="115"/>
        <pc:sldMkLst>
          <pc:docMk/>
          <pc:sldMk cId="387698266" sldId="531"/>
        </pc:sldMkLst>
        <pc:spChg chg="mod">
          <ac:chgData name="Michael Hill" userId="41dba03d-e58d-4389-9894-554c10310ba4" providerId="ADAL" clId="{EF23FE1D-A042-481E-AFD7-2A9FB0847F54}" dt="2026-03-31T15:48:33.370" v="6067" actId="20577"/>
          <ac:spMkLst>
            <pc:docMk/>
            <pc:sldMk cId="387698266" sldId="531"/>
            <ac:spMk id="5" creationId="{10C6D8AB-0A33-7F16-19FA-648DFE071939}"/>
          </ac:spMkLst>
        </pc:spChg>
        <pc:spChg chg="mod">
          <ac:chgData name="Michael Hill" userId="41dba03d-e58d-4389-9894-554c10310ba4" providerId="ADAL" clId="{EF23FE1D-A042-481E-AFD7-2A9FB0847F54}" dt="2026-03-31T15:50:16.237" v="6333" actId="1076"/>
          <ac:spMkLst>
            <pc:docMk/>
            <pc:sldMk cId="387698266" sldId="531"/>
            <ac:spMk id="6" creationId="{039CAE49-AA94-551B-D0E0-6E39162FE717}"/>
          </ac:spMkLst>
        </pc:spChg>
        <pc:spChg chg="mod">
          <ac:chgData name="Michael Hill" userId="41dba03d-e58d-4389-9894-554c10310ba4" providerId="ADAL" clId="{EF23FE1D-A042-481E-AFD7-2A9FB0847F54}" dt="2026-03-31T15:50:28.101" v="6335" actId="115"/>
          <ac:spMkLst>
            <pc:docMk/>
            <pc:sldMk cId="387698266" sldId="531"/>
            <ac:spMk id="8" creationId="{B886BFD8-7EE0-E878-29F9-01015BFAA873}"/>
          </ac:spMkLst>
        </pc:spChg>
        <pc:picChg chg="mod">
          <ac:chgData name="Michael Hill" userId="41dba03d-e58d-4389-9894-554c10310ba4" providerId="ADAL" clId="{EF23FE1D-A042-481E-AFD7-2A9FB0847F54}" dt="2026-03-31T15:50:16.237" v="6333" actId="1076"/>
          <ac:picMkLst>
            <pc:docMk/>
            <pc:sldMk cId="387698266" sldId="531"/>
            <ac:picMk id="2" creationId="{3089DE2C-D093-019F-0779-4675C035FEB3}"/>
          </ac:picMkLst>
        </pc:picChg>
        <pc:picChg chg="add mod">
          <ac:chgData name="Michael Hill" userId="41dba03d-e58d-4389-9894-554c10310ba4" providerId="ADAL" clId="{EF23FE1D-A042-481E-AFD7-2A9FB0847F54}" dt="2026-03-31T15:50:13.876" v="6332" actId="1076"/>
          <ac:picMkLst>
            <pc:docMk/>
            <pc:sldMk cId="387698266" sldId="531"/>
            <ac:picMk id="7170" creationId="{9CA845F8-4733-4722-D002-1F8782C130ED}"/>
          </ac:picMkLst>
        </pc:picChg>
      </pc:sldChg>
      <pc:sldChg chg="modSp add mod">
        <pc:chgData name="Michael Hill" userId="41dba03d-e58d-4389-9894-554c10310ba4" providerId="ADAL" clId="{EF23FE1D-A042-481E-AFD7-2A9FB0847F54}" dt="2026-03-31T15:51:35.976" v="6616" actId="20577"/>
        <pc:sldMkLst>
          <pc:docMk/>
          <pc:sldMk cId="3202859236" sldId="532"/>
        </pc:sldMkLst>
        <pc:spChg chg="mod">
          <ac:chgData name="Michael Hill" userId="41dba03d-e58d-4389-9894-554c10310ba4" providerId="ADAL" clId="{EF23FE1D-A042-481E-AFD7-2A9FB0847F54}" dt="2026-03-31T15:51:35.976" v="6616" actId="20577"/>
          <ac:spMkLst>
            <pc:docMk/>
            <pc:sldMk cId="3202859236" sldId="532"/>
            <ac:spMk id="6" creationId="{4F814AB9-C573-A2B1-0614-7781B2BC95B2}"/>
          </ac:spMkLst>
        </pc:spChg>
        <pc:spChg chg="mod">
          <ac:chgData name="Michael Hill" userId="41dba03d-e58d-4389-9894-554c10310ba4" providerId="ADAL" clId="{EF23FE1D-A042-481E-AFD7-2A9FB0847F54}" dt="2026-03-31T15:51:16.240" v="6472" actId="20577"/>
          <ac:spMkLst>
            <pc:docMk/>
            <pc:sldMk cId="3202859236" sldId="532"/>
            <ac:spMk id="8" creationId="{29530E08-7011-FC0C-17F1-3E74BBEBE441}"/>
          </ac:spMkLst>
        </pc:spChg>
      </pc:sldChg>
      <pc:sldChg chg="delSp modSp add mod">
        <pc:chgData name="Michael Hill" userId="41dba03d-e58d-4389-9894-554c10310ba4" providerId="ADAL" clId="{EF23FE1D-A042-481E-AFD7-2A9FB0847F54}" dt="2026-03-31T15:54:57.160" v="7167" actId="20577"/>
        <pc:sldMkLst>
          <pc:docMk/>
          <pc:sldMk cId="1669738507" sldId="533"/>
        </pc:sldMkLst>
        <pc:spChg chg="mod">
          <ac:chgData name="Michael Hill" userId="41dba03d-e58d-4389-9894-554c10310ba4" providerId="ADAL" clId="{EF23FE1D-A042-481E-AFD7-2A9FB0847F54}" dt="2026-03-31T15:54:57.160" v="7167" actId="20577"/>
          <ac:spMkLst>
            <pc:docMk/>
            <pc:sldMk cId="1669738507" sldId="533"/>
            <ac:spMk id="6" creationId="{1C24DDF9-2180-B9CE-677A-783E71A2BF56}"/>
          </ac:spMkLst>
        </pc:spChg>
        <pc:spChg chg="mod">
          <ac:chgData name="Michael Hill" userId="41dba03d-e58d-4389-9894-554c10310ba4" providerId="ADAL" clId="{EF23FE1D-A042-481E-AFD7-2A9FB0847F54}" dt="2026-03-31T15:54:19.063" v="6941" actId="20577"/>
          <ac:spMkLst>
            <pc:docMk/>
            <pc:sldMk cId="1669738507" sldId="533"/>
            <ac:spMk id="8" creationId="{2876B94D-8CD9-BEE2-B2A0-552B4A35F2F2}"/>
          </ac:spMkLst>
        </pc:spChg>
        <pc:picChg chg="del">
          <ac:chgData name="Michael Hill" userId="41dba03d-e58d-4389-9894-554c10310ba4" providerId="ADAL" clId="{EF23FE1D-A042-481E-AFD7-2A9FB0847F54}" dt="2026-03-31T15:54:00.820" v="6894" actId="478"/>
          <ac:picMkLst>
            <pc:docMk/>
            <pc:sldMk cId="1669738507" sldId="533"/>
            <ac:picMk id="7170" creationId="{F433C84D-286B-B02E-123B-3B8FB103BA3F}"/>
          </ac:picMkLst>
        </pc:picChg>
      </pc:sldChg>
      <pc:sldChg chg="modSp add mod ord">
        <pc:chgData name="Michael Hill" userId="41dba03d-e58d-4389-9894-554c10310ba4" providerId="ADAL" clId="{EF23FE1D-A042-481E-AFD7-2A9FB0847F54}" dt="2026-03-31T15:59:34.561" v="7539" actId="20577"/>
        <pc:sldMkLst>
          <pc:docMk/>
          <pc:sldMk cId="2746203986" sldId="534"/>
        </pc:sldMkLst>
        <pc:spChg chg="mod">
          <ac:chgData name="Michael Hill" userId="41dba03d-e58d-4389-9894-554c10310ba4" providerId="ADAL" clId="{EF23FE1D-A042-481E-AFD7-2A9FB0847F54}" dt="2026-03-31T15:59:25.727" v="7480" actId="2711"/>
          <ac:spMkLst>
            <pc:docMk/>
            <pc:sldMk cId="2746203986" sldId="534"/>
            <ac:spMk id="3" creationId="{0D518022-1C30-C75B-5CEB-514AA3DA88D8}"/>
          </ac:spMkLst>
        </pc:spChg>
        <pc:spChg chg="mod">
          <ac:chgData name="Michael Hill" userId="41dba03d-e58d-4389-9894-554c10310ba4" providerId="ADAL" clId="{EF23FE1D-A042-481E-AFD7-2A9FB0847F54}" dt="2026-03-31T15:55:07.728" v="7179" actId="14100"/>
          <ac:spMkLst>
            <pc:docMk/>
            <pc:sldMk cId="2746203986" sldId="534"/>
            <ac:spMk id="5" creationId="{712F1AED-AABF-E20A-02AB-F34888D67796}"/>
          </ac:spMkLst>
        </pc:spChg>
        <pc:spChg chg="mod">
          <ac:chgData name="Michael Hill" userId="41dba03d-e58d-4389-9894-554c10310ba4" providerId="ADAL" clId="{EF23FE1D-A042-481E-AFD7-2A9FB0847F54}" dt="2026-03-31T15:59:34.561" v="7539" actId="20577"/>
          <ac:spMkLst>
            <pc:docMk/>
            <pc:sldMk cId="2746203986" sldId="534"/>
            <ac:spMk id="8" creationId="{5FD3CA3A-7976-8B29-0818-F3F5869C7977}"/>
          </ac:spMkLst>
        </pc:spChg>
      </pc:sldChg>
      <pc:sldChg chg="modSp add mod">
        <pc:chgData name="Michael Hill" userId="41dba03d-e58d-4389-9894-554c10310ba4" providerId="ADAL" clId="{EF23FE1D-A042-481E-AFD7-2A9FB0847F54}" dt="2026-03-31T16:00:49.466" v="7777" actId="20577"/>
        <pc:sldMkLst>
          <pc:docMk/>
          <pc:sldMk cId="2285463704" sldId="535"/>
        </pc:sldMkLst>
        <pc:spChg chg="mod">
          <ac:chgData name="Michael Hill" userId="41dba03d-e58d-4389-9894-554c10310ba4" providerId="ADAL" clId="{EF23FE1D-A042-481E-AFD7-2A9FB0847F54}" dt="2026-03-31T16:00:05.212" v="7625" actId="14100"/>
          <ac:spMkLst>
            <pc:docMk/>
            <pc:sldMk cId="2285463704" sldId="535"/>
            <ac:spMk id="3" creationId="{10AD23FA-F8AD-42B5-3EA4-AB11AA7A9813}"/>
          </ac:spMkLst>
        </pc:spChg>
        <pc:spChg chg="mod">
          <ac:chgData name="Michael Hill" userId="41dba03d-e58d-4389-9894-554c10310ba4" providerId="ADAL" clId="{EF23FE1D-A042-481E-AFD7-2A9FB0847F54}" dt="2026-03-31T16:00:49.466" v="7777" actId="20577"/>
          <ac:spMkLst>
            <pc:docMk/>
            <pc:sldMk cId="2285463704" sldId="535"/>
            <ac:spMk id="8" creationId="{FB8A1B78-123E-C23E-332D-B8BD84742AE9}"/>
          </ac:spMkLst>
        </pc:spChg>
      </pc:sldChg>
      <pc:sldChg chg="modSp add mod">
        <pc:chgData name="Michael Hill" userId="41dba03d-e58d-4389-9894-554c10310ba4" providerId="ADAL" clId="{EF23FE1D-A042-481E-AFD7-2A9FB0847F54}" dt="2026-03-31T16:01:36.504" v="7979" actId="20577"/>
        <pc:sldMkLst>
          <pc:docMk/>
          <pc:sldMk cId="1427086451" sldId="536"/>
        </pc:sldMkLst>
        <pc:spChg chg="mod">
          <ac:chgData name="Michael Hill" userId="41dba03d-e58d-4389-9894-554c10310ba4" providerId="ADAL" clId="{EF23FE1D-A042-481E-AFD7-2A9FB0847F54}" dt="2026-03-31T16:01:11.537" v="7781" actId="2711"/>
          <ac:spMkLst>
            <pc:docMk/>
            <pc:sldMk cId="1427086451" sldId="536"/>
            <ac:spMk id="3" creationId="{093B5CC1-A41C-D313-B73B-4E652A75BD3F}"/>
          </ac:spMkLst>
        </pc:spChg>
        <pc:spChg chg="mod">
          <ac:chgData name="Michael Hill" userId="41dba03d-e58d-4389-9894-554c10310ba4" providerId="ADAL" clId="{EF23FE1D-A042-481E-AFD7-2A9FB0847F54}" dt="2026-03-31T16:01:36.504" v="7979" actId="20577"/>
          <ac:spMkLst>
            <pc:docMk/>
            <pc:sldMk cId="1427086451" sldId="536"/>
            <ac:spMk id="8" creationId="{287E3DEF-3798-BFDD-40C8-41DB415403DD}"/>
          </ac:spMkLst>
        </pc:spChg>
      </pc:sldChg>
      <pc:sldChg chg="modSp add mod ord">
        <pc:chgData name="Michael Hill" userId="41dba03d-e58d-4389-9894-554c10310ba4" providerId="ADAL" clId="{EF23FE1D-A042-481E-AFD7-2A9FB0847F54}" dt="2026-03-31T16:05:17.375" v="8507" actId="20577"/>
        <pc:sldMkLst>
          <pc:docMk/>
          <pc:sldMk cId="2964844214" sldId="537"/>
        </pc:sldMkLst>
        <pc:spChg chg="mod">
          <ac:chgData name="Michael Hill" userId="41dba03d-e58d-4389-9894-554c10310ba4" providerId="ADAL" clId="{EF23FE1D-A042-481E-AFD7-2A9FB0847F54}" dt="2026-03-31T16:04:09.855" v="7997" actId="20577"/>
          <ac:spMkLst>
            <pc:docMk/>
            <pc:sldMk cId="2964844214" sldId="537"/>
            <ac:spMk id="5" creationId="{60F22E44-1E53-40E8-AADA-EDC7558F3323}"/>
          </ac:spMkLst>
        </pc:spChg>
        <pc:spChg chg="mod">
          <ac:chgData name="Michael Hill" userId="41dba03d-e58d-4389-9894-554c10310ba4" providerId="ADAL" clId="{EF23FE1D-A042-481E-AFD7-2A9FB0847F54}" dt="2026-03-31T16:05:17.375" v="8507" actId="20577"/>
          <ac:spMkLst>
            <pc:docMk/>
            <pc:sldMk cId="2964844214" sldId="537"/>
            <ac:spMk id="6" creationId="{7209B2AA-A7E0-7E0B-4897-CD29760C61CD}"/>
          </ac:spMkLst>
        </pc:spChg>
        <pc:spChg chg="mod">
          <ac:chgData name="Michael Hill" userId="41dba03d-e58d-4389-9894-554c10310ba4" providerId="ADAL" clId="{EF23FE1D-A042-481E-AFD7-2A9FB0847F54}" dt="2026-03-31T16:05:01.118" v="8386" actId="20577"/>
          <ac:spMkLst>
            <pc:docMk/>
            <pc:sldMk cId="2964844214" sldId="537"/>
            <ac:spMk id="8" creationId="{D9C61C2D-57E1-A94E-3192-8643B25D6852}"/>
          </ac:spMkLst>
        </pc:spChg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2754560712" sldId="566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2603777436" sldId="567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598977897" sldId="568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456984486" sldId="569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360827159" sldId="570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1052594775" sldId="571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71138764" sldId="572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3504048265" sldId="573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689439472" sldId="574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2577308327" sldId="575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2383562087" sldId="576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3270684674" sldId="577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3432734863" sldId="578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2644423506" sldId="579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275828041" sldId="580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93193757" sldId="581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549985259" sldId="582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1856473340" sldId="583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174898535" sldId="584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835954946" sldId="585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902742648" sldId="586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2007225903" sldId="587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2798238339" sldId="588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3711757685" sldId="589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3553717050" sldId="590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3140415156" sldId="591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935057375" sldId="592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3362208710" sldId="593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1591352968" sldId="594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3526373846" sldId="595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3685519202" sldId="596"/>
        </pc:sldMkLst>
      </pc:sldChg>
      <pc:sldChg chg="del">
        <pc:chgData name="Michael Hill" userId="41dba03d-e58d-4389-9894-554c10310ba4" providerId="ADAL" clId="{EF23FE1D-A042-481E-AFD7-2A9FB0847F54}" dt="2026-03-30T17:42:49.554" v="750" actId="47"/>
        <pc:sldMkLst>
          <pc:docMk/>
          <pc:sldMk cId="1858658795" sldId="5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TOPIC B3:</a:t>
            </a:r>
          </a:p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OBJECT ORIENTED 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B3-8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4338179" y="3711389"/>
            <a:ext cx="5883158" cy="86733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DESIGN PATTERNS</a:t>
            </a:r>
          </a:p>
        </p:txBody>
      </p:sp>
      <p:sp>
        <p:nvSpPr>
          <p:cNvPr id="2" name="Star: 12 Points 1">
            <a:extLst>
              <a:ext uri="{FF2B5EF4-FFF2-40B4-BE49-F238E27FC236}">
                <a16:creationId xmlns:a16="http://schemas.microsoft.com/office/drawing/2014/main" id="{643B1DB0-D84C-E48C-E361-40C0C1A87A45}"/>
              </a:ext>
            </a:extLst>
          </p:cNvPr>
          <p:cNvSpPr/>
          <p:nvPr/>
        </p:nvSpPr>
        <p:spPr>
          <a:xfrm>
            <a:off x="414182" y="538390"/>
            <a:ext cx="1647265" cy="1647265"/>
          </a:xfrm>
          <a:prstGeom prst="star12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HL ONLY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Bahnschrift" panose="020B0502040204020203" pitchFamily="34" charset="0"/>
              </a:rPr>
              <a:t>Pycharm</a:t>
            </a:r>
            <a:endParaRPr lang="en-US" sz="2800" dirty="0">
              <a:latin typeface="Bahnschrift" panose="020B0502040204020203" pitchFamily="34" charset="0"/>
            </a:endParaRP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Notes Document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54440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Design Patterns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Singleton Pattern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Factory Pattern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Observer Pattern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  <p:pic>
        <p:nvPicPr>
          <p:cNvPr id="2" name="What U Need 4 Lesson">
            <a:hlinkClick r:id="" action="ppaction://media"/>
            <a:extLst>
              <a:ext uri="{FF2B5EF4-FFF2-40B4-BE49-F238E27FC236}">
                <a16:creationId xmlns:a16="http://schemas.microsoft.com/office/drawing/2014/main" id="{16E677CF-DF6E-22B1-875D-4A9F6E0CC8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39560" y="157994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9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Give me an example of these three things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An is-a abstract relationship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A composition relationship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An aggregation relationship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0DFC3-3199-033B-3038-298117B4E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6472E3BF-C6CE-43EF-F3A1-5B79CABC1AB9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33ACC825-3ABA-6D0A-87AB-5D62D3749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D661F8E7-2190-003A-6E09-32FEEC9A2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F7E2B55-F57C-6514-8188-15489F9C615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F98248-35AF-A7C4-9769-C15F6A82AD84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2AE15D-9926-4D1A-7324-FB696EEEF512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7C95A6-B60F-E90A-E986-B69A06E5D254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Example: </a:t>
            </a:r>
            <a:r>
              <a:rPr lang="en-US" sz="2800" dirty="0" err="1">
                <a:solidFill>
                  <a:prstClr val="white"/>
                </a:solidFill>
                <a:latin typeface="Bahnschrift" panose="020B0502040204020203" pitchFamily="34" charset="0"/>
              </a:rPr>
              <a:t>BoardGame</a:t>
            </a: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, Sorry, Monopoly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Example: Composition - Phone and CPU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Example: Aggregation – Cup and Juice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39936E-DAB7-37F7-319D-B9C68CE1D055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E64898BC-68D5-FA85-A985-D611F3134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A7CBC7B5-E24F-C2FC-2737-1E1CAE862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78C312F1-B1FD-81C9-6091-79D6529C4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6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0D4386-23D3-E91E-9ECA-21EF7D74D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557D947-11EA-159D-7DFE-4F211EB2C5F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E9F57AB-A02E-A859-2C12-35655B4762D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27D1CCB-8E2B-B0A9-28B7-0379FB5B220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3F05B4F-E8EF-1B23-6AE3-3BC45963C1A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D4A086-3E84-ADD1-1E1C-EAF7FC879D49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Design patterns are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common approaches to solving frequent problems in software design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best practices formulated by experienced OOP developers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F92176-20DF-4CD1-CB88-D8217536AAB9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DESIGN PATTERNS</a:t>
            </a:r>
          </a:p>
        </p:txBody>
      </p:sp>
      <p:pic>
        <p:nvPicPr>
          <p:cNvPr id="2" name="Picture 2" descr="JOHN CENA 20th Anniversary Special Render PNG 2022 by RahulTR on DeviantArt">
            <a:extLst>
              <a:ext uri="{FF2B5EF4-FFF2-40B4-BE49-F238E27FC236}">
                <a16:creationId xmlns:a16="http://schemas.microsoft.com/office/drawing/2014/main" id="{4DF90539-7C10-A67F-866C-F8FAA2E18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518" y="3373120"/>
            <a:ext cx="3204154" cy="348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6102C7-CD01-B19F-006B-3A0567473691}"/>
              </a:ext>
            </a:extLst>
          </p:cNvPr>
          <p:cNvSpPr txBox="1"/>
          <p:nvPr/>
        </p:nvSpPr>
        <p:spPr>
          <a:xfrm>
            <a:off x="894229" y="4652682"/>
            <a:ext cx="38055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John OOP (experienced software developer)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44F50C8-6FCC-0364-59E7-94BAA0BA76C5}"/>
              </a:ext>
            </a:extLst>
          </p:cNvPr>
          <p:cNvCxnSpPr>
            <a:cxnSpLocks/>
          </p:cNvCxnSpPr>
          <p:nvPr/>
        </p:nvCxnSpPr>
        <p:spPr>
          <a:xfrm>
            <a:off x="3960159" y="5183841"/>
            <a:ext cx="2769359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87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483C04-1F7E-14F2-B31D-C1C6F8CB2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0C4E3AF-2E07-FE02-D4CA-02907F79B03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BF307E-DA51-E40F-CE1E-0E77C2B255F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9C7144-FC82-A2DF-8037-C61AF64F609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CBA4F-E45C-3078-7324-B0F96AF6D9B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C46117-73E6-1396-F753-EADD728E0BBE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Design patterns are useful because they are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Tested and proven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improves code readability and reusability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60914E-813D-14BA-AE0B-EFED62C48AE0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DESIGN PATTERNS</a:t>
            </a:r>
          </a:p>
        </p:txBody>
      </p:sp>
      <p:pic>
        <p:nvPicPr>
          <p:cNvPr id="2" name="Picture 2" descr="JOHN CENA 20th Anniversary Special Render PNG 2022 by RahulTR on DeviantArt">
            <a:extLst>
              <a:ext uri="{FF2B5EF4-FFF2-40B4-BE49-F238E27FC236}">
                <a16:creationId xmlns:a16="http://schemas.microsoft.com/office/drawing/2014/main" id="{CE291CE0-E958-990E-C899-39829C693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518" y="3373120"/>
            <a:ext cx="3204154" cy="348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977127F3-426F-E13A-0708-F279D197CA0F}"/>
              </a:ext>
            </a:extLst>
          </p:cNvPr>
          <p:cNvSpPr/>
          <p:nvPr/>
        </p:nvSpPr>
        <p:spPr>
          <a:xfrm>
            <a:off x="2275367" y="3373120"/>
            <a:ext cx="4454151" cy="2019444"/>
          </a:xfrm>
          <a:prstGeom prst="wedgeEllipseCallout">
            <a:avLst>
              <a:gd name="adj1" fmla="val 65316"/>
              <a:gd name="adj2" fmla="val -1997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Because you’re using a design pattern, other developers can understand what your program is about more quickly!</a:t>
            </a:r>
          </a:p>
        </p:txBody>
      </p:sp>
    </p:spTree>
    <p:extLst>
      <p:ext uri="{BB962C8B-B14F-4D97-AF65-F5344CB8AC3E}">
        <p14:creationId xmlns:p14="http://schemas.microsoft.com/office/powerpoint/2010/main" val="679975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A2F9D9-3E44-37BB-EF50-D2404A72A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9A48013-2E1F-FF86-9968-E65A71D0EC4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3A3D9D7-E643-FAF8-004F-FB9959B3C64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B8EB3D9-A509-CE26-D7CF-6E200DDC6F4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FBEF7EB-EDBC-3FE8-0C1F-9D7A063BC3F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4DF90-AEC2-28FB-F84F-107A3F00568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When using the singleton pattern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, there is only one instance of a 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That one instance is made available globally throughout the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9344E0-B415-FC78-021A-F119FBB26981}"/>
              </a:ext>
            </a:extLst>
          </p:cNvPr>
          <p:cNvSpPr/>
          <p:nvPr/>
        </p:nvSpPr>
        <p:spPr>
          <a:xfrm>
            <a:off x="-142431" y="155968"/>
            <a:ext cx="594389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SINGLETON PATTERN</a:t>
            </a:r>
          </a:p>
        </p:txBody>
      </p:sp>
      <p:pic>
        <p:nvPicPr>
          <p:cNvPr id="2" name="Picture 2" descr="JOHN CENA 20th Anniversary Special Render PNG 2022 by RahulTR on DeviantArt">
            <a:extLst>
              <a:ext uri="{FF2B5EF4-FFF2-40B4-BE49-F238E27FC236}">
                <a16:creationId xmlns:a16="http://schemas.microsoft.com/office/drawing/2014/main" id="{DE91976F-68C7-5377-BC25-F05C78382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518" y="3373120"/>
            <a:ext cx="3204154" cy="348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72B43D06-AE25-CDAE-FB32-CE952E6EA0D5}"/>
              </a:ext>
            </a:extLst>
          </p:cNvPr>
          <p:cNvSpPr/>
          <p:nvPr/>
        </p:nvSpPr>
        <p:spPr>
          <a:xfrm>
            <a:off x="2275367" y="3373120"/>
            <a:ext cx="4454151" cy="2019444"/>
          </a:xfrm>
          <a:prstGeom prst="wedgeEllipseCallout">
            <a:avLst>
              <a:gd name="adj1" fmla="val 65316"/>
              <a:gd name="adj2" fmla="val -1997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It’s sort of just a way to group code together that serves a similar purpose</a:t>
            </a:r>
          </a:p>
        </p:txBody>
      </p:sp>
      <p:pic>
        <p:nvPicPr>
          <p:cNvPr id="2050" name="Picture 2" descr="The Singleton 12 Year Old Single Malt Scotch Whisky, 750 mL - Delivered ...">
            <a:extLst>
              <a:ext uri="{FF2B5EF4-FFF2-40B4-BE49-F238E27FC236}">
                <a16:creationId xmlns:a16="http://schemas.microsoft.com/office/drawing/2014/main" id="{B2424B3C-1DB2-F0E6-E623-ADFE7EBF5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2956" y="2904840"/>
            <a:ext cx="3641271" cy="3641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940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6E4719-9444-CC7C-978D-C398230F5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1D0F914-CCED-3750-5CE4-E25895F2F21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CA4639-44F3-2D2B-2EC8-DF20005E21D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FA09689-7706-BDAD-8DFF-E50068860D0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5C3CDB4-FE17-54CA-FBC2-34CC60A9C33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B45CEA-6863-2D26-84A4-F90B16EFBE40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Common uses of the singleton pattern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Resource management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Connecting to a database or network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Settings management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3738F6-D85F-8281-ABCC-F22EA4C9B9E5}"/>
              </a:ext>
            </a:extLst>
          </p:cNvPr>
          <p:cNvSpPr/>
          <p:nvPr/>
        </p:nvSpPr>
        <p:spPr>
          <a:xfrm>
            <a:off x="-142431" y="155968"/>
            <a:ext cx="594389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SINGLETON PATTERN</a:t>
            </a:r>
          </a:p>
        </p:txBody>
      </p:sp>
      <p:pic>
        <p:nvPicPr>
          <p:cNvPr id="2" name="Picture 2" descr="JOHN CENA 20th Anniversary Special Render PNG 2022 by RahulTR on DeviantArt">
            <a:extLst>
              <a:ext uri="{FF2B5EF4-FFF2-40B4-BE49-F238E27FC236}">
                <a16:creationId xmlns:a16="http://schemas.microsoft.com/office/drawing/2014/main" id="{B4477A6E-CA18-32DD-CA3C-F91C9125A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518" y="3373120"/>
            <a:ext cx="3204154" cy="348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78EE8856-F0BE-C11B-54D7-D5DF28A79717}"/>
              </a:ext>
            </a:extLst>
          </p:cNvPr>
          <p:cNvSpPr/>
          <p:nvPr/>
        </p:nvSpPr>
        <p:spPr>
          <a:xfrm>
            <a:off x="2134588" y="4404349"/>
            <a:ext cx="4454151" cy="2019444"/>
          </a:xfrm>
          <a:prstGeom prst="wedgeEllipseCallout">
            <a:avLst>
              <a:gd name="adj1" fmla="val 72648"/>
              <a:gd name="adj2" fmla="val -6040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These things only have one place in a program</a:t>
            </a:r>
          </a:p>
        </p:txBody>
      </p:sp>
      <p:pic>
        <p:nvPicPr>
          <p:cNvPr id="3" name="Picture 2" descr="The Singleton 12 Year Old Single Malt Scotch Whisky, 750 mL - Delivered ...">
            <a:extLst>
              <a:ext uri="{FF2B5EF4-FFF2-40B4-BE49-F238E27FC236}">
                <a16:creationId xmlns:a16="http://schemas.microsoft.com/office/drawing/2014/main" id="{BA7E9FF8-7759-52EE-9398-AA61948D2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2956" y="2904840"/>
            <a:ext cx="3641271" cy="3641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5211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35A804-9DB0-82CE-9137-B9BE05E2E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258153C-73BD-D686-D11D-68A6ACA90ED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064FCA5-2CBB-9786-5BCC-EB8F48D78C9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561198A-BA76-A1EC-5CA1-C64F2FECE6B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B65204F-B8E6-0DB3-A006-26C567A5078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B2BE9-0667-CE66-216A-8BAFE77CC59E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Singleton pattern use case: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Settings for an app are often stored in a JSON file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JSON is kind of like a Python dictionary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want our program to: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Load the JSON file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Unpack the data from the JSON file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Use the data in our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782C76-F484-264B-B288-D9B7F50356B2}"/>
              </a:ext>
            </a:extLst>
          </p:cNvPr>
          <p:cNvSpPr/>
          <p:nvPr/>
        </p:nvSpPr>
        <p:spPr>
          <a:xfrm>
            <a:off x="-142431" y="155968"/>
            <a:ext cx="594389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SINGLETON PATTERN</a:t>
            </a:r>
          </a:p>
        </p:txBody>
      </p:sp>
      <p:pic>
        <p:nvPicPr>
          <p:cNvPr id="2" name="Picture 2" descr="JOHN CENA 20th Anniversary Special Render PNG 2022 by RahulTR on DeviantArt">
            <a:extLst>
              <a:ext uri="{FF2B5EF4-FFF2-40B4-BE49-F238E27FC236}">
                <a16:creationId xmlns:a16="http://schemas.microsoft.com/office/drawing/2014/main" id="{1E06BB2A-966D-B200-568F-1D757BA4A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923043" y="-258447"/>
            <a:ext cx="3204154" cy="348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7198FD37-E821-B5F8-2415-61D1BE92F84C}"/>
              </a:ext>
            </a:extLst>
          </p:cNvPr>
          <p:cNvSpPr/>
          <p:nvPr/>
        </p:nvSpPr>
        <p:spPr>
          <a:xfrm>
            <a:off x="7556912" y="2498202"/>
            <a:ext cx="2732262" cy="2019444"/>
          </a:xfrm>
          <a:prstGeom prst="wedgeEllipseCallout">
            <a:avLst>
              <a:gd name="adj1" fmla="val 58305"/>
              <a:gd name="adj2" fmla="val -3210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You might use JSON to save data in your IA!</a:t>
            </a:r>
          </a:p>
        </p:txBody>
      </p:sp>
      <p:pic>
        <p:nvPicPr>
          <p:cNvPr id="3" name="Picture 2" descr="The Singleton 12 Year Old Single Malt Scotch Whisky, 750 mL - Delivered ...">
            <a:extLst>
              <a:ext uri="{FF2B5EF4-FFF2-40B4-BE49-F238E27FC236}">
                <a16:creationId xmlns:a16="http://schemas.microsoft.com/office/drawing/2014/main" id="{4F515932-6CA6-2BBD-2D91-CAB9878D1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2956" y="2904840"/>
            <a:ext cx="3641271" cy="3641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6555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B36E7D-620F-7CE7-BBE5-41DA88278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01D4D5B-5050-BF14-CF62-98EA305D52C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476C0CD-92B1-20C6-D00D-5110466BF65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C6E1F8A-A1DC-6745-F6E7-4837BB8CBF7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B32D397-6B10-C2A1-0A48-B61AD949D1E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98A7F1-323E-3656-BBFC-A3F4A9F1F208}"/>
              </a:ext>
            </a:extLst>
          </p:cNvPr>
          <p:cNvSpPr/>
          <p:nvPr/>
        </p:nvSpPr>
        <p:spPr>
          <a:xfrm>
            <a:off x="630768" y="1299334"/>
            <a:ext cx="1131508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At the top, we import the always helpful JSON library to help us utilize the JSON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B809DB-5DD3-47A4-4942-AF69E262D999}"/>
              </a:ext>
            </a:extLst>
          </p:cNvPr>
          <p:cNvSpPr/>
          <p:nvPr/>
        </p:nvSpPr>
        <p:spPr>
          <a:xfrm>
            <a:off x="-142431" y="155968"/>
            <a:ext cx="594389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SINGLETON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866F6D-397C-62B7-8A69-60820A070A55}"/>
              </a:ext>
            </a:extLst>
          </p:cNvPr>
          <p:cNvSpPr/>
          <p:nvPr/>
        </p:nvSpPr>
        <p:spPr>
          <a:xfrm>
            <a:off x="630768" y="3429000"/>
            <a:ext cx="11477622" cy="2911786"/>
          </a:xfrm>
          <a:prstGeom prst="rect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json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1800" b="1" dirty="0" err="1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ConfigManager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_instance =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None</a:t>
            </a:r>
            <a:b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def 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__new__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._instance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is None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._instance =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super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ConfigManager</a:t>
            </a:r>
            <a:r>
              <a:rPr lang="en-US" sz="1800" dirty="0" err="1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).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__new__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instance.load_settings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._instance</a:t>
            </a:r>
          </a:p>
          <a:p>
            <a:pPr algn="ctr"/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131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19173-8F4A-3F26-BC18-56A1895CA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3AF1432-2410-9AB7-8DF4-9B1ADA907DC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527EC6-BA07-901E-B551-64C4330FD91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94D411-238B-2FF9-8FDF-01F66D60257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F70C14F-6F30-ACEF-999D-983E5E74C41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B4939D-F279-A5FB-66BC-ACD7058FBFAA}"/>
              </a:ext>
            </a:extLst>
          </p:cNvPr>
          <p:cNvSpPr/>
          <p:nvPr/>
        </p:nvSpPr>
        <p:spPr>
          <a:xfrm>
            <a:off x="630768" y="1299334"/>
            <a:ext cx="1131508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Instead of using __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init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__ for a singleton, we use __new__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have a static variable that keeps track of the single instance of the class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ConfigManager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which is our settings singleton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0499EA-B0C5-CD3B-D5A7-E68E69EBBD2F}"/>
              </a:ext>
            </a:extLst>
          </p:cNvPr>
          <p:cNvSpPr/>
          <p:nvPr/>
        </p:nvSpPr>
        <p:spPr>
          <a:xfrm>
            <a:off x="-142431" y="155968"/>
            <a:ext cx="594389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SINGLETON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8DD544-09A4-928A-F49F-9583FC2B27B5}"/>
              </a:ext>
            </a:extLst>
          </p:cNvPr>
          <p:cNvSpPr/>
          <p:nvPr/>
        </p:nvSpPr>
        <p:spPr>
          <a:xfrm>
            <a:off x="630768" y="3429000"/>
            <a:ext cx="11477622" cy="2911786"/>
          </a:xfrm>
          <a:prstGeom prst="rect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json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1800" b="1" dirty="0" err="1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ConfigManager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_instance =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None</a:t>
            </a:r>
            <a:b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def 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__new__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._instance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is None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._instance =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super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ConfigManager</a:t>
            </a:r>
            <a:r>
              <a:rPr lang="en-US" sz="1800" dirty="0" err="1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).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__new__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instance.load_settings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._instance</a:t>
            </a:r>
          </a:p>
          <a:p>
            <a:pPr algn="ctr"/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732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DA3D64-90FD-CC93-17DC-43E091AF1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139E295-47ED-A6F7-4453-393A84B1351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B2E9613-C058-45A3-CA76-1A7A33B8ABB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DC4DCB-99B8-690B-07EE-752CF8DF049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6CE216-333B-5768-A416-3211E229623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4A4BD7-1034-15B2-5FA3-1062E8E3551E}"/>
              </a:ext>
            </a:extLst>
          </p:cNvPr>
          <p:cNvSpPr/>
          <p:nvPr/>
        </p:nvSpPr>
        <p:spPr>
          <a:xfrm>
            <a:off x="630768" y="1299334"/>
            <a:ext cx="107665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check inside the __new__ function to see if the instance variable is empty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it is, we create one!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Then, we call the load settings function on it, which we’ll see next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05B4DC-15BC-4B41-6FE6-5A6F3504225F}"/>
              </a:ext>
            </a:extLst>
          </p:cNvPr>
          <p:cNvSpPr/>
          <p:nvPr/>
        </p:nvSpPr>
        <p:spPr>
          <a:xfrm>
            <a:off x="-142431" y="155968"/>
            <a:ext cx="594389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SINGLETON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81C535-8838-7C8A-3088-DC701D06AF09}"/>
              </a:ext>
            </a:extLst>
          </p:cNvPr>
          <p:cNvSpPr/>
          <p:nvPr/>
        </p:nvSpPr>
        <p:spPr>
          <a:xfrm>
            <a:off x="169766" y="3789415"/>
            <a:ext cx="11852467" cy="2911787"/>
          </a:xfrm>
          <a:prstGeom prst="rect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json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1800" b="1" dirty="0" err="1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ConfigManager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_instance =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None</a:t>
            </a:r>
            <a:b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def 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__new__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._instance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is None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._instance =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super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ConfigManager</a:t>
            </a:r>
            <a:r>
              <a:rPr lang="en-US" sz="1800" dirty="0" err="1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).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__new__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instance.load_settings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._instance</a:t>
            </a:r>
          </a:p>
          <a:p>
            <a:pPr algn="ctr"/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921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8E8D38-53DA-E1D2-5045-0FA1C24D8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0F046DF-F9FB-6D1C-F033-169A79CAE12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112A4B6-D4C5-28BB-6957-62BB87DCE9B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F15DD58-7F57-60C7-D33A-97160FA7B59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1EAD2F1-6C89-8B12-AE5B-B9F7E2C9A0E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A1BBDC-FD32-54B1-B01B-2C2D66493AAA}"/>
              </a:ext>
            </a:extLst>
          </p:cNvPr>
          <p:cNvSpPr/>
          <p:nvPr/>
        </p:nvSpPr>
        <p:spPr>
          <a:xfrm>
            <a:off x="630768" y="1299334"/>
            <a:ext cx="107665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Inside of load settings, we check to see if the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json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file exists, and if it does, we load it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it doesn’t, we say what the problem was, and then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ccreate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 new settings dictionary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D6EA11-FB17-74CE-71BC-96693C718DEC}"/>
              </a:ext>
            </a:extLst>
          </p:cNvPr>
          <p:cNvSpPr/>
          <p:nvPr/>
        </p:nvSpPr>
        <p:spPr>
          <a:xfrm>
            <a:off x="-142431" y="155968"/>
            <a:ext cx="594389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SINGLETON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43D60E-C98B-1CE4-9CD9-DBA49327A78A}"/>
              </a:ext>
            </a:extLst>
          </p:cNvPr>
          <p:cNvSpPr/>
          <p:nvPr/>
        </p:nvSpPr>
        <p:spPr>
          <a:xfrm>
            <a:off x="169766" y="3789415"/>
            <a:ext cx="11852467" cy="2911787"/>
          </a:xfrm>
          <a:prstGeom prst="rect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load_settings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try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with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open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8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settings.json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"r"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as </a:t>
            </a:r>
            <a:r>
              <a:rPr lang="en-US" sz="18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.settings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json.load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except </a:t>
            </a:r>
            <a:r>
              <a:rPr lang="en-US" sz="18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FileNotFoundError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"Error, no settings file"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.settings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{}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except 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json.JSONDecodeError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"Error, JSON decode error in settings file"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.settings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{}</a:t>
            </a:r>
          </a:p>
        </p:txBody>
      </p:sp>
    </p:spTree>
    <p:extLst>
      <p:ext uri="{BB962C8B-B14F-4D97-AF65-F5344CB8AC3E}">
        <p14:creationId xmlns:p14="http://schemas.microsoft.com/office/powerpoint/2010/main" val="3819570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5FCF98-91D7-FA7D-A988-A1352597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023168D-0D65-275E-8017-2BE0A45CE07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A48757A-15B2-A0B1-4303-C75628EC07D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1343534-6D98-77AB-BC1C-80EA63EDCAD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B1BB82C-3E86-994B-FD3B-47798A174D3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A30F51-807C-3ABB-D554-943F6F4A9573}"/>
              </a:ext>
            </a:extLst>
          </p:cNvPr>
          <p:cNvSpPr/>
          <p:nvPr/>
        </p:nvSpPr>
        <p:spPr>
          <a:xfrm>
            <a:off x="630768" y="1299334"/>
            <a:ext cx="107665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satisfies our second requirement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JSON library handles our JSON conversion through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json.load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() and the data gets stored into the settings variable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CB39C4-F9E6-F22D-D65B-A1243DBA86DC}"/>
              </a:ext>
            </a:extLst>
          </p:cNvPr>
          <p:cNvSpPr/>
          <p:nvPr/>
        </p:nvSpPr>
        <p:spPr>
          <a:xfrm>
            <a:off x="-142431" y="155968"/>
            <a:ext cx="594389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SINGLETON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41D243-F0A3-0061-CA51-80129EEC85FB}"/>
              </a:ext>
            </a:extLst>
          </p:cNvPr>
          <p:cNvSpPr/>
          <p:nvPr/>
        </p:nvSpPr>
        <p:spPr>
          <a:xfrm>
            <a:off x="169766" y="3789415"/>
            <a:ext cx="11852467" cy="2911787"/>
          </a:xfrm>
          <a:prstGeom prst="rect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load_settings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try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with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open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8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settings.json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"r"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as </a:t>
            </a:r>
            <a:r>
              <a:rPr lang="en-US" sz="18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.settings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json.load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except </a:t>
            </a:r>
            <a:r>
              <a:rPr lang="en-US" sz="18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FileNotFoundError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"Error, no settings file"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.settings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{}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except 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json.JSONDecodeError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"Error, JSON decode error in settings file"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.settings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{}</a:t>
            </a:r>
          </a:p>
        </p:txBody>
      </p:sp>
    </p:spTree>
    <p:extLst>
      <p:ext uri="{BB962C8B-B14F-4D97-AF65-F5344CB8AC3E}">
        <p14:creationId xmlns:p14="http://schemas.microsoft.com/office/powerpoint/2010/main" val="767175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BB0BCC-50A4-4413-0B99-9169CEBC5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CAC8896-D14B-C24D-37F9-B46F5148955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395A2FB-4491-F512-1873-521204AE653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28BBE8-3269-FC08-BCE2-9E6F0439807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7A811C-B1CD-F892-BFB7-8FE7482B5F6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1DD63C-AC61-DC71-109A-815F96564172}"/>
              </a:ext>
            </a:extLst>
          </p:cNvPr>
          <p:cNvSpPr/>
          <p:nvPr/>
        </p:nvSpPr>
        <p:spPr>
          <a:xfrm>
            <a:off x="630768" y="1299334"/>
            <a:ext cx="107665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Now, we have our final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reqirement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a function that returns the value of a key in JSON, very similar to a python dictionary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Then, we create one outside of the class, and get its settings for the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databaseURL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and the timeout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C7E498-DDB8-B6D0-E143-252AA58D05C6}"/>
              </a:ext>
            </a:extLst>
          </p:cNvPr>
          <p:cNvSpPr/>
          <p:nvPr/>
        </p:nvSpPr>
        <p:spPr>
          <a:xfrm>
            <a:off x="-142431" y="155968"/>
            <a:ext cx="594389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SINGLETON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7F7841-CC62-5FD4-30DB-3E75B0EA8B79}"/>
              </a:ext>
            </a:extLst>
          </p:cNvPr>
          <p:cNvSpPr/>
          <p:nvPr/>
        </p:nvSpPr>
        <p:spPr>
          <a:xfrm>
            <a:off x="169766" y="3789415"/>
            <a:ext cx="11852467" cy="2911787"/>
          </a:xfrm>
          <a:prstGeom prst="rect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	def </a:t>
            </a:r>
            <a:r>
              <a:rPr lang="en-US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get_setting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key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	</a:t>
            </a:r>
            <a:r>
              <a:rPr lang="en-US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.settings.get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key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config_manager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ConfigManager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database_url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config_manager.get_setting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databaseURL</a:t>
            </a:r>
            <a:r>
              <a:rPr lang="en-US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timeout = 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config_manager.get_setting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"timeout"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"Database URL:" 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database_url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"Timeout: " 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(timeout))</a:t>
            </a:r>
          </a:p>
        </p:txBody>
      </p:sp>
    </p:spTree>
    <p:extLst>
      <p:ext uri="{BB962C8B-B14F-4D97-AF65-F5344CB8AC3E}">
        <p14:creationId xmlns:p14="http://schemas.microsoft.com/office/powerpoint/2010/main" val="1787164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206D20-3431-6BA6-969C-CE8ED423F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409CC80-3340-8C1F-BEEA-2077B8D8006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CB5E06-D75B-92FB-87C8-08CF258F636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235886-8CB9-9863-0E9A-0EFFC606D2F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97CCC8-8BC2-6333-5FBF-B41AFB77749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2D3941-1432-BDC1-CE3C-D7065A3D60FD}"/>
              </a:ext>
            </a:extLst>
          </p:cNvPr>
          <p:cNvSpPr/>
          <p:nvPr/>
        </p:nvSpPr>
        <p:spPr>
          <a:xfrm>
            <a:off x="630768" y="1299334"/>
            <a:ext cx="107665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looks like a lot, but it’s highly specialized, so unless you’re working with JSON you don’t need to know it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won’t have to write JSON code on the exam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6E9F96-339A-8DCF-9A61-64C6AD1AACF9}"/>
              </a:ext>
            </a:extLst>
          </p:cNvPr>
          <p:cNvSpPr/>
          <p:nvPr/>
        </p:nvSpPr>
        <p:spPr>
          <a:xfrm>
            <a:off x="-142431" y="155968"/>
            <a:ext cx="594389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SINGLETON PATTERN</a:t>
            </a:r>
          </a:p>
        </p:txBody>
      </p:sp>
      <p:pic>
        <p:nvPicPr>
          <p:cNvPr id="2" name="Picture 2" descr="JOHN CENA 20th Anniversary Special Render PNG 2022 by RahulTR on DeviantArt">
            <a:extLst>
              <a:ext uri="{FF2B5EF4-FFF2-40B4-BE49-F238E27FC236}">
                <a16:creationId xmlns:a16="http://schemas.microsoft.com/office/drawing/2014/main" id="{6620F098-C17D-09E4-1F2C-66DEBDBA7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518" y="3373120"/>
            <a:ext cx="3204154" cy="348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974BBD88-0A43-3CE9-C4C2-6103E99557EC}"/>
              </a:ext>
            </a:extLst>
          </p:cNvPr>
          <p:cNvSpPr/>
          <p:nvPr/>
        </p:nvSpPr>
        <p:spPr>
          <a:xfrm>
            <a:off x="2134588" y="4404349"/>
            <a:ext cx="4454151" cy="2019444"/>
          </a:xfrm>
          <a:prstGeom prst="wedgeEllipseCallout">
            <a:avLst>
              <a:gd name="adj1" fmla="val 72648"/>
              <a:gd name="adj2" fmla="val -6040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JSON is a useful tool but isn’t required by the IB for OOP or the Singleton!</a:t>
            </a:r>
          </a:p>
        </p:txBody>
      </p:sp>
    </p:spTree>
    <p:extLst>
      <p:ext uri="{BB962C8B-B14F-4D97-AF65-F5344CB8AC3E}">
        <p14:creationId xmlns:p14="http://schemas.microsoft.com/office/powerpoint/2010/main" val="2997551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EC8D00-4D10-1965-DB05-20639A208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8153F7-A5D8-13FD-2966-57DB49FA003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BEF2963-DB56-5395-69F6-379744CD7EC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09A681B-373E-84C9-1326-ADA20841CEB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5183D4F-E190-E441-3888-0EC27D17181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A8AD5E-CFB1-3C4B-D3E6-C934DD129AF7}"/>
              </a:ext>
            </a:extLst>
          </p:cNvPr>
          <p:cNvSpPr/>
          <p:nvPr/>
        </p:nvSpPr>
        <p:spPr>
          <a:xfrm>
            <a:off x="630768" y="1299334"/>
            <a:ext cx="107665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Some things I’ve personally used Singleton-like structures for: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Creating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GameManager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objects in game engines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are used to keep track of the state of the game in various ways, like number of lives, points, and controlling the game settings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5BDE10-CAD7-941A-B2AB-83657B7B0D55}"/>
              </a:ext>
            </a:extLst>
          </p:cNvPr>
          <p:cNvSpPr/>
          <p:nvPr/>
        </p:nvSpPr>
        <p:spPr>
          <a:xfrm>
            <a:off x="-142431" y="155968"/>
            <a:ext cx="594389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SINGLETON PATTERN</a:t>
            </a:r>
          </a:p>
        </p:txBody>
      </p:sp>
      <p:pic>
        <p:nvPicPr>
          <p:cNvPr id="2" name="Picture 2" descr="JOHN CENA 20th Anniversary Special Render PNG 2022 by RahulTR on DeviantArt">
            <a:extLst>
              <a:ext uri="{FF2B5EF4-FFF2-40B4-BE49-F238E27FC236}">
                <a16:creationId xmlns:a16="http://schemas.microsoft.com/office/drawing/2014/main" id="{C1979DC6-3548-A33D-9B06-43429BAF9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518" y="3373120"/>
            <a:ext cx="3204154" cy="348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5F3B17FB-5B16-7623-2AD2-1C3046B4CCCC}"/>
              </a:ext>
            </a:extLst>
          </p:cNvPr>
          <p:cNvSpPr/>
          <p:nvPr/>
        </p:nvSpPr>
        <p:spPr>
          <a:xfrm>
            <a:off x="2134588" y="4404349"/>
            <a:ext cx="4454151" cy="2019444"/>
          </a:xfrm>
          <a:prstGeom prst="wedgeEllipseCallout">
            <a:avLst>
              <a:gd name="adj1" fmla="val 72648"/>
              <a:gd name="adj2" fmla="val -6040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Pretty much any app at a certain size will end up using a Singleton if it uses OOP!</a:t>
            </a:r>
          </a:p>
        </p:txBody>
      </p:sp>
    </p:spTree>
    <p:extLst>
      <p:ext uri="{BB962C8B-B14F-4D97-AF65-F5344CB8AC3E}">
        <p14:creationId xmlns:p14="http://schemas.microsoft.com/office/powerpoint/2010/main" val="1972683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8B43E-79A8-F5F0-82ED-13859158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C55A259-B560-4F79-7720-32A0CBDD173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01146C0-FA38-AA89-10FE-AA7EC8C7D85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83CE1B-F654-E8CD-AF0E-9241549FFA7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AAA763-C492-CF2A-F9F9-14CA3C0D47A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B8D555-FCC5-FB55-0BE7-3A91F9EC659B}"/>
              </a:ext>
            </a:extLst>
          </p:cNvPr>
          <p:cNvSpPr/>
          <p:nvPr/>
        </p:nvSpPr>
        <p:spPr>
          <a:xfrm>
            <a:off x="630768" y="1299334"/>
            <a:ext cx="107665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Factory Pattern is used for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providing a factory that is used to create similar objects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Effectively, it’s an object to create other objects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serves as a layer of abstraction past even needing to instantiate the object yourself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217D32-C99B-3232-A481-F98E6E6FCE53}"/>
              </a:ext>
            </a:extLst>
          </p:cNvPr>
          <p:cNvSpPr/>
          <p:nvPr/>
        </p:nvSpPr>
        <p:spPr>
          <a:xfrm>
            <a:off x="-142431" y="155968"/>
            <a:ext cx="49593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FACTORY PATTERN</a:t>
            </a:r>
          </a:p>
        </p:txBody>
      </p:sp>
      <p:pic>
        <p:nvPicPr>
          <p:cNvPr id="2" name="Picture 2" descr="JOHN CENA 20th Anniversary Special Render PNG 2022 by RahulTR on DeviantArt">
            <a:extLst>
              <a:ext uri="{FF2B5EF4-FFF2-40B4-BE49-F238E27FC236}">
                <a16:creationId xmlns:a16="http://schemas.microsoft.com/office/drawing/2014/main" id="{B137B97D-71FD-9714-2196-022D6406C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1859" y="3425323"/>
            <a:ext cx="3204154" cy="348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FE86D6CD-8124-EA4E-E942-8A886CBB47A3}"/>
              </a:ext>
            </a:extLst>
          </p:cNvPr>
          <p:cNvSpPr/>
          <p:nvPr/>
        </p:nvSpPr>
        <p:spPr>
          <a:xfrm>
            <a:off x="4816929" y="4456552"/>
            <a:ext cx="4454151" cy="2019444"/>
          </a:xfrm>
          <a:prstGeom prst="wedgeEllipseCallout">
            <a:avLst>
              <a:gd name="adj1" fmla="val 72648"/>
              <a:gd name="adj2" fmla="val -6040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You can also use it to standardize the instantiation of objects</a:t>
            </a:r>
          </a:p>
        </p:txBody>
      </p:sp>
      <p:pic>
        <p:nvPicPr>
          <p:cNvPr id="3078" name="Picture 6" descr="Fábrica inteligente - ícones de indústria grátis">
            <a:extLst>
              <a:ext uri="{FF2B5EF4-FFF2-40B4-BE49-F238E27FC236}">
                <a16:creationId xmlns:a16="http://schemas.microsoft.com/office/drawing/2014/main" id="{9CC2CD3C-0454-DB22-D350-EA95BD615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335" y="4225084"/>
            <a:ext cx="2321027" cy="2321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7054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B67961-BAC8-FAD4-DCBF-B1B2D578C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D25611B-DD76-B454-7408-A72DCECD2CC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42F6AFD-2385-7F86-C5B1-43B4704A3F0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188E379-1ACF-9411-9F36-089CDA3C55A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DD11AF-9602-AFFC-ADC0-BFAAFD62B4E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A924B9-B2BA-7933-E7DE-2B0243466387}"/>
              </a:ext>
            </a:extLst>
          </p:cNvPr>
          <p:cNvSpPr/>
          <p:nvPr/>
        </p:nvSpPr>
        <p:spPr>
          <a:xfrm>
            <a:off x="630768" y="1299334"/>
            <a:ext cx="107665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use case for the factory pattern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Program UIs can use a factory to create windows, buttons, or other UI elements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factory can handle making them different colors as well, you can configure it however you’d like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C8515E-BA8C-9DDC-EE2A-F1B0569EF686}"/>
              </a:ext>
            </a:extLst>
          </p:cNvPr>
          <p:cNvSpPr/>
          <p:nvPr/>
        </p:nvSpPr>
        <p:spPr>
          <a:xfrm>
            <a:off x="-142431" y="155968"/>
            <a:ext cx="49593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FACTORY PATTERN</a:t>
            </a:r>
          </a:p>
        </p:txBody>
      </p:sp>
      <p:pic>
        <p:nvPicPr>
          <p:cNvPr id="3" name="Picture 6" descr="Fábrica inteligente - ícones de indústria grátis">
            <a:extLst>
              <a:ext uri="{FF2B5EF4-FFF2-40B4-BE49-F238E27FC236}">
                <a16:creationId xmlns:a16="http://schemas.microsoft.com/office/drawing/2014/main" id="{700D1C75-C31A-5DD0-B2F8-89F444EA4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22722"/>
            <a:ext cx="3775396" cy="3775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JOHN CENA 20th Anniversary Special Render PNG 2022 by RahulTR on DeviantArt">
            <a:extLst>
              <a:ext uri="{FF2B5EF4-FFF2-40B4-BE49-F238E27FC236}">
                <a16:creationId xmlns:a16="http://schemas.microsoft.com/office/drawing/2014/main" id="{82EC4567-4F98-7106-3CBF-BCEBA8A31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1859" y="3425323"/>
            <a:ext cx="3204154" cy="348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A414D141-896A-82CD-B817-01D6B0A84041}"/>
              </a:ext>
            </a:extLst>
          </p:cNvPr>
          <p:cNvSpPr/>
          <p:nvPr/>
        </p:nvSpPr>
        <p:spPr>
          <a:xfrm>
            <a:off x="4816929" y="4456552"/>
            <a:ext cx="4454151" cy="2019444"/>
          </a:xfrm>
          <a:prstGeom prst="wedgeEllipseCallout">
            <a:avLst>
              <a:gd name="adj1" fmla="val 72648"/>
              <a:gd name="adj2" fmla="val -6040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Follow along with this next coding example, it should be short and understandable!</a:t>
            </a:r>
          </a:p>
        </p:txBody>
      </p:sp>
    </p:spTree>
    <p:extLst>
      <p:ext uri="{BB962C8B-B14F-4D97-AF65-F5344CB8AC3E}">
        <p14:creationId xmlns:p14="http://schemas.microsoft.com/office/powerpoint/2010/main" val="3871986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D4531-5415-114D-9CC2-7EA37DFC9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6946D14-7C73-CDFC-6F5E-3EA502A20F9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0B45798-7BF0-18FE-E5F1-E30DBF18179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FC57F5-A282-E75B-579D-59979948268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69B349-E59E-2E4E-4628-3A3AEBB16C1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72864A-1128-6CE7-8D88-E15C6E91E186}"/>
              </a:ext>
            </a:extLst>
          </p:cNvPr>
          <p:cNvSpPr/>
          <p:nvPr/>
        </p:nvSpPr>
        <p:spPr>
          <a:xfrm>
            <a:off x="630768" y="1299334"/>
            <a:ext cx="107665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create a factory that’s capable of creating dog or cat objects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still must create the dog and cat classes, but just for testing, we’ll make a shell class that doesn’t have a constructor or variables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something we’re allowed to do in certain instances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D95DD5-1266-CCE5-873B-399F30D24C0C}"/>
              </a:ext>
            </a:extLst>
          </p:cNvPr>
          <p:cNvSpPr/>
          <p:nvPr/>
        </p:nvSpPr>
        <p:spPr>
          <a:xfrm>
            <a:off x="-142431" y="155968"/>
            <a:ext cx="49593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FACTORY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046875-24DF-531C-EA7E-15D25A0DE8EF}"/>
              </a:ext>
            </a:extLst>
          </p:cNvPr>
          <p:cNvSpPr/>
          <p:nvPr/>
        </p:nvSpPr>
        <p:spPr>
          <a:xfrm>
            <a:off x="169766" y="4404349"/>
            <a:ext cx="11852467" cy="2296853"/>
          </a:xfrm>
          <a:prstGeom prst="rect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1800" b="1" dirty="0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Dog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speak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"Bark </a:t>
            </a:r>
            <a:r>
              <a:rPr lang="en-US" sz="18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bark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!"</a:t>
            </a:r>
            <a:b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1800" b="1" dirty="0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Cat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speak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8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Meeeeow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!"</a:t>
            </a:r>
            <a:endParaRPr lang="en-US" sz="18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578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028D41-0094-5610-4DA9-07CF563A2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457F16A-2DC1-B356-5210-BE759524262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3D8718-BD33-72AF-9E71-4C079AF5886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3D090A-A689-4BA4-C02D-4D6FDC97E34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DD9E3A8-DA70-3565-34B5-006CAC188E9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8112BD-9DAC-29F5-7ED0-B008B1578505}"/>
              </a:ext>
            </a:extLst>
          </p:cNvPr>
          <p:cNvSpPr/>
          <p:nvPr/>
        </p:nvSpPr>
        <p:spPr>
          <a:xfrm>
            <a:off x="630768" y="1299334"/>
            <a:ext cx="107665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Then, we create our factory object, which can create either a cat or dog depending on the parameter we pass it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object we create gets returned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8618AD-F91D-A9F4-FBBD-3E6B87DC700A}"/>
              </a:ext>
            </a:extLst>
          </p:cNvPr>
          <p:cNvSpPr/>
          <p:nvPr/>
        </p:nvSpPr>
        <p:spPr>
          <a:xfrm>
            <a:off x="-142431" y="155968"/>
            <a:ext cx="49593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FACTORY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EC8836-2E27-D6BE-E0D6-E26F031CACF3}"/>
              </a:ext>
            </a:extLst>
          </p:cNvPr>
          <p:cNvSpPr/>
          <p:nvPr/>
        </p:nvSpPr>
        <p:spPr>
          <a:xfrm>
            <a:off x="169766" y="3789415"/>
            <a:ext cx="11852467" cy="2911787"/>
          </a:xfrm>
          <a:prstGeom prst="rect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1800" b="1" dirty="0" err="1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AnimalFactory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E1DF9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@staticmethod</a:t>
            </a:r>
            <a:br>
              <a:rPr lang="en-US" sz="1800" dirty="0">
                <a:solidFill>
                  <a:srgbClr val="E1DF9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E1DF9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get_animal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animal_type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18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animal_type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==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"dog"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Dog()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elif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animal_type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==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"cat"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Cat()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None</a:t>
            </a:r>
            <a:endParaRPr lang="en-US" sz="18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752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BDA88-0B5B-0325-411A-D4A949D0F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0528760-3751-D2F1-5A16-3A008BB016D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630992F-E011-C272-0385-133DF29EB63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B054C1-2813-3E35-80DE-861771055EF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82935EC-46E0-A0D6-D450-C49B224904C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45F0F3-4F52-7859-DDE4-8DDF7BA3BE7A}"/>
              </a:ext>
            </a:extLst>
          </p:cNvPr>
          <p:cNvSpPr/>
          <p:nvPr/>
        </p:nvSpPr>
        <p:spPr>
          <a:xfrm>
            <a:off x="630768" y="1299334"/>
            <a:ext cx="107665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function could this serve in the context of programming? Why might we do this?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Put your own answer down in the notes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2E08E3-10FF-4908-0F88-597C946FCA88}"/>
              </a:ext>
            </a:extLst>
          </p:cNvPr>
          <p:cNvSpPr/>
          <p:nvPr/>
        </p:nvSpPr>
        <p:spPr>
          <a:xfrm>
            <a:off x="-142431" y="155968"/>
            <a:ext cx="49593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FACTORY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CAB6DF-263D-A003-8432-CFE508DB88D7}"/>
              </a:ext>
            </a:extLst>
          </p:cNvPr>
          <p:cNvSpPr/>
          <p:nvPr/>
        </p:nvSpPr>
        <p:spPr>
          <a:xfrm>
            <a:off x="169766" y="4404349"/>
            <a:ext cx="11852467" cy="2296853"/>
          </a:xfrm>
          <a:prstGeom prst="rect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factory = 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AnimalFactory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dog = 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factory.get_animal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"dog"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cat = 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factory.get_animal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"cat"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dog.speak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cat.speak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166172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C7ABA7-48D4-F083-782F-3C9AB7130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86C77F4-084E-6A7B-024F-D385420C276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542EA4-B49C-432D-8DE0-6628A6A0D5B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987CAE-26EE-E745-F8E9-C4F94BCEA82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AE4D15E-EDE3-719A-72C0-9C4868ADECB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E903AD-DE2F-09B4-F6C6-19C662D51E28}"/>
              </a:ext>
            </a:extLst>
          </p:cNvPr>
          <p:cNvSpPr/>
          <p:nvPr/>
        </p:nvSpPr>
        <p:spPr>
          <a:xfrm>
            <a:off x="630768" y="1299334"/>
            <a:ext cx="107665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I had to define the purpose, it’s again serving abstraction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might not need to know there are individual dog and cat classes at all to create one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only need to know how to use the factory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D99CD1-AC89-9CFA-22B2-59D930211093}"/>
              </a:ext>
            </a:extLst>
          </p:cNvPr>
          <p:cNvSpPr/>
          <p:nvPr/>
        </p:nvSpPr>
        <p:spPr>
          <a:xfrm>
            <a:off x="-142431" y="155968"/>
            <a:ext cx="49593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FACTORY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FF255C-02E4-594C-64F1-20E6CCDF3C6C}"/>
              </a:ext>
            </a:extLst>
          </p:cNvPr>
          <p:cNvSpPr/>
          <p:nvPr/>
        </p:nvSpPr>
        <p:spPr>
          <a:xfrm>
            <a:off x="169766" y="4404349"/>
            <a:ext cx="11852467" cy="2296853"/>
          </a:xfrm>
          <a:prstGeom prst="rect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factory = </a:t>
            </a:r>
            <a:r>
              <a:rPr lang="en-US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AnimalFactory</a:t>
            </a: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dog = </a:t>
            </a:r>
            <a:r>
              <a:rPr lang="en-US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factory.get_animal</a:t>
            </a: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"dog"</a:t>
            </a: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cat = </a:t>
            </a:r>
            <a:r>
              <a:rPr lang="en-US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factory.get_animal</a:t>
            </a: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"cat"</a:t>
            </a: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dog.speak</a:t>
            </a: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())</a:t>
            </a:r>
            <a:b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cat.speak</a:t>
            </a: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1520457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524525-77D0-8A0B-3F02-1ADAD55D5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2A05968-AE66-A116-F0CE-37659560B66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040968-F84F-6787-6EAB-4499F606B26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A921E98-0DC4-D3A0-A9E7-765F96534B8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116FB6-40E2-3054-B3B8-8E4CB0F5119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86BFD8-7EE0-E878-29F9-01015BFAA873}"/>
              </a:ext>
            </a:extLst>
          </p:cNvPr>
          <p:cNvSpPr/>
          <p:nvPr/>
        </p:nvSpPr>
        <p:spPr>
          <a:xfrm>
            <a:off x="630768" y="1299334"/>
            <a:ext cx="107665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observer pattern is used to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maintain a list of objects that should be notified when an event in your program occurs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used in event handling systems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C6D8AB-0A33-7F16-19FA-648DFE071939}"/>
              </a:ext>
            </a:extLst>
          </p:cNvPr>
          <p:cNvSpPr/>
          <p:nvPr/>
        </p:nvSpPr>
        <p:spPr>
          <a:xfrm>
            <a:off x="-142431" y="155968"/>
            <a:ext cx="594389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OBSERVER PATTERN</a:t>
            </a:r>
          </a:p>
        </p:txBody>
      </p:sp>
      <p:pic>
        <p:nvPicPr>
          <p:cNvPr id="2" name="Picture 2" descr="JOHN CENA 20th Anniversary Special Render PNG 2022 by RahulTR on DeviantArt">
            <a:extLst>
              <a:ext uri="{FF2B5EF4-FFF2-40B4-BE49-F238E27FC236}">
                <a16:creationId xmlns:a16="http://schemas.microsoft.com/office/drawing/2014/main" id="{3089DE2C-D093-019F-0779-4675C035F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4585" y="3482108"/>
            <a:ext cx="3204154" cy="348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039CAE49-AA94-551B-D0E0-6E39162FE717}"/>
              </a:ext>
            </a:extLst>
          </p:cNvPr>
          <p:cNvSpPr/>
          <p:nvPr/>
        </p:nvSpPr>
        <p:spPr>
          <a:xfrm>
            <a:off x="4669655" y="4513337"/>
            <a:ext cx="4454151" cy="2019444"/>
          </a:xfrm>
          <a:prstGeom prst="wedgeEllipseCallout">
            <a:avLst>
              <a:gd name="adj1" fmla="val 72648"/>
              <a:gd name="adj2" fmla="val -6040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Observer patterns make programs react to your actions!</a:t>
            </a:r>
          </a:p>
        </p:txBody>
      </p:sp>
      <p:pic>
        <p:nvPicPr>
          <p:cNvPr id="7170" name="Picture 2" descr="Big eye ball 27172979 PNG">
            <a:extLst>
              <a:ext uri="{FF2B5EF4-FFF2-40B4-BE49-F238E27FC236}">
                <a16:creationId xmlns:a16="http://schemas.microsoft.com/office/drawing/2014/main" id="{9CA845F8-4733-4722-D002-1F8782C13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581" y="3228337"/>
            <a:ext cx="2883261" cy="2883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698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0C5D7D-FFE5-E594-D692-BFA73CFB8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EF563A8-6C58-ED17-B142-98106D60C56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AE3B054-7531-82B4-9BEA-C17AB6CA1ED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A4FE3C-9F29-627D-A11F-34737AC3CCA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FE9D67F-9A1A-17CB-8BC5-9DACDC8FFE3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530E08-7011-FC0C-17F1-3E74BBEBE441}"/>
              </a:ext>
            </a:extLst>
          </p:cNvPr>
          <p:cNvSpPr/>
          <p:nvPr/>
        </p:nvSpPr>
        <p:spPr>
          <a:xfrm>
            <a:off x="630768" y="1299334"/>
            <a:ext cx="107665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pattern is used commonly in web pages, with event listeners handling user input (clicks, keyboard strokes, etc.)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A8CAFB-356B-A18C-BB25-A200EE1350E4}"/>
              </a:ext>
            </a:extLst>
          </p:cNvPr>
          <p:cNvSpPr/>
          <p:nvPr/>
        </p:nvSpPr>
        <p:spPr>
          <a:xfrm>
            <a:off x="-142431" y="155968"/>
            <a:ext cx="594389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OBSERVER PATTERN</a:t>
            </a:r>
          </a:p>
        </p:txBody>
      </p:sp>
      <p:pic>
        <p:nvPicPr>
          <p:cNvPr id="2" name="Picture 2" descr="JOHN CENA 20th Anniversary Special Render PNG 2022 by RahulTR on DeviantArt">
            <a:extLst>
              <a:ext uri="{FF2B5EF4-FFF2-40B4-BE49-F238E27FC236}">
                <a16:creationId xmlns:a16="http://schemas.microsoft.com/office/drawing/2014/main" id="{DB2B8F31-AA02-0146-03C9-D04C48610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4585" y="3482108"/>
            <a:ext cx="3204154" cy="348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4F814AB9-C573-A2B1-0614-7781B2BC95B2}"/>
              </a:ext>
            </a:extLst>
          </p:cNvPr>
          <p:cNvSpPr/>
          <p:nvPr/>
        </p:nvSpPr>
        <p:spPr>
          <a:xfrm>
            <a:off x="4669655" y="4513337"/>
            <a:ext cx="4454151" cy="2019444"/>
          </a:xfrm>
          <a:prstGeom prst="wedgeEllipseCallout">
            <a:avLst>
              <a:gd name="adj1" fmla="val 72648"/>
              <a:gd name="adj2" fmla="val -6040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If we didn’t have this system, the computer would check intermittently, which could feel unresponsive instead</a:t>
            </a:r>
          </a:p>
        </p:txBody>
      </p:sp>
      <p:pic>
        <p:nvPicPr>
          <p:cNvPr id="7170" name="Picture 2" descr="Big eye ball 27172979 PNG">
            <a:extLst>
              <a:ext uri="{FF2B5EF4-FFF2-40B4-BE49-F238E27FC236}">
                <a16:creationId xmlns:a16="http://schemas.microsoft.com/office/drawing/2014/main" id="{544D99DF-4CB1-FFDC-8E79-91C4EF532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581" y="3228337"/>
            <a:ext cx="2883261" cy="2883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8592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3AB77D-294F-4664-B78C-5E3DE99EA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46F8D8B-61B5-91A9-DBA6-CCDB5D2B418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297376D-2317-149F-F678-3E2F3F052B3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1B5E7D0-80B9-7500-38DE-FB495A9E5D7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637769-8A33-B7B1-6CC2-BFE376E488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76B94D-8CD9-BEE2-B2A0-552B4A35F2F2}"/>
              </a:ext>
            </a:extLst>
          </p:cNvPr>
          <p:cNvSpPr/>
          <p:nvPr/>
        </p:nvSpPr>
        <p:spPr>
          <a:xfrm>
            <a:off x="630768" y="1299334"/>
            <a:ext cx="107665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implement an observer class together that handles notifications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Maybe for something like a cell phone whenever the time changes, and the apps want to notify you at a certain time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Alarms, Deliveries, TCG Pocket Pack Refresh, etc.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88B52F-74F1-A569-03D1-32F37B0B3602}"/>
              </a:ext>
            </a:extLst>
          </p:cNvPr>
          <p:cNvSpPr/>
          <p:nvPr/>
        </p:nvSpPr>
        <p:spPr>
          <a:xfrm>
            <a:off x="-142431" y="155968"/>
            <a:ext cx="594389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OBSERVER PATTERN</a:t>
            </a:r>
          </a:p>
        </p:txBody>
      </p:sp>
      <p:pic>
        <p:nvPicPr>
          <p:cNvPr id="2" name="Picture 2" descr="JOHN CENA 20th Anniversary Special Render PNG 2022 by RahulTR on DeviantArt">
            <a:extLst>
              <a:ext uri="{FF2B5EF4-FFF2-40B4-BE49-F238E27FC236}">
                <a16:creationId xmlns:a16="http://schemas.microsoft.com/office/drawing/2014/main" id="{85DA491E-F690-F7EB-1465-AF4074DE2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4585" y="3482108"/>
            <a:ext cx="3204154" cy="348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1C24DDF9-2180-B9CE-677A-783E71A2BF56}"/>
              </a:ext>
            </a:extLst>
          </p:cNvPr>
          <p:cNvSpPr/>
          <p:nvPr/>
        </p:nvSpPr>
        <p:spPr>
          <a:xfrm>
            <a:off x="4669655" y="4513337"/>
            <a:ext cx="4454151" cy="2019444"/>
          </a:xfrm>
          <a:prstGeom prst="wedgeEllipseCallout">
            <a:avLst>
              <a:gd name="adj1" fmla="val 72648"/>
              <a:gd name="adj2" fmla="val -6040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When the time on your phone changes, it should send a notification to your apps, and they decide what to do from there</a:t>
            </a:r>
          </a:p>
        </p:txBody>
      </p:sp>
    </p:spTree>
    <p:extLst>
      <p:ext uri="{BB962C8B-B14F-4D97-AF65-F5344CB8AC3E}">
        <p14:creationId xmlns:p14="http://schemas.microsoft.com/office/powerpoint/2010/main" val="16697385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192235-253E-B3B6-6FA2-C46EF5FA9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F8A657E-4672-B57E-ECFC-A31E502300C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B2A8B21-0775-47CD-1E15-2652B2DCD5D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DC2D31-B127-0483-27F7-9C4AC0F885E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0E1DE9-846A-E76E-07CC-654A2FAA70A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D3CA3A-7976-8B29-0818-F3F5869C7977}"/>
              </a:ext>
            </a:extLst>
          </p:cNvPr>
          <p:cNvSpPr/>
          <p:nvPr/>
        </p:nvSpPr>
        <p:spPr>
          <a:xfrm>
            <a:off x="630768" y="1299334"/>
            <a:ext cx="107665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First, let’s create the Observer 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observer class will make objects that are put in a list and notified when a change occurs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All they will do is print out whenever an update is received, and so they require no constructor or data of their own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this was real, it would likely do something else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2F1AED-AABF-E20A-02AB-F34888D67796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OBSERVER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518022-1C30-C75B-5CEB-514AA3DA88D8}"/>
              </a:ext>
            </a:extLst>
          </p:cNvPr>
          <p:cNvSpPr/>
          <p:nvPr/>
        </p:nvSpPr>
        <p:spPr>
          <a:xfrm>
            <a:off x="169766" y="4404349"/>
            <a:ext cx="11852467" cy="2296853"/>
          </a:xfrm>
          <a:prstGeom prst="rect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1800" b="1" dirty="0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Observer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update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8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message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"Message </a:t>
            </a:r>
            <a:r>
              <a:rPr lang="en-US" sz="18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recieved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 "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message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46203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C52BA7-09F0-2EB7-6064-4F4D30496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811BA76-41E7-6FCF-9AE7-48E8989A277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A9D9DBE-C663-E046-5DAB-E0AC1D9479B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53A9F28-E098-3B39-7458-3955322C558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722D23-ACC4-E346-67F5-98C000E382A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8A1B78-123E-C23E-332D-B8BD84742AE9}"/>
              </a:ext>
            </a:extLst>
          </p:cNvPr>
          <p:cNvSpPr/>
          <p:nvPr/>
        </p:nvSpPr>
        <p:spPr>
          <a:xfrm>
            <a:off x="712711" y="1094464"/>
            <a:ext cx="107665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Now, for our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NotificationService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class, which aggregates the observer objects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constructor creates an empty list of observers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have attach and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detatch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functions to add or remove observers from the list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09A95F-B6BD-7723-64E4-8CAB1A8FB1B2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OBSERVER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AD23FA-F8AD-42B5-3EA4-AB11AA7A9813}"/>
              </a:ext>
            </a:extLst>
          </p:cNvPr>
          <p:cNvSpPr/>
          <p:nvPr/>
        </p:nvSpPr>
        <p:spPr>
          <a:xfrm>
            <a:off x="169766" y="3717853"/>
            <a:ext cx="11852467" cy="2983349"/>
          </a:xfrm>
          <a:prstGeom prst="rect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1800" b="1" dirty="0" err="1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NotificationService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._observers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[]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attatch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observer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observers.append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observer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detatch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observer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observers.remove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observer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notify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message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18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observer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._observers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18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observer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.update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message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85463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98C06-AFC2-F122-5BDF-D33F613AE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792F2DE-D258-78B8-9733-3AB3B3E09D8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EAAA6D6-E378-B94E-9103-93380881F0A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BDC5F0-5D65-C9C4-4880-2D38FB599C0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D2C80F7-F565-8BE3-FE25-52580956C62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7E3DEF-3798-BFDD-40C8-41DB415403DD}"/>
              </a:ext>
            </a:extLst>
          </p:cNvPr>
          <p:cNvSpPr/>
          <p:nvPr/>
        </p:nvSpPr>
        <p:spPr>
          <a:xfrm>
            <a:off x="712711" y="1094464"/>
            <a:ext cx="107665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then, we can create a notification service, two observers, and attach them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When we send a notification, it will print out for each observer we attached to the notifier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Pretty cool, right?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D2176-8D86-D4AD-486E-4A0E7CA50E23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OBSERVER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3B5CC1-A41C-D313-B73B-4E652A75BD3F}"/>
              </a:ext>
            </a:extLst>
          </p:cNvPr>
          <p:cNvSpPr/>
          <p:nvPr/>
        </p:nvSpPr>
        <p:spPr>
          <a:xfrm>
            <a:off x="169766" y="3717853"/>
            <a:ext cx="11852467" cy="2983349"/>
          </a:xfrm>
          <a:prstGeom prst="rect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notifier = 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NotificationService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observer_a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Observer()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observer_b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Observer()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notifier.attatch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observer_a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notifier.attatch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observer_b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notifier.notify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"This will print the message on each observer"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270864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6F26F1-13D2-C8EF-565D-8DF2BA2A4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43DFB15-1FBE-3831-82C3-42ED9412C2D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940BB4-717A-EEC7-E0F2-FF66EDABAE4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199098-62E7-2EDE-383D-968EA35832A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94996E-43DB-FD51-1735-D7F88118109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C61C2D-57E1-A94E-3192-8643B25D6852}"/>
              </a:ext>
            </a:extLst>
          </p:cNvPr>
          <p:cNvSpPr/>
          <p:nvPr/>
        </p:nvSpPr>
        <p:spPr>
          <a:xfrm>
            <a:off x="630768" y="1299334"/>
            <a:ext cx="107665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Today, we’ve talked about: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singleton pattern to have one class managing a resource or program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factory pattern to have an object that can create other objects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observer pattern to help signals get sent around a program to do operations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F22E44-1E53-40E8-AADA-EDC7558F3323}"/>
              </a:ext>
            </a:extLst>
          </p:cNvPr>
          <p:cNvSpPr/>
          <p:nvPr/>
        </p:nvSpPr>
        <p:spPr>
          <a:xfrm>
            <a:off x="-142431" y="155968"/>
            <a:ext cx="594389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DESIGN PATTERNS</a:t>
            </a:r>
          </a:p>
        </p:txBody>
      </p:sp>
      <p:pic>
        <p:nvPicPr>
          <p:cNvPr id="2" name="Picture 2" descr="JOHN CENA 20th Anniversary Special Render PNG 2022 by RahulTR on DeviantArt">
            <a:extLst>
              <a:ext uri="{FF2B5EF4-FFF2-40B4-BE49-F238E27FC236}">
                <a16:creationId xmlns:a16="http://schemas.microsoft.com/office/drawing/2014/main" id="{880CCE8A-77D0-AADD-58B2-5CEFBF555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4585" y="3482108"/>
            <a:ext cx="3204154" cy="348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7209B2AA-A7E0-7E0B-4897-CD29760C61CD}"/>
              </a:ext>
            </a:extLst>
          </p:cNvPr>
          <p:cNvSpPr/>
          <p:nvPr/>
        </p:nvSpPr>
        <p:spPr>
          <a:xfrm>
            <a:off x="4669655" y="4513337"/>
            <a:ext cx="4454151" cy="2019444"/>
          </a:xfrm>
          <a:prstGeom prst="wedgeEllipseCallout">
            <a:avLst>
              <a:gd name="adj1" fmla="val 72648"/>
              <a:gd name="adj2" fmla="val -6040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There are many more design patterns, but these are the most common. If you encounter a new one, don’t be scared of it!</a:t>
            </a:r>
          </a:p>
        </p:txBody>
      </p:sp>
    </p:spTree>
    <p:extLst>
      <p:ext uri="{BB962C8B-B14F-4D97-AF65-F5344CB8AC3E}">
        <p14:creationId xmlns:p14="http://schemas.microsoft.com/office/powerpoint/2010/main" val="29648442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2949D-B6C1-8401-25D8-D344E15E7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015A1C7-A865-42BE-CB5B-2C475A41E40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DA5AD0-F491-6C08-70AB-258B6C7FA7F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241718-A299-E051-A8A5-5C1ED1FA7B3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994286-FC37-48A9-277B-59839727E6B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348106-02E8-94FB-0B3E-F2446D2114E0}"/>
              </a:ext>
            </a:extLst>
          </p:cNvPr>
          <p:cNvSpPr/>
          <p:nvPr/>
        </p:nvSpPr>
        <p:spPr>
          <a:xfrm>
            <a:off x="421105" y="1357745"/>
            <a:ext cx="10976237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Based on your observer example from earlier: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Create an abstract parent class called observer with an abstract function/method called update that takes two float parameters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Create a non-abstract child class called Multiplier inheriting from Observer that will override the update function with one that multiplies the two input float parameters together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Create a non-abstract child class called Divider that does what Multiplier does but with division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Reuse/Create the notification service class from earlier so that the notify function now takes two floats as parameters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Write code to test these classes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EA4B70-659E-4C55-E3F4-C156785ECAFE}"/>
              </a:ext>
            </a:extLst>
          </p:cNvPr>
          <p:cNvSpPr/>
          <p:nvPr/>
        </p:nvSpPr>
        <p:spPr>
          <a:xfrm>
            <a:off x="97656" y="129275"/>
            <a:ext cx="233597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LABBB</a:t>
            </a:r>
          </a:p>
        </p:txBody>
      </p:sp>
    </p:spTree>
    <p:extLst>
      <p:ext uri="{BB962C8B-B14F-4D97-AF65-F5344CB8AC3E}">
        <p14:creationId xmlns:p14="http://schemas.microsoft.com/office/powerpoint/2010/main" val="5102448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3" y="1034378"/>
            <a:ext cx="6280549" cy="558953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Design Patterns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Factory Pattern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Singleton Pattern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Observer Pattern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42948</TotalTime>
  <Words>2104</Words>
  <Application>Microsoft Office PowerPoint</Application>
  <PresentationFormat>Widescreen</PresentationFormat>
  <Paragraphs>161</Paragraphs>
  <Slides>32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32</cp:revision>
  <dcterms:created xsi:type="dcterms:W3CDTF">2025-08-11T14:07:39Z</dcterms:created>
  <dcterms:modified xsi:type="dcterms:W3CDTF">2026-03-31T16:10:05Z</dcterms:modified>
</cp:coreProperties>
</file>