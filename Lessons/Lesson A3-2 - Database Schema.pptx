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427" r:id="rId5"/>
    <p:sldId id="455" r:id="rId6"/>
    <p:sldId id="428" r:id="rId7"/>
    <p:sldId id="429" r:id="rId8"/>
    <p:sldId id="456" r:id="rId9"/>
    <p:sldId id="457" r:id="rId10"/>
    <p:sldId id="458" r:id="rId11"/>
    <p:sldId id="459" r:id="rId12"/>
    <p:sldId id="461" r:id="rId13"/>
    <p:sldId id="460" r:id="rId14"/>
    <p:sldId id="463" r:id="rId15"/>
    <p:sldId id="462" r:id="rId16"/>
    <p:sldId id="464" r:id="rId17"/>
    <p:sldId id="465" r:id="rId18"/>
    <p:sldId id="466" r:id="rId19"/>
    <p:sldId id="467" r:id="rId20"/>
    <p:sldId id="45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03D8C1-40DC-4A30-A51F-4AE102A3F7F7}" v="16" dt="2025-11-10T20:49:25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8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5-11-10T20:52:30.637" v="5831" actId="1076"/>
      <pc:docMkLst>
        <pc:docMk/>
      </pc:docMkLst>
      <pc:sldChg chg="modSp mod">
        <pc:chgData name="Michael Hill" userId="41dba03d-e58d-4389-9894-554c10310ba4" providerId="ADAL" clId="{EF23FE1D-A042-481E-AFD7-2A9FB0847F54}" dt="2025-11-10T15:31:43.661" v="12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1-10T15:31:24.742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1-10T15:31:43.661" v="12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1-10T15:49:41.274" v="1267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1-10T15:49:41.274" v="1267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5-11-10T15:42:46.141" v="376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11-10T15:42:46.141" v="376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5-11-10T15:42:52.927" v="398" actId="20577"/>
        <pc:sldMkLst>
          <pc:docMk/>
          <pc:sldMk cId="4217859482" sldId="427"/>
        </pc:sldMkLst>
        <pc:spChg chg="mod">
          <ac:chgData name="Michael Hill" userId="41dba03d-e58d-4389-9894-554c10310ba4" providerId="ADAL" clId="{EF23FE1D-A042-481E-AFD7-2A9FB0847F54}" dt="2025-11-10T15:42:52.927" v="398" actId="20577"/>
          <ac:spMkLst>
            <pc:docMk/>
            <pc:sldMk cId="4217859482" sldId="427"/>
            <ac:spMk id="8" creationId="{D12E8945-8B7A-5FF6-41CB-3A36AA2FF6DA}"/>
          </ac:spMkLst>
        </pc:spChg>
      </pc:sldChg>
      <pc:sldChg chg="modSp mod">
        <pc:chgData name="Michael Hill" userId="41dba03d-e58d-4389-9894-554c10310ba4" providerId="ADAL" clId="{EF23FE1D-A042-481E-AFD7-2A9FB0847F54}" dt="2025-11-10T15:50:05.071" v="1306" actId="14100"/>
        <pc:sldMkLst>
          <pc:docMk/>
          <pc:sldMk cId="382529306" sldId="428"/>
        </pc:sldMkLst>
        <pc:spChg chg="mod">
          <ac:chgData name="Michael Hill" userId="41dba03d-e58d-4389-9894-554c10310ba4" providerId="ADAL" clId="{EF23FE1D-A042-481E-AFD7-2A9FB0847F54}" dt="2025-11-10T15:50:05.071" v="1306" actId="14100"/>
          <ac:spMkLst>
            <pc:docMk/>
            <pc:sldMk cId="382529306" sldId="428"/>
            <ac:spMk id="5" creationId="{C9A51895-9F56-8F74-763F-789F4C4EED1D}"/>
          </ac:spMkLst>
        </pc:spChg>
        <pc:spChg chg="mod">
          <ac:chgData name="Michael Hill" userId="41dba03d-e58d-4389-9894-554c10310ba4" providerId="ADAL" clId="{EF23FE1D-A042-481E-AFD7-2A9FB0847F54}" dt="2025-11-10T15:45:06.941" v="950" actId="207"/>
          <ac:spMkLst>
            <pc:docMk/>
            <pc:sldMk cId="382529306" sldId="428"/>
            <ac:spMk id="8" creationId="{FC388EB5-D6C0-907D-64F9-21E4846E9D13}"/>
          </ac:spMkLst>
        </pc:spChg>
      </pc:sldChg>
      <pc:sldChg chg="addSp delSp modSp mod">
        <pc:chgData name="Michael Hill" userId="41dba03d-e58d-4389-9894-554c10310ba4" providerId="ADAL" clId="{EF23FE1D-A042-481E-AFD7-2A9FB0847F54}" dt="2025-11-10T15:51:43.986" v="1784" actId="207"/>
        <pc:sldMkLst>
          <pc:docMk/>
          <pc:sldMk cId="2571736692" sldId="429"/>
        </pc:sldMkLst>
        <pc:spChg chg="mod">
          <ac:chgData name="Michael Hill" userId="41dba03d-e58d-4389-9894-554c10310ba4" providerId="ADAL" clId="{EF23FE1D-A042-481E-AFD7-2A9FB0847F54}" dt="2025-11-10T15:49:58.958" v="1287" actId="1076"/>
          <ac:spMkLst>
            <pc:docMk/>
            <pc:sldMk cId="2571736692" sldId="429"/>
            <ac:spMk id="5" creationId="{84D5F9C8-75AD-CFE8-FC7F-08F4EFB5D9BC}"/>
          </ac:spMkLst>
        </pc:spChg>
        <pc:spChg chg="mod">
          <ac:chgData name="Michael Hill" userId="41dba03d-e58d-4389-9894-554c10310ba4" providerId="ADAL" clId="{EF23FE1D-A042-481E-AFD7-2A9FB0847F54}" dt="2025-11-10T15:51:43.986" v="1784" actId="207"/>
          <ac:spMkLst>
            <pc:docMk/>
            <pc:sldMk cId="2571736692" sldId="429"/>
            <ac:spMk id="8" creationId="{6751E357-0A54-7701-5FD6-AD223D3AD85B}"/>
          </ac:spMkLst>
        </pc:spChg>
        <pc:picChg chg="add del mod">
          <ac:chgData name="Michael Hill" userId="41dba03d-e58d-4389-9894-554c10310ba4" providerId="ADAL" clId="{EF23FE1D-A042-481E-AFD7-2A9FB0847F54}" dt="2025-11-10T15:50:49.031" v="1544" actId="478"/>
          <ac:picMkLst>
            <pc:docMk/>
            <pc:sldMk cId="2571736692" sldId="429"/>
            <ac:picMk id="3" creationId="{00226627-CB5E-3AC2-12F4-12704FF5A4CA}"/>
          </ac:picMkLst>
        </pc:picChg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3930847056" sldId="430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2297160948" sldId="431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1368827716" sldId="432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696384249" sldId="433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210442906" sldId="434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1623589196" sldId="435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2280116783" sldId="436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3090264753" sldId="437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2003511206" sldId="438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1205377977" sldId="439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787909866" sldId="440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2068422303" sldId="441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2545570870" sldId="442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507893243" sldId="443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3802472319" sldId="444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173033937" sldId="445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1069586604" sldId="446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1683927045" sldId="447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3265027769" sldId="448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4084462268" sldId="449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3604175510" sldId="450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2764279384" sldId="451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3043752339" sldId="452"/>
        </pc:sldMkLst>
      </pc:sldChg>
      <pc:sldChg chg="del">
        <pc:chgData name="Michael Hill" userId="41dba03d-e58d-4389-9894-554c10310ba4" providerId="ADAL" clId="{EF23FE1D-A042-481E-AFD7-2A9FB0847F54}" dt="2025-11-10T15:47:12.617" v="951" actId="47"/>
        <pc:sldMkLst>
          <pc:docMk/>
          <pc:sldMk cId="3331078616" sldId="453"/>
        </pc:sldMkLst>
      </pc:sldChg>
      <pc:sldChg chg="addSp delSp modSp mod">
        <pc:chgData name="Michael Hill" userId="41dba03d-e58d-4389-9894-554c10310ba4" providerId="ADAL" clId="{EF23FE1D-A042-481E-AFD7-2A9FB0847F54}" dt="2025-11-10T20:44:31.204" v="5247" actId="1076"/>
        <pc:sldMkLst>
          <pc:docMk/>
          <pc:sldMk cId="782115972" sldId="454"/>
        </pc:sldMkLst>
        <pc:spChg chg="del mod">
          <ac:chgData name="Michael Hill" userId="41dba03d-e58d-4389-9894-554c10310ba4" providerId="ADAL" clId="{EF23FE1D-A042-481E-AFD7-2A9FB0847F54}" dt="2025-11-10T20:44:07.777" v="5238" actId="478"/>
          <ac:spMkLst>
            <pc:docMk/>
            <pc:sldMk cId="782115972" sldId="454"/>
            <ac:spMk id="2" creationId="{3487C51D-471E-EED6-E265-71C71E68A186}"/>
          </ac:spMkLst>
        </pc:spChg>
        <pc:spChg chg="add mod">
          <ac:chgData name="Michael Hill" userId="41dba03d-e58d-4389-9894-554c10310ba4" providerId="ADAL" clId="{EF23FE1D-A042-481E-AFD7-2A9FB0847F54}" dt="2025-11-10T20:44:31.204" v="5247" actId="1076"/>
          <ac:spMkLst>
            <pc:docMk/>
            <pc:sldMk cId="782115972" sldId="454"/>
            <ac:spMk id="3" creationId="{47B3FBC6-39EC-FA65-6E67-88AFA14C8FBF}"/>
          </ac:spMkLst>
        </pc:spChg>
        <pc:spChg chg="mod">
          <ac:chgData name="Michael Hill" userId="41dba03d-e58d-4389-9894-554c10310ba4" providerId="ADAL" clId="{EF23FE1D-A042-481E-AFD7-2A9FB0847F54}" dt="2025-11-10T20:44:29.187" v="5246" actId="14100"/>
          <ac:spMkLst>
            <pc:docMk/>
            <pc:sldMk cId="782115972" sldId="454"/>
            <ac:spMk id="8" creationId="{F65BA143-CA8C-162E-8EE1-5979D9C12717}"/>
          </ac:spMkLst>
        </pc:spChg>
      </pc:sldChg>
      <pc:sldChg chg="add ord">
        <pc:chgData name="Michael Hill" userId="41dba03d-e58d-4389-9894-554c10310ba4" providerId="ADAL" clId="{EF23FE1D-A042-481E-AFD7-2A9FB0847F54}" dt="2025-11-10T15:49:35.566" v="1262"/>
        <pc:sldMkLst>
          <pc:docMk/>
          <pc:sldMk cId="2358883517" sldId="455"/>
        </pc:sldMkLst>
      </pc:sldChg>
      <pc:sldChg chg="addSp modSp add mod">
        <pc:chgData name="Michael Hill" userId="41dba03d-e58d-4389-9894-554c10310ba4" providerId="ADAL" clId="{EF23FE1D-A042-481E-AFD7-2A9FB0847F54}" dt="2025-11-10T15:54:02.129" v="2090" actId="1076"/>
        <pc:sldMkLst>
          <pc:docMk/>
          <pc:sldMk cId="1910851183" sldId="456"/>
        </pc:sldMkLst>
        <pc:spChg chg="mod">
          <ac:chgData name="Michael Hill" userId="41dba03d-e58d-4389-9894-554c10310ba4" providerId="ADAL" clId="{EF23FE1D-A042-481E-AFD7-2A9FB0847F54}" dt="2025-11-10T15:51:53.061" v="1808" actId="14100"/>
          <ac:spMkLst>
            <pc:docMk/>
            <pc:sldMk cId="1910851183" sldId="456"/>
            <ac:spMk id="5" creationId="{0F6438AD-38CE-5ADA-A02A-53D70F9363D6}"/>
          </ac:spMkLst>
        </pc:spChg>
        <pc:spChg chg="mod">
          <ac:chgData name="Michael Hill" userId="41dba03d-e58d-4389-9894-554c10310ba4" providerId="ADAL" clId="{EF23FE1D-A042-481E-AFD7-2A9FB0847F54}" dt="2025-11-10T15:53:54.077" v="2088" actId="207"/>
          <ac:spMkLst>
            <pc:docMk/>
            <pc:sldMk cId="1910851183" sldId="456"/>
            <ac:spMk id="8" creationId="{DE01339A-777E-525E-1073-BA160B13EFE6}"/>
          </ac:spMkLst>
        </pc:spChg>
        <pc:spChg chg="mod">
          <ac:chgData name="Michael Hill" userId="41dba03d-e58d-4389-9894-554c10310ba4" providerId="ADAL" clId="{EF23FE1D-A042-481E-AFD7-2A9FB0847F54}" dt="2025-11-10T15:54:02.129" v="2090" actId="1076"/>
          <ac:spMkLst>
            <pc:docMk/>
            <pc:sldMk cId="1910851183" sldId="456"/>
            <ac:spMk id="12" creationId="{B9383E8A-6150-6929-D0F5-7EC54791CF35}"/>
          </ac:spMkLst>
        </pc:spChg>
        <pc:picChg chg="add mod">
          <ac:chgData name="Michael Hill" userId="41dba03d-e58d-4389-9894-554c10310ba4" providerId="ADAL" clId="{EF23FE1D-A042-481E-AFD7-2A9FB0847F54}" dt="2025-11-10T15:52:37.019" v="1813"/>
          <ac:picMkLst>
            <pc:docMk/>
            <pc:sldMk cId="1910851183" sldId="456"/>
            <ac:picMk id="3" creationId="{4F89C1E2-0208-B51B-C0BD-5D4104B8F7B2}"/>
          </ac:picMkLst>
        </pc:picChg>
        <pc:picChg chg="add mod">
          <ac:chgData name="Michael Hill" userId="41dba03d-e58d-4389-9894-554c10310ba4" providerId="ADAL" clId="{EF23FE1D-A042-481E-AFD7-2A9FB0847F54}" dt="2025-11-10T15:53:59.329" v="2089" actId="1076"/>
          <ac:picMkLst>
            <pc:docMk/>
            <pc:sldMk cId="1910851183" sldId="456"/>
            <ac:picMk id="10" creationId="{6D2DB223-C60D-A5DF-3DAC-093C182CA35E}"/>
          </ac:picMkLst>
        </pc:picChg>
      </pc:sldChg>
      <pc:sldChg chg="delSp modSp add mod ord">
        <pc:chgData name="Michael Hill" userId="41dba03d-e58d-4389-9894-554c10310ba4" providerId="ADAL" clId="{EF23FE1D-A042-481E-AFD7-2A9FB0847F54}" dt="2025-11-10T20:49:19.364" v="5356"/>
        <pc:sldMkLst>
          <pc:docMk/>
          <pc:sldMk cId="920376880" sldId="457"/>
        </pc:sldMkLst>
        <pc:spChg chg="mod">
          <ac:chgData name="Michael Hill" userId="41dba03d-e58d-4389-9894-554c10310ba4" providerId="ADAL" clId="{EF23FE1D-A042-481E-AFD7-2A9FB0847F54}" dt="2025-11-10T16:10:58.163" v="2466" actId="20577"/>
          <ac:spMkLst>
            <pc:docMk/>
            <pc:sldMk cId="920376880" sldId="457"/>
            <ac:spMk id="8" creationId="{BFB74CEC-76E3-B262-86F3-46E097F8040C}"/>
          </ac:spMkLst>
        </pc:spChg>
        <pc:picChg chg="del">
          <ac:chgData name="Michael Hill" userId="41dba03d-e58d-4389-9894-554c10310ba4" providerId="ADAL" clId="{EF23FE1D-A042-481E-AFD7-2A9FB0847F54}" dt="2025-11-10T16:09:30.079" v="2251" actId="478"/>
          <ac:picMkLst>
            <pc:docMk/>
            <pc:sldMk cId="920376880" sldId="457"/>
            <ac:picMk id="10" creationId="{FF52F1AE-8DCD-3170-8207-8E7E4BC04637}"/>
          </ac:picMkLst>
        </pc:picChg>
      </pc:sldChg>
      <pc:sldChg chg="modSp add mod">
        <pc:chgData name="Michael Hill" userId="41dba03d-e58d-4389-9894-554c10310ba4" providerId="ADAL" clId="{EF23FE1D-A042-481E-AFD7-2A9FB0847F54}" dt="2025-11-10T19:57:29.866" v="2681" actId="20577"/>
        <pc:sldMkLst>
          <pc:docMk/>
          <pc:sldMk cId="2026378126" sldId="458"/>
        </pc:sldMkLst>
        <pc:spChg chg="mod">
          <ac:chgData name="Michael Hill" userId="41dba03d-e58d-4389-9894-554c10310ba4" providerId="ADAL" clId="{EF23FE1D-A042-481E-AFD7-2A9FB0847F54}" dt="2025-11-10T19:57:29.866" v="2681" actId="20577"/>
          <ac:spMkLst>
            <pc:docMk/>
            <pc:sldMk cId="2026378126" sldId="458"/>
            <ac:spMk id="8" creationId="{D12C67C2-1860-9C49-2D35-14F4B5D4AC8E}"/>
          </ac:spMkLst>
        </pc:spChg>
      </pc:sldChg>
      <pc:sldChg chg="addSp delSp modSp add mod">
        <pc:chgData name="Michael Hill" userId="41dba03d-e58d-4389-9894-554c10310ba4" providerId="ADAL" clId="{EF23FE1D-A042-481E-AFD7-2A9FB0847F54}" dt="2025-11-10T20:43:01.491" v="5081" actId="207"/>
        <pc:sldMkLst>
          <pc:docMk/>
          <pc:sldMk cId="137090361" sldId="459"/>
        </pc:sldMkLst>
        <pc:spChg chg="add mod">
          <ac:chgData name="Michael Hill" userId="41dba03d-e58d-4389-9894-554c10310ba4" providerId="ADAL" clId="{EF23FE1D-A042-481E-AFD7-2A9FB0847F54}" dt="2025-11-10T19:57:48.490" v="2703" actId="1076"/>
          <ac:spMkLst>
            <pc:docMk/>
            <pc:sldMk cId="137090361" sldId="459"/>
            <ac:spMk id="2" creationId="{BDC2ACB2-7EA1-66B1-60D6-B672D63EF29F}"/>
          </ac:spMkLst>
        </pc:spChg>
        <pc:spChg chg="del">
          <ac:chgData name="Michael Hill" userId="41dba03d-e58d-4389-9894-554c10310ba4" providerId="ADAL" clId="{EF23FE1D-A042-481E-AFD7-2A9FB0847F54}" dt="2025-11-10T19:57:46.634" v="2702" actId="478"/>
          <ac:spMkLst>
            <pc:docMk/>
            <pc:sldMk cId="137090361" sldId="459"/>
            <ac:spMk id="5" creationId="{481EDB6E-BE1E-1640-B084-16F242209C3C}"/>
          </ac:spMkLst>
        </pc:spChg>
        <pc:spChg chg="mod">
          <ac:chgData name="Michael Hill" userId="41dba03d-e58d-4389-9894-554c10310ba4" providerId="ADAL" clId="{EF23FE1D-A042-481E-AFD7-2A9FB0847F54}" dt="2025-11-10T20:43:01.491" v="5081" actId="207"/>
          <ac:spMkLst>
            <pc:docMk/>
            <pc:sldMk cId="137090361" sldId="459"/>
            <ac:spMk id="8" creationId="{CD982591-FEBB-CD6C-4507-53440900879A}"/>
          </ac:spMkLst>
        </pc:spChg>
      </pc:sldChg>
      <pc:sldChg chg="addSp modSp add mod">
        <pc:chgData name="Michael Hill" userId="41dba03d-e58d-4389-9894-554c10310ba4" providerId="ADAL" clId="{EF23FE1D-A042-481E-AFD7-2A9FB0847F54}" dt="2025-11-10T20:26:10.313" v="3716" actId="1076"/>
        <pc:sldMkLst>
          <pc:docMk/>
          <pc:sldMk cId="876776170" sldId="460"/>
        </pc:sldMkLst>
        <pc:spChg chg="add mod">
          <ac:chgData name="Michael Hill" userId="41dba03d-e58d-4389-9894-554c10310ba4" providerId="ADAL" clId="{EF23FE1D-A042-481E-AFD7-2A9FB0847F54}" dt="2025-11-10T20:04:03.093" v="3710" actId="404"/>
          <ac:spMkLst>
            <pc:docMk/>
            <pc:sldMk cId="876776170" sldId="460"/>
            <ac:spMk id="3" creationId="{373401A8-F9C6-EEA3-9CFA-B924354BF428}"/>
          </ac:spMkLst>
        </pc:spChg>
        <pc:spChg chg="add mod">
          <ac:chgData name="Michael Hill" userId="41dba03d-e58d-4389-9894-554c10310ba4" providerId="ADAL" clId="{EF23FE1D-A042-481E-AFD7-2A9FB0847F54}" dt="2025-11-10T20:26:10.313" v="3716" actId="1076"/>
          <ac:spMkLst>
            <pc:docMk/>
            <pc:sldMk cId="876776170" sldId="460"/>
            <ac:spMk id="5" creationId="{A4094E62-9BDB-B2B0-1250-3BC8F0CB57AC}"/>
          </ac:spMkLst>
        </pc:spChg>
        <pc:spChg chg="mod">
          <ac:chgData name="Michael Hill" userId="41dba03d-e58d-4389-9894-554c10310ba4" providerId="ADAL" clId="{EF23FE1D-A042-481E-AFD7-2A9FB0847F54}" dt="2025-11-10T20:02:43.015" v="3443" actId="14100"/>
          <ac:spMkLst>
            <pc:docMk/>
            <pc:sldMk cId="876776170" sldId="460"/>
            <ac:spMk id="8" creationId="{50AD21DB-AEDD-C2C0-E3B3-E27208BA1AE9}"/>
          </ac:spMkLst>
        </pc:spChg>
      </pc:sldChg>
      <pc:sldChg chg="modSp add mod ord">
        <pc:chgData name="Michael Hill" userId="41dba03d-e58d-4389-9894-554c10310ba4" providerId="ADAL" clId="{EF23FE1D-A042-481E-AFD7-2A9FB0847F54}" dt="2025-11-10T20:02:00.290" v="3336"/>
        <pc:sldMkLst>
          <pc:docMk/>
          <pc:sldMk cId="1158419971" sldId="461"/>
        </pc:sldMkLst>
        <pc:spChg chg="mod">
          <ac:chgData name="Michael Hill" userId="41dba03d-e58d-4389-9894-554c10310ba4" providerId="ADAL" clId="{EF23FE1D-A042-481E-AFD7-2A9FB0847F54}" dt="2025-11-10T20:01:50.016" v="3334" actId="15"/>
          <ac:spMkLst>
            <pc:docMk/>
            <pc:sldMk cId="1158419971" sldId="461"/>
            <ac:spMk id="8" creationId="{3A8EDD9F-2425-153E-324D-FE9F684C9403}"/>
          </ac:spMkLst>
        </pc:spChg>
      </pc:sldChg>
      <pc:sldChg chg="add del">
        <pc:chgData name="Michael Hill" userId="41dba03d-e58d-4389-9894-554c10310ba4" providerId="ADAL" clId="{EF23FE1D-A042-481E-AFD7-2A9FB0847F54}" dt="2025-11-10T20:26:13.336" v="3717" actId="47"/>
        <pc:sldMkLst>
          <pc:docMk/>
          <pc:sldMk cId="723850144" sldId="462"/>
        </pc:sldMkLst>
      </pc:sldChg>
      <pc:sldChg chg="modSp add mod ord">
        <pc:chgData name="Michael Hill" userId="41dba03d-e58d-4389-9894-554c10310ba4" providerId="ADAL" clId="{EF23FE1D-A042-481E-AFD7-2A9FB0847F54}" dt="2025-11-10T20:42:42.762" v="5069" actId="207"/>
        <pc:sldMkLst>
          <pc:docMk/>
          <pc:sldMk cId="1336438931" sldId="462"/>
        </pc:sldMkLst>
        <pc:spChg chg="mod">
          <ac:chgData name="Michael Hill" userId="41dba03d-e58d-4389-9894-554c10310ba4" providerId="ADAL" clId="{EF23FE1D-A042-481E-AFD7-2A9FB0847F54}" dt="2025-11-10T20:26:20.301" v="3736" actId="20577"/>
          <ac:spMkLst>
            <pc:docMk/>
            <pc:sldMk cId="1336438931" sldId="462"/>
            <ac:spMk id="2" creationId="{AFFE81F0-C82F-6BEE-F09E-080321CDF198}"/>
          </ac:spMkLst>
        </pc:spChg>
        <pc:spChg chg="mod">
          <ac:chgData name="Michael Hill" userId="41dba03d-e58d-4389-9894-554c10310ba4" providerId="ADAL" clId="{EF23FE1D-A042-481E-AFD7-2A9FB0847F54}" dt="2025-11-10T20:42:42.762" v="5069" actId="207"/>
          <ac:spMkLst>
            <pc:docMk/>
            <pc:sldMk cId="1336438931" sldId="462"/>
            <ac:spMk id="8" creationId="{23E00881-7C74-66A7-93A6-43FFD93963A1}"/>
          </ac:spMkLst>
        </pc:spChg>
      </pc:sldChg>
      <pc:sldChg chg="addSp modSp add mod ord">
        <pc:chgData name="Michael Hill" userId="41dba03d-e58d-4389-9894-554c10310ba4" providerId="ADAL" clId="{EF23FE1D-A042-481E-AFD7-2A9FB0847F54}" dt="2025-11-10T20:42:52.115" v="5078" actId="207"/>
        <pc:sldMkLst>
          <pc:docMk/>
          <pc:sldMk cId="2541168846" sldId="463"/>
        </pc:sldMkLst>
        <pc:spChg chg="add mod">
          <ac:chgData name="Michael Hill" userId="41dba03d-e58d-4389-9894-554c10310ba4" providerId="ADAL" clId="{EF23FE1D-A042-481E-AFD7-2A9FB0847F54}" dt="2025-11-10T20:31:38.091" v="4012"/>
          <ac:spMkLst>
            <pc:docMk/>
            <pc:sldMk cId="2541168846" sldId="463"/>
            <ac:spMk id="3" creationId="{F9280196-6E7D-5312-D39A-7F2CA63AAEB8}"/>
          </ac:spMkLst>
        </pc:spChg>
        <pc:spChg chg="mod">
          <ac:chgData name="Michael Hill" userId="41dba03d-e58d-4389-9894-554c10310ba4" providerId="ADAL" clId="{EF23FE1D-A042-481E-AFD7-2A9FB0847F54}" dt="2025-11-10T20:42:52.115" v="5078" actId="207"/>
          <ac:spMkLst>
            <pc:docMk/>
            <pc:sldMk cId="2541168846" sldId="463"/>
            <ac:spMk id="8" creationId="{B946A527-6965-F5BB-CAC6-E216CF49288D}"/>
          </ac:spMkLst>
        </pc:spChg>
      </pc:sldChg>
      <pc:sldChg chg="add del">
        <pc:chgData name="Michael Hill" userId="41dba03d-e58d-4389-9894-554c10310ba4" providerId="ADAL" clId="{EF23FE1D-A042-481E-AFD7-2A9FB0847F54}" dt="2025-11-10T20:31:30.393" v="4008" actId="2890"/>
        <pc:sldMkLst>
          <pc:docMk/>
          <pc:sldMk cId="3968742441" sldId="463"/>
        </pc:sldMkLst>
      </pc:sldChg>
      <pc:sldChg chg="addSp delSp modSp add mod">
        <pc:chgData name="Michael Hill" userId="41dba03d-e58d-4389-9894-554c10310ba4" providerId="ADAL" clId="{EF23FE1D-A042-481E-AFD7-2A9FB0847F54}" dt="2025-11-10T20:38:38.179" v="4544" actId="1076"/>
        <pc:sldMkLst>
          <pc:docMk/>
          <pc:sldMk cId="3940241217" sldId="464"/>
        </pc:sldMkLst>
        <pc:spChg chg="add mod">
          <ac:chgData name="Michael Hill" userId="41dba03d-e58d-4389-9894-554c10310ba4" providerId="ADAL" clId="{EF23FE1D-A042-481E-AFD7-2A9FB0847F54}" dt="2025-11-10T20:36:58.427" v="4350" actId="14100"/>
          <ac:spMkLst>
            <pc:docMk/>
            <pc:sldMk cId="3940241217" sldId="464"/>
            <ac:spMk id="3" creationId="{B3084A78-B454-6804-2773-62777BC8550A}"/>
          </ac:spMkLst>
        </pc:spChg>
        <pc:spChg chg="add mod">
          <ac:chgData name="Michael Hill" userId="41dba03d-e58d-4389-9894-554c10310ba4" providerId="ADAL" clId="{EF23FE1D-A042-481E-AFD7-2A9FB0847F54}" dt="2025-11-10T20:38:33.520" v="4542" actId="14100"/>
          <ac:spMkLst>
            <pc:docMk/>
            <pc:sldMk cId="3940241217" sldId="464"/>
            <ac:spMk id="5" creationId="{B4357B43-FC8C-17B3-03E8-4D8C7ADDF778}"/>
          </ac:spMkLst>
        </pc:spChg>
        <pc:spChg chg="add mod">
          <ac:chgData name="Michael Hill" userId="41dba03d-e58d-4389-9894-554c10310ba4" providerId="ADAL" clId="{EF23FE1D-A042-481E-AFD7-2A9FB0847F54}" dt="2025-11-10T20:38:38.179" v="4544" actId="1076"/>
          <ac:spMkLst>
            <pc:docMk/>
            <pc:sldMk cId="3940241217" sldId="464"/>
            <ac:spMk id="6" creationId="{64597880-3A0D-5672-46A5-60935C36D123}"/>
          </ac:spMkLst>
        </pc:spChg>
        <pc:spChg chg="del">
          <ac:chgData name="Michael Hill" userId="41dba03d-e58d-4389-9894-554c10310ba4" providerId="ADAL" clId="{EF23FE1D-A042-481E-AFD7-2A9FB0847F54}" dt="2025-11-10T20:35:00.525" v="4158" actId="478"/>
          <ac:spMkLst>
            <pc:docMk/>
            <pc:sldMk cId="3940241217" sldId="464"/>
            <ac:spMk id="8" creationId="{CBDA050F-8091-F66E-9BCC-821147D30024}"/>
          </ac:spMkLst>
        </pc:spChg>
      </pc:sldChg>
      <pc:sldChg chg="add del">
        <pc:chgData name="Michael Hill" userId="41dba03d-e58d-4389-9894-554c10310ba4" providerId="ADAL" clId="{EF23FE1D-A042-481E-AFD7-2A9FB0847F54}" dt="2025-11-10T20:38:46.142" v="4546" actId="2890"/>
        <pc:sldMkLst>
          <pc:docMk/>
          <pc:sldMk cId="2765187896" sldId="465"/>
        </pc:sldMkLst>
      </pc:sldChg>
      <pc:sldChg chg="delSp modSp add mod">
        <pc:chgData name="Michael Hill" userId="41dba03d-e58d-4389-9894-554c10310ba4" providerId="ADAL" clId="{EF23FE1D-A042-481E-AFD7-2A9FB0847F54}" dt="2025-11-10T20:42:36.356" v="5064" actId="207"/>
        <pc:sldMkLst>
          <pc:docMk/>
          <pc:sldMk cId="3261196821" sldId="465"/>
        </pc:sldMkLst>
        <pc:spChg chg="mod">
          <ac:chgData name="Michael Hill" userId="41dba03d-e58d-4389-9894-554c10310ba4" providerId="ADAL" clId="{EF23FE1D-A042-481E-AFD7-2A9FB0847F54}" dt="2025-11-10T20:42:36.356" v="5064" actId="207"/>
          <ac:spMkLst>
            <pc:docMk/>
            <pc:sldMk cId="3261196821" sldId="465"/>
            <ac:spMk id="3" creationId="{8A36376D-CFCD-F851-C470-8FDE72A1E1DF}"/>
          </ac:spMkLst>
        </pc:spChg>
        <pc:spChg chg="del">
          <ac:chgData name="Michael Hill" userId="41dba03d-e58d-4389-9894-554c10310ba4" providerId="ADAL" clId="{EF23FE1D-A042-481E-AFD7-2A9FB0847F54}" dt="2025-11-10T20:38:51.656" v="4549" actId="478"/>
          <ac:spMkLst>
            <pc:docMk/>
            <pc:sldMk cId="3261196821" sldId="465"/>
            <ac:spMk id="6" creationId="{1C76E3A0-B4C5-48BC-443F-48A61525584E}"/>
          </ac:spMkLst>
        </pc:spChg>
      </pc:sldChg>
      <pc:sldChg chg="modSp add mod">
        <pc:chgData name="Michael Hill" userId="41dba03d-e58d-4389-9894-554c10310ba4" providerId="ADAL" clId="{EF23FE1D-A042-481E-AFD7-2A9FB0847F54}" dt="2025-11-10T20:40:42.892" v="5050" actId="20577"/>
        <pc:sldMkLst>
          <pc:docMk/>
          <pc:sldMk cId="2181912170" sldId="466"/>
        </pc:sldMkLst>
        <pc:spChg chg="mod">
          <ac:chgData name="Michael Hill" userId="41dba03d-e58d-4389-9894-554c10310ba4" providerId="ADAL" clId="{EF23FE1D-A042-481E-AFD7-2A9FB0847F54}" dt="2025-11-10T20:40:42.892" v="5050" actId="20577"/>
          <ac:spMkLst>
            <pc:docMk/>
            <pc:sldMk cId="2181912170" sldId="466"/>
            <ac:spMk id="3" creationId="{0502D796-1F37-41A5-914E-DA57946DDA57}"/>
          </ac:spMkLst>
        </pc:spChg>
      </pc:sldChg>
      <pc:sldChg chg="add del replId">
        <pc:chgData name="Michael Hill" userId="41dba03d-e58d-4389-9894-554c10310ba4" providerId="ADAL" clId="{EF23FE1D-A042-481E-AFD7-2A9FB0847F54}" dt="2025-11-10T20:38:46.142" v="4546" actId="2890"/>
        <pc:sldMkLst>
          <pc:docMk/>
          <pc:sldMk cId="3760755155" sldId="466"/>
        </pc:sldMkLst>
      </pc:sldChg>
      <pc:sldChg chg="delSp modSp add mod">
        <pc:chgData name="Michael Hill" userId="41dba03d-e58d-4389-9894-554c10310ba4" providerId="ADAL" clId="{EF23FE1D-A042-481E-AFD7-2A9FB0847F54}" dt="2025-11-10T20:52:30.637" v="5831" actId="1076"/>
        <pc:sldMkLst>
          <pc:docMk/>
          <pc:sldMk cId="761756970" sldId="467"/>
        </pc:sldMkLst>
        <pc:spChg chg="mod">
          <ac:chgData name="Michael Hill" userId="41dba03d-e58d-4389-9894-554c10310ba4" providerId="ADAL" clId="{EF23FE1D-A042-481E-AFD7-2A9FB0847F54}" dt="2025-11-10T20:52:30.637" v="5831" actId="1076"/>
          <ac:spMkLst>
            <pc:docMk/>
            <pc:sldMk cId="761756970" sldId="467"/>
            <ac:spMk id="2" creationId="{5F9D6D95-6114-C9E2-2063-5C945E22A394}"/>
          </ac:spMkLst>
        </pc:spChg>
        <pc:spChg chg="mod">
          <ac:chgData name="Michael Hill" userId="41dba03d-e58d-4389-9894-554c10310ba4" providerId="ADAL" clId="{EF23FE1D-A042-481E-AFD7-2A9FB0847F54}" dt="2025-11-10T20:52:22.262" v="5809" actId="1076"/>
          <ac:spMkLst>
            <pc:docMk/>
            <pc:sldMk cId="761756970" sldId="467"/>
            <ac:spMk id="3" creationId="{EAD3A6B1-8D84-A5F7-BBBF-5B2FB530671C}"/>
          </ac:spMkLst>
        </pc:spChg>
        <pc:spChg chg="del mod">
          <ac:chgData name="Michael Hill" userId="41dba03d-e58d-4389-9894-554c10310ba4" providerId="ADAL" clId="{EF23FE1D-A042-481E-AFD7-2A9FB0847F54}" dt="2025-11-10T20:48:48.207" v="5354" actId="478"/>
          <ac:spMkLst>
            <pc:docMk/>
            <pc:sldMk cId="761756970" sldId="467"/>
            <ac:spMk id="5" creationId="{1DFDFC13-F01D-78ED-D536-8F9274D26FE7}"/>
          </ac:spMkLst>
        </pc:spChg>
      </pc:sldChg>
      <pc:sldChg chg="new del">
        <pc:chgData name="Michael Hill" userId="41dba03d-e58d-4389-9894-554c10310ba4" providerId="ADAL" clId="{EF23FE1D-A042-481E-AFD7-2A9FB0847F54}" dt="2025-11-10T20:43:45.790" v="5171" actId="680"/>
        <pc:sldMkLst>
          <pc:docMk/>
          <pc:sldMk cId="2419834537" sldId="4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405159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A3-2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118104" y="3692233"/>
            <a:ext cx="6362838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DATABASE SCHEMAS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DBMS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Database Schema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Conceptual Schema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Logical Schema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Physical Schema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an ERD representing the structure of a database for a library containing the following entities: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Borrowers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Books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Checkouts (an individual instance of somebody checking out a book)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Authors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(draw on the board)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F2BE8-11FC-440C-AD68-3916E793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62D68A9-AC5B-EE00-E367-633AE4FEF5F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3D1ACC-E0E3-E4EC-54EE-0243D91C097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A69669-4FDB-DABA-4D47-37F64F9A8D5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D071E9-AC04-5B92-BC09-FCCD1E07A5C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284222-4860-E182-B319-EF08F8E4B64E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Database Management Systems (DBMS)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programs that are used to create, maintain, and protect databases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many different DBMS, but for this class we’ll be using Microsoft Access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AAB5C6-C654-7564-5F81-E8EC4783C0EB}"/>
              </a:ext>
            </a:extLst>
          </p:cNvPr>
          <p:cNvSpPr/>
          <p:nvPr/>
        </p:nvSpPr>
        <p:spPr>
          <a:xfrm>
            <a:off x="163792" y="155968"/>
            <a:ext cx="220370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DBMS</a:t>
            </a:r>
          </a:p>
        </p:txBody>
      </p:sp>
      <p:pic>
        <p:nvPicPr>
          <p:cNvPr id="3" name="Picture 2" descr="A red cylinder with a white letter&#10;&#10;AI-generated content may be incorrect.">
            <a:extLst>
              <a:ext uri="{FF2B5EF4-FFF2-40B4-BE49-F238E27FC236}">
                <a16:creationId xmlns:a16="http://schemas.microsoft.com/office/drawing/2014/main" id="{4CF7CB9E-BB4F-0EA8-5358-B88521E8D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976" y="3303587"/>
            <a:ext cx="455676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8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77615-EFF9-4FA2-C328-B8FB0B19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1895F04-90E0-19D4-D694-808C7F67C3A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8F18C0-8BDE-8703-F30C-7376AB89FFD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E1784C-161D-E703-76B5-637528A1768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96737B-54A4-D9CC-D9F7-B185372877D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388EB5-D6C0-907D-64F9-21E4846E9D13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Database schema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an architecture that shows: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data is organized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relationships between data is managed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provides a logical view of the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Different types of schema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Conceptual – abstract model: structure without details of implementation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Logical – detailed design of entities and relationships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Physical – implementation of logical into specific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DBMS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A51895-9F56-8F74-763F-789F4C4EED1D}"/>
              </a:ext>
            </a:extLst>
          </p:cNvPr>
          <p:cNvSpPr/>
          <p:nvPr/>
        </p:nvSpPr>
        <p:spPr>
          <a:xfrm>
            <a:off x="-1" y="155968"/>
            <a:ext cx="563270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SCHEMAS</a:t>
            </a:r>
          </a:p>
        </p:txBody>
      </p:sp>
    </p:spTree>
    <p:extLst>
      <p:ext uri="{BB962C8B-B14F-4D97-AF65-F5344CB8AC3E}">
        <p14:creationId xmlns:p14="http://schemas.microsoft.com/office/powerpoint/2010/main" val="38252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94D6A-5BD8-C0CE-415F-DA0A3E4ED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2DE12FE-90D1-54A7-AB78-CCF1439AC6E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1DE5E8-10EC-50B9-A427-711B564C439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7E56A4-F0B7-9409-EC31-ABECE824F56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9C2C57-7BE9-A292-5DF7-2FDD4945BEE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1E357-0A54-7701-5FD6-AD223D3AD85B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 schemas help to improve: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organization: provides clear structure for storing/organizing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security: defines user permissions and views to protect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integrity: defines rules and constraints for data accuracy &amp; consistency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Performance: through the use of queries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Scalability: it allows for changes to the database without disrupting current applications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D5F9C8-75AD-CFE8-FC7F-08F4EFB5D9BC}"/>
              </a:ext>
            </a:extLst>
          </p:cNvPr>
          <p:cNvSpPr/>
          <p:nvPr/>
        </p:nvSpPr>
        <p:spPr>
          <a:xfrm>
            <a:off x="-101384" y="155968"/>
            <a:ext cx="556035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SCHEMAS</a:t>
            </a:r>
          </a:p>
        </p:txBody>
      </p:sp>
    </p:spTree>
    <p:extLst>
      <p:ext uri="{BB962C8B-B14F-4D97-AF65-F5344CB8AC3E}">
        <p14:creationId xmlns:p14="http://schemas.microsoft.com/office/powerpoint/2010/main" val="257173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B9504-4282-97B3-EC8B-881DB3FE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24B4A28-5FC6-99EE-AC52-BB8659DCF18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383E8A-6150-6929-D0F5-7EC54791CF35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960EA4-C5E9-20FB-3104-52AE4F47F41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9AF48E-DFB9-2A19-72CE-4598D63B58F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01339A-777E-525E-1073-BA160B13EFE6}"/>
              </a:ext>
            </a:extLst>
          </p:cNvPr>
          <p:cNvSpPr/>
          <p:nvPr/>
        </p:nvSpPr>
        <p:spPr>
          <a:xfrm>
            <a:off x="421106" y="1357745"/>
            <a:ext cx="5674894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Conceptual schema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a ‘high-level’ representation of the database, defining its structure and organization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is an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abstract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model that hides details like data types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Define: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Entities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Attributes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Relationships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438AD-38CE-5ADA-A02A-53D70F9363D6}"/>
              </a:ext>
            </a:extLst>
          </p:cNvPr>
          <p:cNvSpPr/>
          <p:nvPr/>
        </p:nvSpPr>
        <p:spPr>
          <a:xfrm>
            <a:off x="-101384" y="15596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CONCEPTUAL SCHEMAS</a:t>
            </a:r>
          </a:p>
        </p:txBody>
      </p:sp>
      <p:pic>
        <p:nvPicPr>
          <p:cNvPr id="10" name="Picture 9" descr="Two children wearing suits and goggles&#10;&#10;AI-generated content may be incorrect.">
            <a:extLst>
              <a:ext uri="{FF2B5EF4-FFF2-40B4-BE49-F238E27FC236}">
                <a16:creationId xmlns:a16="http://schemas.microsoft.com/office/drawing/2014/main" id="{6D2DB223-C60D-A5DF-3DAC-093C182CA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559" y="2224775"/>
            <a:ext cx="4693920" cy="312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51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D7363-1925-CD51-2D1C-036D3E2D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3D041F8-063D-8819-D952-A3156933A58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5778423-6779-D017-8F47-A554EC80D16C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DC093-ED01-E061-9809-28DDD673B71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413C0F-8867-1ED4-B0C7-61234CC959F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B74CEC-76E3-B262-86F3-46E097F8040C}"/>
              </a:ext>
            </a:extLst>
          </p:cNvPr>
          <p:cNvSpPr/>
          <p:nvPr/>
        </p:nvSpPr>
        <p:spPr>
          <a:xfrm>
            <a:off x="421105" y="1357745"/>
            <a:ext cx="11032601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consider a sales system, we might have: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Entities: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Products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Orders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Customers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Attributes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 Products(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ProductName, Price)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 Orders(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OrderDate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 Customers(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CustomerName,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EmailAddress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Relationships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Customer places an order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An order includes one or more products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AF5A4-C03C-4B1F-1686-47EA4EFB8D65}"/>
              </a:ext>
            </a:extLst>
          </p:cNvPr>
          <p:cNvSpPr/>
          <p:nvPr/>
        </p:nvSpPr>
        <p:spPr>
          <a:xfrm>
            <a:off x="-101384" y="15596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CONCEPTUAL SCHEMAS</a:t>
            </a:r>
          </a:p>
        </p:txBody>
      </p:sp>
    </p:spTree>
    <p:extLst>
      <p:ext uri="{BB962C8B-B14F-4D97-AF65-F5344CB8AC3E}">
        <p14:creationId xmlns:p14="http://schemas.microsoft.com/office/powerpoint/2010/main" val="920376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E21B7-91F9-0D02-FFE6-65D83B73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4F4295-FAF6-DB46-C53A-C623283EF2C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80EB01C-3E64-9F47-D35F-37C1851FB18C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0C936C-8833-392C-CCC8-B15F1FE10C7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D924D8-7A62-3B44-45FB-80C60329080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C67C2-1860-9C49-2D35-14F4B5D4AC8E}"/>
              </a:ext>
            </a:extLst>
          </p:cNvPr>
          <p:cNvSpPr/>
          <p:nvPr/>
        </p:nvSpPr>
        <p:spPr>
          <a:xfrm>
            <a:off x="421105" y="1357745"/>
            <a:ext cx="11032601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schema doesn’t contain enough information to create an actual database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create a basic ERD, but we don’t have our relationships clearly defined enough yet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E672FC-A8B5-2E1D-604B-50EE28C2037D}"/>
              </a:ext>
            </a:extLst>
          </p:cNvPr>
          <p:cNvSpPr/>
          <p:nvPr/>
        </p:nvSpPr>
        <p:spPr>
          <a:xfrm>
            <a:off x="-101384" y="15596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CONCEPTUAL SCHEMAS</a:t>
            </a:r>
          </a:p>
        </p:txBody>
      </p:sp>
    </p:spTree>
    <p:extLst>
      <p:ext uri="{BB962C8B-B14F-4D97-AF65-F5344CB8AC3E}">
        <p14:creationId xmlns:p14="http://schemas.microsoft.com/office/powerpoint/2010/main" val="2026378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A03CF-EE42-B689-6245-E3697C45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BEA7394-A25D-AF32-BB9E-0595E91C382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BFE6431-B91D-8152-A0E2-C591A98B5248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8E5D75-89FD-F8E3-B238-77D3B881ADA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909793-6F1A-931C-E288-4E0F24BCD66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982591-FEBB-CD6C-4507-53440900879A}"/>
              </a:ext>
            </a:extLst>
          </p:cNvPr>
          <p:cNvSpPr/>
          <p:nvPr/>
        </p:nvSpPr>
        <p:spPr>
          <a:xfrm>
            <a:off x="421105" y="1357745"/>
            <a:ext cx="11032601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Logical schema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defines the structure of the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Entities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Attributes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Types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Constraints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Keys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Relationships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design doesn’t take into consideration specific details of any one DBMS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C2ACB2-7EA1-66B1-60D6-B672D63EF29F}"/>
              </a:ext>
            </a:extLst>
          </p:cNvPr>
          <p:cNvSpPr/>
          <p:nvPr/>
        </p:nvSpPr>
        <p:spPr>
          <a:xfrm>
            <a:off x="-134421" y="25347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LOGICAL SCHEMAS</a:t>
            </a:r>
          </a:p>
        </p:txBody>
      </p:sp>
    </p:spTree>
    <p:extLst>
      <p:ext uri="{BB962C8B-B14F-4D97-AF65-F5344CB8AC3E}">
        <p14:creationId xmlns:p14="http://schemas.microsoft.com/office/powerpoint/2010/main" val="13709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D1A61-C9DA-2A79-8C1C-3D0095F5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226B1D2-F977-85C8-6E88-EBE91F1A85D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145D13-F8FC-B28B-8E1C-44D660AD253D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A44D9F-E63B-C829-BC0C-8D0526E3E28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1CC0AE-ED3B-30E5-601B-3968A747996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8EDD9F-2425-153E-324D-FE9F684C9403}"/>
              </a:ext>
            </a:extLst>
          </p:cNvPr>
          <p:cNvSpPr/>
          <p:nvPr/>
        </p:nvSpPr>
        <p:spPr>
          <a:xfrm>
            <a:off x="421105" y="1357745"/>
            <a:ext cx="11032601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convert a conceptual schema to a logical schema by: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Converting our identified entities into detailed tables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Defining attributes by specifying data types and constraints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Establish primary and foreign keys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Define relationships between entities using those keys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Normalizing the database to minimize data redundancy (more on this later)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C3E83A-999E-6544-8584-9F41314EFA84}"/>
              </a:ext>
            </a:extLst>
          </p:cNvPr>
          <p:cNvSpPr/>
          <p:nvPr/>
        </p:nvSpPr>
        <p:spPr>
          <a:xfrm>
            <a:off x="-134421" y="25347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LOGICAL SCHEMAS</a:t>
            </a:r>
          </a:p>
        </p:txBody>
      </p:sp>
    </p:spTree>
    <p:extLst>
      <p:ext uri="{BB962C8B-B14F-4D97-AF65-F5344CB8AC3E}">
        <p14:creationId xmlns:p14="http://schemas.microsoft.com/office/powerpoint/2010/main" val="1158419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A715EE-36CE-1487-A81D-0E1F6FDE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043171-2CBC-A1D7-0B9F-AF5C381EC79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5F3D5A-01D0-5107-9E76-DA1A17E73AB6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671419-FB37-FA5D-D4AC-0BEE4069745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D28DB1-85B0-95C6-B611-5F4621D8ED9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AD21DB-AEDD-C2C0-E3B3-E27208BA1AE9}"/>
              </a:ext>
            </a:extLst>
          </p:cNvPr>
          <p:cNvSpPr/>
          <p:nvPr/>
        </p:nvSpPr>
        <p:spPr>
          <a:xfrm>
            <a:off x="255923" y="1357745"/>
            <a:ext cx="525790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Entities: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Products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Orders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Customers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Attributes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 Products(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ProductName, Price)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 Orders(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OrderDate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 Customers(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CustomerName,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EmailAddress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Relationships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Customer places an order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An order includes one or more products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6CDF67-4906-DC79-9C78-AE2EC9975B36}"/>
              </a:ext>
            </a:extLst>
          </p:cNvPr>
          <p:cNvSpPr/>
          <p:nvPr/>
        </p:nvSpPr>
        <p:spPr>
          <a:xfrm>
            <a:off x="-134421" y="25347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LOGICAL SCHEMAS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3401A8-F9C6-EEA3-9CFA-B924354BF428}"/>
              </a:ext>
            </a:extLst>
          </p:cNvPr>
          <p:cNvSpPr/>
          <p:nvPr/>
        </p:nvSpPr>
        <p:spPr>
          <a:xfrm>
            <a:off x="6120809" y="1357744"/>
            <a:ext cx="5674895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(PRIMARY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ProductName: VARCHAR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Price: REAL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Orders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(PRIMARY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OrderDate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DATE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(FOREIGN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(FOREIGN KEY)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Customers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(PRIMARY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CustomerName: VARCHAR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Email Address: VARCHAR, UNIQUE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4094E62-9BDB-B2B0-1250-3BC8F0CB57AC}"/>
              </a:ext>
            </a:extLst>
          </p:cNvPr>
          <p:cNvSpPr/>
          <p:nvPr/>
        </p:nvSpPr>
        <p:spPr>
          <a:xfrm>
            <a:off x="4138343" y="1865375"/>
            <a:ext cx="2101404" cy="722489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6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EB6B6-7E68-0218-1FE9-E14925F16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F70E8BB-55F6-6D66-39F1-486F5BE8F34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D29597-A99B-3A75-DAD3-4B15F3116F08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3502D3-7036-1001-4A0E-46CD488B1E8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BD4312-FD6F-5EB1-4CFC-94E106EF907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46A527-6965-F5BB-CAC6-E216CF49288D}"/>
              </a:ext>
            </a:extLst>
          </p:cNvPr>
          <p:cNvSpPr/>
          <p:nvPr/>
        </p:nvSpPr>
        <p:spPr>
          <a:xfrm>
            <a:off x="421105" y="1357745"/>
            <a:ext cx="5147591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VARCHAR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Database for String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UNIQUE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values of this attribute cannot repeat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REAL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Database for float/double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0D99A1-6893-B4A9-5EE4-40E83F9CD7BB}"/>
              </a:ext>
            </a:extLst>
          </p:cNvPr>
          <p:cNvSpPr/>
          <p:nvPr/>
        </p:nvSpPr>
        <p:spPr>
          <a:xfrm>
            <a:off x="-134421" y="25347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LOGICAL SCHEMAS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280196-6E7D-5312-D39A-7F2CA63AAEB8}"/>
              </a:ext>
            </a:extLst>
          </p:cNvPr>
          <p:cNvSpPr/>
          <p:nvPr/>
        </p:nvSpPr>
        <p:spPr>
          <a:xfrm>
            <a:off x="6120809" y="1357744"/>
            <a:ext cx="5674895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(PRIMARY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ProductName: VARCHAR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Price: REAL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Orders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(PRIMARY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OrderDate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DATE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(FOREIGN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(FOREIGN KEY)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Customers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(PRIMARY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CustomerName: VARCHAR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Email Address: VARCHAR, UNIQUE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168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404C9-25D5-7348-DC45-16EEA073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650F092-68B1-B855-6B2A-F85A02D0021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46275D-05E6-FDA6-63B8-2DA2CB140D94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5619EF-30C0-11D3-9C99-4B1B9C78220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5D8AFE-E142-62FC-1BDD-83A58B66325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E00881-7C74-66A7-93A6-43FFD93963A1}"/>
              </a:ext>
            </a:extLst>
          </p:cNvPr>
          <p:cNvSpPr/>
          <p:nvPr/>
        </p:nvSpPr>
        <p:spPr>
          <a:xfrm>
            <a:off x="421105" y="1357745"/>
            <a:ext cx="11032601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Physical schema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a bit more specific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generally include details about storage devices, access methods, indexing, and other very technical details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won’t be getting into most of these as the DBMS handles it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E81F0-C82F-6BEE-F09E-080321CDF198}"/>
              </a:ext>
            </a:extLst>
          </p:cNvPr>
          <p:cNvSpPr/>
          <p:nvPr/>
        </p:nvSpPr>
        <p:spPr>
          <a:xfrm>
            <a:off x="-134421" y="25347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PHYSICAL SCHEMAS</a:t>
            </a:r>
          </a:p>
        </p:txBody>
      </p:sp>
    </p:spTree>
    <p:extLst>
      <p:ext uri="{BB962C8B-B14F-4D97-AF65-F5344CB8AC3E}">
        <p14:creationId xmlns:p14="http://schemas.microsoft.com/office/powerpoint/2010/main" val="1336438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91276-75EC-712F-09E4-647772A1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5DCD64-B384-EF25-3E16-F89145730EA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DD3696-3ADA-1F6B-7E99-76620C1AC740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B04DB5-E9A5-27E2-077A-FE7B7AFB009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D85727-64D7-6C1B-3065-3236D9E6C82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AEB9A0-64AA-ED36-2AF0-083F31650187}"/>
              </a:ext>
            </a:extLst>
          </p:cNvPr>
          <p:cNvSpPr/>
          <p:nvPr/>
        </p:nvSpPr>
        <p:spPr>
          <a:xfrm>
            <a:off x="-134421" y="25347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PHYSICAL SCHEMAS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84A78-B454-6804-2773-62777BC8550A}"/>
              </a:ext>
            </a:extLst>
          </p:cNvPr>
          <p:cNvSpPr/>
          <p:nvPr/>
        </p:nvSpPr>
        <p:spPr>
          <a:xfrm>
            <a:off x="421105" y="1299334"/>
            <a:ext cx="4653815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(PRIMARY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ProductName: VARCHAR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Price: REAL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Orders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(PRIMARY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OrderDate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DATE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(FOREIGN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(FOREIGN KEY)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Customers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INTEGER (PRIMARY KEY)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CustomerName: VARCHAR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Email Address: VARCHAR, UNIQUE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357B43-FC8C-17B3-03E8-4D8C7ADDF778}"/>
              </a:ext>
            </a:extLst>
          </p:cNvPr>
          <p:cNvSpPr/>
          <p:nvPr/>
        </p:nvSpPr>
        <p:spPr>
          <a:xfrm>
            <a:off x="5354429" y="1166026"/>
            <a:ext cx="6700411" cy="556395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Price: REAL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ProductName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Orders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OrderDate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DATE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FOREIGN KEY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FOREIGN KEY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</a:t>
            </a: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 and </a:t>
            </a: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Customers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LastName: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FirstName: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Email Address: VARCHAR(100) NOT NULL UNIQUE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LastName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4597880-3A0D-5672-46A5-60935C36D123}"/>
              </a:ext>
            </a:extLst>
          </p:cNvPr>
          <p:cNvSpPr/>
          <p:nvPr/>
        </p:nvSpPr>
        <p:spPr>
          <a:xfrm>
            <a:off x="3557618" y="2474749"/>
            <a:ext cx="2101404" cy="722489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41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C8EE0-3A0E-0D11-D97C-4AF1FE1E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DB16BE-2810-3A88-B086-39FD7691A37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B3C0E2-6E90-D24E-5A01-5C5DFC11EFEE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44C5C6-01C4-EA1D-2A9D-EEBCECCEC1D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BBB794-85F2-E3D1-A4F4-D29B6B3A644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A5288-E456-23BA-5E5D-3685A738C928}"/>
              </a:ext>
            </a:extLst>
          </p:cNvPr>
          <p:cNvSpPr/>
          <p:nvPr/>
        </p:nvSpPr>
        <p:spPr>
          <a:xfrm>
            <a:off x="-134421" y="25347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PHYSICAL SCHEMAS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36376D-CFCD-F851-C470-8FDE72A1E1DF}"/>
              </a:ext>
            </a:extLst>
          </p:cNvPr>
          <p:cNvSpPr/>
          <p:nvPr/>
        </p:nvSpPr>
        <p:spPr>
          <a:xfrm>
            <a:off x="421105" y="1299334"/>
            <a:ext cx="4653815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AUTO_INCREMENT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this attribute increases by one each time a new record is added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Ensures no two values can be the same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NOT NULL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this attribute cannot be left empty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VARCHAR(100)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a string with a max of 100 characters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Index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– store in a way that makes it quicker to 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D50DF2-50B5-B8B0-A7C0-348313B36C7D}"/>
              </a:ext>
            </a:extLst>
          </p:cNvPr>
          <p:cNvSpPr/>
          <p:nvPr/>
        </p:nvSpPr>
        <p:spPr>
          <a:xfrm>
            <a:off x="5354429" y="1166026"/>
            <a:ext cx="6700411" cy="556395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Price: REAL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ProductName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Orders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OrderDate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DATE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FOREIGN KEY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FOREIGN KEY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</a:t>
            </a: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 and </a:t>
            </a: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Customers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LastName: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FirstName: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Email Address: VARCHAR(100) NOT NULL UNIQUE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LastName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196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71BAD-97B9-A8A9-8FD1-7CB6BCA8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0EBC098-F371-B9DC-D52D-AE04B3E5C4D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5F8654-81A8-DA51-29A7-494E35993CAB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D1C679-A633-A15B-032B-E3E6E93DFC6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38D8B2-86AA-4261-CDCE-33FAD93B37B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2B5C26-1BA9-4CF8-A96E-A1D240D1E134}"/>
              </a:ext>
            </a:extLst>
          </p:cNvPr>
          <p:cNvSpPr/>
          <p:nvPr/>
        </p:nvSpPr>
        <p:spPr>
          <a:xfrm>
            <a:off x="-134421" y="253478"/>
            <a:ext cx="63741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PHYSICAL SCHEMAS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02D796-1F37-41A5-914E-DA57946DDA57}"/>
              </a:ext>
            </a:extLst>
          </p:cNvPr>
          <p:cNvSpPr/>
          <p:nvPr/>
        </p:nvSpPr>
        <p:spPr>
          <a:xfrm>
            <a:off x="421105" y="1299334"/>
            <a:ext cx="4653815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Large tables like orders can be partitioned into multiple physical databases for better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2064E7-3FE1-7982-411F-7D422F763CB6}"/>
              </a:ext>
            </a:extLst>
          </p:cNvPr>
          <p:cNvSpPr/>
          <p:nvPr/>
        </p:nvSpPr>
        <p:spPr>
          <a:xfrm>
            <a:off x="5354429" y="1166026"/>
            <a:ext cx="6700411" cy="556395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Price: REAL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ProductName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Orders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OrderDate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DATE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FOREIGN KEY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FOREIGN KEY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</a:t>
            </a: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 and </a:t>
            </a: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Customers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LastName: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FirstName: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Email Address: VARCHAR(100) NOT NULL UNIQUE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LastName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912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2D52F-3372-98BB-E6FF-F10D55D5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79A92FF-59F0-B644-9895-306CF12D6A8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F6C02D-0CEE-BF5E-B865-54EAE6ED3176}"/>
              </a:ext>
            </a:extLst>
          </p:cNvPr>
          <p:cNvSpPr/>
          <p:nvPr/>
        </p:nvSpPr>
        <p:spPr>
          <a:xfrm>
            <a:off x="6532979" y="169062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F2AAF2-34BE-9D1E-408F-852F7A8244C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15039D-1BC5-8A60-A73F-105240E3148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9D6D95-6114-C9E2-2063-5C945E22A394}"/>
              </a:ext>
            </a:extLst>
          </p:cNvPr>
          <p:cNvSpPr/>
          <p:nvPr/>
        </p:nvSpPr>
        <p:spPr>
          <a:xfrm>
            <a:off x="-106989" y="244334"/>
            <a:ext cx="498988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SCHEMAS REVIEW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3A6B1-8D84-A5F7-BBBF-5B2FB530671C}"/>
              </a:ext>
            </a:extLst>
          </p:cNvPr>
          <p:cNvSpPr/>
          <p:nvPr/>
        </p:nvSpPr>
        <p:spPr>
          <a:xfrm>
            <a:off x="419831" y="1299334"/>
            <a:ext cx="11639831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Convert the following conceptual schema to a logical, then a physical schema: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Entities: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TV Shows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Episodes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Studios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Attributes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TVShows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TVShowID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TVShowTitle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Genre)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 Episodes(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EpisodeID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EpisodeTitle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ReleaseDate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 Studios(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StudioID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StudioName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Relationships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TV Shows have multiple episodes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Studios have multiple TV Shows</a:t>
            </a:r>
          </a:p>
        </p:txBody>
      </p:sp>
    </p:spTree>
    <p:extLst>
      <p:ext uri="{BB962C8B-B14F-4D97-AF65-F5344CB8AC3E}">
        <p14:creationId xmlns:p14="http://schemas.microsoft.com/office/powerpoint/2010/main" val="761756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4" y="1034378"/>
            <a:ext cx="2952132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 Schema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DBMS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Conceptual Schema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Logical Schema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Physical Schema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B3FBC6-39EC-FA65-6E67-88AFA14C8FBF}"/>
              </a:ext>
            </a:extLst>
          </p:cNvPr>
          <p:cNvSpPr/>
          <p:nvPr/>
        </p:nvSpPr>
        <p:spPr>
          <a:xfrm>
            <a:off x="3740594" y="994646"/>
            <a:ext cx="4121730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VARCHAR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UNIQUE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AUTO_INCREMEMNT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 NULL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13436</TotalTime>
  <Words>1188</Words>
  <Application>Microsoft Office PowerPoint</Application>
  <PresentationFormat>Widescreen</PresentationFormat>
  <Paragraphs>222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18</cp:revision>
  <dcterms:created xsi:type="dcterms:W3CDTF">2025-08-11T14:07:39Z</dcterms:created>
  <dcterms:modified xsi:type="dcterms:W3CDTF">2025-11-10T20:52:40Z</dcterms:modified>
</cp:coreProperties>
</file>