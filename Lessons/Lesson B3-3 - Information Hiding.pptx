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510" r:id="rId5"/>
    <p:sldId id="473" r:id="rId6"/>
    <p:sldId id="566" r:id="rId7"/>
    <p:sldId id="567" r:id="rId8"/>
    <p:sldId id="568" r:id="rId9"/>
    <p:sldId id="569" r:id="rId10"/>
    <p:sldId id="570" r:id="rId11"/>
    <p:sldId id="571" r:id="rId12"/>
    <p:sldId id="573" r:id="rId13"/>
    <p:sldId id="572" r:id="rId14"/>
    <p:sldId id="574" r:id="rId15"/>
    <p:sldId id="576" r:id="rId16"/>
    <p:sldId id="575" r:id="rId17"/>
    <p:sldId id="577" r:id="rId18"/>
    <p:sldId id="578" r:id="rId19"/>
    <p:sldId id="579" r:id="rId20"/>
    <p:sldId id="580" r:id="rId21"/>
    <p:sldId id="581" r:id="rId22"/>
    <p:sldId id="511" r:id="rId23"/>
    <p:sldId id="45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4500"/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454FE3-C9BE-417E-9BB9-110B9CEC24ED}" v="79" dt="2026-02-24T20:25:34.8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71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8" y="108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addSld delSld modSld sldOrd">
      <pc:chgData name="Michael Hill" userId="41dba03d-e58d-4389-9894-554c10310ba4" providerId="ADAL" clId="{EF23FE1D-A042-481E-AFD7-2A9FB0847F54}" dt="2026-02-24T20:37:07.152" v="5471" actId="20577"/>
      <pc:docMkLst>
        <pc:docMk/>
      </pc:docMkLst>
      <pc:sldChg chg="modSp mod">
        <pc:chgData name="Michael Hill" userId="41dba03d-e58d-4389-9894-554c10310ba4" providerId="ADAL" clId="{EF23FE1D-A042-481E-AFD7-2A9FB0847F54}" dt="2026-02-24T15:21:16.399" v="22" actId="14100"/>
        <pc:sldMkLst>
          <pc:docMk/>
          <pc:sldMk cId="1878848435" sldId="256"/>
        </pc:sldMkLst>
        <pc:spChg chg="mod">
          <ac:chgData name="Michael Hill" userId="41dba03d-e58d-4389-9894-554c10310ba4" providerId="ADAL" clId="{EF23FE1D-A042-481E-AFD7-2A9FB0847F54}" dt="2026-02-24T15:21:08.427" v="1" actId="20577"/>
          <ac:spMkLst>
            <pc:docMk/>
            <pc:sldMk cId="1878848435" sldId="256"/>
            <ac:spMk id="5" creationId="{18C18ECD-1A29-4735-FBF9-2230E3FED94F}"/>
          </ac:spMkLst>
        </pc:spChg>
        <pc:spChg chg="mod">
          <ac:chgData name="Michael Hill" userId="41dba03d-e58d-4389-9894-554c10310ba4" providerId="ADAL" clId="{EF23FE1D-A042-481E-AFD7-2A9FB0847F54}" dt="2026-02-24T15:21:16.399" v="22" actId="14100"/>
          <ac:spMkLst>
            <pc:docMk/>
            <pc:sldMk cId="1878848435" sldId="256"/>
            <ac:spMk id="6" creationId="{945BB639-AC69-FE40-4352-5D3077A94591}"/>
          </ac:spMkLst>
        </pc:spChg>
      </pc:sldChg>
      <pc:sldChg chg="modSp">
        <pc:chgData name="Michael Hill" userId="41dba03d-e58d-4389-9894-554c10310ba4" providerId="ADAL" clId="{EF23FE1D-A042-481E-AFD7-2A9FB0847F54}" dt="2026-02-24T15:22:13.370" v="85" actId="20577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6-02-24T15:22:13.370" v="85" actId="20577"/>
          <ac:spMkLst>
            <pc:docMk/>
            <pc:sldMk cId="854122100" sldId="257"/>
            <ac:spMk id="8" creationId="{4D7671A2-401B-58C3-4049-2F9F2E07BD91}"/>
          </ac:spMkLst>
        </pc:spChg>
      </pc:sldChg>
      <pc:sldChg chg="modSp mod">
        <pc:chgData name="Michael Hill" userId="41dba03d-e58d-4389-9894-554c10310ba4" providerId="ADAL" clId="{EF23FE1D-A042-481E-AFD7-2A9FB0847F54}" dt="2026-02-24T17:51:59.388" v="330" actId="20577"/>
        <pc:sldMkLst>
          <pc:docMk/>
          <pc:sldMk cId="1910594286" sldId="258"/>
        </pc:sldMkLst>
        <pc:spChg chg="mod">
          <ac:chgData name="Michael Hill" userId="41dba03d-e58d-4389-9894-554c10310ba4" providerId="ADAL" clId="{EF23FE1D-A042-481E-AFD7-2A9FB0847F54}" dt="2026-02-24T17:51:59.388" v="330" actId="20577"/>
          <ac:spMkLst>
            <pc:docMk/>
            <pc:sldMk cId="1910594286" sldId="258"/>
            <ac:spMk id="8" creationId="{9D3B4A7A-A70B-0C4A-C7FF-462ADF36D440}"/>
          </ac:spMkLst>
        </pc:spChg>
      </pc:sldChg>
      <pc:sldChg chg="addSp modSp mod">
        <pc:chgData name="Michael Hill" userId="41dba03d-e58d-4389-9894-554c10310ba4" providerId="ADAL" clId="{EF23FE1D-A042-481E-AFD7-2A9FB0847F54}" dt="2026-02-24T18:02:13.842" v="958" actId="1076"/>
        <pc:sldMkLst>
          <pc:docMk/>
          <pc:sldMk cId="1393903321" sldId="473"/>
        </pc:sldMkLst>
        <pc:spChg chg="mod">
          <ac:chgData name="Michael Hill" userId="41dba03d-e58d-4389-9894-554c10310ba4" providerId="ADAL" clId="{EF23FE1D-A042-481E-AFD7-2A9FB0847F54}" dt="2026-02-24T17:55:18.459" v="347" actId="20577"/>
          <ac:spMkLst>
            <pc:docMk/>
            <pc:sldMk cId="1393903321" sldId="473"/>
            <ac:spMk id="5" creationId="{72A18054-BB94-C05D-C7EF-5AD50E6CC9B1}"/>
          </ac:spMkLst>
        </pc:spChg>
        <pc:spChg chg="mod">
          <ac:chgData name="Michael Hill" userId="41dba03d-e58d-4389-9894-554c10310ba4" providerId="ADAL" clId="{EF23FE1D-A042-481E-AFD7-2A9FB0847F54}" dt="2026-02-24T18:01:31.102" v="955" actId="115"/>
          <ac:spMkLst>
            <pc:docMk/>
            <pc:sldMk cId="1393903321" sldId="473"/>
            <ac:spMk id="8" creationId="{82EF2758-F3AE-312F-416D-08E61458A56C}"/>
          </ac:spMkLst>
        </pc:spChg>
        <pc:picChg chg="add mod">
          <ac:chgData name="Michael Hill" userId="41dba03d-e58d-4389-9894-554c10310ba4" providerId="ADAL" clId="{EF23FE1D-A042-481E-AFD7-2A9FB0847F54}" dt="2026-02-24T18:02:13.842" v="958" actId="1076"/>
          <ac:picMkLst>
            <pc:docMk/>
            <pc:sldMk cId="1393903321" sldId="473"/>
            <ac:picMk id="3074" creationId="{D45FA451-8335-B2C5-82CB-6447341ADBD5}"/>
          </ac:picMkLst>
        </pc:picChg>
      </pc:sldChg>
      <pc:sldChg chg="modSp mod">
        <pc:chgData name="Michael Hill" userId="41dba03d-e58d-4389-9894-554c10310ba4" providerId="ADAL" clId="{EF23FE1D-A042-481E-AFD7-2A9FB0847F54}" dt="2026-02-24T17:54:55.328" v="334" actId="13822"/>
        <pc:sldMkLst>
          <pc:docMk/>
          <pc:sldMk cId="1611361129" sldId="510"/>
        </pc:sldMkLst>
        <pc:spChg chg="mod">
          <ac:chgData name="Michael Hill" userId="41dba03d-e58d-4389-9894-554c10310ba4" providerId="ADAL" clId="{EF23FE1D-A042-481E-AFD7-2A9FB0847F54}" dt="2026-02-24T17:54:55.328" v="334" actId="13822"/>
          <ac:spMkLst>
            <pc:docMk/>
            <pc:sldMk cId="1611361129" sldId="510"/>
            <ac:spMk id="8" creationId="{FC7C95A6-B60F-E90A-E986-B69A06E5D254}"/>
          </ac:spMkLst>
        </pc:spChg>
      </pc:sldChg>
      <pc:sldChg chg="modSp mod">
        <pc:chgData name="Michael Hill" userId="41dba03d-e58d-4389-9894-554c10310ba4" providerId="ADAL" clId="{EF23FE1D-A042-481E-AFD7-2A9FB0847F54}" dt="2026-02-24T20:37:07.152" v="5471" actId="20577"/>
        <pc:sldMkLst>
          <pc:docMk/>
          <pc:sldMk cId="510244893" sldId="511"/>
        </pc:sldMkLst>
        <pc:spChg chg="mod">
          <ac:chgData name="Michael Hill" userId="41dba03d-e58d-4389-9894-554c10310ba4" providerId="ADAL" clId="{EF23FE1D-A042-481E-AFD7-2A9FB0847F54}" dt="2026-02-24T20:36:56.789" v="5394" actId="1076"/>
          <ac:spMkLst>
            <pc:docMk/>
            <pc:sldMk cId="510244893" sldId="511"/>
            <ac:spMk id="5" creationId="{1BEA4B70-659E-4C55-E3F4-C156785ECAFE}"/>
          </ac:spMkLst>
        </pc:spChg>
        <pc:spChg chg="mod">
          <ac:chgData name="Michael Hill" userId="41dba03d-e58d-4389-9894-554c10310ba4" providerId="ADAL" clId="{EF23FE1D-A042-481E-AFD7-2A9FB0847F54}" dt="2026-02-24T20:37:07.152" v="5471" actId="20577"/>
          <ac:spMkLst>
            <pc:docMk/>
            <pc:sldMk cId="510244893" sldId="511"/>
            <ac:spMk id="8" creationId="{9C348106-02E8-94FB-0B3E-F2446D2114E0}"/>
          </ac:spMkLst>
        </pc:spChg>
      </pc:sldChg>
      <pc:sldChg chg="del">
        <pc:chgData name="Michael Hill" userId="41dba03d-e58d-4389-9894-554c10310ba4" providerId="ADAL" clId="{EF23FE1D-A042-481E-AFD7-2A9FB0847F54}" dt="2026-02-24T17:58:56.476" v="844" actId="47"/>
        <pc:sldMkLst>
          <pc:docMk/>
          <pc:sldMk cId="3947230088" sldId="541"/>
        </pc:sldMkLst>
      </pc:sldChg>
      <pc:sldChg chg="del">
        <pc:chgData name="Michael Hill" userId="41dba03d-e58d-4389-9894-554c10310ba4" providerId="ADAL" clId="{EF23FE1D-A042-481E-AFD7-2A9FB0847F54}" dt="2026-02-24T17:58:56.476" v="844" actId="47"/>
        <pc:sldMkLst>
          <pc:docMk/>
          <pc:sldMk cId="4075565264" sldId="544"/>
        </pc:sldMkLst>
      </pc:sldChg>
      <pc:sldChg chg="modSp del mod">
        <pc:chgData name="Michael Hill" userId="41dba03d-e58d-4389-9894-554c10310ba4" providerId="ADAL" clId="{EF23FE1D-A042-481E-AFD7-2A9FB0847F54}" dt="2026-02-24T17:58:56.476" v="844" actId="47"/>
        <pc:sldMkLst>
          <pc:docMk/>
          <pc:sldMk cId="4259479091" sldId="545"/>
        </pc:sldMkLst>
        <pc:spChg chg="mod">
          <ac:chgData name="Michael Hill" userId="41dba03d-e58d-4389-9894-554c10310ba4" providerId="ADAL" clId="{EF23FE1D-A042-481E-AFD7-2A9FB0847F54}" dt="2026-02-24T17:21:02.365" v="329" actId="20577"/>
          <ac:spMkLst>
            <pc:docMk/>
            <pc:sldMk cId="4259479091" sldId="545"/>
            <ac:spMk id="8" creationId="{7B1E4FAF-4260-7B2B-E344-D9A0D34D1195}"/>
          </ac:spMkLst>
        </pc:spChg>
      </pc:sldChg>
      <pc:sldChg chg="del">
        <pc:chgData name="Michael Hill" userId="41dba03d-e58d-4389-9894-554c10310ba4" providerId="ADAL" clId="{EF23FE1D-A042-481E-AFD7-2A9FB0847F54}" dt="2026-02-24T17:58:56.476" v="844" actId="47"/>
        <pc:sldMkLst>
          <pc:docMk/>
          <pc:sldMk cId="450344991" sldId="546"/>
        </pc:sldMkLst>
      </pc:sldChg>
      <pc:sldChg chg="del">
        <pc:chgData name="Michael Hill" userId="41dba03d-e58d-4389-9894-554c10310ba4" providerId="ADAL" clId="{EF23FE1D-A042-481E-AFD7-2A9FB0847F54}" dt="2026-02-24T17:58:56.476" v="844" actId="47"/>
        <pc:sldMkLst>
          <pc:docMk/>
          <pc:sldMk cId="1217398324" sldId="547"/>
        </pc:sldMkLst>
      </pc:sldChg>
      <pc:sldChg chg="del">
        <pc:chgData name="Michael Hill" userId="41dba03d-e58d-4389-9894-554c10310ba4" providerId="ADAL" clId="{EF23FE1D-A042-481E-AFD7-2A9FB0847F54}" dt="2026-02-24T17:58:56.476" v="844" actId="47"/>
        <pc:sldMkLst>
          <pc:docMk/>
          <pc:sldMk cId="1635675470" sldId="548"/>
        </pc:sldMkLst>
      </pc:sldChg>
      <pc:sldChg chg="del">
        <pc:chgData name="Michael Hill" userId="41dba03d-e58d-4389-9894-554c10310ba4" providerId="ADAL" clId="{EF23FE1D-A042-481E-AFD7-2A9FB0847F54}" dt="2026-02-24T17:58:56.476" v="844" actId="47"/>
        <pc:sldMkLst>
          <pc:docMk/>
          <pc:sldMk cId="1975229117" sldId="549"/>
        </pc:sldMkLst>
      </pc:sldChg>
      <pc:sldChg chg="del">
        <pc:chgData name="Michael Hill" userId="41dba03d-e58d-4389-9894-554c10310ba4" providerId="ADAL" clId="{EF23FE1D-A042-481E-AFD7-2A9FB0847F54}" dt="2026-02-24T17:58:56.476" v="844" actId="47"/>
        <pc:sldMkLst>
          <pc:docMk/>
          <pc:sldMk cId="3810031147" sldId="550"/>
        </pc:sldMkLst>
      </pc:sldChg>
      <pc:sldChg chg="del">
        <pc:chgData name="Michael Hill" userId="41dba03d-e58d-4389-9894-554c10310ba4" providerId="ADAL" clId="{EF23FE1D-A042-481E-AFD7-2A9FB0847F54}" dt="2026-02-24T17:58:56.476" v="844" actId="47"/>
        <pc:sldMkLst>
          <pc:docMk/>
          <pc:sldMk cId="636926832" sldId="552"/>
        </pc:sldMkLst>
      </pc:sldChg>
      <pc:sldChg chg="del">
        <pc:chgData name="Michael Hill" userId="41dba03d-e58d-4389-9894-554c10310ba4" providerId="ADAL" clId="{EF23FE1D-A042-481E-AFD7-2A9FB0847F54}" dt="2026-02-24T17:58:56.476" v="844" actId="47"/>
        <pc:sldMkLst>
          <pc:docMk/>
          <pc:sldMk cId="2241188391" sldId="553"/>
        </pc:sldMkLst>
      </pc:sldChg>
      <pc:sldChg chg="del">
        <pc:chgData name="Michael Hill" userId="41dba03d-e58d-4389-9894-554c10310ba4" providerId="ADAL" clId="{EF23FE1D-A042-481E-AFD7-2A9FB0847F54}" dt="2026-02-24T17:58:56.476" v="844" actId="47"/>
        <pc:sldMkLst>
          <pc:docMk/>
          <pc:sldMk cId="3606520648" sldId="554"/>
        </pc:sldMkLst>
      </pc:sldChg>
      <pc:sldChg chg="del">
        <pc:chgData name="Michael Hill" userId="41dba03d-e58d-4389-9894-554c10310ba4" providerId="ADAL" clId="{EF23FE1D-A042-481E-AFD7-2A9FB0847F54}" dt="2026-02-24T17:58:56.476" v="844" actId="47"/>
        <pc:sldMkLst>
          <pc:docMk/>
          <pc:sldMk cId="2670917662" sldId="556"/>
        </pc:sldMkLst>
      </pc:sldChg>
      <pc:sldChg chg="del">
        <pc:chgData name="Michael Hill" userId="41dba03d-e58d-4389-9894-554c10310ba4" providerId="ADAL" clId="{EF23FE1D-A042-481E-AFD7-2A9FB0847F54}" dt="2026-02-24T17:58:56.476" v="844" actId="47"/>
        <pc:sldMkLst>
          <pc:docMk/>
          <pc:sldMk cId="82146825" sldId="557"/>
        </pc:sldMkLst>
      </pc:sldChg>
      <pc:sldChg chg="del">
        <pc:chgData name="Michael Hill" userId="41dba03d-e58d-4389-9894-554c10310ba4" providerId="ADAL" clId="{EF23FE1D-A042-481E-AFD7-2A9FB0847F54}" dt="2026-02-24T17:58:56.476" v="844" actId="47"/>
        <pc:sldMkLst>
          <pc:docMk/>
          <pc:sldMk cId="2507720784" sldId="558"/>
        </pc:sldMkLst>
      </pc:sldChg>
      <pc:sldChg chg="del">
        <pc:chgData name="Michael Hill" userId="41dba03d-e58d-4389-9894-554c10310ba4" providerId="ADAL" clId="{EF23FE1D-A042-481E-AFD7-2A9FB0847F54}" dt="2026-02-24T17:58:56.476" v="844" actId="47"/>
        <pc:sldMkLst>
          <pc:docMk/>
          <pc:sldMk cId="223151925" sldId="559"/>
        </pc:sldMkLst>
      </pc:sldChg>
      <pc:sldChg chg="del">
        <pc:chgData name="Michael Hill" userId="41dba03d-e58d-4389-9894-554c10310ba4" providerId="ADAL" clId="{EF23FE1D-A042-481E-AFD7-2A9FB0847F54}" dt="2026-02-24T17:58:56.476" v="844" actId="47"/>
        <pc:sldMkLst>
          <pc:docMk/>
          <pc:sldMk cId="1215387767" sldId="560"/>
        </pc:sldMkLst>
      </pc:sldChg>
      <pc:sldChg chg="del">
        <pc:chgData name="Michael Hill" userId="41dba03d-e58d-4389-9894-554c10310ba4" providerId="ADAL" clId="{EF23FE1D-A042-481E-AFD7-2A9FB0847F54}" dt="2026-02-24T17:58:56.476" v="844" actId="47"/>
        <pc:sldMkLst>
          <pc:docMk/>
          <pc:sldMk cId="2626475028" sldId="561"/>
        </pc:sldMkLst>
      </pc:sldChg>
      <pc:sldChg chg="del">
        <pc:chgData name="Michael Hill" userId="41dba03d-e58d-4389-9894-554c10310ba4" providerId="ADAL" clId="{EF23FE1D-A042-481E-AFD7-2A9FB0847F54}" dt="2026-02-24T17:58:56.476" v="844" actId="47"/>
        <pc:sldMkLst>
          <pc:docMk/>
          <pc:sldMk cId="1939406802" sldId="562"/>
        </pc:sldMkLst>
      </pc:sldChg>
      <pc:sldChg chg="del">
        <pc:chgData name="Michael Hill" userId="41dba03d-e58d-4389-9894-554c10310ba4" providerId="ADAL" clId="{EF23FE1D-A042-481E-AFD7-2A9FB0847F54}" dt="2026-02-24T17:58:56.476" v="844" actId="47"/>
        <pc:sldMkLst>
          <pc:docMk/>
          <pc:sldMk cId="1977375365" sldId="563"/>
        </pc:sldMkLst>
      </pc:sldChg>
      <pc:sldChg chg="del">
        <pc:chgData name="Michael Hill" userId="41dba03d-e58d-4389-9894-554c10310ba4" providerId="ADAL" clId="{EF23FE1D-A042-481E-AFD7-2A9FB0847F54}" dt="2026-02-24T17:58:56.476" v="844" actId="47"/>
        <pc:sldMkLst>
          <pc:docMk/>
          <pc:sldMk cId="2807795668" sldId="564"/>
        </pc:sldMkLst>
      </pc:sldChg>
      <pc:sldChg chg="del">
        <pc:chgData name="Michael Hill" userId="41dba03d-e58d-4389-9894-554c10310ba4" providerId="ADAL" clId="{EF23FE1D-A042-481E-AFD7-2A9FB0847F54}" dt="2026-02-24T20:29:06.927" v="3937" actId="47"/>
        <pc:sldMkLst>
          <pc:docMk/>
          <pc:sldMk cId="104848553" sldId="565"/>
        </pc:sldMkLst>
      </pc:sldChg>
      <pc:sldChg chg="addSp modSp add mod">
        <pc:chgData name="Michael Hill" userId="41dba03d-e58d-4389-9894-554c10310ba4" providerId="ADAL" clId="{EF23FE1D-A042-481E-AFD7-2A9FB0847F54}" dt="2026-02-24T18:04:26.757" v="959" actId="115"/>
        <pc:sldMkLst>
          <pc:docMk/>
          <pc:sldMk cId="4236835794" sldId="566"/>
        </pc:sldMkLst>
        <pc:spChg chg="mod">
          <ac:chgData name="Michael Hill" userId="41dba03d-e58d-4389-9894-554c10310ba4" providerId="ADAL" clId="{EF23FE1D-A042-481E-AFD7-2A9FB0847F54}" dt="2026-02-24T18:04:26.757" v="959" actId="115"/>
          <ac:spMkLst>
            <pc:docMk/>
            <pc:sldMk cId="4236835794" sldId="566"/>
            <ac:spMk id="8" creationId="{7AFFDE31-1F20-8E5F-A175-27F8D2B4D020}"/>
          </ac:spMkLst>
        </pc:spChg>
        <pc:picChg chg="add mod">
          <ac:chgData name="Michael Hill" userId="41dba03d-e58d-4389-9894-554c10310ba4" providerId="ADAL" clId="{EF23FE1D-A042-481E-AFD7-2A9FB0847F54}" dt="2026-02-24T18:00:31.822" v="929" actId="1076"/>
          <ac:picMkLst>
            <pc:docMk/>
            <pc:sldMk cId="4236835794" sldId="566"/>
            <ac:picMk id="2050" creationId="{66E6124F-7372-3132-84CB-C5F972C85D68}"/>
          </ac:picMkLst>
        </pc:picChg>
      </pc:sldChg>
      <pc:sldChg chg="delSp modSp add mod">
        <pc:chgData name="Michael Hill" userId="41dba03d-e58d-4389-9894-554c10310ba4" providerId="ADAL" clId="{EF23FE1D-A042-481E-AFD7-2A9FB0847F54}" dt="2026-02-24T20:04:22.788" v="1196" actId="478"/>
        <pc:sldMkLst>
          <pc:docMk/>
          <pc:sldMk cId="2631782575" sldId="567"/>
        </pc:sldMkLst>
        <pc:spChg chg="mod">
          <ac:chgData name="Michael Hill" userId="41dba03d-e58d-4389-9894-554c10310ba4" providerId="ADAL" clId="{EF23FE1D-A042-481E-AFD7-2A9FB0847F54}" dt="2026-02-24T18:05:53.306" v="977" actId="14100"/>
          <ac:spMkLst>
            <pc:docMk/>
            <pc:sldMk cId="2631782575" sldId="567"/>
            <ac:spMk id="5" creationId="{790ACE2B-C9A1-3351-3D1D-134D19BE0EBE}"/>
          </ac:spMkLst>
        </pc:spChg>
        <pc:spChg chg="mod">
          <ac:chgData name="Michael Hill" userId="41dba03d-e58d-4389-9894-554c10310ba4" providerId="ADAL" clId="{EF23FE1D-A042-481E-AFD7-2A9FB0847F54}" dt="2026-02-24T18:07:36.728" v="1195" actId="20577"/>
          <ac:spMkLst>
            <pc:docMk/>
            <pc:sldMk cId="2631782575" sldId="567"/>
            <ac:spMk id="8" creationId="{F39BA98A-437D-4071-1DEA-5970406F13D4}"/>
          </ac:spMkLst>
        </pc:spChg>
        <pc:picChg chg="del">
          <ac:chgData name="Michael Hill" userId="41dba03d-e58d-4389-9894-554c10310ba4" providerId="ADAL" clId="{EF23FE1D-A042-481E-AFD7-2A9FB0847F54}" dt="2026-02-24T20:04:22.788" v="1196" actId="478"/>
          <ac:picMkLst>
            <pc:docMk/>
            <pc:sldMk cId="2631782575" sldId="567"/>
            <ac:picMk id="2050" creationId="{646BEF1D-1F8E-575B-AB81-2012B820E123}"/>
          </ac:picMkLst>
        </pc:picChg>
      </pc:sldChg>
      <pc:sldChg chg="addSp modSp add mod">
        <pc:chgData name="Michael Hill" userId="41dba03d-e58d-4389-9894-554c10310ba4" providerId="ADAL" clId="{EF23FE1D-A042-481E-AFD7-2A9FB0847F54}" dt="2026-02-24T20:22:39.879" v="3489" actId="115"/>
        <pc:sldMkLst>
          <pc:docMk/>
          <pc:sldMk cId="1067731533" sldId="568"/>
        </pc:sldMkLst>
        <pc:spChg chg="add mod ord">
          <ac:chgData name="Michael Hill" userId="41dba03d-e58d-4389-9894-554c10310ba4" providerId="ADAL" clId="{EF23FE1D-A042-481E-AFD7-2A9FB0847F54}" dt="2026-02-24T20:11:08.439" v="1563" actId="14100"/>
          <ac:spMkLst>
            <pc:docMk/>
            <pc:sldMk cId="1067731533" sldId="568"/>
            <ac:spMk id="2" creationId="{29803415-7BE6-2F25-F776-EB38715BDA65}"/>
          </ac:spMkLst>
        </pc:spChg>
        <pc:spChg chg="mod">
          <ac:chgData name="Michael Hill" userId="41dba03d-e58d-4389-9894-554c10310ba4" providerId="ADAL" clId="{EF23FE1D-A042-481E-AFD7-2A9FB0847F54}" dt="2026-02-24T20:22:39.879" v="3489" actId="115"/>
          <ac:spMkLst>
            <pc:docMk/>
            <pc:sldMk cId="1067731533" sldId="568"/>
            <ac:spMk id="8" creationId="{269F4EB3-D14D-C6C9-7E42-B1F6B47AD6BD}"/>
          </ac:spMkLst>
        </pc:spChg>
      </pc:sldChg>
      <pc:sldChg chg="modSp add mod">
        <pc:chgData name="Michael Hill" userId="41dba03d-e58d-4389-9894-554c10310ba4" providerId="ADAL" clId="{EF23FE1D-A042-481E-AFD7-2A9FB0847F54}" dt="2026-02-24T20:22:43.731" v="3490" actId="115"/>
        <pc:sldMkLst>
          <pc:docMk/>
          <pc:sldMk cId="656558093" sldId="569"/>
        </pc:sldMkLst>
        <pc:spChg chg="mod">
          <ac:chgData name="Michael Hill" userId="41dba03d-e58d-4389-9894-554c10310ba4" providerId="ADAL" clId="{EF23FE1D-A042-481E-AFD7-2A9FB0847F54}" dt="2026-02-24T20:13:46.271" v="1856" actId="1076"/>
          <ac:spMkLst>
            <pc:docMk/>
            <pc:sldMk cId="656558093" sldId="569"/>
            <ac:spMk id="2" creationId="{11F9806E-E302-DC54-8BB0-350E99C66A61}"/>
          </ac:spMkLst>
        </pc:spChg>
        <pc:spChg chg="mod">
          <ac:chgData name="Michael Hill" userId="41dba03d-e58d-4389-9894-554c10310ba4" providerId="ADAL" clId="{EF23FE1D-A042-481E-AFD7-2A9FB0847F54}" dt="2026-02-24T20:22:43.731" v="3490" actId="115"/>
          <ac:spMkLst>
            <pc:docMk/>
            <pc:sldMk cId="656558093" sldId="569"/>
            <ac:spMk id="8" creationId="{ED7335A2-96F4-4E6B-8E22-526DC2CBC802}"/>
          </ac:spMkLst>
        </pc:spChg>
      </pc:sldChg>
      <pc:sldChg chg="add del">
        <pc:chgData name="Michael Hill" userId="41dba03d-e58d-4389-9894-554c10310ba4" providerId="ADAL" clId="{EF23FE1D-A042-481E-AFD7-2A9FB0847F54}" dt="2026-02-24T20:13:50.923" v="1858" actId="2890"/>
        <pc:sldMkLst>
          <pc:docMk/>
          <pc:sldMk cId="1821535752" sldId="570"/>
        </pc:sldMkLst>
      </pc:sldChg>
      <pc:sldChg chg="modSp add mod">
        <pc:chgData name="Michael Hill" userId="41dba03d-e58d-4389-9894-554c10310ba4" providerId="ADAL" clId="{EF23FE1D-A042-481E-AFD7-2A9FB0847F54}" dt="2026-02-24T20:14:34.826" v="2094" actId="20577"/>
        <pc:sldMkLst>
          <pc:docMk/>
          <pc:sldMk cId="2854333507" sldId="570"/>
        </pc:sldMkLst>
        <pc:spChg chg="mod">
          <ac:chgData name="Michael Hill" userId="41dba03d-e58d-4389-9894-554c10310ba4" providerId="ADAL" clId="{EF23FE1D-A042-481E-AFD7-2A9FB0847F54}" dt="2026-02-24T20:14:34.826" v="2094" actId="20577"/>
          <ac:spMkLst>
            <pc:docMk/>
            <pc:sldMk cId="2854333507" sldId="570"/>
            <ac:spMk id="8" creationId="{F78C9933-870C-6AA1-A212-0E2DDED9C96E}"/>
          </ac:spMkLst>
        </pc:spChg>
      </pc:sldChg>
      <pc:sldChg chg="modSp add mod ord">
        <pc:chgData name="Michael Hill" userId="41dba03d-e58d-4389-9894-554c10310ba4" providerId="ADAL" clId="{EF23FE1D-A042-481E-AFD7-2A9FB0847F54}" dt="2026-02-24T20:29:01.260" v="3936"/>
        <pc:sldMkLst>
          <pc:docMk/>
          <pc:sldMk cId="2987732693" sldId="571"/>
        </pc:sldMkLst>
        <pc:spChg chg="mod">
          <ac:chgData name="Michael Hill" userId="41dba03d-e58d-4389-9894-554c10310ba4" providerId="ADAL" clId="{EF23FE1D-A042-481E-AFD7-2A9FB0847F54}" dt="2026-02-24T20:16:00.348" v="2368" actId="14100"/>
          <ac:spMkLst>
            <pc:docMk/>
            <pc:sldMk cId="2987732693" sldId="571"/>
            <ac:spMk id="2" creationId="{CB53C88A-DB64-CB68-5941-3A807FBBFC09}"/>
          </ac:spMkLst>
        </pc:spChg>
        <pc:spChg chg="mod">
          <ac:chgData name="Michael Hill" userId="41dba03d-e58d-4389-9894-554c10310ba4" providerId="ADAL" clId="{EF23FE1D-A042-481E-AFD7-2A9FB0847F54}" dt="2026-02-24T20:22:57.684" v="3498" actId="20577"/>
          <ac:spMkLst>
            <pc:docMk/>
            <pc:sldMk cId="2987732693" sldId="571"/>
            <ac:spMk id="8" creationId="{838CA7D2-C5CE-E4F7-C6D9-9E384CB1E4A3}"/>
          </ac:spMkLst>
        </pc:spChg>
      </pc:sldChg>
      <pc:sldChg chg="delSp modSp add mod">
        <pc:chgData name="Michael Hill" userId="41dba03d-e58d-4389-9894-554c10310ba4" providerId="ADAL" clId="{EF23FE1D-A042-481E-AFD7-2A9FB0847F54}" dt="2026-02-24T20:18:11.745" v="2719" actId="20577"/>
        <pc:sldMkLst>
          <pc:docMk/>
          <pc:sldMk cId="1341283276" sldId="572"/>
        </pc:sldMkLst>
        <pc:spChg chg="del">
          <ac:chgData name="Michael Hill" userId="41dba03d-e58d-4389-9894-554c10310ba4" providerId="ADAL" clId="{EF23FE1D-A042-481E-AFD7-2A9FB0847F54}" dt="2026-02-24T20:17:36.414" v="2565" actId="478"/>
          <ac:spMkLst>
            <pc:docMk/>
            <pc:sldMk cId="1341283276" sldId="572"/>
            <ac:spMk id="2" creationId="{66DD0E13-9BD3-871B-27E2-44EE6E134936}"/>
          </ac:spMkLst>
        </pc:spChg>
        <pc:spChg chg="mod">
          <ac:chgData name="Michael Hill" userId="41dba03d-e58d-4389-9894-554c10310ba4" providerId="ADAL" clId="{EF23FE1D-A042-481E-AFD7-2A9FB0847F54}" dt="2026-02-24T20:18:11.745" v="2719" actId="20577"/>
          <ac:spMkLst>
            <pc:docMk/>
            <pc:sldMk cId="1341283276" sldId="572"/>
            <ac:spMk id="8" creationId="{B2A8FF04-85D0-75FD-7D2B-5BE9ED8E9044}"/>
          </ac:spMkLst>
        </pc:spChg>
      </pc:sldChg>
      <pc:sldChg chg="add ord">
        <pc:chgData name="Michael Hill" userId="41dba03d-e58d-4389-9894-554c10310ba4" providerId="ADAL" clId="{EF23FE1D-A042-481E-AFD7-2A9FB0847F54}" dt="2026-02-24T20:28:57.081" v="3934"/>
        <pc:sldMkLst>
          <pc:docMk/>
          <pc:sldMk cId="3393957402" sldId="573"/>
        </pc:sldMkLst>
      </pc:sldChg>
      <pc:sldChg chg="modSp add mod">
        <pc:chgData name="Michael Hill" userId="41dba03d-e58d-4389-9894-554c10310ba4" providerId="ADAL" clId="{EF23FE1D-A042-481E-AFD7-2A9FB0847F54}" dt="2026-02-24T20:35:33.371" v="5123" actId="20577"/>
        <pc:sldMkLst>
          <pc:docMk/>
          <pc:sldMk cId="3700286421" sldId="574"/>
        </pc:sldMkLst>
        <pc:spChg chg="mod">
          <ac:chgData name="Michael Hill" userId="41dba03d-e58d-4389-9894-554c10310ba4" providerId="ADAL" clId="{EF23FE1D-A042-481E-AFD7-2A9FB0847F54}" dt="2026-02-24T20:35:33.371" v="5123" actId="20577"/>
          <ac:spMkLst>
            <pc:docMk/>
            <pc:sldMk cId="3700286421" sldId="574"/>
            <ac:spMk id="8" creationId="{E5F90849-72C1-FBFF-06B9-6CA7EEA2F843}"/>
          </ac:spMkLst>
        </pc:spChg>
      </pc:sldChg>
      <pc:sldChg chg="modSp add mod">
        <pc:chgData name="Michael Hill" userId="41dba03d-e58d-4389-9894-554c10310ba4" providerId="ADAL" clId="{EF23FE1D-A042-481E-AFD7-2A9FB0847F54}" dt="2026-02-24T20:24:26.081" v="3793" actId="20577"/>
        <pc:sldMkLst>
          <pc:docMk/>
          <pc:sldMk cId="3293050840" sldId="575"/>
        </pc:sldMkLst>
        <pc:spChg chg="mod">
          <ac:chgData name="Michael Hill" userId="41dba03d-e58d-4389-9894-554c10310ba4" providerId="ADAL" clId="{EF23FE1D-A042-481E-AFD7-2A9FB0847F54}" dt="2026-02-24T20:19:57.540" v="2954" actId="1076"/>
          <ac:spMkLst>
            <pc:docMk/>
            <pc:sldMk cId="3293050840" sldId="575"/>
            <ac:spMk id="5" creationId="{DDC9B101-E400-4005-F754-9A435496FD6F}"/>
          </ac:spMkLst>
        </pc:spChg>
        <pc:spChg chg="mod">
          <ac:chgData name="Michael Hill" userId="41dba03d-e58d-4389-9894-554c10310ba4" providerId="ADAL" clId="{EF23FE1D-A042-481E-AFD7-2A9FB0847F54}" dt="2026-02-24T20:24:26.081" v="3793" actId="20577"/>
          <ac:spMkLst>
            <pc:docMk/>
            <pc:sldMk cId="3293050840" sldId="575"/>
            <ac:spMk id="8" creationId="{0607A649-3C7F-2FD2-95C2-1FAE7254FCB8}"/>
          </ac:spMkLst>
        </pc:spChg>
      </pc:sldChg>
      <pc:sldChg chg="modSp add mod">
        <pc:chgData name="Michael Hill" userId="41dba03d-e58d-4389-9894-554c10310ba4" providerId="ADAL" clId="{EF23FE1D-A042-481E-AFD7-2A9FB0847F54}" dt="2026-02-24T20:22:08.571" v="3487" actId="20577"/>
        <pc:sldMkLst>
          <pc:docMk/>
          <pc:sldMk cId="2230520514" sldId="576"/>
        </pc:sldMkLst>
        <pc:spChg chg="mod">
          <ac:chgData name="Michael Hill" userId="41dba03d-e58d-4389-9894-554c10310ba4" providerId="ADAL" clId="{EF23FE1D-A042-481E-AFD7-2A9FB0847F54}" dt="2026-02-24T20:22:08.571" v="3487" actId="20577"/>
          <ac:spMkLst>
            <pc:docMk/>
            <pc:sldMk cId="2230520514" sldId="576"/>
            <ac:spMk id="8" creationId="{079764D0-6F30-97D2-9B0B-C3DC6FC14A0B}"/>
          </ac:spMkLst>
        </pc:spChg>
      </pc:sldChg>
      <pc:sldChg chg="modSp add mod">
        <pc:chgData name="Michael Hill" userId="41dba03d-e58d-4389-9894-554c10310ba4" providerId="ADAL" clId="{EF23FE1D-A042-481E-AFD7-2A9FB0847F54}" dt="2026-02-24T20:32:53.221" v="4686" actId="20577"/>
        <pc:sldMkLst>
          <pc:docMk/>
          <pc:sldMk cId="525435153" sldId="577"/>
        </pc:sldMkLst>
        <pc:spChg chg="mod">
          <ac:chgData name="Michael Hill" userId="41dba03d-e58d-4389-9894-554c10310ba4" providerId="ADAL" clId="{EF23FE1D-A042-481E-AFD7-2A9FB0847F54}" dt="2026-02-24T20:32:53.221" v="4686" actId="20577"/>
          <ac:spMkLst>
            <pc:docMk/>
            <pc:sldMk cId="525435153" sldId="577"/>
            <ac:spMk id="8" creationId="{0AD389CB-02DA-FC1F-E45C-18CFB2FC7509}"/>
          </ac:spMkLst>
        </pc:spChg>
      </pc:sldChg>
      <pc:sldChg chg="modSp add mod">
        <pc:chgData name="Michael Hill" userId="41dba03d-e58d-4389-9894-554c10310ba4" providerId="ADAL" clId="{EF23FE1D-A042-481E-AFD7-2A9FB0847F54}" dt="2026-02-24T20:25:58.212" v="3932" actId="20577"/>
        <pc:sldMkLst>
          <pc:docMk/>
          <pc:sldMk cId="1159334955" sldId="578"/>
        </pc:sldMkLst>
        <pc:spChg chg="mod">
          <ac:chgData name="Michael Hill" userId="41dba03d-e58d-4389-9894-554c10310ba4" providerId="ADAL" clId="{EF23FE1D-A042-481E-AFD7-2A9FB0847F54}" dt="2026-02-24T20:25:01.634" v="3897" actId="20577"/>
          <ac:spMkLst>
            <pc:docMk/>
            <pc:sldMk cId="1159334955" sldId="578"/>
            <ac:spMk id="5" creationId="{15230C23-7B7A-74B3-7E5D-F20B54633689}"/>
          </ac:spMkLst>
        </pc:spChg>
        <pc:spChg chg="mod">
          <ac:chgData name="Michael Hill" userId="41dba03d-e58d-4389-9894-554c10310ba4" providerId="ADAL" clId="{EF23FE1D-A042-481E-AFD7-2A9FB0847F54}" dt="2026-02-24T20:25:58.212" v="3932" actId="20577"/>
          <ac:spMkLst>
            <pc:docMk/>
            <pc:sldMk cId="1159334955" sldId="578"/>
            <ac:spMk id="8" creationId="{95C65F34-CC53-CADD-EE78-230DB8FC097A}"/>
          </ac:spMkLst>
        </pc:spChg>
      </pc:sldChg>
      <pc:sldChg chg="modSp add mod ord">
        <pc:chgData name="Michael Hill" userId="41dba03d-e58d-4389-9894-554c10310ba4" providerId="ADAL" clId="{EF23FE1D-A042-481E-AFD7-2A9FB0847F54}" dt="2026-02-24T20:33:22.008" v="4841" actId="20577"/>
        <pc:sldMkLst>
          <pc:docMk/>
          <pc:sldMk cId="2298813759" sldId="579"/>
        </pc:sldMkLst>
        <pc:spChg chg="mod">
          <ac:chgData name="Michael Hill" userId="41dba03d-e58d-4389-9894-554c10310ba4" providerId="ADAL" clId="{EF23FE1D-A042-481E-AFD7-2A9FB0847F54}" dt="2026-02-24T20:29:59.646" v="4043" actId="20577"/>
          <ac:spMkLst>
            <pc:docMk/>
            <pc:sldMk cId="2298813759" sldId="579"/>
            <ac:spMk id="5" creationId="{BD824E9E-C9A6-0AA3-17DA-A5B83C282BA2}"/>
          </ac:spMkLst>
        </pc:spChg>
        <pc:spChg chg="mod">
          <ac:chgData name="Michael Hill" userId="41dba03d-e58d-4389-9894-554c10310ba4" providerId="ADAL" clId="{EF23FE1D-A042-481E-AFD7-2A9FB0847F54}" dt="2026-02-24T20:33:22.008" v="4841" actId="20577"/>
          <ac:spMkLst>
            <pc:docMk/>
            <pc:sldMk cId="2298813759" sldId="579"/>
            <ac:spMk id="8" creationId="{E1F4E9E2-BEDF-58D8-12E0-4A4CF927CE90}"/>
          </ac:spMkLst>
        </pc:spChg>
      </pc:sldChg>
      <pc:sldChg chg="modSp add mod">
        <pc:chgData name="Michael Hill" userId="41dba03d-e58d-4389-9894-554c10310ba4" providerId="ADAL" clId="{EF23FE1D-A042-481E-AFD7-2A9FB0847F54}" dt="2026-02-24T20:33:46.661" v="4906" actId="115"/>
        <pc:sldMkLst>
          <pc:docMk/>
          <pc:sldMk cId="2837375565" sldId="580"/>
        </pc:sldMkLst>
        <pc:spChg chg="mod">
          <ac:chgData name="Michael Hill" userId="41dba03d-e58d-4389-9894-554c10310ba4" providerId="ADAL" clId="{EF23FE1D-A042-481E-AFD7-2A9FB0847F54}" dt="2026-02-24T20:33:28.637" v="4843" actId="14100"/>
          <ac:spMkLst>
            <pc:docMk/>
            <pc:sldMk cId="2837375565" sldId="580"/>
            <ac:spMk id="5" creationId="{BAF102D8-D9AF-8F9E-0EFC-10586BABDDCB}"/>
          </ac:spMkLst>
        </pc:spChg>
        <pc:spChg chg="mod">
          <ac:chgData name="Michael Hill" userId="41dba03d-e58d-4389-9894-554c10310ba4" providerId="ADAL" clId="{EF23FE1D-A042-481E-AFD7-2A9FB0847F54}" dt="2026-02-24T20:33:46.661" v="4906" actId="115"/>
          <ac:spMkLst>
            <pc:docMk/>
            <pc:sldMk cId="2837375565" sldId="580"/>
            <ac:spMk id="8" creationId="{2C72B167-9958-E547-51C4-68F83F442B28}"/>
          </ac:spMkLst>
        </pc:spChg>
      </pc:sldChg>
      <pc:sldChg chg="modSp add mod">
        <pc:chgData name="Michael Hill" userId="41dba03d-e58d-4389-9894-554c10310ba4" providerId="ADAL" clId="{EF23FE1D-A042-481E-AFD7-2A9FB0847F54}" dt="2026-02-24T20:36:42.525" v="5381" actId="20577"/>
        <pc:sldMkLst>
          <pc:docMk/>
          <pc:sldMk cId="1026028250" sldId="581"/>
        </pc:sldMkLst>
        <pc:spChg chg="mod">
          <ac:chgData name="Michael Hill" userId="41dba03d-e58d-4389-9894-554c10310ba4" providerId="ADAL" clId="{EF23FE1D-A042-481E-AFD7-2A9FB0847F54}" dt="2026-02-24T20:34:08.383" v="4923" actId="14100"/>
          <ac:spMkLst>
            <pc:docMk/>
            <pc:sldMk cId="1026028250" sldId="581"/>
            <ac:spMk id="5" creationId="{E4CB0452-1F7F-2924-0358-F99F0416B920}"/>
          </ac:spMkLst>
        </pc:spChg>
        <pc:spChg chg="mod">
          <ac:chgData name="Michael Hill" userId="41dba03d-e58d-4389-9894-554c10310ba4" providerId="ADAL" clId="{EF23FE1D-A042-481E-AFD7-2A9FB0847F54}" dt="2026-02-24T20:36:42.525" v="5381" actId="20577"/>
          <ac:spMkLst>
            <pc:docMk/>
            <pc:sldMk cId="1026028250" sldId="581"/>
            <ac:spMk id="8" creationId="{7C501EDB-6D83-CB5A-FDE1-0CDDA4BB13E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TOPIC B3:</a:t>
            </a:r>
          </a:p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OBJECT ORIENTED PROGRAMMING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719147" y="2724998"/>
            <a:ext cx="4008656" cy="116091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B3-3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4713768" y="3692233"/>
            <a:ext cx="6306166" cy="9841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INFORMATION HIDING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7095753" y="1908368"/>
            <a:ext cx="4516539" cy="225568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latin typeface="Bahnschrift" panose="020B0502040204020203" pitchFamily="34" charset="0"/>
              </a:rPr>
              <a:t>Pycharm</a:t>
            </a:r>
            <a:endParaRPr lang="en-US" sz="2800" dirty="0">
              <a:latin typeface="Bahnschrift" panose="020B0502040204020203" pitchFamily="34" charset="0"/>
            </a:endParaRPr>
          </a:p>
          <a:p>
            <a:pPr algn="ctr"/>
            <a:r>
              <a:rPr lang="en-US" sz="2800" dirty="0">
                <a:latin typeface="Bahnschrift" panose="020B0502040204020203" pitchFamily="34" charset="0"/>
              </a:rPr>
              <a:t>Notes Document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109714" y="1154440"/>
            <a:ext cx="5413224" cy="539167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Encapsulation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Access Modifiers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Accessors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Mutators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825600" y="1466923"/>
            <a:ext cx="5014261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WHAT U NEED 4 LESSON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  <p:pic>
        <p:nvPicPr>
          <p:cNvPr id="2" name="What U Need 4 Lesson">
            <a:hlinkClick r:id="" action="ppaction://media"/>
            <a:extLst>
              <a:ext uri="{FF2B5EF4-FFF2-40B4-BE49-F238E27FC236}">
                <a16:creationId xmlns:a16="http://schemas.microsoft.com/office/drawing/2014/main" id="{16E677CF-DF6E-22B1-875D-4A9F6E0CC8A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739560" y="1579944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96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Create a constructor for a Download object that takes input for </a:t>
            </a:r>
            <a:r>
              <a:rPr lang="en-US" sz="2800" dirty="0" err="1">
                <a:solidFill>
                  <a:prstClr val="white"/>
                </a:solidFill>
                <a:latin typeface="Bahnschrift" panose="020B0502040204020203" pitchFamily="34" charset="0"/>
              </a:rPr>
              <a:t>fileName</a:t>
            </a: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 and </a:t>
            </a:r>
            <a:r>
              <a:rPr lang="en-US" sz="2800" dirty="0" err="1">
                <a:solidFill>
                  <a:prstClr val="white"/>
                </a:solidFill>
                <a:latin typeface="Bahnschrift" panose="020B0502040204020203" pitchFamily="34" charset="0"/>
              </a:rPr>
              <a:t>fileSize</a:t>
            </a: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, and initializes a float to 0.0 for </a:t>
            </a:r>
            <a:r>
              <a:rPr lang="en-US" sz="2800" dirty="0" err="1">
                <a:solidFill>
                  <a:prstClr val="white"/>
                </a:solidFill>
                <a:latin typeface="Bahnschrift" panose="020B0502040204020203" pitchFamily="34" charset="0"/>
              </a:rPr>
              <a:t>downloadPercentage</a:t>
            </a: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D0DFC3-3199-033B-3038-298117B4E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6472E3BF-C6CE-43EF-F3A1-5B79CABC1AB9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33ACC825-3ABA-6D0A-87AB-5D62D37495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D661F8E7-2190-003A-6E09-32FEEC9A2B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AF7E2B55-F57C-6514-8188-15489F9C6150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2F98248-35AF-A7C4-9769-C15F6A82AD84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2AE15D-9926-4D1A-7324-FB696EEEF512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7C95A6-B60F-E90A-E986-B69A06E5D254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8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2800" dirty="0" err="1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init</a:t>
            </a:r>
            <a:r>
              <a:rPr lang="en-US" sz="28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800" dirty="0">
                <a:solidFill>
                  <a:srgbClr val="507A95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8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fileName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8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fileSize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this.fileName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8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fileName</a:t>
            </a:r>
            <a:br>
              <a:rPr lang="en-US" sz="2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this.fileSize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8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fileSize</a:t>
            </a:r>
            <a:br>
              <a:rPr lang="en-US" sz="2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this.downloadPercentage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0.0</a:t>
            </a:r>
            <a:endParaRPr lang="en-US" sz="2800" dirty="0">
              <a:solidFill>
                <a:srgbClr val="A8AFBE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39936E-DAB7-37F7-319D-B9C68CE1D055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E64898BC-68D5-FA85-A985-D611F31342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A7CBC7B5-E24F-C2FC-2737-1E1CAE862E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78C312F1-B1FD-81C9-6091-79D6529C4E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361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7F49A4-B1F9-49BD-43B5-78DB9955C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40C03F9-9C0E-3C40-7F20-0E529916897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420F4BD-3F94-9A0B-AC80-D3EAA63D012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56B8FB7-6D57-529A-5728-70563F70FFC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5E94BEA-2319-7709-9589-D5E10173E53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EF2758-F3AE-312F-416D-08E61458A5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Encapsulation – principle stating that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code outside of the class should not have direct access to the data within the class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 is only accessible through the functions we write for the class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A18054-BB94-C05D-C7EF-5AD50E6CC9B1}"/>
              </a:ext>
            </a:extLst>
          </p:cNvPr>
          <p:cNvSpPr/>
          <p:nvPr/>
        </p:nvSpPr>
        <p:spPr>
          <a:xfrm>
            <a:off x="-142431" y="155968"/>
            <a:ext cx="5129209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ENCAPSULATION</a:t>
            </a:r>
          </a:p>
        </p:txBody>
      </p:sp>
      <p:pic>
        <p:nvPicPr>
          <p:cNvPr id="3074" name="Picture 2" descr="👾 Gacha Ball V1 / V2 + EXTRA - Complete Pack・ STL File for 3D printing ...">
            <a:extLst>
              <a:ext uri="{FF2B5EF4-FFF2-40B4-BE49-F238E27FC236}">
                <a16:creationId xmlns:a16="http://schemas.microsoft.com/office/drawing/2014/main" id="{D45FA451-8335-B2C5-82CB-6447341AD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0136" y="3553431"/>
            <a:ext cx="3068585" cy="3068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3903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44DD6B-EE6E-F0FC-C483-B8D7CBA47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1481BEF-8913-DACB-48BC-EA9FF91CA258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B409BB4-9032-442C-5C82-DCAEF7548A2A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A6BC2E2-4969-8666-FB47-EE80EAA3D9B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FDFC43F-16D9-66DC-F691-387611976456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FFDE31-1F20-8E5F-A175-27F8D2B4D020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Encapsulation ensures variables are only used in the manner they were meant to be used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Prevent error values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Makes it easier to write programs using objects since we don’t need to know how the variables work, just the functions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Encapsulation is fundamental to modularity in OOP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11867D-77AF-2B12-9DC7-9725CB59D22F}"/>
              </a:ext>
            </a:extLst>
          </p:cNvPr>
          <p:cNvSpPr/>
          <p:nvPr/>
        </p:nvSpPr>
        <p:spPr>
          <a:xfrm>
            <a:off x="-142431" y="155968"/>
            <a:ext cx="5129209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ENCAPSULATION</a:t>
            </a:r>
          </a:p>
        </p:txBody>
      </p:sp>
      <p:pic>
        <p:nvPicPr>
          <p:cNvPr id="2050" name="Picture 2" descr="CPC - Modularity and Modularization">
            <a:extLst>
              <a:ext uri="{FF2B5EF4-FFF2-40B4-BE49-F238E27FC236}">
                <a16:creationId xmlns:a16="http://schemas.microsoft.com/office/drawing/2014/main" id="{66E6124F-7372-3132-84CB-C5F972C85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2777" y="4740744"/>
            <a:ext cx="3543300" cy="1993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6835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A63EB1-AB59-D01A-2EDB-C372AF2BF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FC23540-1CD9-914A-3E2D-BDEDB271FFD8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D7AC64C-FD11-B257-6377-946A47DD478E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E861473-43E4-9ADF-FF25-A89460F8FBB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85E4E0F-12D1-9B60-CAF1-357F69815C9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9BA98A-437D-4071-1DEA-5970406F13D4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some programming languages, we can enforce encapsulation directly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Python, we use naming conventions to indicate which variables should not be accessed 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These are called Access Modifiers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0ACE2B-C9A1-3351-3D1D-134D19BE0EBE}"/>
              </a:ext>
            </a:extLst>
          </p:cNvPr>
          <p:cNvSpPr/>
          <p:nvPr/>
        </p:nvSpPr>
        <p:spPr>
          <a:xfrm>
            <a:off x="-142431" y="155968"/>
            <a:ext cx="54968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ACCESS MODIFIERS</a:t>
            </a:r>
          </a:p>
        </p:txBody>
      </p:sp>
    </p:spTree>
    <p:extLst>
      <p:ext uri="{BB962C8B-B14F-4D97-AF65-F5344CB8AC3E}">
        <p14:creationId xmlns:p14="http://schemas.microsoft.com/office/powerpoint/2010/main" val="2631782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FB953F-7405-54F2-9D49-BA0220EED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6783D41-F64F-C1EB-E505-386EFE5CBC76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426653-687B-5A2D-1947-EA81CC19499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00E8419-4751-BF5E-6912-9E963BD919F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DF7A838-85D2-4E35-DBB8-814D8590ECA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9F4EB3-D14D-C6C9-7E42-B1F6B47AD6BD}"/>
              </a:ext>
            </a:extLst>
          </p:cNvPr>
          <p:cNvSpPr/>
          <p:nvPr/>
        </p:nvSpPr>
        <p:spPr>
          <a:xfrm>
            <a:off x="630767" y="1299334"/>
            <a:ext cx="5329161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Public Variables: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Default behavior – variables and functions are public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This means that parts of your code outside of an object can access them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 example of this can be found on the right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On a UML, public is represented by a + in front of a function or variable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9ED613-E0A8-8E9D-9255-D57BD7220D6D}"/>
              </a:ext>
            </a:extLst>
          </p:cNvPr>
          <p:cNvSpPr/>
          <p:nvPr/>
        </p:nvSpPr>
        <p:spPr>
          <a:xfrm>
            <a:off x="-142431" y="155968"/>
            <a:ext cx="54968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ACCESS MODIFIERS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803415-7BE6-2F25-F776-EB38715BDA65}"/>
              </a:ext>
            </a:extLst>
          </p:cNvPr>
          <p:cNvSpPr/>
          <p:nvPr/>
        </p:nvSpPr>
        <p:spPr>
          <a:xfrm>
            <a:off x="5959928" y="1770277"/>
            <a:ext cx="5985925" cy="4282111"/>
          </a:xfrm>
          <a:prstGeom prst="rect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acc =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BankAccount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"Tony"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#update balance because it's public</a:t>
            </a:r>
            <a:br>
              <a:rPr lang="en-US" sz="20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acc.balance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10</a:t>
            </a:r>
            <a:b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#update balance via function</a:t>
            </a:r>
            <a:br>
              <a:rPr lang="en-US" sz="20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acc.deposit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10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677315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C40405-3632-0959-E993-566218FE6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7882E53-ED49-8285-CB31-5CFF615E375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DC14A1-C177-D453-0020-6DE7CA728D2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8F3BCC5-E36E-063B-1C1A-111FB0891A5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750CCF3-11CE-108D-2841-5250C55F8336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7335A2-96F4-4E6B-8E22-526DC2CBC802}"/>
              </a:ext>
            </a:extLst>
          </p:cNvPr>
          <p:cNvSpPr/>
          <p:nvPr/>
        </p:nvSpPr>
        <p:spPr>
          <a:xfrm>
            <a:off x="630768" y="1299334"/>
            <a:ext cx="4267804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Private Variables: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Variables that are not to be modified by code outside of the class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denote these by putting an _underscore in front of their name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I’m modifying the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BankAccount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to use private variables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9C13BF-BFAF-9453-2057-DB0F67A5CD93}"/>
              </a:ext>
            </a:extLst>
          </p:cNvPr>
          <p:cNvSpPr/>
          <p:nvPr/>
        </p:nvSpPr>
        <p:spPr>
          <a:xfrm>
            <a:off x="-142431" y="155968"/>
            <a:ext cx="54968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ACCESS MODIFIERS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F9806E-E302-DC54-8BB0-350E99C66A61}"/>
              </a:ext>
            </a:extLst>
          </p:cNvPr>
          <p:cNvSpPr/>
          <p:nvPr/>
        </p:nvSpPr>
        <p:spPr>
          <a:xfrm>
            <a:off x="4898572" y="956396"/>
            <a:ext cx="7177910" cy="5740499"/>
          </a:xfrm>
          <a:prstGeom prst="rect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sz="2000" b="1" dirty="0" err="1">
                <a:solidFill>
                  <a:srgbClr val="C6C4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BankAccount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0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2000" dirty="0" err="1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init</a:t>
            </a:r>
            <a:r>
              <a:rPr lang="en-US" sz="20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name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0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.name =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name</a:t>
            </a:r>
            <a:b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._balance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</a:p>
          <a:p>
            <a:pPr>
              <a:buNone/>
            </a:pPr>
            <a:b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000" dirty="0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deposit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._balance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._balance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+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</a:p>
          <a:p>
            <a:pPr>
              <a:buNone/>
            </a:pPr>
            <a:b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000" dirty="0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withdraw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._balance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._balance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–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</a:p>
          <a:p>
            <a:pPr>
              <a:buNone/>
            </a:pPr>
            <a:b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000" dirty="0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transfer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recipient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.withdraw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0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recipient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.deposit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>
              <a:buNone/>
            </a:pP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0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__str__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"Account "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sz="20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.name + 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 has balance $"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str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._balance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56558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4C9D1A-CA90-A5EE-0A82-B1A261B06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B9FE306-AA4B-8FCD-C58A-46F86E8A6994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8054EAE-2EA1-453E-CCFD-2F71D6480F36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94E1343-67FE-A0DE-BE03-4223CEF6395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0A1A4CF-6543-CB56-1E4F-150BC1D5B20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8C9933-870C-6AA1-A212-0E2DDED9C96E}"/>
              </a:ext>
            </a:extLst>
          </p:cNvPr>
          <p:cNvSpPr/>
          <p:nvPr/>
        </p:nvSpPr>
        <p:spPr>
          <a:xfrm>
            <a:off x="630768" y="1299334"/>
            <a:ext cx="4267804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Python, private variables are purely a convention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There is nothing stopping you from modifying this variable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Other than the knowledge that you shouldn’t, that’s why it was set up like this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31B49E-36B7-F842-F474-FAAC7867AB4E}"/>
              </a:ext>
            </a:extLst>
          </p:cNvPr>
          <p:cNvSpPr/>
          <p:nvPr/>
        </p:nvSpPr>
        <p:spPr>
          <a:xfrm>
            <a:off x="-142431" y="155968"/>
            <a:ext cx="54968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ACCESS MODIFIERS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77C590-F4AA-AF45-93B4-AF9833D77EBD}"/>
              </a:ext>
            </a:extLst>
          </p:cNvPr>
          <p:cNvSpPr/>
          <p:nvPr/>
        </p:nvSpPr>
        <p:spPr>
          <a:xfrm>
            <a:off x="4898572" y="956396"/>
            <a:ext cx="7177910" cy="5740499"/>
          </a:xfrm>
          <a:prstGeom prst="rect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sz="2000" b="1" dirty="0" err="1">
                <a:solidFill>
                  <a:srgbClr val="C6C4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BankAccount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0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2000" dirty="0" err="1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init</a:t>
            </a:r>
            <a:r>
              <a:rPr lang="en-US" sz="20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name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0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.name =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name</a:t>
            </a:r>
            <a:b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._balance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</a:p>
          <a:p>
            <a:pPr>
              <a:buNone/>
            </a:pPr>
            <a:b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000" dirty="0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deposit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._balance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._balance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+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</a:p>
          <a:p>
            <a:pPr>
              <a:buNone/>
            </a:pPr>
            <a:b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000" dirty="0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withdraw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._balance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._balance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–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</a:p>
          <a:p>
            <a:pPr>
              <a:buNone/>
            </a:pPr>
            <a:b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000" dirty="0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transfer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recipient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.withdraw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000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recipient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.deposit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>
              <a:buNone/>
            </a:pP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sz="2000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__str__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"Account "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sz="2000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.name + 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 has balance $"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str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._balance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54333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84ADD2-8C7A-70BA-7CC2-1126C3A57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04606B8-6927-3816-B6AB-3C590651333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350D95-7250-0EAE-B1AC-22600A0B141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C880BBD-0B02-010E-B4BD-28F349E98AB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5678652-B424-5FE5-2C5A-24ACCA2910C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8CA7D2-C5CE-E4F7-C6D9-9E384CB1E4A3}"/>
              </a:ext>
            </a:extLst>
          </p:cNvPr>
          <p:cNvSpPr/>
          <p:nvPr/>
        </p:nvSpPr>
        <p:spPr>
          <a:xfrm>
            <a:off x="630768" y="1299334"/>
            <a:ext cx="459303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you really need to make sure a variable isn’t modified...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Name Mangled –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instructs Python to rename variable when program runs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Meaning you can’t access it easily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Done with __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twoUnderscores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6CB6A6-5F42-CBCB-9EB4-FFCD2509FE6C}"/>
              </a:ext>
            </a:extLst>
          </p:cNvPr>
          <p:cNvSpPr/>
          <p:nvPr/>
        </p:nvSpPr>
        <p:spPr>
          <a:xfrm>
            <a:off x="-142431" y="155968"/>
            <a:ext cx="54968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ACCESS MODIFIERS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53C88A-DB64-CB68-5941-3A807FBBFC09}"/>
              </a:ext>
            </a:extLst>
          </p:cNvPr>
          <p:cNvSpPr/>
          <p:nvPr/>
        </p:nvSpPr>
        <p:spPr>
          <a:xfrm>
            <a:off x="5354429" y="956396"/>
            <a:ext cx="6722053" cy="5740499"/>
          </a:xfrm>
          <a:prstGeom prst="rect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b="1" dirty="0" err="1">
                <a:solidFill>
                  <a:srgbClr val="C6C4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BankAccount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dirty="0" err="1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init</a:t>
            </a:r>
            <a:r>
              <a:rPr lang="en-US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name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.name = </a:t>
            </a:r>
            <a:r>
              <a:rPr lang="en-US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name</a:t>
            </a:r>
            <a:br>
              <a:rPr lang="en-US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.__balance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</a:p>
          <a:p>
            <a:pPr>
              <a:buNone/>
            </a:pPr>
            <a:br>
              <a:rPr lang="en-US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dirty="0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deposit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._balance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.__balance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+ </a:t>
            </a:r>
            <a:r>
              <a:rPr lang="en-US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</a:p>
          <a:p>
            <a:pPr>
              <a:buNone/>
            </a:pPr>
            <a:br>
              <a:rPr lang="en-US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dirty="0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withdraw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._balance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.__balance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– </a:t>
            </a:r>
            <a:r>
              <a:rPr lang="en-US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</a:p>
          <a:p>
            <a:pPr>
              <a:buNone/>
            </a:pPr>
            <a:br>
              <a:rPr lang="en-US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dirty="0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transfer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  <a:r>
              <a:rPr lang="en-US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recipient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.withdraw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recipient</a:t>
            </a:r>
            <a:r>
              <a:rPr lang="en-US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.deposit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>
              <a:buNone/>
            </a:pPr>
            <a:b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__str__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"Account " 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.name + </a:t>
            </a:r>
            <a:r>
              <a:rPr lang="en-US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 has balance $" 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str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.__balance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87732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1BA875-CE37-9864-8E77-43B9FD40D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F844D92-AEC1-3087-5F06-A3FDD62C350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7ECC365-6D83-16C6-764A-8F6A31F607F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1C1530B-B27C-0E96-4E88-6246B5BC23E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F1C86AA-23A6-C3EE-3A69-21613173FC3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DA14CF-77C4-ED1D-FA40-D0D6593F86CB}"/>
              </a:ext>
            </a:extLst>
          </p:cNvPr>
          <p:cNvSpPr/>
          <p:nvPr/>
        </p:nvSpPr>
        <p:spPr>
          <a:xfrm>
            <a:off x="630768" y="1299334"/>
            <a:ext cx="459303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Name Mangled is a bit of a last resort, private should do just fine for most applications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Extreme resort for sensitive data or big important programs like taxes or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smth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idk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F85BFD-697B-4937-75A6-F17BCBADD96A}"/>
              </a:ext>
            </a:extLst>
          </p:cNvPr>
          <p:cNvSpPr/>
          <p:nvPr/>
        </p:nvSpPr>
        <p:spPr>
          <a:xfrm>
            <a:off x="-142431" y="155968"/>
            <a:ext cx="54968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ACCESS MODIFIERS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AB4F08-9402-F262-FB1D-D73706CB31EF}"/>
              </a:ext>
            </a:extLst>
          </p:cNvPr>
          <p:cNvSpPr/>
          <p:nvPr/>
        </p:nvSpPr>
        <p:spPr>
          <a:xfrm>
            <a:off x="5354429" y="956396"/>
            <a:ext cx="6722053" cy="5740499"/>
          </a:xfrm>
          <a:prstGeom prst="rect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US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class </a:t>
            </a:r>
            <a:r>
              <a:rPr lang="en-US" b="1" dirty="0" err="1">
                <a:solidFill>
                  <a:srgbClr val="C6C45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BankAccount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dirty="0" err="1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init</a:t>
            </a:r>
            <a:r>
              <a:rPr lang="en-US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name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.name = </a:t>
            </a:r>
            <a:r>
              <a:rPr lang="en-US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name</a:t>
            </a:r>
            <a:br>
              <a:rPr lang="en-US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.__balance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</a:p>
          <a:p>
            <a:pPr>
              <a:buNone/>
            </a:pPr>
            <a:br>
              <a:rPr lang="en-US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dirty="0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deposit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._balance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.__balance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+ </a:t>
            </a:r>
            <a:r>
              <a:rPr lang="en-US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</a:p>
          <a:p>
            <a:pPr>
              <a:buNone/>
            </a:pPr>
            <a:br>
              <a:rPr lang="en-US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dirty="0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withdraw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._balance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.__balance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– </a:t>
            </a:r>
            <a:r>
              <a:rPr lang="en-US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</a:p>
          <a:p>
            <a:pPr>
              <a:buNone/>
            </a:pPr>
            <a:br>
              <a:rPr lang="en-US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dirty="0">
                <a:solidFill>
                  <a:srgbClr val="8EC1F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transfer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  <a:r>
              <a:rPr lang="en-US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recipient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.withdraw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dirty="0" err="1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recipient</a:t>
            </a:r>
            <a:r>
              <a:rPr lang="en-US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.deposit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dirty="0">
                <a:solidFill>
                  <a:srgbClr val="C675B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amount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>
              <a:buNone/>
            </a:pPr>
            <a:b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def </a:t>
            </a:r>
            <a:r>
              <a:rPr lang="en-US" dirty="0">
                <a:solidFill>
                  <a:srgbClr val="B200B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__str__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return </a:t>
            </a:r>
            <a:r>
              <a:rPr lang="en-US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"Account " 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dirty="0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.name + </a:t>
            </a:r>
            <a:r>
              <a:rPr lang="en-US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 has balance $" 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+ </a:t>
            </a:r>
            <a:r>
              <a:rPr lang="en-US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str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dirty="0" err="1">
                <a:solidFill>
                  <a:srgbClr val="94558D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self</a:t>
            </a:r>
            <a:r>
              <a:rPr lang="en-US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.__balance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93957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1BB895-C482-6021-E7AF-070F3D373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B08447A-D5EF-4049-6594-C386D39A38C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424A32F-B5A7-102F-9CAE-9367A94C8406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1A0E73E-4AF4-B056-0681-32DC7FCBE61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65C7D8-1A5E-5DD4-F13E-3346714E4EE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A8FF04-85D0-75FD-7D2B-5BE9ED8E9044}"/>
              </a:ext>
            </a:extLst>
          </p:cNvPr>
          <p:cNvSpPr/>
          <p:nvPr/>
        </p:nvSpPr>
        <p:spPr>
          <a:xfrm>
            <a:off x="630767" y="1299334"/>
            <a:ext cx="1110947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terms of usage, most variables should be Private in a Python program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Indicated by – instead of + on a UML diagram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2D600C-599A-BA00-680D-D44D253EBDEA}"/>
              </a:ext>
            </a:extLst>
          </p:cNvPr>
          <p:cNvSpPr/>
          <p:nvPr/>
        </p:nvSpPr>
        <p:spPr>
          <a:xfrm>
            <a:off x="-142431" y="155968"/>
            <a:ext cx="54968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ACCESS MODIFIERS</a:t>
            </a:r>
          </a:p>
        </p:txBody>
      </p:sp>
    </p:spTree>
    <p:extLst>
      <p:ext uri="{BB962C8B-B14F-4D97-AF65-F5344CB8AC3E}">
        <p14:creationId xmlns:p14="http://schemas.microsoft.com/office/powerpoint/2010/main" val="1341283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720D14-FF7E-090B-8519-8A55E88F9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E71B2A8-C0ED-0EF9-6B14-75078E5F41D2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4E2F813-91CE-657C-C4AD-8766E380310C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09D2F74-DEF1-E252-1787-5A133934E01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8036440-07C3-3A62-C319-C5BE45D31C0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F90849-72C1-FBFF-06B9-6CA7EEA2F843}"/>
              </a:ext>
            </a:extLst>
          </p:cNvPr>
          <p:cNvSpPr/>
          <p:nvPr/>
        </p:nvSpPr>
        <p:spPr>
          <a:xfrm>
            <a:off x="630767" y="1299334"/>
            <a:ext cx="1110947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Note that these work the same for functions too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Because our variables are generally private, they should only be modified by functions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Functions are often public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685100-6D00-A6A8-F043-9C9DFED1F544}"/>
              </a:ext>
            </a:extLst>
          </p:cNvPr>
          <p:cNvSpPr/>
          <p:nvPr/>
        </p:nvSpPr>
        <p:spPr>
          <a:xfrm>
            <a:off x="-142431" y="155968"/>
            <a:ext cx="54968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ACCESS MODIFIERS</a:t>
            </a:r>
          </a:p>
        </p:txBody>
      </p:sp>
    </p:spTree>
    <p:extLst>
      <p:ext uri="{BB962C8B-B14F-4D97-AF65-F5344CB8AC3E}">
        <p14:creationId xmlns:p14="http://schemas.microsoft.com/office/powerpoint/2010/main" val="3700286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B1479E-6BA2-CA6A-964A-3111FE9D3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34AEA0C-526D-6667-252C-47CDEC61B762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7BCE095-72E5-9FB7-4503-B02B020A8490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C42E721-606C-0093-DE40-DD8A012A22C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8E354E6-9006-0045-561B-F914B28C97B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9764D0-6F30-97D2-9B0B-C3DC6FC14A0B}"/>
              </a:ext>
            </a:extLst>
          </p:cNvPr>
          <p:cNvSpPr/>
          <p:nvPr/>
        </p:nvSpPr>
        <p:spPr>
          <a:xfrm>
            <a:off x="630767" y="1299334"/>
            <a:ext cx="1110947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Create a Public, Private, and Name Mangled version of a Variable and Function 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(6 Total in the notes)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24345C-9372-A932-8D5B-FBEBEDA549B1}"/>
              </a:ext>
            </a:extLst>
          </p:cNvPr>
          <p:cNvSpPr/>
          <p:nvPr/>
        </p:nvSpPr>
        <p:spPr>
          <a:xfrm>
            <a:off x="-142431" y="155968"/>
            <a:ext cx="54968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ACCESS MODIFIERS</a:t>
            </a:r>
          </a:p>
        </p:txBody>
      </p:sp>
    </p:spTree>
    <p:extLst>
      <p:ext uri="{BB962C8B-B14F-4D97-AF65-F5344CB8AC3E}">
        <p14:creationId xmlns:p14="http://schemas.microsoft.com/office/powerpoint/2010/main" val="2230520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850EDD-58B4-2D04-8F30-AF6795BC3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B0803B0-E14A-5F6A-0B12-A056D9EF327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D12CBC8-67C6-5B85-5B4B-0F06D944EE5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020E37-9214-B8BC-6665-39E497CF4B7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F9E5868-0DF5-B16D-8BE0-B3F691C34B06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07A649-3C7F-2FD2-95C2-1FAE7254FCB8}"/>
              </a:ext>
            </a:extLst>
          </p:cNvPr>
          <p:cNvSpPr/>
          <p:nvPr/>
        </p:nvSpPr>
        <p:spPr>
          <a:xfrm>
            <a:off x="630767" y="1299334"/>
            <a:ext cx="1110947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Accessor – function to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retrieve the value of a private variable outside of the class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These are often called ‘getter’ functions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They ‘get’ the value of the variable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a Person has a class with variables for name and age, we would have accessor functions called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getName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() and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getAge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()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code is contained within these functions?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C9B101-E400-4005-F754-9A435496FD6F}"/>
              </a:ext>
            </a:extLst>
          </p:cNvPr>
          <p:cNvSpPr/>
          <p:nvPr/>
        </p:nvSpPr>
        <p:spPr>
          <a:xfrm>
            <a:off x="0" y="129275"/>
            <a:ext cx="329384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ACCESSORS</a:t>
            </a:r>
          </a:p>
        </p:txBody>
      </p:sp>
    </p:spTree>
    <p:extLst>
      <p:ext uri="{BB962C8B-B14F-4D97-AF65-F5344CB8AC3E}">
        <p14:creationId xmlns:p14="http://schemas.microsoft.com/office/powerpoint/2010/main" val="32930508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8CBEFF-8671-13BB-95BF-F63093D86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DB72308-8A96-97FA-FAAD-37EA5CD26B43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60E3194-060D-81F1-FD21-9298A0A182E0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3789E3A-2865-C210-2069-8B51CF0D858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6187284-01E8-77C7-6F6E-68723AA4460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D389CB-02DA-FC1F-E45C-18CFB2FC7509}"/>
              </a:ext>
            </a:extLst>
          </p:cNvPr>
          <p:cNvSpPr/>
          <p:nvPr/>
        </p:nvSpPr>
        <p:spPr>
          <a:xfrm>
            <a:off x="630767" y="1299334"/>
            <a:ext cx="1110947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Code inside of an accessor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Typically one line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return self._</a:t>
            </a:r>
            <a:r>
              <a:rPr lang="en-US" sz="2800" u="sng" dirty="0" err="1">
                <a:solidFill>
                  <a:schemeClr val="bg1"/>
                </a:solidFill>
                <a:latin typeface="Bahnschrift" panose="020B0502040204020203" pitchFamily="34" charset="0"/>
              </a:rPr>
              <a:t>variableName</a:t>
            </a:r>
            <a:endParaRPr lang="en-US" sz="2800" u="sng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Accessors take no parameters, and only return a variable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6DF16E-FFB7-2C45-857A-CCB0286F1426}"/>
              </a:ext>
            </a:extLst>
          </p:cNvPr>
          <p:cNvSpPr/>
          <p:nvPr/>
        </p:nvSpPr>
        <p:spPr>
          <a:xfrm>
            <a:off x="0" y="129275"/>
            <a:ext cx="329384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ACCESSORS</a:t>
            </a:r>
          </a:p>
        </p:txBody>
      </p:sp>
    </p:spTree>
    <p:extLst>
      <p:ext uri="{BB962C8B-B14F-4D97-AF65-F5344CB8AC3E}">
        <p14:creationId xmlns:p14="http://schemas.microsoft.com/office/powerpoint/2010/main" val="5254351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383A14-A720-FF59-606E-E3AD44FD9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573500A-E399-C57C-2746-E2F4F934F34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39D5A57-6262-17FF-02A9-6DC827ECECAC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775D0-04BF-E241-C9F0-2CF3201C495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2A588A3-4FE1-EC36-8215-DB35D44CC1B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C65F34-CC53-CADD-EE78-230DB8FC097A}"/>
              </a:ext>
            </a:extLst>
          </p:cNvPr>
          <p:cNvSpPr/>
          <p:nvPr/>
        </p:nvSpPr>
        <p:spPr>
          <a:xfrm>
            <a:off x="630767" y="1299334"/>
            <a:ext cx="1110947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Mutator – function to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modify the value of a private variable outside of the class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These are often called ‘setter’ functions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They ‘set’ the value of the variable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a Person has a class with variables for name and age, we would have mutator functions called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setName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() and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setAge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()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code is contained within these functions?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230C23-7B7A-74B3-7E5D-F20B54633689}"/>
              </a:ext>
            </a:extLst>
          </p:cNvPr>
          <p:cNvSpPr/>
          <p:nvPr/>
        </p:nvSpPr>
        <p:spPr>
          <a:xfrm>
            <a:off x="0" y="129275"/>
            <a:ext cx="329384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MUTATORS</a:t>
            </a:r>
          </a:p>
        </p:txBody>
      </p:sp>
    </p:spTree>
    <p:extLst>
      <p:ext uri="{BB962C8B-B14F-4D97-AF65-F5344CB8AC3E}">
        <p14:creationId xmlns:p14="http://schemas.microsoft.com/office/powerpoint/2010/main" val="11593349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6C8589-778B-A69E-0142-05302565D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FF80D5C-0FA4-742A-3887-FC709EFD346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6C637B7-631A-D52C-B947-34114FCE5297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E4F92A1-69D9-9B4D-E3FD-DC8440F8244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90D40CE-5395-0520-5E66-CE61A790248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F4E9E2-BEDF-58D8-12E0-4A4CF927CE90}"/>
              </a:ext>
            </a:extLst>
          </p:cNvPr>
          <p:cNvSpPr/>
          <p:nvPr/>
        </p:nvSpPr>
        <p:spPr>
          <a:xfrm>
            <a:off x="630767" y="1299334"/>
            <a:ext cx="1110947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Code inside of an accessor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Typically one line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self._</a:t>
            </a:r>
            <a:r>
              <a:rPr lang="en-US" sz="2800" u="sng" dirty="0" err="1">
                <a:solidFill>
                  <a:schemeClr val="bg1"/>
                </a:solidFill>
                <a:latin typeface="Bahnschrift" panose="020B0502040204020203" pitchFamily="34" charset="0"/>
              </a:rPr>
              <a:t>variableName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 = </a:t>
            </a:r>
            <a:r>
              <a:rPr lang="en-US" sz="2800" u="sng" dirty="0" err="1">
                <a:solidFill>
                  <a:schemeClr val="bg1"/>
                </a:solidFill>
                <a:latin typeface="Bahnschrift" panose="020B0502040204020203" pitchFamily="34" charset="0"/>
              </a:rPr>
              <a:t>variableName</a:t>
            </a:r>
            <a:endParaRPr lang="en-US" sz="2800" u="sng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Mutators take one parameter, the variable you’re modifying (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variableName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here), and return nothing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Can make sure that data is the correct data type here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 strings going into an integer variable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824E9E-C9A6-0AA3-17DA-A5B83C282BA2}"/>
              </a:ext>
            </a:extLst>
          </p:cNvPr>
          <p:cNvSpPr/>
          <p:nvPr/>
        </p:nvSpPr>
        <p:spPr>
          <a:xfrm>
            <a:off x="0" y="129275"/>
            <a:ext cx="329384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MUTATORS</a:t>
            </a:r>
          </a:p>
        </p:txBody>
      </p:sp>
    </p:spTree>
    <p:extLst>
      <p:ext uri="{BB962C8B-B14F-4D97-AF65-F5344CB8AC3E}">
        <p14:creationId xmlns:p14="http://schemas.microsoft.com/office/powerpoint/2010/main" val="22988137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31E33D-E8B3-6D4E-9145-6D9D2D5C4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B4A3C38-E362-648F-2F5F-2537C48AF50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FDFBBAE-D8CF-3EE9-FC93-973EC70CBFA6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5903DC5-FDDF-3FC0-7732-DFA371A191A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F2DEE9F-84CC-5464-27F5-742612C30BD6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72B167-9958-E547-51C4-68F83F442B28}"/>
              </a:ext>
            </a:extLst>
          </p:cNvPr>
          <p:cNvSpPr/>
          <p:nvPr/>
        </p:nvSpPr>
        <p:spPr>
          <a:xfrm>
            <a:off x="630767" y="1299334"/>
            <a:ext cx="1110947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Why use accessors &amp; mutators instead of public variables: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Reinforces encapsulation 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People who use the class only need to know how to use the functions</a:t>
            </a:r>
          </a:p>
          <a:p>
            <a:pPr marL="1828800" lvl="3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If a getter/setter doesn’t exist for a variable, they shouldn’t need to get/set that variable in a class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Separate responsibility in program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Class maintains control of what happens to its data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Validate input coming in is the correct type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F102D8-D9AF-8F9E-0EFC-10586BABDDCB}"/>
              </a:ext>
            </a:extLst>
          </p:cNvPr>
          <p:cNvSpPr/>
          <p:nvPr/>
        </p:nvSpPr>
        <p:spPr>
          <a:xfrm>
            <a:off x="0" y="129275"/>
            <a:ext cx="672737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ACCESSORS &amp; MUTATORS</a:t>
            </a:r>
          </a:p>
        </p:txBody>
      </p:sp>
    </p:spTree>
    <p:extLst>
      <p:ext uri="{BB962C8B-B14F-4D97-AF65-F5344CB8AC3E}">
        <p14:creationId xmlns:p14="http://schemas.microsoft.com/office/powerpoint/2010/main" val="28373755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0359EA-3142-9D79-A529-1367AD174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53CC9B6-4250-8E8B-D701-CC4E525C420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68A3ED3-A30D-7782-A5F4-63B396AEF5D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D2AA3ED-2088-213B-C5FC-B23AAC6ECC2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9B39ED-0187-8E60-CB26-CB70E956697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501EDB-6D83-CB5A-FDE1-0CDDA4BB13E3}"/>
              </a:ext>
            </a:extLst>
          </p:cNvPr>
          <p:cNvSpPr/>
          <p:nvPr/>
        </p:nvSpPr>
        <p:spPr>
          <a:xfrm>
            <a:off x="630767" y="1299334"/>
            <a:ext cx="1110947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Variables should typically be private</a:t>
            </a:r>
            <a:endParaRPr lang="en-US" sz="2800" u="sng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When needed, create accessors &amp; mutators (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setters&amp;getters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Functions should typically be public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Public: Default, accessible from outside of the class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Private: underscore, do not access from outside the class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Name Mangled: two underscores, near impossible to access from outside the class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Benefits: Encapsulation, modularity, control of the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CB0452-1F7F-2924-0358-F99F0416B920}"/>
              </a:ext>
            </a:extLst>
          </p:cNvPr>
          <p:cNvSpPr/>
          <p:nvPr/>
        </p:nvSpPr>
        <p:spPr>
          <a:xfrm>
            <a:off x="1" y="129275"/>
            <a:ext cx="463731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KEY TAKEAWAYS</a:t>
            </a:r>
          </a:p>
        </p:txBody>
      </p:sp>
    </p:spTree>
    <p:extLst>
      <p:ext uri="{BB962C8B-B14F-4D97-AF65-F5344CB8AC3E}">
        <p14:creationId xmlns:p14="http://schemas.microsoft.com/office/powerpoint/2010/main" val="10260282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42949D-B6C1-8401-25D8-D344E15E7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015A1C7-A865-42BE-CB5B-2C475A41E40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CDA5AD0-F491-6C08-70AB-258B6C7FA7FE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241718-A299-E051-A8A5-5C1ED1FA7B3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9994286-FC37-48A9-277B-59839727E6B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348106-02E8-94FB-0B3E-F2446D2114E0}"/>
              </a:ext>
            </a:extLst>
          </p:cNvPr>
          <p:cNvSpPr/>
          <p:nvPr/>
        </p:nvSpPr>
        <p:spPr>
          <a:xfrm>
            <a:off x="421106" y="1357745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Fill out the lab on your notes sheet, and turn it in </a:t>
            </a:r>
            <a:r>
              <a:rPr lang="en-US" sz="2800">
                <a:solidFill>
                  <a:schemeClr val="bg1"/>
                </a:solidFill>
                <a:latin typeface="Bahnschrift" panose="020B0502040204020203" pitchFamily="34" charset="0"/>
              </a:rPr>
              <a:t>when you’re done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EA4B70-659E-4C55-E3F4-C156785ECAFE}"/>
              </a:ext>
            </a:extLst>
          </p:cNvPr>
          <p:cNvSpPr/>
          <p:nvPr/>
        </p:nvSpPr>
        <p:spPr>
          <a:xfrm>
            <a:off x="255923" y="155968"/>
            <a:ext cx="1470563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err="1">
                <a:latin typeface="Bahnschrift SemiBold" panose="020B0502040204020203" pitchFamily="34" charset="0"/>
              </a:rPr>
              <a:t>LaB</a:t>
            </a:r>
            <a:endParaRPr lang="en-US" sz="4400" dirty="0"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2448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C4770D-2655-8C26-4D48-F4A031986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21F651E-4940-E318-A076-228E3B8C31C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1209F0-0749-0516-0209-4407FCF4677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8966181-5CE2-6722-3350-E00B8140334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E2CE7C8-7F63-E472-2606-75A39E14A58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5BA143-CA8C-162E-8EE1-5979D9C12717}"/>
              </a:ext>
            </a:extLst>
          </p:cNvPr>
          <p:cNvSpPr/>
          <p:nvPr/>
        </p:nvSpPr>
        <p:spPr>
          <a:xfrm>
            <a:off x="604883" y="1034378"/>
            <a:ext cx="6280549" cy="558953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Instantiate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Constructor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ToString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__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init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__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self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__str__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4C4382-6508-C8FE-9226-90B3DD641032}"/>
              </a:ext>
            </a:extLst>
          </p:cNvPr>
          <p:cNvSpPr/>
          <p:nvPr/>
        </p:nvSpPr>
        <p:spPr>
          <a:xfrm>
            <a:off x="-383840" y="155968"/>
            <a:ext cx="769904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VOCABULARY TO REMEMBER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DF2185-2444-3B34-8D77-C197EB877E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0" b="640"/>
          <a:stretch>
            <a:fillRect/>
          </a:stretch>
        </p:blipFill>
        <p:spPr>
          <a:xfrm flipH="1">
            <a:off x="8394191" y="3429000"/>
            <a:ext cx="3278463" cy="298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115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5 0.0507 L 0.0095 0.0507 C 0.00833 -0.0368 0.00755 -0.09444 0.00729 -0.19467 C 0.00716 -0.23079 0.00781 -0.26667 0.00794 -0.30278 C 0.00729 -0.32986 0.00794 -0.35717 0.00573 -0.38403 C 0.00442 -0.40116 0.00065 -0.41713 -0.00248 -0.43333 C -0.00625 -0.45301 -0.01211 -0.47708 -0.02045 -0.49213 C -0.02591 -0.50185 -0.05482 -0.53241 -0.06029 -0.53611 C -0.07761 -0.54815 -0.09336 -0.55116 -0.1112 -0.55602 C -0.11602 -0.55463 -0.1211 -0.55532 -0.12552 -0.55208 C -0.13477 -0.54537 -0.14362 -0.53704 -0.1517 -0.52662 C -0.16341 -0.51204 -0.17578 -0.48588 -0.18555 -0.46667 C -0.18776 -0.45648 -0.19024 -0.44653 -0.19219 -0.43611 C -0.1974 -0.40856 -0.2056 -0.35486 -0.20873 -0.32801 C -0.21172 -0.30278 -0.21368 -0.27731 -0.21628 -0.25208 C -0.22071 -0.15972 -0.21966 -0.19884 -0.21771 -0.04815 C -0.21758 -0.03426 -0.21641 -0.02801 -0.21472 -0.01597 C -0.20951 -0.04838 -0.21146 -0.03194 -0.21849 -0.1 C -0.21966 -0.11204 -0.22227 -0.12338 -0.22448 -0.13472 C -0.2362 -0.19375 -0.23464 -0.18796 -0.253 -0.24005 C -0.25365 -0.2419 -0.26771 -0.28032 -0.27175 -0.28796 C -0.2737 -0.29167 -0.27618 -0.29421 -0.27852 -0.29745 C -0.28946 -0.28981 -0.30078 -0.28356 -0.31146 -0.27477 C -0.32591 -0.26296 -0.34375 -0.22292 -0.34974 -0.2081 C -0.35222 -0.20185 -0.35521 -0.19606 -0.35729 -0.18935 C -0.35977 -0.18102 -0.3612 -0.17153 -0.36328 -0.16273 C -0.36446 -0.14838 -0.36576 -0.13472 -0.36628 -0.12014 C -0.36719 -0.08403 -0.36745 -0.04815 -0.36849 -0.01204 C -0.36914 0.01412 -0.36836 0.00857 -0.37071 0.0213 C -0.37344 0.00648 -0.36966 0.02894 -0.36993 -0.01204 C -0.37019 -0.03032 -0.36953 -0.04907 -0.37227 -0.06667 C -0.37396 -0.07755 -0.37878 -0.08611 -0.38269 -0.09467 C -0.39284 -0.11643 -0.40443 -0.13125 -0.41875 -0.14398 C -0.42657 -0.15092 -0.42253 -0.14884 -0.43073 -0.15069 C -0.44427 -0.14977 -0.44584 -0.15393 -0.45469 -0.14398 C -0.45964 -0.13866 -0.46901 -0.12685 -0.46901 -0.12685 C -0.47149 -0.11875 -0.47487 -0.11134 -0.47644 -0.10278 C -0.47696 -0.1 -0.47761 -0.09745 -0.478 -0.09467 C -0.47904 -0.08634 -0.47956 -0.07662 -0.48021 -0.06805 C -0.47943 -0.05301 -0.48008 -0.0375 -0.478 -0.02268 C -0.47748 -0.01921 -0.47696 -0.01574 -0.47644 -0.01204 C -0.47487 0.00139 -0.47448 0.00833 -0.47344 0.02269 C -0.47396 0.0257 -0.47383 0.0294 -0.475 0.03195 C -0.47552 0.0331 -0.47644 0.03102 -0.47722 0.03056 C -0.47852 0.02963 -0.47969 0.0287 -0.48099 0.02801 C -0.48399 0.0213 -0.48828 0.01597 -0.48998 0.00787 C -0.49349 -0.00833 -0.49479 -0.01319 -0.49753 -0.03079 C -0.49857 -0.03819 -0.49948 -0.04583 -0.50052 -0.05347 C -0.49857 -0.07106 -0.49636 -0.10116 -0.49076 -0.11736 C -0.48516 -0.13333 -0.47839 -0.14768 -0.47123 -0.16134 C -0.46654 -0.17037 -0.46159 -0.17963 -0.45547 -0.18542 C -0.45078 -0.18981 -0.44493 -0.18889 -0.43972 -0.19074 C -0.42826 -0.1868 -0.41589 -0.1875 -0.40521 -0.1787 C -0.39987 -0.1743 -0.39714 -0.16296 -0.39466 -0.15347 C -0.38959 -0.13333 -0.38685 -0.09444 -0.38503 -0.07338 C -0.38594 -0.06551 -0.38568 -0.05648 -0.38802 -0.0493 C -0.39453 -0.02963 -0.40313 -0.0338 -0.4142 -0.03217 C -0.44675 -0.0419 -0.45834 -0.03773 -0.48477 -0.07338 C -0.49154 -0.08264 -0.49571 -0.09653 -0.50118 -0.1081 C -0.50378 -0.12222 -0.50808 -0.13588 -0.50873 -0.15069 C -0.51055 -0.19375 -0.50026 -0.21944 -0.4862 -0.25347 C -0.4694 -0.29398 -0.44662 -0.33333 -0.42175 -0.35741 C -0.40795 -0.3706 -0.39271 -0.3794 -0.37748 -0.38542 C -0.36472 -0.39051 -0.35144 -0.38889 -0.33854 -0.39074 C -0.32878 -0.3831 -0.31745 -0.37986 -0.30925 -0.36805 C -0.28464 -0.33287 -0.28425 -0.31458 -0.27552 -0.26944 C -0.27852 -0.24907 -0.27774 -0.22546 -0.28451 -0.2081 C -0.30417 -0.15764 -0.32318 -0.16366 -0.35274 -0.15602 C -0.36823 -0.1662 -0.38711 -0.16667 -0.39922 -0.1868 C -0.41237 -0.20833 -0.42045 -0.24074 -0.42318 -0.27199 C -0.42748 -0.31898 -0.4056 -0.37546 -0.38724 -0.40278 C -0.36602 -0.43426 -0.32552 -0.4588 -0.30026 -0.47083 C -0.28256 -0.47893 -0.2642 -0.4831 -0.24623 -0.48935 L -0.16224 -0.4868 C -0.11055 -0.47731 -0.09909 -0.46319 -0.05573 -0.43079 C -0.04974 -0.41597 -0.04089 -0.40393 -0.03776 -0.3868 C -0.03334 -0.3625 -0.03047 -0.33542 -0.03399 -0.31065 C -0.04466 -0.23518 -0.08073 -0.18565 -0.11875 -0.15602 C -0.13112 -0.1463 -0.14571 -0.15162 -0.15925 -0.1493 C -0.16771 -0.16852 -0.17891 -0.18472 -0.18477 -0.20671 C -0.19375 -0.2412 -0.19961 -0.27847 -0.20274 -0.31597 C -0.20508 -0.34467 -0.20534 -0.37477 -0.20118 -0.40278 C -0.19766 -0.42778 -0.18841 -0.4493 -0.18021 -0.47083 C -0.16302 -0.5162 -0.1487 -0.5375 -0.12019 -0.56134 C -0.11172 -0.56852 -0.07578 -0.58333 -0.06472 -0.58796 C -0.05821 -0.58727 -0.05131 -0.58958 -0.04519 -0.58542 C -0.03555 -0.57893 -0.01407 -0.55185 -0.00326 -0.53866 C 0.00026 -0.52893 0.0039 -0.51921 0.00729 -0.50949 C 0.01041 -0.50023 0.01302 -0.49051 0.01627 -0.48148 C 0.02578 -0.45509 0.01914 -0.48148 0.02669 -0.45347 C 0.02838 -0.44722 0.02968 -0.44097 0.03125 -0.43472 C 0.03242 -0.43032 0.03372 -0.42592 0.03502 -0.4213 C 0.03776 -0.41111 0.03932 -0.39977 0.04323 -0.39074 C 0.04674 -0.38264 0.05039 -0.37477 0.05377 -0.36667 C 0.05638 -0.36065 0.06562 -0.33495 0.06875 -0.33079 C 0.07513 -0.32199 0.08229 -0.31505 0.08971 -0.30949 C 0.09661 -0.30417 0.10416 -0.30185 0.11146 -0.29884 C 0.12304 -0.29398 0.13424 -0.29213 0.14596 -0.28935 C 0.16523 -0.2956 0.18489 -0.29907 0.20377 -0.3081 C 0.24127 -0.32616 0.26302 -0.33217 0.29752 -0.36667 C 0.3289 -0.39838 0.35833 -0.43565 0.38893 -0.46944 C 0.40208 -0.4838 0.41432 -0.50162 0.42877 -0.51065 C 0.44544 -0.5213 0.4625 -0.53102 0.47903 -0.54282 C 0.50494 -0.56111 0.52994 -0.58449 0.55625 -0.60139 C 0.57356 -0.6125 0.57031 -0.6088 0.58476 -0.62407 C 0.58698 -0.62662 0.59153 -0.63194 0.59153 -0.63194 " pathEditMode="relative" ptsTypes="AAAAAAAAAAAAAAAAAAAAAAAAAAAAAAAAAAAAAAAAAAAAAAAAAAAAAAAAAAAAAAAAAAAAAAAAAAAAAAAAAAAAAAAAAAAAAAAAAAAAAAAAAA">
                                      <p:cBhvr>
                                        <p:cTn id="6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33429</TotalTime>
  <Words>1381</Words>
  <Application>Microsoft Office PowerPoint</Application>
  <PresentationFormat>Widescreen</PresentationFormat>
  <Paragraphs>129</Paragraphs>
  <Slides>23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Arial</vt:lpstr>
      <vt:lpstr>Bahnschrift</vt:lpstr>
      <vt:lpstr>Bahnschrift SemiBold</vt:lpstr>
      <vt:lpstr>Cascadia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30</cp:revision>
  <dcterms:created xsi:type="dcterms:W3CDTF">2025-08-11T14:07:39Z</dcterms:created>
  <dcterms:modified xsi:type="dcterms:W3CDTF">2026-02-24T20:37:14Z</dcterms:modified>
</cp:coreProperties>
</file>