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510" r:id="rId5"/>
    <p:sldId id="512" r:id="rId6"/>
    <p:sldId id="513" r:id="rId7"/>
    <p:sldId id="514" r:id="rId8"/>
    <p:sldId id="515" r:id="rId9"/>
    <p:sldId id="516" r:id="rId10"/>
    <p:sldId id="517" r:id="rId11"/>
    <p:sldId id="518" r:id="rId12"/>
    <p:sldId id="519" r:id="rId13"/>
    <p:sldId id="520" r:id="rId14"/>
    <p:sldId id="521" r:id="rId15"/>
    <p:sldId id="522" r:id="rId16"/>
    <p:sldId id="526" r:id="rId17"/>
    <p:sldId id="523" r:id="rId18"/>
    <p:sldId id="524" r:id="rId19"/>
    <p:sldId id="525" r:id="rId20"/>
    <p:sldId id="527" r:id="rId21"/>
    <p:sldId id="528" r:id="rId22"/>
    <p:sldId id="529" r:id="rId23"/>
    <p:sldId id="530" r:id="rId24"/>
    <p:sldId id="531" r:id="rId25"/>
    <p:sldId id="532" r:id="rId26"/>
    <p:sldId id="533" r:id="rId27"/>
    <p:sldId id="534" r:id="rId28"/>
    <p:sldId id="535" r:id="rId29"/>
    <p:sldId id="536" r:id="rId30"/>
    <p:sldId id="537" r:id="rId31"/>
    <p:sldId id="538" r:id="rId32"/>
    <p:sldId id="539" r:id="rId33"/>
    <p:sldId id="540" r:id="rId34"/>
    <p:sldId id="541" r:id="rId35"/>
    <p:sldId id="511" r:id="rId36"/>
    <p:sldId id="45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49107-3EB7-402F-808D-E11BF428B8A9}" v="97" dt="2026-04-15T16:08:08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8" y="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4-15T16:21:56.732" v="9054" actId="20577"/>
      <pc:docMkLst>
        <pc:docMk/>
      </pc:docMkLst>
      <pc:sldChg chg="modSp mod">
        <pc:chgData name="Michael Hill" userId="41dba03d-e58d-4389-9894-554c10310ba4" providerId="ADAL" clId="{EF23FE1D-A042-481E-AFD7-2A9FB0847F54}" dt="2026-04-15T14:46:32.866" v="281" actId="339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4-15T14:46:32.866" v="281" actId="339"/>
          <ac:spMkLst>
            <pc:docMk/>
            <pc:sldMk cId="1878848435" sldId="256"/>
            <ac:spMk id="2" creationId="{643B1DB0-D84C-E48C-E361-40C0C1A87A45}"/>
          </ac:spMkLst>
        </pc:spChg>
        <pc:spChg chg="mod">
          <ac:chgData name="Michael Hill" userId="41dba03d-e58d-4389-9894-554c10310ba4" providerId="ADAL" clId="{EF23FE1D-A042-481E-AFD7-2A9FB0847F54}" dt="2026-04-15T14:42:05.404" v="20" actId="20577"/>
          <ac:spMkLst>
            <pc:docMk/>
            <pc:sldMk cId="1878848435" sldId="256"/>
            <ac:spMk id="4" creationId="{E2B883CE-936E-CB73-2B3E-56A618536A26}"/>
          </ac:spMkLst>
        </pc:spChg>
        <pc:spChg chg="mod">
          <ac:chgData name="Michael Hill" userId="41dba03d-e58d-4389-9894-554c10310ba4" providerId="ADAL" clId="{EF23FE1D-A042-481E-AFD7-2A9FB0847F54}" dt="2026-04-15T14:42:12.364" v="29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4-15T14:42:23.694" v="60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4-15T14:44:29.507" v="273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4-15T14:44:29.507" v="273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4-15T14:48:04.796" v="576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4-15T14:48:04.796" v="576" actId="20577"/>
          <ac:spMkLst>
            <pc:docMk/>
            <pc:sldMk cId="1910594286" sldId="258"/>
            <ac:spMk id="8" creationId="{9D3B4A7A-A70B-0C4A-C7FF-462ADF36D440}"/>
          </ac:spMkLst>
        </pc:spChg>
        <pc:picChg chg="mod">
          <ac:chgData name="Michael Hill" userId="41dba03d-e58d-4389-9894-554c10310ba4" providerId="ADAL" clId="{EF23FE1D-A042-481E-AFD7-2A9FB0847F54}" dt="2026-04-15T14:45:44.604" v="274"/>
          <ac:picMkLst>
            <pc:docMk/>
            <pc:sldMk cId="1910594286" sldId="258"/>
            <ac:picMk id="15" creationId="{0572BAA1-AB30-2A31-99DA-E2636EF78735}"/>
          </ac:picMkLst>
        </pc:picChg>
        <pc:picChg chg="mod">
          <ac:chgData name="Michael Hill" userId="41dba03d-e58d-4389-9894-554c10310ba4" providerId="ADAL" clId="{EF23FE1D-A042-481E-AFD7-2A9FB0847F54}" dt="2026-04-15T14:45:44.604" v="274"/>
          <ac:picMkLst>
            <pc:docMk/>
            <pc:sldMk cId="1910594286" sldId="258"/>
            <ac:picMk id="17" creationId="{F9670370-72F4-78E6-7DE3-64A5614A0062}"/>
          </ac:picMkLst>
        </pc:picChg>
        <pc:picChg chg="mod">
          <ac:chgData name="Michael Hill" userId="41dba03d-e58d-4389-9894-554c10310ba4" providerId="ADAL" clId="{EF23FE1D-A042-481E-AFD7-2A9FB0847F54}" dt="2026-04-15T14:45:44.604" v="274"/>
          <ac:picMkLst>
            <pc:docMk/>
            <pc:sldMk cId="1910594286" sldId="258"/>
            <ac:picMk id="18" creationId="{21F28121-5FF8-B768-E483-38897AA8B765}"/>
          </ac:picMkLst>
        </pc:picChg>
        <pc:picChg chg="mod">
          <ac:chgData name="Michael Hill" userId="41dba03d-e58d-4389-9894-554c10310ba4" providerId="ADAL" clId="{EF23FE1D-A042-481E-AFD7-2A9FB0847F54}" dt="2026-04-15T14:45:44.604" v="274"/>
          <ac:picMkLst>
            <pc:docMk/>
            <pc:sldMk cId="1910594286" sldId="258"/>
            <ac:picMk id="19" creationId="{59044FD4-E5CB-7F72-D4E0-B3FF57F10D64}"/>
          </ac:picMkLst>
        </pc:picChg>
        <pc:picChg chg="mod">
          <ac:chgData name="Michael Hill" userId="41dba03d-e58d-4389-9894-554c10310ba4" providerId="ADAL" clId="{EF23FE1D-A042-481E-AFD7-2A9FB0847F54}" dt="2026-04-15T14:45:44.604" v="274"/>
          <ac:picMkLst>
            <pc:docMk/>
            <pc:sldMk cId="1910594286" sldId="258"/>
            <ac:picMk id="20" creationId="{9103A45C-BE5A-478E-4718-72C97F147BDD}"/>
          </ac:picMkLst>
        </pc:picChg>
      </pc:sldChg>
      <pc:sldChg chg="modSp mod">
        <pc:chgData name="Michael Hill" userId="41dba03d-e58d-4389-9894-554c10310ba4" providerId="ADAL" clId="{EF23FE1D-A042-481E-AFD7-2A9FB0847F54}" dt="2026-04-15T16:21:56.732" v="9054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4-15T16:21:56.732" v="9054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modSp mod">
        <pc:chgData name="Michael Hill" userId="41dba03d-e58d-4389-9894-554c10310ba4" providerId="ADAL" clId="{EF23FE1D-A042-481E-AFD7-2A9FB0847F54}" dt="2026-04-15T14:47:37.335" v="535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4-15T14:47:37.335" v="535" actId="20577"/>
          <ac:spMkLst>
            <pc:docMk/>
            <pc:sldMk cId="1611361129" sldId="510"/>
            <ac:spMk id="8" creationId="{FC7C95A6-B60F-E90A-E986-B69A06E5D254}"/>
          </ac:spMkLst>
        </pc:spChg>
        <pc:picChg chg="mod">
          <ac:chgData name="Michael Hill" userId="41dba03d-e58d-4389-9894-554c10310ba4" providerId="ADAL" clId="{EF23FE1D-A042-481E-AFD7-2A9FB0847F54}" dt="2026-04-15T14:45:53.438" v="275"/>
          <ac:picMkLst>
            <pc:docMk/>
            <pc:sldMk cId="1611361129" sldId="510"/>
            <ac:picMk id="15" creationId="{E64898BC-68D5-FA85-A985-D611F3134279}"/>
          </ac:picMkLst>
        </pc:picChg>
        <pc:picChg chg="mod">
          <ac:chgData name="Michael Hill" userId="41dba03d-e58d-4389-9894-554c10310ba4" providerId="ADAL" clId="{EF23FE1D-A042-481E-AFD7-2A9FB0847F54}" dt="2026-04-15T14:45:53.438" v="275"/>
          <ac:picMkLst>
            <pc:docMk/>
            <pc:sldMk cId="1611361129" sldId="510"/>
            <ac:picMk id="17" creationId="{A7CBC7B5-E24F-C2FC-2737-1E1CAE862E6E}"/>
          </ac:picMkLst>
        </pc:picChg>
        <pc:picChg chg="mod">
          <ac:chgData name="Michael Hill" userId="41dba03d-e58d-4389-9894-554c10310ba4" providerId="ADAL" clId="{EF23FE1D-A042-481E-AFD7-2A9FB0847F54}" dt="2026-04-15T14:45:53.438" v="275"/>
          <ac:picMkLst>
            <pc:docMk/>
            <pc:sldMk cId="1611361129" sldId="510"/>
            <ac:picMk id="18" creationId="{78C312F1-B1FD-81C9-6091-79D6529C4E8D}"/>
          </ac:picMkLst>
        </pc:picChg>
        <pc:picChg chg="mod">
          <ac:chgData name="Michael Hill" userId="41dba03d-e58d-4389-9894-554c10310ba4" providerId="ADAL" clId="{EF23FE1D-A042-481E-AFD7-2A9FB0847F54}" dt="2026-04-15T14:45:53.438" v="275"/>
          <ac:picMkLst>
            <pc:docMk/>
            <pc:sldMk cId="1611361129" sldId="510"/>
            <ac:picMk id="19" creationId="{D661F8E7-2190-003A-6E09-32FEEC9A2B43}"/>
          </ac:picMkLst>
        </pc:picChg>
        <pc:picChg chg="mod">
          <ac:chgData name="Michael Hill" userId="41dba03d-e58d-4389-9894-554c10310ba4" providerId="ADAL" clId="{EF23FE1D-A042-481E-AFD7-2A9FB0847F54}" dt="2026-04-15T14:45:53.438" v="275"/>
          <ac:picMkLst>
            <pc:docMk/>
            <pc:sldMk cId="1611361129" sldId="510"/>
            <ac:picMk id="20" creationId="{33ACC825-3ABA-6D0A-87AB-5D62D3749508}"/>
          </ac:picMkLst>
        </pc:picChg>
      </pc:sldChg>
      <pc:sldChg chg="modSp mod">
        <pc:chgData name="Michael Hill" userId="41dba03d-e58d-4389-9894-554c10310ba4" providerId="ADAL" clId="{EF23FE1D-A042-481E-AFD7-2A9FB0847F54}" dt="2026-04-15T16:18:42.565" v="8958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4-15T16:18:42.565" v="8958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addSp delSp modSp mod modAnim">
        <pc:chgData name="Michael Hill" userId="41dba03d-e58d-4389-9894-554c10310ba4" providerId="ADAL" clId="{EF23FE1D-A042-481E-AFD7-2A9FB0847F54}" dt="2026-04-15T14:51:07.248" v="887" actId="20577"/>
        <pc:sldMkLst>
          <pc:docMk/>
          <pc:sldMk cId="43187991" sldId="512"/>
        </pc:sldMkLst>
        <pc:spChg chg="del mod">
          <ac:chgData name="Michael Hill" userId="41dba03d-e58d-4389-9894-554c10310ba4" providerId="ADAL" clId="{EF23FE1D-A042-481E-AFD7-2A9FB0847F54}" dt="2026-04-15T14:48:45.890" v="584" actId="478"/>
          <ac:spMkLst>
            <pc:docMk/>
            <pc:sldMk cId="43187991" sldId="512"/>
            <ac:spMk id="3" creationId="{376102C7-CD01-B19F-006B-3A0567473691}"/>
          </ac:spMkLst>
        </pc:spChg>
        <pc:spChg chg="mod">
          <ac:chgData name="Michael Hill" userId="41dba03d-e58d-4389-9894-554c10310ba4" providerId="ADAL" clId="{EF23FE1D-A042-481E-AFD7-2A9FB0847F54}" dt="2026-04-15T14:48:25.321" v="581" actId="14100"/>
          <ac:spMkLst>
            <pc:docMk/>
            <pc:sldMk cId="43187991" sldId="512"/>
            <ac:spMk id="5" creationId="{2CF92176-20DF-4CD1-CB88-D8217536AAB9}"/>
          </ac:spMkLst>
        </pc:spChg>
        <pc:spChg chg="add mod">
          <ac:chgData name="Michael Hill" userId="41dba03d-e58d-4389-9894-554c10310ba4" providerId="ADAL" clId="{EF23FE1D-A042-481E-AFD7-2A9FB0847F54}" dt="2026-04-15T14:51:07.248" v="887" actId="20577"/>
          <ac:spMkLst>
            <pc:docMk/>
            <pc:sldMk cId="43187991" sldId="512"/>
            <ac:spMk id="6" creationId="{33E3E6F3-0713-0065-7081-038975B9A21E}"/>
          </ac:spMkLst>
        </pc:spChg>
        <pc:spChg chg="mod">
          <ac:chgData name="Michael Hill" userId="41dba03d-e58d-4389-9894-554c10310ba4" providerId="ADAL" clId="{EF23FE1D-A042-481E-AFD7-2A9FB0847F54}" dt="2026-04-15T14:50:30.405" v="851" actId="115"/>
          <ac:spMkLst>
            <pc:docMk/>
            <pc:sldMk cId="43187991" sldId="512"/>
            <ac:spMk id="8" creationId="{54D4A086-3E84-ADD1-1E1C-EAF7FC879D49}"/>
          </ac:spMkLst>
        </pc:spChg>
        <pc:picChg chg="del">
          <ac:chgData name="Michael Hill" userId="41dba03d-e58d-4389-9894-554c10310ba4" providerId="ADAL" clId="{EF23FE1D-A042-481E-AFD7-2A9FB0847F54}" dt="2026-04-15T14:48:44.298" v="582" actId="478"/>
          <ac:picMkLst>
            <pc:docMk/>
            <pc:sldMk cId="43187991" sldId="512"/>
            <ac:picMk id="2" creationId="{4DF90539-7C10-A67F-866C-F8FAA2E1839C}"/>
          </ac:picMkLst>
        </pc:picChg>
        <pc:cxnChg chg="del">
          <ac:chgData name="Michael Hill" userId="41dba03d-e58d-4389-9894-554c10310ba4" providerId="ADAL" clId="{EF23FE1D-A042-481E-AFD7-2A9FB0847F54}" dt="2026-04-15T14:48:47.051" v="585" actId="478"/>
          <ac:cxnSpMkLst>
            <pc:docMk/>
            <pc:sldMk cId="43187991" sldId="512"/>
            <ac:cxnSpMk id="10" creationId="{A44F50C8-6FCC-0364-59E7-94BAA0BA76C5}"/>
          </ac:cxnSpMkLst>
        </pc:cxn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679975774" sldId="513"/>
        </pc:sldMkLst>
      </pc:sldChg>
      <pc:sldChg chg="addSp delSp modSp add mod delAnim">
        <pc:chgData name="Michael Hill" userId="41dba03d-e58d-4389-9894-554c10310ba4" providerId="ADAL" clId="{EF23FE1D-A042-481E-AFD7-2A9FB0847F54}" dt="2026-04-15T14:52:46.807" v="1089" actId="1076"/>
        <pc:sldMkLst>
          <pc:docMk/>
          <pc:sldMk cId="2844221437" sldId="513"/>
        </pc:sldMkLst>
        <pc:spChg chg="add">
          <ac:chgData name="Michael Hill" userId="41dba03d-e58d-4389-9894-554c10310ba4" providerId="ADAL" clId="{EF23FE1D-A042-481E-AFD7-2A9FB0847F54}" dt="2026-04-15T14:52:38.348" v="1086"/>
          <ac:spMkLst>
            <pc:docMk/>
            <pc:sldMk cId="2844221437" sldId="513"/>
            <ac:spMk id="2" creationId="{117E2C4C-9F0F-7BF1-DD24-BDF2D10338F9}"/>
          </ac:spMkLst>
        </pc:spChg>
        <pc:spChg chg="del">
          <ac:chgData name="Michael Hill" userId="41dba03d-e58d-4389-9894-554c10310ba4" providerId="ADAL" clId="{EF23FE1D-A042-481E-AFD7-2A9FB0847F54}" dt="2026-04-15T14:51:13.619" v="889" actId="478"/>
          <ac:spMkLst>
            <pc:docMk/>
            <pc:sldMk cId="2844221437" sldId="513"/>
            <ac:spMk id="6" creationId="{7E4F170D-CA6A-7F1D-DAD7-208C5DC071A6}"/>
          </ac:spMkLst>
        </pc:spChg>
        <pc:spChg chg="mod">
          <ac:chgData name="Michael Hill" userId="41dba03d-e58d-4389-9894-554c10310ba4" providerId="ADAL" clId="{EF23FE1D-A042-481E-AFD7-2A9FB0847F54}" dt="2026-04-15T14:51:46.546" v="1085" actId="20577"/>
          <ac:spMkLst>
            <pc:docMk/>
            <pc:sldMk cId="2844221437" sldId="513"/>
            <ac:spMk id="8" creationId="{028868F8-261A-0953-7982-20E0EB4DBA0D}"/>
          </ac:spMkLst>
        </pc:spChg>
        <pc:picChg chg="add mod">
          <ac:chgData name="Michael Hill" userId="41dba03d-e58d-4389-9894-554c10310ba4" providerId="ADAL" clId="{EF23FE1D-A042-481E-AFD7-2A9FB0847F54}" dt="2026-04-15T14:52:46.807" v="1089" actId="1076"/>
          <ac:picMkLst>
            <pc:docMk/>
            <pc:sldMk cId="2844221437" sldId="513"/>
            <ac:picMk id="1028" creationId="{118E67AA-B21E-CECA-54C3-326E4EDB0883}"/>
          </ac:picMkLst>
        </pc:picChg>
      </pc:sldChg>
      <pc:sldChg chg="delSp modSp add mod">
        <pc:chgData name="Michael Hill" userId="41dba03d-e58d-4389-9894-554c10310ba4" providerId="ADAL" clId="{EF23FE1D-A042-481E-AFD7-2A9FB0847F54}" dt="2026-04-15T14:53:36.699" v="1277" actId="115"/>
        <pc:sldMkLst>
          <pc:docMk/>
          <pc:sldMk cId="1080464476" sldId="514"/>
        </pc:sldMkLst>
        <pc:spChg chg="mod">
          <ac:chgData name="Michael Hill" userId="41dba03d-e58d-4389-9894-554c10310ba4" providerId="ADAL" clId="{EF23FE1D-A042-481E-AFD7-2A9FB0847F54}" dt="2026-04-15T14:53:36.699" v="1277" actId="115"/>
          <ac:spMkLst>
            <pc:docMk/>
            <pc:sldMk cId="1080464476" sldId="514"/>
            <ac:spMk id="8" creationId="{29587687-2750-2123-2A78-D61C0429A5C5}"/>
          </ac:spMkLst>
        </pc:spChg>
        <pc:picChg chg="del">
          <ac:chgData name="Michael Hill" userId="41dba03d-e58d-4389-9894-554c10310ba4" providerId="ADAL" clId="{EF23FE1D-A042-481E-AFD7-2A9FB0847F54}" dt="2026-04-15T14:52:49.186" v="1091" actId="478"/>
          <ac:picMkLst>
            <pc:docMk/>
            <pc:sldMk cId="1080464476" sldId="514"/>
            <ac:picMk id="1028" creationId="{F9FEED2F-F636-8461-47C2-D950B812FBAB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807940146" sldId="514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765211665" sldId="515"/>
        </pc:sldMkLst>
      </pc:sldChg>
      <pc:sldChg chg="addSp modSp add mod">
        <pc:chgData name="Michael Hill" userId="41dba03d-e58d-4389-9894-554c10310ba4" providerId="ADAL" clId="{EF23FE1D-A042-481E-AFD7-2A9FB0847F54}" dt="2026-04-15T14:56:05.776" v="1648" actId="1076"/>
        <pc:sldMkLst>
          <pc:docMk/>
          <pc:sldMk cId="801702804" sldId="515"/>
        </pc:sldMkLst>
        <pc:spChg chg="mod">
          <ac:chgData name="Michael Hill" userId="41dba03d-e58d-4389-9894-554c10310ba4" providerId="ADAL" clId="{EF23FE1D-A042-481E-AFD7-2A9FB0847F54}" dt="2026-04-15T14:55:14.257" v="1632" actId="115"/>
          <ac:spMkLst>
            <pc:docMk/>
            <pc:sldMk cId="801702804" sldId="515"/>
            <ac:spMk id="8" creationId="{3E261744-3E7F-DE73-4C9C-D24C2CC9F93E}"/>
          </ac:spMkLst>
        </pc:spChg>
        <pc:picChg chg="add mod">
          <ac:chgData name="Michael Hill" userId="41dba03d-e58d-4389-9894-554c10310ba4" providerId="ADAL" clId="{EF23FE1D-A042-481E-AFD7-2A9FB0847F54}" dt="2026-04-15T14:55:42.002" v="1642" actId="1076"/>
          <ac:picMkLst>
            <pc:docMk/>
            <pc:sldMk cId="801702804" sldId="515"/>
            <ac:picMk id="2050" creationId="{241D8791-F431-38D3-8DC6-0463E70DA27B}"/>
          </ac:picMkLst>
        </pc:picChg>
        <pc:picChg chg="add mod">
          <ac:chgData name="Michael Hill" userId="41dba03d-e58d-4389-9894-554c10310ba4" providerId="ADAL" clId="{EF23FE1D-A042-481E-AFD7-2A9FB0847F54}" dt="2026-04-15T14:55:54.439" v="1645" actId="1076"/>
          <ac:picMkLst>
            <pc:docMk/>
            <pc:sldMk cId="801702804" sldId="515"/>
            <ac:picMk id="2052" creationId="{27A5EE30-FE12-45A4-429C-88AB2D0B3DA2}"/>
          </ac:picMkLst>
        </pc:picChg>
        <pc:picChg chg="add mod">
          <ac:chgData name="Michael Hill" userId="41dba03d-e58d-4389-9894-554c10310ba4" providerId="ADAL" clId="{EF23FE1D-A042-481E-AFD7-2A9FB0847F54}" dt="2026-04-15T14:56:05.776" v="1648" actId="1076"/>
          <ac:picMkLst>
            <pc:docMk/>
            <pc:sldMk cId="801702804" sldId="515"/>
            <ac:picMk id="2054" creationId="{2313067E-4AAA-25FD-E80E-F492F85BB73A}"/>
          </ac:picMkLst>
        </pc:picChg>
      </pc:sldChg>
      <pc:sldChg chg="addSp modSp add mod">
        <pc:chgData name="Michael Hill" userId="41dba03d-e58d-4389-9894-554c10310ba4" providerId="ADAL" clId="{EF23FE1D-A042-481E-AFD7-2A9FB0847F54}" dt="2026-04-15T15:01:45.145" v="1875" actId="1076"/>
        <pc:sldMkLst>
          <pc:docMk/>
          <pc:sldMk cId="1872490283" sldId="516"/>
        </pc:sldMkLst>
        <pc:spChg chg="mod">
          <ac:chgData name="Michael Hill" userId="41dba03d-e58d-4389-9894-554c10310ba4" providerId="ADAL" clId="{EF23FE1D-A042-481E-AFD7-2A9FB0847F54}" dt="2026-04-15T15:01:24.171" v="1872" actId="20577"/>
          <ac:spMkLst>
            <pc:docMk/>
            <pc:sldMk cId="1872490283" sldId="516"/>
            <ac:spMk id="8" creationId="{C02679C3-30F8-70B2-FEDB-30986ED616EF}"/>
          </ac:spMkLst>
        </pc:spChg>
        <pc:picChg chg="add mod">
          <ac:chgData name="Michael Hill" userId="41dba03d-e58d-4389-9894-554c10310ba4" providerId="ADAL" clId="{EF23FE1D-A042-481E-AFD7-2A9FB0847F54}" dt="2026-04-15T15:01:45.145" v="1875" actId="1076"/>
          <ac:picMkLst>
            <pc:docMk/>
            <pc:sldMk cId="1872490283" sldId="516"/>
            <ac:picMk id="3074" creationId="{96A0B3C3-ACD3-2F95-3CE7-6603CBDE56B3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846555333" sldId="516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646131093" sldId="517"/>
        </pc:sldMkLst>
      </pc:sldChg>
      <pc:sldChg chg="delSp modSp add mod">
        <pc:chgData name="Michael Hill" userId="41dba03d-e58d-4389-9894-554c10310ba4" providerId="ADAL" clId="{EF23FE1D-A042-481E-AFD7-2A9FB0847F54}" dt="2026-04-15T15:03:18.016" v="2004" actId="20577"/>
        <pc:sldMkLst>
          <pc:docMk/>
          <pc:sldMk cId="3548718218" sldId="517"/>
        </pc:sldMkLst>
        <pc:spChg chg="mod">
          <ac:chgData name="Michael Hill" userId="41dba03d-e58d-4389-9894-554c10310ba4" providerId="ADAL" clId="{EF23FE1D-A042-481E-AFD7-2A9FB0847F54}" dt="2026-04-15T15:03:18.016" v="2004" actId="20577"/>
          <ac:spMkLst>
            <pc:docMk/>
            <pc:sldMk cId="3548718218" sldId="517"/>
            <ac:spMk id="8" creationId="{14ADEE9E-FA10-4F64-5102-963A250BF001}"/>
          </ac:spMkLst>
        </pc:spChg>
        <pc:picChg chg="del">
          <ac:chgData name="Michael Hill" userId="41dba03d-e58d-4389-9894-554c10310ba4" providerId="ADAL" clId="{EF23FE1D-A042-481E-AFD7-2A9FB0847F54}" dt="2026-04-15T15:02:40.792" v="1877" actId="478"/>
          <ac:picMkLst>
            <pc:docMk/>
            <pc:sldMk cId="3548718218" sldId="517"/>
            <ac:picMk id="3074" creationId="{01EC059B-07D3-D8F1-9D03-B4E20ADB411C}"/>
          </ac:picMkLst>
        </pc:picChg>
      </pc:sldChg>
      <pc:sldChg chg="modSp add mod">
        <pc:chgData name="Michael Hill" userId="41dba03d-e58d-4389-9894-554c10310ba4" providerId="ADAL" clId="{EF23FE1D-A042-481E-AFD7-2A9FB0847F54}" dt="2026-04-15T15:11:05.217" v="2216" actId="115"/>
        <pc:sldMkLst>
          <pc:docMk/>
          <pc:sldMk cId="2881957481" sldId="518"/>
        </pc:sldMkLst>
        <pc:spChg chg="mod">
          <ac:chgData name="Michael Hill" userId="41dba03d-e58d-4389-9894-554c10310ba4" providerId="ADAL" clId="{EF23FE1D-A042-481E-AFD7-2A9FB0847F54}" dt="2026-04-15T15:05:49.854" v="2019" actId="1076"/>
          <ac:spMkLst>
            <pc:docMk/>
            <pc:sldMk cId="2881957481" sldId="518"/>
            <ac:spMk id="5" creationId="{3AB7F979-DBA1-4FA6-9DDF-DFD7F13A1849}"/>
          </ac:spMkLst>
        </pc:spChg>
        <pc:spChg chg="mod">
          <ac:chgData name="Michael Hill" userId="41dba03d-e58d-4389-9894-554c10310ba4" providerId="ADAL" clId="{EF23FE1D-A042-481E-AFD7-2A9FB0847F54}" dt="2026-04-15T15:11:05.217" v="2216" actId="115"/>
          <ac:spMkLst>
            <pc:docMk/>
            <pc:sldMk cId="2881957481" sldId="518"/>
            <ac:spMk id="8" creationId="{BE5116DD-866C-DB2C-7AB1-CE81D2F20382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806921297" sldId="518"/>
        </pc:sldMkLst>
      </pc:sldChg>
      <pc:sldChg chg="addSp modSp add mod">
        <pc:chgData name="Michael Hill" userId="41dba03d-e58d-4389-9894-554c10310ba4" providerId="ADAL" clId="{EF23FE1D-A042-481E-AFD7-2A9FB0847F54}" dt="2026-04-15T15:13:29.015" v="2517" actId="115"/>
        <pc:sldMkLst>
          <pc:docMk/>
          <pc:sldMk cId="400076153" sldId="519"/>
        </pc:sldMkLst>
        <pc:spChg chg="mod">
          <ac:chgData name="Michael Hill" userId="41dba03d-e58d-4389-9894-554c10310ba4" providerId="ADAL" clId="{EF23FE1D-A042-481E-AFD7-2A9FB0847F54}" dt="2026-04-15T15:11:12.813" v="2224" actId="1076"/>
          <ac:spMkLst>
            <pc:docMk/>
            <pc:sldMk cId="400076153" sldId="519"/>
            <ac:spMk id="5" creationId="{1643BF98-072F-E6CB-29E8-8B6586E758EF}"/>
          </ac:spMkLst>
        </pc:spChg>
        <pc:spChg chg="mod">
          <ac:chgData name="Michael Hill" userId="41dba03d-e58d-4389-9894-554c10310ba4" providerId="ADAL" clId="{EF23FE1D-A042-481E-AFD7-2A9FB0847F54}" dt="2026-04-15T15:13:29.015" v="2517" actId="115"/>
          <ac:spMkLst>
            <pc:docMk/>
            <pc:sldMk cId="400076153" sldId="519"/>
            <ac:spMk id="8" creationId="{2F831E39-8C5A-27AD-C409-3864DBC1B458}"/>
          </ac:spMkLst>
        </pc:spChg>
        <pc:picChg chg="add mod">
          <ac:chgData name="Michael Hill" userId="41dba03d-e58d-4389-9894-554c10310ba4" providerId="ADAL" clId="{EF23FE1D-A042-481E-AFD7-2A9FB0847F54}" dt="2026-04-15T15:13:16.378" v="2512" actId="1076"/>
          <ac:picMkLst>
            <pc:docMk/>
            <pc:sldMk cId="400076153" sldId="519"/>
            <ac:picMk id="4098" creationId="{2E0CE126-CAE6-F8E5-FB1B-D307B445360A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819570854" sldId="519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767175639" sldId="520"/>
        </pc:sldMkLst>
      </pc:sldChg>
      <pc:sldChg chg="delSp modSp add mod">
        <pc:chgData name="Michael Hill" userId="41dba03d-e58d-4389-9894-554c10310ba4" providerId="ADAL" clId="{EF23FE1D-A042-481E-AFD7-2A9FB0847F54}" dt="2026-04-15T15:20:52.222" v="2959" actId="115"/>
        <pc:sldMkLst>
          <pc:docMk/>
          <pc:sldMk cId="1848632668" sldId="520"/>
        </pc:sldMkLst>
        <pc:spChg chg="mod">
          <ac:chgData name="Michael Hill" userId="41dba03d-e58d-4389-9894-554c10310ba4" providerId="ADAL" clId="{EF23FE1D-A042-481E-AFD7-2A9FB0847F54}" dt="2026-04-15T15:13:58.946" v="2527" actId="14100"/>
          <ac:spMkLst>
            <pc:docMk/>
            <pc:sldMk cId="1848632668" sldId="520"/>
            <ac:spMk id="5" creationId="{011A1419-C281-309D-864D-07E520005031}"/>
          </ac:spMkLst>
        </pc:spChg>
        <pc:spChg chg="mod">
          <ac:chgData name="Michael Hill" userId="41dba03d-e58d-4389-9894-554c10310ba4" providerId="ADAL" clId="{EF23FE1D-A042-481E-AFD7-2A9FB0847F54}" dt="2026-04-15T15:20:52.222" v="2959" actId="115"/>
          <ac:spMkLst>
            <pc:docMk/>
            <pc:sldMk cId="1848632668" sldId="520"/>
            <ac:spMk id="8" creationId="{CFE5B7B1-7BE9-EF77-6B0D-E0A5141CC01F}"/>
          </ac:spMkLst>
        </pc:spChg>
        <pc:picChg chg="del">
          <ac:chgData name="Michael Hill" userId="41dba03d-e58d-4389-9894-554c10310ba4" providerId="ADAL" clId="{EF23FE1D-A042-481E-AFD7-2A9FB0847F54}" dt="2026-04-15T15:14:59.587" v="2878" actId="478"/>
          <ac:picMkLst>
            <pc:docMk/>
            <pc:sldMk cId="1848632668" sldId="520"/>
            <ac:picMk id="4098" creationId="{530668BD-FE9B-13B0-92E3-9E155060F946}"/>
          </ac:picMkLst>
        </pc:picChg>
      </pc:sldChg>
      <pc:sldChg chg="addSp modSp add mod">
        <pc:chgData name="Michael Hill" userId="41dba03d-e58d-4389-9894-554c10310ba4" providerId="ADAL" clId="{EF23FE1D-A042-481E-AFD7-2A9FB0847F54}" dt="2026-04-15T15:22:39.192" v="3073" actId="115"/>
        <pc:sldMkLst>
          <pc:docMk/>
          <pc:sldMk cId="1570565556" sldId="521"/>
        </pc:sldMkLst>
        <pc:spChg chg="mod">
          <ac:chgData name="Michael Hill" userId="41dba03d-e58d-4389-9894-554c10310ba4" providerId="ADAL" clId="{EF23FE1D-A042-481E-AFD7-2A9FB0847F54}" dt="2026-04-15T15:22:39.192" v="3073" actId="115"/>
          <ac:spMkLst>
            <pc:docMk/>
            <pc:sldMk cId="1570565556" sldId="521"/>
            <ac:spMk id="8" creationId="{35160061-BC79-5DE5-B4DA-03D1729E8A38}"/>
          </ac:spMkLst>
        </pc:spChg>
        <pc:picChg chg="add mod">
          <ac:chgData name="Michael Hill" userId="41dba03d-e58d-4389-9894-554c10310ba4" providerId="ADAL" clId="{EF23FE1D-A042-481E-AFD7-2A9FB0847F54}" dt="2026-04-15T15:21:57.911" v="2965" actId="1076"/>
          <ac:picMkLst>
            <pc:docMk/>
            <pc:sldMk cId="1570565556" sldId="521"/>
            <ac:picMk id="5122" creationId="{AEF8258B-5E4B-FED1-6477-66C694A3432C}"/>
          </ac:picMkLst>
        </pc:picChg>
        <pc:picChg chg="add mod">
          <ac:chgData name="Michael Hill" userId="41dba03d-e58d-4389-9894-554c10310ba4" providerId="ADAL" clId="{EF23FE1D-A042-481E-AFD7-2A9FB0847F54}" dt="2026-04-15T15:22:06.175" v="2969" actId="1076"/>
          <ac:picMkLst>
            <pc:docMk/>
            <pc:sldMk cId="1570565556" sldId="521"/>
            <ac:picMk id="5124" creationId="{0BF86276-0F30-5CEE-70B1-4D1566C3F736}"/>
          </ac:picMkLst>
        </pc:picChg>
        <pc:picChg chg="add mod">
          <ac:chgData name="Michael Hill" userId="41dba03d-e58d-4389-9894-554c10310ba4" providerId="ADAL" clId="{EF23FE1D-A042-481E-AFD7-2A9FB0847F54}" dt="2026-04-15T15:22:12.944" v="2973" actId="1076"/>
          <ac:picMkLst>
            <pc:docMk/>
            <pc:sldMk cId="1570565556" sldId="521"/>
            <ac:picMk id="5126" creationId="{C9F6B78D-9F1E-D7D8-E08A-ED4656ED8865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494732585" sldId="521"/>
        </pc:sldMkLst>
      </pc:sldChg>
      <pc:sldChg chg="addSp delSp modSp add mod">
        <pc:chgData name="Michael Hill" userId="41dba03d-e58d-4389-9894-554c10310ba4" providerId="ADAL" clId="{EF23FE1D-A042-481E-AFD7-2A9FB0847F54}" dt="2026-04-15T15:29:55.893" v="4031" actId="1076"/>
        <pc:sldMkLst>
          <pc:docMk/>
          <pc:sldMk cId="1110646385" sldId="522"/>
        </pc:sldMkLst>
        <pc:spChg chg="mod">
          <ac:chgData name="Michael Hill" userId="41dba03d-e58d-4389-9894-554c10310ba4" providerId="ADAL" clId="{EF23FE1D-A042-481E-AFD7-2A9FB0847F54}" dt="2026-04-15T15:22:59.500" v="3108" actId="20577"/>
          <ac:spMkLst>
            <pc:docMk/>
            <pc:sldMk cId="1110646385" sldId="522"/>
            <ac:spMk id="5" creationId="{B4B60E46-AC33-1FA4-218E-6A5CF9A511A9}"/>
          </ac:spMkLst>
        </pc:spChg>
        <pc:spChg chg="mod">
          <ac:chgData name="Michael Hill" userId="41dba03d-e58d-4389-9894-554c10310ba4" providerId="ADAL" clId="{EF23FE1D-A042-481E-AFD7-2A9FB0847F54}" dt="2026-04-15T15:29:28.981" v="4028" actId="20577"/>
          <ac:spMkLst>
            <pc:docMk/>
            <pc:sldMk cId="1110646385" sldId="522"/>
            <ac:spMk id="8" creationId="{8E537852-E2E2-D24B-7787-11810BAD4AF4}"/>
          </ac:spMkLst>
        </pc:spChg>
        <pc:picChg chg="del">
          <ac:chgData name="Michael Hill" userId="41dba03d-e58d-4389-9894-554c10310ba4" providerId="ADAL" clId="{EF23FE1D-A042-481E-AFD7-2A9FB0847F54}" dt="2026-04-15T15:23:12.886" v="3111" actId="478"/>
          <ac:picMkLst>
            <pc:docMk/>
            <pc:sldMk cId="1110646385" sldId="522"/>
            <ac:picMk id="5122" creationId="{631C2EC8-091A-5121-C6F1-68176371D7ED}"/>
          </ac:picMkLst>
        </pc:picChg>
        <pc:picChg chg="del">
          <ac:chgData name="Michael Hill" userId="41dba03d-e58d-4389-9894-554c10310ba4" providerId="ADAL" clId="{EF23FE1D-A042-481E-AFD7-2A9FB0847F54}" dt="2026-04-15T15:23:12.101" v="3109" actId="478"/>
          <ac:picMkLst>
            <pc:docMk/>
            <pc:sldMk cId="1110646385" sldId="522"/>
            <ac:picMk id="5124" creationId="{E310301F-B517-ECBD-088E-24EF07177178}"/>
          </ac:picMkLst>
        </pc:picChg>
        <pc:picChg chg="del">
          <ac:chgData name="Michael Hill" userId="41dba03d-e58d-4389-9894-554c10310ba4" providerId="ADAL" clId="{EF23FE1D-A042-481E-AFD7-2A9FB0847F54}" dt="2026-04-15T15:23:12.549" v="3110" actId="478"/>
          <ac:picMkLst>
            <pc:docMk/>
            <pc:sldMk cId="1110646385" sldId="522"/>
            <ac:picMk id="5126" creationId="{AC8B75E7-0625-5122-0BF3-474857650974}"/>
          </ac:picMkLst>
        </pc:picChg>
        <pc:picChg chg="add mod">
          <ac:chgData name="Michael Hill" userId="41dba03d-e58d-4389-9894-554c10310ba4" providerId="ADAL" clId="{EF23FE1D-A042-481E-AFD7-2A9FB0847F54}" dt="2026-04-15T15:29:55.893" v="4031" actId="1076"/>
          <ac:picMkLst>
            <pc:docMk/>
            <pc:sldMk cId="1110646385" sldId="522"/>
            <ac:picMk id="6146" creationId="{184166B2-FA4C-8B95-9D9B-8C263A1E219E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1787164554" sldId="522"/>
        </pc:sldMkLst>
      </pc:sldChg>
      <pc:sldChg chg="modSp add mod">
        <pc:chgData name="Michael Hill" userId="41dba03d-e58d-4389-9894-554c10310ba4" providerId="ADAL" clId="{EF23FE1D-A042-481E-AFD7-2A9FB0847F54}" dt="2026-04-15T15:27:47.433" v="3750" actId="115"/>
        <pc:sldMkLst>
          <pc:docMk/>
          <pc:sldMk cId="1092232446" sldId="523"/>
        </pc:sldMkLst>
        <pc:spChg chg="mod">
          <ac:chgData name="Michael Hill" userId="41dba03d-e58d-4389-9894-554c10310ba4" providerId="ADAL" clId="{EF23FE1D-A042-481E-AFD7-2A9FB0847F54}" dt="2026-04-15T15:27:47.433" v="3750" actId="115"/>
          <ac:spMkLst>
            <pc:docMk/>
            <pc:sldMk cId="1092232446" sldId="523"/>
            <ac:spMk id="8" creationId="{847C7BCF-6B32-93C7-4B34-80135DE67A17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997551615" sldId="523"/>
        </pc:sldMkLst>
      </pc:sldChg>
      <pc:sldChg chg="modSp add mod">
        <pc:chgData name="Michael Hill" userId="41dba03d-e58d-4389-9894-554c10310ba4" providerId="ADAL" clId="{EF23FE1D-A042-481E-AFD7-2A9FB0847F54}" dt="2026-04-15T15:29:04.538" v="3954" actId="115"/>
        <pc:sldMkLst>
          <pc:docMk/>
          <pc:sldMk cId="465763105" sldId="524"/>
        </pc:sldMkLst>
        <pc:spChg chg="mod">
          <ac:chgData name="Michael Hill" userId="41dba03d-e58d-4389-9894-554c10310ba4" providerId="ADAL" clId="{EF23FE1D-A042-481E-AFD7-2A9FB0847F54}" dt="2026-04-15T15:29:04.538" v="3954" actId="115"/>
          <ac:spMkLst>
            <pc:docMk/>
            <pc:sldMk cId="465763105" sldId="524"/>
            <ac:spMk id="8" creationId="{28E11F9B-A73B-48A0-ED88-3C9E43C614ED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1972683732" sldId="524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1347054751" sldId="525"/>
        </pc:sldMkLst>
      </pc:sldChg>
      <pc:sldChg chg="modSp add mod">
        <pc:chgData name="Michael Hill" userId="41dba03d-e58d-4389-9894-554c10310ba4" providerId="ADAL" clId="{EF23FE1D-A042-481E-AFD7-2A9FB0847F54}" dt="2026-04-15T15:30:07.544" v="4097" actId="20577"/>
        <pc:sldMkLst>
          <pc:docMk/>
          <pc:sldMk cId="1722082198" sldId="525"/>
        </pc:sldMkLst>
        <pc:spChg chg="mod">
          <ac:chgData name="Michael Hill" userId="41dba03d-e58d-4389-9894-554c10310ba4" providerId="ADAL" clId="{EF23FE1D-A042-481E-AFD7-2A9FB0847F54}" dt="2026-04-15T15:29:16.574" v="3962" actId="14100"/>
          <ac:spMkLst>
            <pc:docMk/>
            <pc:sldMk cId="1722082198" sldId="525"/>
            <ac:spMk id="5" creationId="{A4594211-9C4B-5084-3E64-21E6E308C174}"/>
          </ac:spMkLst>
        </pc:spChg>
        <pc:spChg chg="mod">
          <ac:chgData name="Michael Hill" userId="41dba03d-e58d-4389-9894-554c10310ba4" providerId="ADAL" clId="{EF23FE1D-A042-481E-AFD7-2A9FB0847F54}" dt="2026-04-15T15:30:07.544" v="4097" actId="20577"/>
          <ac:spMkLst>
            <pc:docMk/>
            <pc:sldMk cId="1722082198" sldId="525"/>
            <ac:spMk id="8" creationId="{8AABA693-5CC9-CF68-56A0-0548E39A5A13}"/>
          </ac:spMkLst>
        </pc:spChg>
      </pc:sldChg>
      <pc:sldChg chg="add">
        <pc:chgData name="Michael Hill" userId="41dba03d-e58d-4389-9894-554c10310ba4" providerId="ADAL" clId="{EF23FE1D-A042-481E-AFD7-2A9FB0847F54}" dt="2026-04-15T15:29:20.379" v="3963" actId="2890"/>
        <pc:sldMkLst>
          <pc:docMk/>
          <pc:sldMk cId="693385373" sldId="526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871986933" sldId="526"/>
        </pc:sldMkLst>
      </pc:sldChg>
      <pc:sldChg chg="modSp add mod">
        <pc:chgData name="Michael Hill" userId="41dba03d-e58d-4389-9894-554c10310ba4" providerId="ADAL" clId="{EF23FE1D-A042-481E-AFD7-2A9FB0847F54}" dt="2026-04-15T15:36:58.112" v="4660" actId="115"/>
        <pc:sldMkLst>
          <pc:docMk/>
          <pc:sldMk cId="1699106576" sldId="527"/>
        </pc:sldMkLst>
        <pc:spChg chg="mod">
          <ac:chgData name="Michael Hill" userId="41dba03d-e58d-4389-9894-554c10310ba4" providerId="ADAL" clId="{EF23FE1D-A042-481E-AFD7-2A9FB0847F54}" dt="2026-04-15T15:36:58.112" v="4660" actId="115"/>
          <ac:spMkLst>
            <pc:docMk/>
            <pc:sldMk cId="1699106576" sldId="527"/>
            <ac:spMk id="8" creationId="{FD615EDF-C7E2-0229-D2BB-3F3656111812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420578206" sldId="527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055752723" sldId="528"/>
        </pc:sldMkLst>
      </pc:sldChg>
      <pc:sldChg chg="modSp add mod">
        <pc:chgData name="Michael Hill" userId="41dba03d-e58d-4389-9894-554c10310ba4" providerId="ADAL" clId="{EF23FE1D-A042-481E-AFD7-2A9FB0847F54}" dt="2026-04-15T15:42:11.141" v="4899" actId="115"/>
        <pc:sldMkLst>
          <pc:docMk/>
          <pc:sldMk cId="3299374814" sldId="528"/>
        </pc:sldMkLst>
        <pc:spChg chg="mod">
          <ac:chgData name="Michael Hill" userId="41dba03d-e58d-4389-9894-554c10310ba4" providerId="ADAL" clId="{EF23FE1D-A042-481E-AFD7-2A9FB0847F54}" dt="2026-04-15T15:42:11.141" v="4899" actId="115"/>
          <ac:spMkLst>
            <pc:docMk/>
            <pc:sldMk cId="3299374814" sldId="528"/>
            <ac:spMk id="8" creationId="{CFEF6A27-AE7F-755C-86FB-BDB710A4A937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166172788" sldId="529"/>
        </pc:sldMkLst>
      </pc:sldChg>
      <pc:sldChg chg="addSp delSp modSp add mod">
        <pc:chgData name="Michael Hill" userId="41dba03d-e58d-4389-9894-554c10310ba4" providerId="ADAL" clId="{EF23FE1D-A042-481E-AFD7-2A9FB0847F54}" dt="2026-04-15T15:50:39.929" v="5246" actId="1076"/>
        <pc:sldMkLst>
          <pc:docMk/>
          <pc:sldMk cId="3776134180" sldId="529"/>
        </pc:sldMkLst>
        <pc:spChg chg="add mod">
          <ac:chgData name="Michael Hill" userId="41dba03d-e58d-4389-9894-554c10310ba4" providerId="ADAL" clId="{EF23FE1D-A042-481E-AFD7-2A9FB0847F54}" dt="2026-04-15T15:50:39.929" v="5246" actId="1076"/>
          <ac:spMkLst>
            <pc:docMk/>
            <pc:sldMk cId="3776134180" sldId="529"/>
            <ac:spMk id="3" creationId="{B717591B-FBC9-EBBF-6036-206829C3D3C9}"/>
          </ac:spMkLst>
        </pc:spChg>
        <pc:spChg chg="mod">
          <ac:chgData name="Michael Hill" userId="41dba03d-e58d-4389-9894-554c10310ba4" providerId="ADAL" clId="{EF23FE1D-A042-481E-AFD7-2A9FB0847F54}" dt="2026-04-15T15:43:08.305" v="4935" actId="1076"/>
          <ac:spMkLst>
            <pc:docMk/>
            <pc:sldMk cId="3776134180" sldId="529"/>
            <ac:spMk id="5" creationId="{8A6A8D48-A154-3305-2D72-0B750D62DA0C}"/>
          </ac:spMkLst>
        </pc:spChg>
        <pc:spChg chg="add mod">
          <ac:chgData name="Michael Hill" userId="41dba03d-e58d-4389-9894-554c10310ba4" providerId="ADAL" clId="{EF23FE1D-A042-481E-AFD7-2A9FB0847F54}" dt="2026-04-15T15:50:39.929" v="5246" actId="1076"/>
          <ac:spMkLst>
            <pc:docMk/>
            <pc:sldMk cId="3776134180" sldId="529"/>
            <ac:spMk id="6" creationId="{8224B1E5-D3E6-BF55-F58D-1591C198EDB2}"/>
          </ac:spMkLst>
        </pc:spChg>
        <pc:spChg chg="mod">
          <ac:chgData name="Michael Hill" userId="41dba03d-e58d-4389-9894-554c10310ba4" providerId="ADAL" clId="{EF23FE1D-A042-481E-AFD7-2A9FB0847F54}" dt="2026-04-15T15:50:24.373" v="5245" actId="20577"/>
          <ac:spMkLst>
            <pc:docMk/>
            <pc:sldMk cId="3776134180" sldId="529"/>
            <ac:spMk id="8" creationId="{F6945227-9836-2124-4F6A-0582EEAC10DC}"/>
          </ac:spMkLst>
        </pc:spChg>
        <pc:spChg chg="add mod">
          <ac:chgData name="Michael Hill" userId="41dba03d-e58d-4389-9894-554c10310ba4" providerId="ADAL" clId="{EF23FE1D-A042-481E-AFD7-2A9FB0847F54}" dt="2026-04-15T15:50:39.929" v="5246" actId="1076"/>
          <ac:spMkLst>
            <pc:docMk/>
            <pc:sldMk cId="3776134180" sldId="529"/>
            <ac:spMk id="10" creationId="{D68E8CED-0F7C-E5EA-F5C7-060C5C7A8B52}"/>
          </ac:spMkLst>
        </pc:spChg>
        <pc:spChg chg="add mod">
          <ac:chgData name="Michael Hill" userId="41dba03d-e58d-4389-9894-554c10310ba4" providerId="ADAL" clId="{EF23FE1D-A042-481E-AFD7-2A9FB0847F54}" dt="2026-04-15T15:50:39.929" v="5246" actId="1076"/>
          <ac:spMkLst>
            <pc:docMk/>
            <pc:sldMk cId="3776134180" sldId="529"/>
            <ac:spMk id="11" creationId="{45D01515-E022-AC05-2E8F-C66A34115DF1}"/>
          </ac:spMkLst>
        </pc:spChg>
        <pc:spChg chg="add mod">
          <ac:chgData name="Michael Hill" userId="41dba03d-e58d-4389-9894-554c10310ba4" providerId="ADAL" clId="{EF23FE1D-A042-481E-AFD7-2A9FB0847F54}" dt="2026-04-15T15:50:39.929" v="5246" actId="1076"/>
          <ac:spMkLst>
            <pc:docMk/>
            <pc:sldMk cId="3776134180" sldId="529"/>
            <ac:spMk id="21" creationId="{F1B69E81-1300-D0AC-6450-209BAE0DA575}"/>
          </ac:spMkLst>
        </pc:spChg>
        <pc:graphicFrameChg chg="add mod modGraphic">
          <ac:chgData name="Michael Hill" userId="41dba03d-e58d-4389-9894-554c10310ba4" providerId="ADAL" clId="{EF23FE1D-A042-481E-AFD7-2A9FB0847F54}" dt="2026-04-15T15:50:39.929" v="5246" actId="1076"/>
          <ac:graphicFrameMkLst>
            <pc:docMk/>
            <pc:sldMk cId="3776134180" sldId="529"/>
            <ac:graphicFrameMk id="2" creationId="{34168220-BEC5-1B89-F778-2D036DA3F7EE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4-15T15:50:39.929" v="5246" actId="1076"/>
          <ac:graphicFrameMkLst>
            <pc:docMk/>
            <pc:sldMk cId="3776134180" sldId="529"/>
            <ac:graphicFrameMk id="13" creationId="{345B11C6-A916-9EE2-F80A-E846FFBC406D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4-15T15:50:39.929" v="5246" actId="1076"/>
          <ac:graphicFrameMkLst>
            <pc:docMk/>
            <pc:sldMk cId="3776134180" sldId="529"/>
            <ac:graphicFrameMk id="14" creationId="{9195B69D-ED47-A340-25D2-8FCF44BA2E60}"/>
          </ac:graphicFrameMkLst>
        </pc:graphicFrameChg>
        <pc:graphicFrameChg chg="add del mod modGraphic">
          <ac:chgData name="Michael Hill" userId="41dba03d-e58d-4389-9894-554c10310ba4" providerId="ADAL" clId="{EF23FE1D-A042-481E-AFD7-2A9FB0847F54}" dt="2026-04-15T15:48:00.789" v="5041" actId="478"/>
          <ac:graphicFrameMkLst>
            <pc:docMk/>
            <pc:sldMk cId="3776134180" sldId="529"/>
            <ac:graphicFrameMk id="15" creationId="{315D2C68-B0D3-DABB-0183-36FA02E74E2F}"/>
          </ac:graphicFrameMkLst>
        </pc:graphicFrameChg>
        <pc:cxnChg chg="add mod">
          <ac:chgData name="Michael Hill" userId="41dba03d-e58d-4389-9894-554c10310ba4" providerId="ADAL" clId="{EF23FE1D-A042-481E-AFD7-2A9FB0847F54}" dt="2026-04-15T15:47:30.388" v="5031" actId="1582"/>
          <ac:cxnSpMkLst>
            <pc:docMk/>
            <pc:sldMk cId="3776134180" sldId="529"/>
            <ac:cxnSpMk id="17" creationId="{018888C2-ABA6-2362-56C3-FC61C153493C}"/>
          </ac:cxnSpMkLst>
        </pc:cxnChg>
        <pc:cxnChg chg="add mod">
          <ac:chgData name="Michael Hill" userId="41dba03d-e58d-4389-9894-554c10310ba4" providerId="ADAL" clId="{EF23FE1D-A042-481E-AFD7-2A9FB0847F54}" dt="2026-04-15T15:47:46.530" v="5033" actId="1076"/>
          <ac:cxnSpMkLst>
            <pc:docMk/>
            <pc:sldMk cId="3776134180" sldId="529"/>
            <ac:cxnSpMk id="18" creationId="{45A731B3-CD3B-9B3E-625B-64977029D3E5}"/>
          </ac:cxnSpMkLst>
        </pc:cxnChg>
        <pc:cxnChg chg="add mod">
          <ac:chgData name="Michael Hill" userId="41dba03d-e58d-4389-9894-554c10310ba4" providerId="ADAL" clId="{EF23FE1D-A042-481E-AFD7-2A9FB0847F54}" dt="2026-04-15T15:50:39.929" v="5246" actId="1076"/>
          <ac:cxnSpMkLst>
            <pc:docMk/>
            <pc:sldMk cId="3776134180" sldId="529"/>
            <ac:cxnSpMk id="19" creationId="{4D67ECB4-BD13-6AC1-E130-E9E6C43D0564}"/>
          </ac:cxnSpMkLst>
        </pc:cxnChg>
        <pc:cxnChg chg="add del mod">
          <ac:chgData name="Michael Hill" userId="41dba03d-e58d-4389-9894-554c10310ba4" providerId="ADAL" clId="{EF23FE1D-A042-481E-AFD7-2A9FB0847F54}" dt="2026-04-15T15:48:01.679" v="5042" actId="478"/>
          <ac:cxnSpMkLst>
            <pc:docMk/>
            <pc:sldMk cId="3776134180" sldId="529"/>
            <ac:cxnSpMk id="20" creationId="{12A9980A-7E46-EC47-F53B-12AFE3BB2E49}"/>
          </ac:cxnSpMkLst>
        </pc:cxnChg>
        <pc:cxnChg chg="add del mod">
          <ac:chgData name="Michael Hill" userId="41dba03d-e58d-4389-9894-554c10310ba4" providerId="ADAL" clId="{EF23FE1D-A042-481E-AFD7-2A9FB0847F54}" dt="2026-04-15T15:49:06.866" v="5072" actId="478"/>
          <ac:cxnSpMkLst>
            <pc:docMk/>
            <pc:sldMk cId="3776134180" sldId="529"/>
            <ac:cxnSpMk id="22" creationId="{E9D79D7D-F122-E2CA-43CC-41EC90FDF15B}"/>
          </ac:cxnSpMkLst>
        </pc:cxnChg>
        <pc:cxnChg chg="add mod">
          <ac:chgData name="Michael Hill" userId="41dba03d-e58d-4389-9894-554c10310ba4" providerId="ADAL" clId="{EF23FE1D-A042-481E-AFD7-2A9FB0847F54}" dt="2026-04-15T15:48:53.573" v="5065" actId="14100"/>
          <ac:cxnSpMkLst>
            <pc:docMk/>
            <pc:sldMk cId="3776134180" sldId="529"/>
            <ac:cxnSpMk id="24" creationId="{5AA63D7F-E203-822B-5079-C2FB60732AAD}"/>
          </ac:cxnSpMkLst>
        </pc:cxnChg>
        <pc:cxnChg chg="add mod">
          <ac:chgData name="Michael Hill" userId="41dba03d-e58d-4389-9894-554c10310ba4" providerId="ADAL" clId="{EF23FE1D-A042-481E-AFD7-2A9FB0847F54}" dt="2026-04-15T15:50:39.929" v="5246" actId="1076"/>
          <ac:cxnSpMkLst>
            <pc:docMk/>
            <pc:sldMk cId="3776134180" sldId="529"/>
            <ac:cxnSpMk id="27" creationId="{219704BE-6CCA-891E-4545-45F970CC7388}"/>
          </ac:cxnSpMkLst>
        </pc:cxnChg>
        <pc:cxnChg chg="add mod">
          <ac:chgData name="Michael Hill" userId="41dba03d-e58d-4389-9894-554c10310ba4" providerId="ADAL" clId="{EF23FE1D-A042-481E-AFD7-2A9FB0847F54}" dt="2026-04-15T15:49:03.511" v="5071" actId="14100"/>
          <ac:cxnSpMkLst>
            <pc:docMk/>
            <pc:sldMk cId="3776134180" sldId="529"/>
            <ac:cxnSpMk id="30" creationId="{5C96000E-9DCE-E43D-26B0-F894757527F0}"/>
          </ac:cxnSpMkLst>
        </pc:cxnChg>
      </pc:sldChg>
      <pc:sldChg chg="addSp modSp add mod">
        <pc:chgData name="Michael Hill" userId="41dba03d-e58d-4389-9894-554c10310ba4" providerId="ADAL" clId="{EF23FE1D-A042-481E-AFD7-2A9FB0847F54}" dt="2026-04-15T15:57:34.377" v="5707" actId="14734"/>
        <pc:sldMkLst>
          <pc:docMk/>
          <pc:sldMk cId="1465609264" sldId="530"/>
        </pc:sldMkLst>
        <pc:spChg chg="mod">
          <ac:chgData name="Michael Hill" userId="41dba03d-e58d-4389-9894-554c10310ba4" providerId="ADAL" clId="{EF23FE1D-A042-481E-AFD7-2A9FB0847F54}" dt="2026-04-15T15:52:31.859" v="5400" actId="1076"/>
          <ac:spMkLst>
            <pc:docMk/>
            <pc:sldMk cId="1465609264" sldId="530"/>
            <ac:spMk id="3" creationId="{FD990ADC-BB1F-97DB-77A2-001B70F2B955}"/>
          </ac:spMkLst>
        </pc:spChg>
        <pc:spChg chg="mod">
          <ac:chgData name="Michael Hill" userId="41dba03d-e58d-4389-9894-554c10310ba4" providerId="ADAL" clId="{EF23FE1D-A042-481E-AFD7-2A9FB0847F54}" dt="2026-04-15T15:52:13.929" v="5396" actId="20577"/>
          <ac:spMkLst>
            <pc:docMk/>
            <pc:sldMk cId="1465609264" sldId="530"/>
            <ac:spMk id="8" creationId="{C445C4C3-AA42-775E-608A-513F85698D68}"/>
          </ac:spMkLst>
        </pc:spChg>
        <pc:spChg chg="mod">
          <ac:chgData name="Michael Hill" userId="41dba03d-e58d-4389-9894-554c10310ba4" providerId="ADAL" clId="{EF23FE1D-A042-481E-AFD7-2A9FB0847F54}" dt="2026-04-15T15:53:48.700" v="5438" actId="20577"/>
          <ac:spMkLst>
            <pc:docMk/>
            <pc:sldMk cId="1465609264" sldId="530"/>
            <ac:spMk id="10" creationId="{16D4F581-A9BF-23A4-2224-36C5E2F139EE}"/>
          </ac:spMkLst>
        </pc:spChg>
        <pc:spChg chg="mod">
          <ac:chgData name="Michael Hill" userId="41dba03d-e58d-4389-9894-554c10310ba4" providerId="ADAL" clId="{EF23FE1D-A042-481E-AFD7-2A9FB0847F54}" dt="2026-04-15T15:52:55.235" v="5410" actId="1076"/>
          <ac:spMkLst>
            <pc:docMk/>
            <pc:sldMk cId="1465609264" sldId="530"/>
            <ac:spMk id="21" creationId="{CFF4D393-0099-6F99-631F-2A48769377EF}"/>
          </ac:spMkLst>
        </pc:spChg>
        <pc:spChg chg="add mod">
          <ac:chgData name="Michael Hill" userId="41dba03d-e58d-4389-9894-554c10310ba4" providerId="ADAL" clId="{EF23FE1D-A042-481E-AFD7-2A9FB0847F54}" dt="2026-04-15T15:52:43.904" v="5406"/>
          <ac:spMkLst>
            <pc:docMk/>
            <pc:sldMk cId="1465609264" sldId="530"/>
            <ac:spMk id="22" creationId="{967D03DE-470B-672F-54EC-4115BED71498}"/>
          </ac:spMkLst>
        </pc:spChg>
        <pc:spChg chg="add mod">
          <ac:chgData name="Michael Hill" userId="41dba03d-e58d-4389-9894-554c10310ba4" providerId="ADAL" clId="{EF23FE1D-A042-481E-AFD7-2A9FB0847F54}" dt="2026-04-15T15:52:43.904" v="5406"/>
          <ac:spMkLst>
            <pc:docMk/>
            <pc:sldMk cId="1465609264" sldId="530"/>
            <ac:spMk id="23" creationId="{A0AB44A5-9DA7-D8FF-7D01-C6011E1C350D}"/>
          </ac:spMkLst>
        </pc:spChg>
        <pc:spChg chg="add mod">
          <ac:chgData name="Michael Hill" userId="41dba03d-e58d-4389-9894-554c10310ba4" providerId="ADAL" clId="{EF23FE1D-A042-481E-AFD7-2A9FB0847F54}" dt="2026-04-15T15:52:47.810" v="5408" actId="1076"/>
          <ac:spMkLst>
            <pc:docMk/>
            <pc:sldMk cId="1465609264" sldId="530"/>
            <ac:spMk id="25" creationId="{0B6C9CFA-01A1-4935-4665-5D321690D4A0}"/>
          </ac:spMkLst>
        </pc:spChg>
        <pc:spChg chg="add mod">
          <ac:chgData name="Michael Hill" userId="41dba03d-e58d-4389-9894-554c10310ba4" providerId="ADAL" clId="{EF23FE1D-A042-481E-AFD7-2A9FB0847F54}" dt="2026-04-15T15:54:07.141" v="5459" actId="1076"/>
          <ac:spMkLst>
            <pc:docMk/>
            <pc:sldMk cId="1465609264" sldId="530"/>
            <ac:spMk id="37" creationId="{4DB92699-4F06-D16B-BED5-DDC97C1D83BE}"/>
          </ac:spMkLst>
        </pc:spChg>
        <pc:graphicFrameChg chg="modGraphic">
          <ac:chgData name="Michael Hill" userId="41dba03d-e58d-4389-9894-554c10310ba4" providerId="ADAL" clId="{EF23FE1D-A042-481E-AFD7-2A9FB0847F54}" dt="2026-04-15T15:52:23.100" v="5398" actId="14734"/>
          <ac:graphicFrameMkLst>
            <pc:docMk/>
            <pc:sldMk cId="1465609264" sldId="530"/>
            <ac:graphicFrameMk id="2" creationId="{B3BB5E3C-D9EC-7348-1F98-B81DC5A03212}"/>
          </ac:graphicFrameMkLst>
        </pc:graphicFrameChg>
        <pc:graphicFrameChg chg="modGraphic">
          <ac:chgData name="Michael Hill" userId="41dba03d-e58d-4389-9894-554c10310ba4" providerId="ADAL" clId="{EF23FE1D-A042-481E-AFD7-2A9FB0847F54}" dt="2026-04-15T15:57:28.789" v="5705" actId="14734"/>
          <ac:graphicFrameMkLst>
            <pc:docMk/>
            <pc:sldMk cId="1465609264" sldId="530"/>
            <ac:graphicFrameMk id="13" creationId="{4F61EC45-E796-3DE4-51DA-599B82E6A32B}"/>
          </ac:graphicFrameMkLst>
        </pc:graphicFrameChg>
        <pc:graphicFrameChg chg="modGraphic">
          <ac:chgData name="Michael Hill" userId="41dba03d-e58d-4389-9894-554c10310ba4" providerId="ADAL" clId="{EF23FE1D-A042-481E-AFD7-2A9FB0847F54}" dt="2026-04-15T15:57:34.377" v="5707" actId="14734"/>
          <ac:graphicFrameMkLst>
            <pc:docMk/>
            <pc:sldMk cId="1465609264" sldId="530"/>
            <ac:graphicFrameMk id="14" creationId="{7B2E29F6-749C-3405-8547-348E13AC6A5C}"/>
          </ac:graphicFrameMkLst>
        </pc:graphicFrameChg>
        <pc:cxnChg chg="add mod">
          <ac:chgData name="Michael Hill" userId="41dba03d-e58d-4389-9894-554c10310ba4" providerId="ADAL" clId="{EF23FE1D-A042-481E-AFD7-2A9FB0847F54}" dt="2026-04-15T15:52:39.107" v="5404" actId="14100"/>
          <ac:cxnSpMkLst>
            <pc:docMk/>
            <pc:sldMk cId="1465609264" sldId="530"/>
            <ac:cxnSpMk id="15" creationId="{88C1CF5C-8042-FC47-B812-4E59A69B01A8}"/>
          </ac:cxnSpMkLst>
        </pc:cxnChg>
        <pc:cxnChg chg="mod">
          <ac:chgData name="Michael Hill" userId="41dba03d-e58d-4389-9894-554c10310ba4" providerId="ADAL" clId="{EF23FE1D-A042-481E-AFD7-2A9FB0847F54}" dt="2026-04-15T15:53:35.124" v="5415" actId="1076"/>
          <ac:cxnSpMkLst>
            <pc:docMk/>
            <pc:sldMk cId="1465609264" sldId="530"/>
            <ac:cxnSpMk id="17" creationId="{E5999D15-E536-30E9-867F-332D015825B5}"/>
          </ac:cxnSpMkLst>
        </pc:cxnChg>
        <pc:cxnChg chg="mod">
          <ac:chgData name="Michael Hill" userId="41dba03d-e58d-4389-9894-554c10310ba4" providerId="ADAL" clId="{EF23FE1D-A042-481E-AFD7-2A9FB0847F54}" dt="2026-04-15T15:53:36.945" v="5416" actId="1076"/>
          <ac:cxnSpMkLst>
            <pc:docMk/>
            <pc:sldMk cId="1465609264" sldId="530"/>
            <ac:cxnSpMk id="18" creationId="{DC4C12B5-31C2-E81C-B2A3-F77AF9C63F59}"/>
          </ac:cxnSpMkLst>
        </pc:cxnChg>
        <pc:cxnChg chg="mod">
          <ac:chgData name="Michael Hill" userId="41dba03d-e58d-4389-9894-554c10310ba4" providerId="ADAL" clId="{EF23FE1D-A042-481E-AFD7-2A9FB0847F54}" dt="2026-04-15T15:52:50.683" v="5409" actId="1076"/>
          <ac:cxnSpMkLst>
            <pc:docMk/>
            <pc:sldMk cId="1465609264" sldId="530"/>
            <ac:cxnSpMk id="19" creationId="{15E123C1-7D85-DBAB-4A12-B3A4C5A05AEC}"/>
          </ac:cxnSpMkLst>
        </pc:cxnChg>
        <pc:cxnChg chg="mod">
          <ac:chgData name="Michael Hill" userId="41dba03d-e58d-4389-9894-554c10310ba4" providerId="ADAL" clId="{EF23FE1D-A042-481E-AFD7-2A9FB0847F54}" dt="2026-04-15T15:53:28.385" v="5411" actId="14100"/>
          <ac:cxnSpMkLst>
            <pc:docMk/>
            <pc:sldMk cId="1465609264" sldId="530"/>
            <ac:cxnSpMk id="24" creationId="{09D1E6D5-AF60-4FDC-DF3C-B3ABE58EDB69}"/>
          </ac:cxnSpMkLst>
        </pc:cxnChg>
        <pc:cxnChg chg="add mod">
          <ac:chgData name="Michael Hill" userId="41dba03d-e58d-4389-9894-554c10310ba4" providerId="ADAL" clId="{EF23FE1D-A042-481E-AFD7-2A9FB0847F54}" dt="2026-04-15T15:53:34.048" v="5414" actId="1076"/>
          <ac:cxnSpMkLst>
            <pc:docMk/>
            <pc:sldMk cId="1465609264" sldId="530"/>
            <ac:cxnSpMk id="28" creationId="{29E91FDB-9EE4-A160-C27B-7573E673377D}"/>
          </ac:cxnSpMkLst>
        </pc:cxnChg>
        <pc:cxnChg chg="mod">
          <ac:chgData name="Michael Hill" userId="41dba03d-e58d-4389-9894-554c10310ba4" providerId="ADAL" clId="{EF23FE1D-A042-481E-AFD7-2A9FB0847F54}" dt="2026-04-15T15:54:57.718" v="5460" actId="1076"/>
          <ac:cxnSpMkLst>
            <pc:docMk/>
            <pc:sldMk cId="1465609264" sldId="530"/>
            <ac:cxnSpMk id="30" creationId="{1D343900-9F4B-D18E-0AD9-431CF4782246}"/>
          </ac:cxnSpMkLst>
        </pc:cxnChg>
        <pc:cxnChg chg="add mod">
          <ac:chgData name="Michael Hill" userId="41dba03d-e58d-4389-9894-554c10310ba4" providerId="ADAL" clId="{EF23FE1D-A042-481E-AFD7-2A9FB0847F54}" dt="2026-04-15T15:53:44.366" v="5422" actId="14100"/>
          <ac:cxnSpMkLst>
            <pc:docMk/>
            <pc:sldMk cId="1465609264" sldId="530"/>
            <ac:cxnSpMk id="31" creationId="{2B16E2E8-AA37-ED94-B025-B5372DCAACBA}"/>
          </ac:cxnSpMkLst>
        </pc:cxnChg>
        <pc:cxnChg chg="add mod">
          <ac:chgData name="Michael Hill" userId="41dba03d-e58d-4389-9894-554c10310ba4" providerId="ADAL" clId="{EF23FE1D-A042-481E-AFD7-2A9FB0847F54}" dt="2026-04-15T15:53:55.496" v="5443" actId="14100"/>
          <ac:cxnSpMkLst>
            <pc:docMk/>
            <pc:sldMk cId="1465609264" sldId="530"/>
            <ac:cxnSpMk id="34" creationId="{F3B372E3-E290-BC4C-B8A4-B306797C8F5E}"/>
          </ac:cxnSpMkLst>
        </pc:cxn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152045796" sldId="530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87698266" sldId="531"/>
        </pc:sldMkLst>
      </pc:sldChg>
      <pc:sldChg chg="addSp delSp modSp add mod">
        <pc:chgData name="Michael Hill" userId="41dba03d-e58d-4389-9894-554c10310ba4" providerId="ADAL" clId="{EF23FE1D-A042-481E-AFD7-2A9FB0847F54}" dt="2026-04-15T15:58:18.773" v="5716" actId="478"/>
        <pc:sldMkLst>
          <pc:docMk/>
          <pc:sldMk cId="2799928239" sldId="531"/>
        </pc:sldMkLst>
        <pc:spChg chg="del">
          <ac:chgData name="Michael Hill" userId="41dba03d-e58d-4389-9894-554c10310ba4" providerId="ADAL" clId="{EF23FE1D-A042-481E-AFD7-2A9FB0847F54}" dt="2026-04-15T15:57:04.003" v="5700" actId="478"/>
          <ac:spMkLst>
            <pc:docMk/>
            <pc:sldMk cId="2799928239" sldId="531"/>
            <ac:spMk id="6" creationId="{4A4B8BD5-E036-012D-3689-A66F1021D386}"/>
          </ac:spMkLst>
        </pc:spChg>
        <pc:spChg chg="mod">
          <ac:chgData name="Michael Hill" userId="41dba03d-e58d-4389-9894-554c10310ba4" providerId="ADAL" clId="{EF23FE1D-A042-481E-AFD7-2A9FB0847F54}" dt="2026-04-15T15:55:44.770" v="5688" actId="20577"/>
          <ac:spMkLst>
            <pc:docMk/>
            <pc:sldMk cId="2799928239" sldId="531"/>
            <ac:spMk id="8" creationId="{5829156D-4EFE-6459-B2BF-D749FD892C14}"/>
          </ac:spMkLst>
        </pc:spChg>
        <pc:spChg chg="del">
          <ac:chgData name="Michael Hill" userId="41dba03d-e58d-4389-9894-554c10310ba4" providerId="ADAL" clId="{EF23FE1D-A042-481E-AFD7-2A9FB0847F54}" dt="2026-04-15T15:55:51.761" v="5689" actId="478"/>
          <ac:spMkLst>
            <pc:docMk/>
            <pc:sldMk cId="2799928239" sldId="531"/>
            <ac:spMk id="10" creationId="{2606370D-7D40-DCC4-3A0A-D58A090AD50C}"/>
          </ac:spMkLst>
        </pc:spChg>
        <pc:spChg chg="del">
          <ac:chgData name="Michael Hill" userId="41dba03d-e58d-4389-9894-554c10310ba4" providerId="ADAL" clId="{EF23FE1D-A042-481E-AFD7-2A9FB0847F54}" dt="2026-04-15T15:57:01.908" v="5698" actId="478"/>
          <ac:spMkLst>
            <pc:docMk/>
            <pc:sldMk cId="2799928239" sldId="531"/>
            <ac:spMk id="11" creationId="{BAE03291-DF02-FF8C-C1A4-1B3498E04B00}"/>
          </ac:spMkLst>
        </pc:spChg>
        <pc:spChg chg="del">
          <ac:chgData name="Michael Hill" userId="41dba03d-e58d-4389-9894-554c10310ba4" providerId="ADAL" clId="{EF23FE1D-A042-481E-AFD7-2A9FB0847F54}" dt="2026-04-15T15:56:04.208" v="5690" actId="478"/>
          <ac:spMkLst>
            <pc:docMk/>
            <pc:sldMk cId="2799928239" sldId="531"/>
            <ac:spMk id="21" creationId="{2B85507A-8CE1-D26B-9DD4-3BD51A25808B}"/>
          </ac:spMkLst>
        </pc:spChg>
        <pc:spChg chg="del mod">
          <ac:chgData name="Michael Hill" userId="41dba03d-e58d-4389-9894-554c10310ba4" providerId="ADAL" clId="{EF23FE1D-A042-481E-AFD7-2A9FB0847F54}" dt="2026-04-15T15:56:20.993" v="5697" actId="478"/>
          <ac:spMkLst>
            <pc:docMk/>
            <pc:sldMk cId="2799928239" sldId="531"/>
            <ac:spMk id="25" creationId="{C563ECF4-3876-899B-32A6-6D0DEC0A5061}"/>
          </ac:spMkLst>
        </pc:spChg>
        <pc:spChg chg="del">
          <ac:chgData name="Michael Hill" userId="41dba03d-e58d-4389-9894-554c10310ba4" providerId="ADAL" clId="{EF23FE1D-A042-481E-AFD7-2A9FB0847F54}" dt="2026-04-15T15:56:06.256" v="5691" actId="478"/>
          <ac:spMkLst>
            <pc:docMk/>
            <pc:sldMk cId="2799928239" sldId="531"/>
            <ac:spMk id="37" creationId="{F43E6D11-6951-86CE-A622-F3B92ECDB9FD}"/>
          </ac:spMkLst>
        </pc:spChg>
        <pc:graphicFrameChg chg="modGraphic">
          <ac:chgData name="Michael Hill" userId="41dba03d-e58d-4389-9894-554c10310ba4" providerId="ADAL" clId="{EF23FE1D-A042-481E-AFD7-2A9FB0847F54}" dt="2026-04-15T15:57:40.318" v="5708" actId="14100"/>
          <ac:graphicFrameMkLst>
            <pc:docMk/>
            <pc:sldMk cId="2799928239" sldId="531"/>
            <ac:graphicFrameMk id="2" creationId="{2073B5B5-101B-220E-564E-CD4CFB2B6F84}"/>
          </ac:graphicFrameMkLst>
        </pc:graphicFrameChg>
        <pc:graphicFrameChg chg="del">
          <ac:chgData name="Michael Hill" userId="41dba03d-e58d-4389-9894-554c10310ba4" providerId="ADAL" clId="{EF23FE1D-A042-481E-AFD7-2A9FB0847F54}" dt="2026-04-15T15:57:17.668" v="5702" actId="478"/>
          <ac:graphicFrameMkLst>
            <pc:docMk/>
            <pc:sldMk cId="2799928239" sldId="531"/>
            <ac:graphicFrameMk id="13" creationId="{C20CDFC4-0EAE-78B8-758E-294C4F357455}"/>
          </ac:graphicFrameMkLst>
        </pc:graphicFrameChg>
        <pc:graphicFrameChg chg="del">
          <ac:chgData name="Michael Hill" userId="41dba03d-e58d-4389-9894-554c10310ba4" providerId="ADAL" clId="{EF23FE1D-A042-481E-AFD7-2A9FB0847F54}" dt="2026-04-15T15:57:19.395" v="5703" actId="478"/>
          <ac:graphicFrameMkLst>
            <pc:docMk/>
            <pc:sldMk cId="2799928239" sldId="531"/>
            <ac:graphicFrameMk id="14" creationId="{FED92BD7-593E-2631-4918-E2AD92CDF904}"/>
          </ac:graphicFrameMkLst>
        </pc:graphicFrameChg>
        <pc:graphicFrameChg chg="add mod">
          <ac:chgData name="Michael Hill" userId="41dba03d-e58d-4389-9894-554c10310ba4" providerId="ADAL" clId="{EF23FE1D-A042-481E-AFD7-2A9FB0847F54}" dt="2026-04-15T15:57:45.132" v="5710" actId="1076"/>
          <ac:graphicFrameMkLst>
            <pc:docMk/>
            <pc:sldMk cId="2799928239" sldId="531"/>
            <ac:graphicFrameMk id="16" creationId="{F635D4F3-CCA4-9DA5-0117-D32A03FB8A7C}"/>
          </ac:graphicFrameMkLst>
        </pc:graphicFrameChg>
        <pc:graphicFrameChg chg="add mod">
          <ac:chgData name="Michael Hill" userId="41dba03d-e58d-4389-9894-554c10310ba4" providerId="ADAL" clId="{EF23FE1D-A042-481E-AFD7-2A9FB0847F54}" dt="2026-04-15T15:57:48.368" v="5712" actId="1076"/>
          <ac:graphicFrameMkLst>
            <pc:docMk/>
            <pc:sldMk cId="2799928239" sldId="531"/>
            <ac:graphicFrameMk id="20" creationId="{2F953109-A622-85ED-DA6F-20C741C34609}"/>
          </ac:graphicFrameMkLst>
        </pc:graphicFrameChg>
        <pc:inkChg chg="add">
          <ac:chgData name="Michael Hill" userId="41dba03d-e58d-4389-9894-554c10310ba4" providerId="ADAL" clId="{EF23FE1D-A042-481E-AFD7-2A9FB0847F54}" dt="2026-04-15T15:58:09.314" v="5715" actId="9405"/>
          <ac:inkMkLst>
            <pc:docMk/>
            <pc:sldMk cId="2799928239" sldId="531"/>
            <ac:inkMk id="23" creationId="{96166E0E-0996-A885-047F-28B2DCD17355}"/>
          </ac:inkMkLst>
        </pc:inkChg>
        <pc:cxnChg chg="del">
          <ac:chgData name="Michael Hill" userId="41dba03d-e58d-4389-9894-554c10310ba4" providerId="ADAL" clId="{EF23FE1D-A042-481E-AFD7-2A9FB0847F54}" dt="2026-04-15T15:56:09.984" v="5695" actId="478"/>
          <ac:cxnSpMkLst>
            <pc:docMk/>
            <pc:sldMk cId="2799928239" sldId="531"/>
            <ac:cxnSpMk id="15" creationId="{80AECF63-757F-0487-0211-C962B839E06A}"/>
          </ac:cxnSpMkLst>
        </pc:cxnChg>
        <pc:cxnChg chg="mod">
          <ac:chgData name="Michael Hill" userId="41dba03d-e58d-4389-9894-554c10310ba4" providerId="ADAL" clId="{EF23FE1D-A042-481E-AFD7-2A9FB0847F54}" dt="2026-04-15T15:57:50.313" v="5713" actId="14100"/>
          <ac:cxnSpMkLst>
            <pc:docMk/>
            <pc:sldMk cId="2799928239" sldId="531"/>
            <ac:cxnSpMk id="17" creationId="{2A7E4072-DF29-D47C-F2A7-2E91EC94DC7C}"/>
          </ac:cxnSpMkLst>
        </pc:cxnChg>
        <pc:cxnChg chg="del">
          <ac:chgData name="Michael Hill" userId="41dba03d-e58d-4389-9894-554c10310ba4" providerId="ADAL" clId="{EF23FE1D-A042-481E-AFD7-2A9FB0847F54}" dt="2026-04-15T15:57:53.078" v="5714" actId="478"/>
          <ac:cxnSpMkLst>
            <pc:docMk/>
            <pc:sldMk cId="2799928239" sldId="531"/>
            <ac:cxnSpMk id="19" creationId="{36C111CC-E360-120D-3082-C544DFA3A97E}"/>
          </ac:cxnSpMkLst>
        </pc:cxnChg>
        <pc:cxnChg chg="del">
          <ac:chgData name="Michael Hill" userId="41dba03d-e58d-4389-9894-554c10310ba4" providerId="ADAL" clId="{EF23FE1D-A042-481E-AFD7-2A9FB0847F54}" dt="2026-04-15T15:57:03.089" v="5699" actId="478"/>
          <ac:cxnSpMkLst>
            <pc:docMk/>
            <pc:sldMk cId="2799928239" sldId="531"/>
            <ac:cxnSpMk id="27" creationId="{CA7EC0F1-2D7D-5044-C13B-1134ECB22D59}"/>
          </ac:cxnSpMkLst>
        </pc:cxnChg>
        <pc:cxnChg chg="del">
          <ac:chgData name="Michael Hill" userId="41dba03d-e58d-4389-9894-554c10310ba4" providerId="ADAL" clId="{EF23FE1D-A042-481E-AFD7-2A9FB0847F54}" dt="2026-04-15T15:56:07.615" v="5693" actId="478"/>
          <ac:cxnSpMkLst>
            <pc:docMk/>
            <pc:sldMk cId="2799928239" sldId="531"/>
            <ac:cxnSpMk id="28" creationId="{8BB7C894-056B-74CB-5633-4157D9D0970F}"/>
          </ac:cxnSpMkLst>
        </pc:cxnChg>
        <pc:cxnChg chg="del">
          <ac:chgData name="Michael Hill" userId="41dba03d-e58d-4389-9894-554c10310ba4" providerId="ADAL" clId="{EF23FE1D-A042-481E-AFD7-2A9FB0847F54}" dt="2026-04-15T15:58:18.773" v="5716" actId="478"/>
          <ac:cxnSpMkLst>
            <pc:docMk/>
            <pc:sldMk cId="2799928239" sldId="531"/>
            <ac:cxnSpMk id="30" creationId="{FF731743-1476-6B9A-A6F0-EFC88B1F989A}"/>
          </ac:cxnSpMkLst>
        </pc:cxnChg>
        <pc:cxnChg chg="del">
          <ac:chgData name="Michael Hill" userId="41dba03d-e58d-4389-9894-554c10310ba4" providerId="ADAL" clId="{EF23FE1D-A042-481E-AFD7-2A9FB0847F54}" dt="2026-04-15T15:56:08.048" v="5694" actId="478"/>
          <ac:cxnSpMkLst>
            <pc:docMk/>
            <pc:sldMk cId="2799928239" sldId="531"/>
            <ac:cxnSpMk id="31" creationId="{3A188E95-9D96-15B9-2715-4F49AA821604}"/>
          </ac:cxnSpMkLst>
        </pc:cxnChg>
        <pc:cxnChg chg="del">
          <ac:chgData name="Michael Hill" userId="41dba03d-e58d-4389-9894-554c10310ba4" providerId="ADAL" clId="{EF23FE1D-A042-481E-AFD7-2A9FB0847F54}" dt="2026-04-15T15:56:06.816" v="5692" actId="478"/>
          <ac:cxnSpMkLst>
            <pc:docMk/>
            <pc:sldMk cId="2799928239" sldId="531"/>
            <ac:cxnSpMk id="34" creationId="{D7E48A56-2181-89A1-F937-25D38A22502B}"/>
          </ac:cxnSpMkLst>
        </pc:cxn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3202859236" sldId="532"/>
        </pc:sldMkLst>
      </pc:sldChg>
      <pc:sldChg chg="add">
        <pc:chgData name="Michael Hill" userId="41dba03d-e58d-4389-9894-554c10310ba4" providerId="ADAL" clId="{EF23FE1D-A042-481E-AFD7-2A9FB0847F54}" dt="2026-04-15T15:58:27.288" v="5717" actId="2890"/>
        <pc:sldMkLst>
          <pc:docMk/>
          <pc:sldMk cId="3937327636" sldId="532"/>
        </pc:sldMkLst>
      </pc:sldChg>
      <pc:sldChg chg="delSp modSp add mod">
        <pc:chgData name="Michael Hill" userId="41dba03d-e58d-4389-9894-554c10310ba4" providerId="ADAL" clId="{EF23FE1D-A042-481E-AFD7-2A9FB0847F54}" dt="2026-04-15T16:11:22.623" v="7531" actId="115"/>
        <pc:sldMkLst>
          <pc:docMk/>
          <pc:sldMk cId="817201845" sldId="533"/>
        </pc:sldMkLst>
        <pc:spChg chg="del mod">
          <ac:chgData name="Michael Hill" userId="41dba03d-e58d-4389-9894-554c10310ba4" providerId="ADAL" clId="{EF23FE1D-A042-481E-AFD7-2A9FB0847F54}" dt="2026-04-15T16:00:22.187" v="5749" actId="478"/>
          <ac:spMkLst>
            <pc:docMk/>
            <pc:sldMk cId="817201845" sldId="533"/>
            <ac:spMk id="3" creationId="{C10EF1B2-07B7-E80B-4377-FA059A60A819}"/>
          </ac:spMkLst>
        </pc:spChg>
        <pc:spChg chg="mod">
          <ac:chgData name="Michael Hill" userId="41dba03d-e58d-4389-9894-554c10310ba4" providerId="ADAL" clId="{EF23FE1D-A042-481E-AFD7-2A9FB0847F54}" dt="2026-04-15T15:59:49.370" v="5743" actId="20577"/>
          <ac:spMkLst>
            <pc:docMk/>
            <pc:sldMk cId="817201845" sldId="533"/>
            <ac:spMk id="5" creationId="{7B1CBEC0-7C6B-6FD0-2998-7BEEAEA6E557}"/>
          </ac:spMkLst>
        </pc:spChg>
        <pc:spChg chg="mod">
          <ac:chgData name="Michael Hill" userId="41dba03d-e58d-4389-9894-554c10310ba4" providerId="ADAL" clId="{EF23FE1D-A042-481E-AFD7-2A9FB0847F54}" dt="2026-04-15T16:11:22.623" v="7531" actId="115"/>
          <ac:spMkLst>
            <pc:docMk/>
            <pc:sldMk cId="817201845" sldId="533"/>
            <ac:spMk id="8" creationId="{0C014A9E-6EB7-59C2-FB20-C7C9127672C9}"/>
          </ac:spMkLst>
        </pc:spChg>
        <pc:graphicFrameChg chg="del">
          <ac:chgData name="Michael Hill" userId="41dba03d-e58d-4389-9894-554c10310ba4" providerId="ADAL" clId="{EF23FE1D-A042-481E-AFD7-2A9FB0847F54}" dt="2026-04-15T16:00:21.050" v="5747" actId="478"/>
          <ac:graphicFrameMkLst>
            <pc:docMk/>
            <pc:sldMk cId="817201845" sldId="533"/>
            <ac:graphicFrameMk id="2" creationId="{E47C5720-7BE6-AD1F-02FC-B54515CCE309}"/>
          </ac:graphicFrameMkLst>
        </pc:graphicFrameChg>
        <pc:graphicFrameChg chg="del">
          <ac:chgData name="Michael Hill" userId="41dba03d-e58d-4389-9894-554c10310ba4" providerId="ADAL" clId="{EF23FE1D-A042-481E-AFD7-2A9FB0847F54}" dt="2026-04-15T16:00:24.619" v="5752" actId="478"/>
          <ac:graphicFrameMkLst>
            <pc:docMk/>
            <pc:sldMk cId="817201845" sldId="533"/>
            <ac:graphicFrameMk id="16" creationId="{A5C89A39-89B8-1EAD-882E-1FC486A94D74}"/>
          </ac:graphicFrameMkLst>
        </pc:graphicFrameChg>
        <pc:graphicFrameChg chg="del">
          <ac:chgData name="Michael Hill" userId="41dba03d-e58d-4389-9894-554c10310ba4" providerId="ADAL" clId="{EF23FE1D-A042-481E-AFD7-2A9FB0847F54}" dt="2026-04-15T16:00:26.491" v="5754" actId="478"/>
          <ac:graphicFrameMkLst>
            <pc:docMk/>
            <pc:sldMk cId="817201845" sldId="533"/>
            <ac:graphicFrameMk id="20" creationId="{DC746D47-256B-08A6-65BE-6C25179A9894}"/>
          </ac:graphicFrameMkLst>
        </pc:graphicFrameChg>
        <pc:inkChg chg="del">
          <ac:chgData name="Michael Hill" userId="41dba03d-e58d-4389-9894-554c10310ba4" providerId="ADAL" clId="{EF23FE1D-A042-481E-AFD7-2A9FB0847F54}" dt="2026-04-15T16:00:22.861" v="5750" actId="478"/>
          <ac:inkMkLst>
            <pc:docMk/>
            <pc:sldMk cId="817201845" sldId="533"/>
            <ac:inkMk id="23" creationId="{C99581B7-76EC-F079-C35F-ADFA0AD18D6A}"/>
          </ac:inkMkLst>
        </pc:inkChg>
        <pc:cxnChg chg="del">
          <ac:chgData name="Michael Hill" userId="41dba03d-e58d-4389-9894-554c10310ba4" providerId="ADAL" clId="{EF23FE1D-A042-481E-AFD7-2A9FB0847F54}" dt="2026-04-15T16:00:23.497" v="5751" actId="478"/>
          <ac:cxnSpMkLst>
            <pc:docMk/>
            <pc:sldMk cId="817201845" sldId="533"/>
            <ac:cxnSpMk id="17" creationId="{B7A9A2FA-0F52-D8B5-CA3C-F9C1E862982A}"/>
          </ac:cxnSpMkLst>
        </pc:cxnChg>
        <pc:cxnChg chg="del">
          <ac:chgData name="Michael Hill" userId="41dba03d-e58d-4389-9894-554c10310ba4" providerId="ADAL" clId="{EF23FE1D-A042-481E-AFD7-2A9FB0847F54}" dt="2026-04-15T16:00:25.370" v="5753" actId="478"/>
          <ac:cxnSpMkLst>
            <pc:docMk/>
            <pc:sldMk cId="817201845" sldId="533"/>
            <ac:cxnSpMk id="18" creationId="{F67CF9AB-42A3-C247-5BCC-785A073D9F68}"/>
          </ac:cxnSpMkLst>
        </pc:cxnChg>
        <pc:cxnChg chg="del">
          <ac:chgData name="Michael Hill" userId="41dba03d-e58d-4389-9894-554c10310ba4" providerId="ADAL" clId="{EF23FE1D-A042-481E-AFD7-2A9FB0847F54}" dt="2026-04-15T16:00:19.305" v="5745" actId="478"/>
          <ac:cxnSpMkLst>
            <pc:docMk/>
            <pc:sldMk cId="817201845" sldId="533"/>
            <ac:cxnSpMk id="24" creationId="{2908EEC7-5683-5DD0-5DF6-D32B667BEC4E}"/>
          </ac:cxnSpMkLst>
        </pc:cxn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1669738507" sldId="533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746203986" sldId="534"/>
        </pc:sldMkLst>
      </pc:sldChg>
      <pc:sldChg chg="addSp modSp add mod">
        <pc:chgData name="Michael Hill" userId="41dba03d-e58d-4389-9894-554c10310ba4" providerId="ADAL" clId="{EF23FE1D-A042-481E-AFD7-2A9FB0847F54}" dt="2026-04-15T16:08:10.559" v="6837" actId="1076"/>
        <pc:sldMkLst>
          <pc:docMk/>
          <pc:sldMk cId="4283589947" sldId="534"/>
        </pc:sldMkLst>
        <pc:spChg chg="add mod">
          <ac:chgData name="Michael Hill" userId="41dba03d-e58d-4389-9894-554c10310ba4" providerId="ADAL" clId="{EF23FE1D-A042-481E-AFD7-2A9FB0847F54}" dt="2026-04-15T16:08:10.559" v="6837" actId="1076"/>
          <ac:spMkLst>
            <pc:docMk/>
            <pc:sldMk cId="4283589947" sldId="534"/>
            <ac:spMk id="2" creationId="{7303CDA3-DBA1-E4AC-33E7-C04A9E5081A3}"/>
          </ac:spMkLst>
        </pc:spChg>
        <pc:spChg chg="mod">
          <ac:chgData name="Michael Hill" userId="41dba03d-e58d-4389-9894-554c10310ba4" providerId="ADAL" clId="{EF23FE1D-A042-481E-AFD7-2A9FB0847F54}" dt="2026-04-15T16:04:23.059" v="6330" actId="20577"/>
          <ac:spMkLst>
            <pc:docMk/>
            <pc:sldMk cId="4283589947" sldId="534"/>
            <ac:spMk id="5" creationId="{E6FD6DF8-C293-0C92-746D-00A1605D37C1}"/>
          </ac:spMkLst>
        </pc:spChg>
        <pc:spChg chg="mod">
          <ac:chgData name="Michael Hill" userId="41dba03d-e58d-4389-9894-554c10310ba4" providerId="ADAL" clId="{EF23FE1D-A042-481E-AFD7-2A9FB0847F54}" dt="2026-04-15T16:07:53.781" v="6832" actId="14100"/>
          <ac:spMkLst>
            <pc:docMk/>
            <pc:sldMk cId="4283589947" sldId="534"/>
            <ac:spMk id="8" creationId="{CF3BB87B-87BE-C789-E554-06A7C706B2A6}"/>
          </ac:spMkLst>
        </pc:spChg>
        <pc:picChg chg="add mod">
          <ac:chgData name="Michael Hill" userId="41dba03d-e58d-4389-9894-554c10310ba4" providerId="ADAL" clId="{EF23FE1D-A042-481E-AFD7-2A9FB0847F54}" dt="2026-04-15T16:08:08.851" v="6836" actId="166"/>
          <ac:picMkLst>
            <pc:docMk/>
            <pc:sldMk cId="4283589947" sldId="534"/>
            <ac:picMk id="7170" creationId="{C04C3EB1-59A9-97E2-099F-96DDF09FA718}"/>
          </ac:picMkLst>
        </pc:pic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285463704" sldId="535"/>
        </pc:sldMkLst>
      </pc:sldChg>
      <pc:sldChg chg="modSp add mod">
        <pc:chgData name="Michael Hill" userId="41dba03d-e58d-4389-9894-554c10310ba4" providerId="ADAL" clId="{EF23FE1D-A042-481E-AFD7-2A9FB0847F54}" dt="2026-04-15T16:11:26.142" v="7532" actId="115"/>
        <pc:sldMkLst>
          <pc:docMk/>
          <pc:sldMk cId="4027929574" sldId="535"/>
        </pc:sldMkLst>
        <pc:spChg chg="mod">
          <ac:chgData name="Michael Hill" userId="41dba03d-e58d-4389-9894-554c10310ba4" providerId="ADAL" clId="{EF23FE1D-A042-481E-AFD7-2A9FB0847F54}" dt="2026-04-15T16:11:26.142" v="7532" actId="115"/>
          <ac:spMkLst>
            <pc:docMk/>
            <pc:sldMk cId="4027929574" sldId="535"/>
            <ac:spMk id="8" creationId="{260EF0C1-32EE-7395-2311-C5385C8CD105}"/>
          </ac:spMkLst>
        </pc:spChg>
      </pc:sldChg>
      <pc:sldChg chg="modSp add mod">
        <pc:chgData name="Michael Hill" userId="41dba03d-e58d-4389-9894-554c10310ba4" providerId="ADAL" clId="{EF23FE1D-A042-481E-AFD7-2A9FB0847F54}" dt="2026-04-15T16:11:30.156" v="7533" actId="115"/>
        <pc:sldMkLst>
          <pc:docMk/>
          <pc:sldMk cId="736555754" sldId="536"/>
        </pc:sldMkLst>
        <pc:spChg chg="mod">
          <ac:chgData name="Michael Hill" userId="41dba03d-e58d-4389-9894-554c10310ba4" providerId="ADAL" clId="{EF23FE1D-A042-481E-AFD7-2A9FB0847F54}" dt="2026-04-15T16:11:30.156" v="7533" actId="115"/>
          <ac:spMkLst>
            <pc:docMk/>
            <pc:sldMk cId="736555754" sldId="536"/>
            <ac:spMk id="8" creationId="{D90236CE-E75C-2A28-8501-F7518CB6CF08}"/>
          </ac:spMkLst>
        </pc:spChg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1427086451" sldId="536"/>
        </pc:sldMkLst>
      </pc:sldChg>
      <pc:sldChg chg="del">
        <pc:chgData name="Michael Hill" userId="41dba03d-e58d-4389-9894-554c10310ba4" providerId="ADAL" clId="{EF23FE1D-A042-481E-AFD7-2A9FB0847F54}" dt="2026-04-15T14:48:51.458" v="586" actId="47"/>
        <pc:sldMkLst>
          <pc:docMk/>
          <pc:sldMk cId="2964844214" sldId="537"/>
        </pc:sldMkLst>
      </pc:sldChg>
      <pc:sldChg chg="modSp add mod">
        <pc:chgData name="Michael Hill" userId="41dba03d-e58d-4389-9894-554c10310ba4" providerId="ADAL" clId="{EF23FE1D-A042-481E-AFD7-2A9FB0847F54}" dt="2026-04-15T16:11:33.406" v="7534" actId="115"/>
        <pc:sldMkLst>
          <pc:docMk/>
          <pc:sldMk cId="3788614030" sldId="537"/>
        </pc:sldMkLst>
        <pc:spChg chg="mod">
          <ac:chgData name="Michael Hill" userId="41dba03d-e58d-4389-9894-554c10310ba4" providerId="ADAL" clId="{EF23FE1D-A042-481E-AFD7-2A9FB0847F54}" dt="2026-04-15T16:11:33.406" v="7534" actId="115"/>
          <ac:spMkLst>
            <pc:docMk/>
            <pc:sldMk cId="3788614030" sldId="537"/>
            <ac:spMk id="8" creationId="{25C49223-0F20-E7CE-9E65-C6380E0C2050}"/>
          </ac:spMkLst>
        </pc:spChg>
      </pc:sldChg>
      <pc:sldChg chg="modSp add mod">
        <pc:chgData name="Michael Hill" userId="41dba03d-e58d-4389-9894-554c10310ba4" providerId="ADAL" clId="{EF23FE1D-A042-481E-AFD7-2A9FB0847F54}" dt="2026-04-15T16:12:09.456" v="7647" actId="20577"/>
        <pc:sldMkLst>
          <pc:docMk/>
          <pc:sldMk cId="502041300" sldId="538"/>
        </pc:sldMkLst>
        <pc:spChg chg="mod">
          <ac:chgData name="Michael Hill" userId="41dba03d-e58d-4389-9894-554c10310ba4" providerId="ADAL" clId="{EF23FE1D-A042-481E-AFD7-2A9FB0847F54}" dt="2026-04-15T16:11:42.070" v="7543" actId="20577"/>
          <ac:spMkLst>
            <pc:docMk/>
            <pc:sldMk cId="502041300" sldId="538"/>
            <ac:spMk id="5" creationId="{05A3D419-89C0-0D2B-13C6-12229E6D7615}"/>
          </ac:spMkLst>
        </pc:spChg>
        <pc:spChg chg="mod">
          <ac:chgData name="Michael Hill" userId="41dba03d-e58d-4389-9894-554c10310ba4" providerId="ADAL" clId="{EF23FE1D-A042-481E-AFD7-2A9FB0847F54}" dt="2026-04-15T16:12:09.456" v="7647" actId="20577"/>
          <ac:spMkLst>
            <pc:docMk/>
            <pc:sldMk cId="502041300" sldId="538"/>
            <ac:spMk id="8" creationId="{35540D34-245F-3326-3DEB-0ED0757F31A4}"/>
          </ac:spMkLst>
        </pc:spChg>
      </pc:sldChg>
      <pc:sldChg chg="modSp add mod">
        <pc:chgData name="Michael Hill" userId="41dba03d-e58d-4389-9894-554c10310ba4" providerId="ADAL" clId="{EF23FE1D-A042-481E-AFD7-2A9FB0847F54}" dt="2026-04-15T16:14:29.502" v="7940" actId="115"/>
        <pc:sldMkLst>
          <pc:docMk/>
          <pc:sldMk cId="575208997" sldId="539"/>
        </pc:sldMkLst>
        <pc:spChg chg="mod">
          <ac:chgData name="Michael Hill" userId="41dba03d-e58d-4389-9894-554c10310ba4" providerId="ADAL" clId="{EF23FE1D-A042-481E-AFD7-2A9FB0847F54}" dt="2026-04-15T16:14:29.502" v="7940" actId="115"/>
          <ac:spMkLst>
            <pc:docMk/>
            <pc:sldMk cId="575208997" sldId="539"/>
            <ac:spMk id="8" creationId="{783CC255-4F8D-405E-75E0-9835B6022E66}"/>
          </ac:spMkLst>
        </pc:spChg>
      </pc:sldChg>
      <pc:sldChg chg="modSp add mod">
        <pc:chgData name="Michael Hill" userId="41dba03d-e58d-4389-9894-554c10310ba4" providerId="ADAL" clId="{EF23FE1D-A042-481E-AFD7-2A9FB0847F54}" dt="2026-04-15T16:15:49.930" v="8407" actId="20577"/>
        <pc:sldMkLst>
          <pc:docMk/>
          <pc:sldMk cId="2750076461" sldId="540"/>
        </pc:sldMkLst>
        <pc:spChg chg="mod">
          <ac:chgData name="Michael Hill" userId="41dba03d-e58d-4389-9894-554c10310ba4" providerId="ADAL" clId="{EF23FE1D-A042-481E-AFD7-2A9FB0847F54}" dt="2026-04-15T16:15:49.930" v="8407" actId="20577"/>
          <ac:spMkLst>
            <pc:docMk/>
            <pc:sldMk cId="2750076461" sldId="540"/>
            <ac:spMk id="8" creationId="{E3EAF4A0-414A-4570-C938-350410272F8F}"/>
          </ac:spMkLst>
        </pc:spChg>
      </pc:sldChg>
      <pc:sldChg chg="modSp add mod">
        <pc:chgData name="Michael Hill" userId="41dba03d-e58d-4389-9894-554c10310ba4" providerId="ADAL" clId="{EF23FE1D-A042-481E-AFD7-2A9FB0847F54}" dt="2026-04-15T16:16:41.425" v="8693" actId="20577"/>
        <pc:sldMkLst>
          <pc:docMk/>
          <pc:sldMk cId="3543043094" sldId="541"/>
        </pc:sldMkLst>
        <pc:spChg chg="mod">
          <ac:chgData name="Michael Hill" userId="41dba03d-e58d-4389-9894-554c10310ba4" providerId="ADAL" clId="{EF23FE1D-A042-481E-AFD7-2A9FB0847F54}" dt="2026-04-15T16:16:41.425" v="8693" actId="20577"/>
          <ac:spMkLst>
            <pc:docMk/>
            <pc:sldMk cId="3543043094" sldId="541"/>
            <ac:spMk id="8" creationId="{193B2C1D-37A0-06E2-FFF9-BCED27E6016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5:58:0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18603 1 24575,'1657'0'0,"-1576"4"0,127 22 0,-127-13 0,185 32 0,-212-35 0,0 1 0,0 3 0,-1 2 0,-1 3 0,85 43 0,-103-41 0,-1 2 0,-2 1 0,0 2 0,-1 1 0,47 56 0,-44-43 0,30 48 0,2 3 0,-38-53 0,-1 2 0,-3 0 0,-1 1 0,-2 2 0,22 67 0,-29-76 0,-3-8 0,-1-1 0,-2 2 0,0-1 0,-2 1 0,4 35 0,-12 262 0,-3-283 0,-2-1 0,-2 0 0,-2-1 0,-30 70 0,-7 22 0,45-119 0,-77 220 0,73-215 0,-1-1 0,0-1 0,-14 18 0,-8 13 0,-1 7 0,-2-1 0,-68 79 0,59-86 0,-3-2 0,-91 68 0,-117 49 0,114-69 0,91-56 0,-2-3 0,-96 46 0,65-43 0,20-7 0,-94 28 0,50-28 0,-552 158 0,-416 102 0,624-188 0,-101 27 0,97-14 0,-423 120 0,666-178 0,-5 0 0,13 15 0,-167 48 0,-540 151 0,723-210 0,-60 24 0,-70 43 0,263-104 0,-1-3 0,-1-2 0,-62 10 0,-175 15 0,146-24 0,-327 24 0,-54 9 0,-115 23 0,448-50 0,110-11 0,-107 22 0,-21 2 0,199-35 0,-750 63 0,616-60 0,-261 43 0,261-18 0,66-11 0,-1-4 0,-90 4 0,-336-17 0,236-5 0,-141 5 0,-489-5 0,739-9 0,1-6 0,-181-45 0,227 43 0,-218-8 0,-124 30 0,169 2 0,243-4 0,0-1 0,0-3 0,-91-18 0,-96-35 0,-594-168 0,375 70 0,-468-145 0,860 283 0,0-2 0,1-4 0,2-1 0,-107-63 0,92 42 0,-59-40 0,-167-158 0,243 190 0,26 28 0,2-2 0,0-1 0,2-1 0,1-2 0,2 0 0,-24-41 0,-174-430 0,152 341 0,-13-40 0,30 55 0,-26-87 0,68 193 0,1-1 0,2 1 0,-3-82 0,9 62 0,6-229 0,-1 258 0,1 0 0,1 0 0,2 0 0,1 1 0,1 1 0,2-1 0,1 2 0,25-42 0,-24 47 0,1 2 0,0 0 0,2 0 0,28-26 0,-37 40 0,1 0 0,1 0 0,-1 1 0,1 1 0,0-1 0,0 2 0,0-1 0,1 1 0,0 1 0,-1 0 0,1 0 0,23-1 0,92-18 0,-86 14 0,67-7 0,-75 14 0,52-3 0,-80 4 0,0-1 0,-1 1 0,1-1 0,0 0 0,0 0 0,-1-1 0,1 1 0,-1-1 0,1 0 0,-1 1 0,1-2 0,-1 1 0,0 0 0,0-1 0,0 1 0,3-5 0,-5 6 0,-1 1 0,1-1 0,-1 0 0,0 1 0,1-1 0,-1 0 0,0 0 0,0 1 0,0-1 0,0 0 0,0 1 0,1-1 0,-1 0 0,0 0 0,-1 1 0,1-1 0,0 0 0,0 0 0,0 1 0,0-1 0,0 0 0,-1 1 0,1-1 0,0 0 0,-1 1 0,1-1 0,0 0 0,-1 1 0,1-1 0,-1 1 0,1-1 0,-1 0 0,-23-16 0,21 15 0,-36-18 0,0 1 0,0 2 0,-2 2 0,-75-18 0,-178-19 0,219 40 0,14 3 0,-21-3 0,-87-24 0,149 26 0,44 5 0,53 4 0,0 3 0,1 4 0,-2 3 0,115 29 0,591 119 0,-770-155 0,14 2 0,-1 1 0,-1 1 0,39 14 0,-61-19 0,1 0 0,-1 0 0,0 0 0,0 0 0,0 1 0,0-1 0,-1 0 0,1 1 0,0-1 0,-1 1 0,1 0 0,0 0 0,1 3 0,-2-4 0,-1 0 0,0 0 0,1 0 0,-1 0 0,0 1 0,0-1 0,0 0 0,1 0 0,-1 0 0,0 1 0,-1-1 0,1 0 0,0 0 0,0 0 0,0 0 0,-1 1 0,1-1 0,-1 0 0,0 1 0,-3 5 0,-1-1 0,0 1 0,0-1 0,0-1 0,-1 1 0,-9 7 0,-6 6 0,0 4 0,1 1 0,1 1 0,2 1 0,0 1 0,-22 48 0,-49 155 0,15-33 0,27-70-1365,35-101-5461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5:58:0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18603 1 24575,'1657'0'0,"-1576"4"0,127 22 0,-127-13 0,185 32 0,-212-35 0,0 1 0,0 3 0,-1 2 0,-1 3 0,85 43 0,-103-41 0,-1 2 0,-2 1 0,0 2 0,-1 1 0,47 56 0,-44-43 0,30 48 0,2 3 0,-38-53 0,-1 2 0,-3 0 0,-1 1 0,-2 2 0,22 67 0,-29-76 0,-3-8 0,-1-1 0,-2 2 0,0-1 0,-2 1 0,4 35 0,-12 262 0,-3-283 0,-2-1 0,-2 0 0,-2-1 0,-30 70 0,-7 22 0,45-119 0,-77 220 0,73-215 0,-1-1 0,0-1 0,-14 18 0,-8 13 0,-1 7 0,-2-1 0,-68 79 0,59-86 0,-3-2 0,-91 68 0,-117 49 0,114-69 0,91-56 0,-2-3 0,-96 46 0,65-43 0,20-7 0,-94 28 0,50-28 0,-552 158 0,-416 102 0,624-188 0,-101 27 0,97-14 0,-423 120 0,666-178 0,-5 0 0,13 15 0,-167 48 0,-540 151 0,723-210 0,-60 24 0,-70 43 0,263-104 0,-1-3 0,-1-2 0,-62 10 0,-175 15 0,146-24 0,-327 24 0,-54 9 0,-115 23 0,448-50 0,110-11 0,-107 22 0,-21 2 0,199-35 0,-750 63 0,616-60 0,-261 43 0,261-18 0,66-11 0,-1-4 0,-90 4 0,-336-17 0,236-5 0,-141 5 0,-489-5 0,739-9 0,1-6 0,-181-45 0,227 43 0,-218-8 0,-124 30 0,169 2 0,243-4 0,0-1 0,0-3 0,-91-18 0,-96-35 0,-594-168 0,375 70 0,-468-145 0,860 283 0,0-2 0,1-4 0,2-1 0,-107-63 0,92 42 0,-59-40 0,-167-158 0,243 190 0,26 28 0,2-2 0,0-1 0,2-1 0,1-2 0,2 0 0,-24-41 0,-174-430 0,152 341 0,-13-40 0,30 55 0,-26-87 0,68 193 0,1-1 0,2 1 0,-3-82 0,9 62 0,6-229 0,-1 258 0,1 0 0,1 0 0,2 0 0,1 1 0,1 1 0,2-1 0,1 2 0,25-42 0,-24 47 0,1 2 0,0 0 0,2 0 0,28-26 0,-37 40 0,1 0 0,1 0 0,-1 1 0,1 1 0,0-1 0,0 2 0,0-1 0,1 1 0,0 1 0,-1 0 0,1 0 0,23-1 0,92-18 0,-86 14 0,67-7 0,-75 14 0,52-3 0,-80 4 0,0-1 0,-1 1 0,1-1 0,0 0 0,0 0 0,-1-1 0,1 1 0,-1-1 0,1 0 0,-1 1 0,1-2 0,-1 1 0,0 0 0,0-1 0,0 1 0,3-5 0,-5 6 0,-1 1 0,1-1 0,-1 0 0,0 1 0,1-1 0,-1 0 0,0 0 0,0 1 0,0-1 0,0 0 0,0 1 0,1-1 0,-1 0 0,0 0 0,-1 1 0,1-1 0,0 0 0,0 0 0,0 1 0,0-1 0,0 0 0,-1 1 0,1-1 0,0 0 0,-1 1 0,1-1 0,0 0 0,-1 1 0,1-1 0,-1 1 0,1-1 0,-1 0 0,-23-16 0,21 15 0,-36-18 0,0 1 0,0 2 0,-2 2 0,-75-18 0,-178-19 0,219 40 0,14 3 0,-21-3 0,-87-24 0,149 26 0,44 5 0,53 4 0,0 3 0,1 4 0,-2 3 0,115 29 0,591 119 0,-770-155 0,14 2 0,-1 1 0,-1 1 0,39 14 0,-61-19 0,1 0 0,-1 0 0,0 0 0,0 0 0,0 1 0,0-1 0,-1 0 0,1 1 0,0-1 0,-1 1 0,1 0 0,0 0 0,1 3 0,-2-4 0,-1 0 0,0 0 0,1 0 0,-1 0 0,0 1 0,0-1 0,0 0 0,1 0 0,-1 0 0,0 1 0,-1-1 0,1 0 0,0 0 0,0 0 0,0 0 0,-1 1 0,1-1 0,-1 0 0,0 1 0,-3 5 0,-1-1 0,0 1 0,0-1 0,0-1 0,-1 1 0,-9 7 0,-6 6 0,0 4 0,1 1 0,1 1 0,2 1 0,0 1 0,-22 48 0,-49 155 0,15-33 0,27-70-1365,35-101-5461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B4: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B4-1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895936" y="3770578"/>
            <a:ext cx="9965305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 AND LISTS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ADTs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Linked 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Pointers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Advantages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Disadvantages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Singly Linked 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Doubly Linked 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Circular Linked 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Traversal/Search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Insertion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Deletion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Identify three properties of Python lists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Variable length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store multiple data types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store multiple objects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be inserted into at any point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be appended to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have items removed from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D4386-23D3-E91E-9ECA-21EF7D74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57D947-11EA-159D-7DFE-4F211EB2C5F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9F57AB-A02E-A859-2C12-35655B4762D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7D1CCB-8E2B-B0A9-28B7-0379FB5B22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F05B4F-E8EF-1B23-6AE3-3BC45963C1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4A086-3E84-ADD1-1E1C-EAF7FC879D4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Data Types are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fundamental constructs in programming that provide a framework for data manipulation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Users interact with ADTs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without needing to understand the underlying implementation details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an example of what?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92176-20DF-4CD1-CB88-D8217536AAB9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3E6F3-0713-0065-7081-038975B9A21E}"/>
              </a:ext>
            </a:extLst>
          </p:cNvPr>
          <p:cNvSpPr/>
          <p:nvPr/>
        </p:nvSpPr>
        <p:spPr>
          <a:xfrm>
            <a:off x="1025190" y="4167637"/>
            <a:ext cx="944842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ABSTRACTION!!!!</a:t>
            </a:r>
          </a:p>
        </p:txBody>
      </p:sp>
    </p:spTree>
    <p:extLst>
      <p:ext uri="{BB962C8B-B14F-4D97-AF65-F5344CB8AC3E}">
        <p14:creationId xmlns:p14="http://schemas.microsoft.com/office/powerpoint/2010/main" val="4318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70123-E15A-0B9C-C9E4-FF44FDC6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D662A7-591F-2DE3-2B33-5B7192DEE99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E0328E-6BA3-EC2F-A116-6C80C2FEEFB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D076E3-01BD-D2EB-61F5-D63DA8E5C7E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695B56-B899-1F2C-1365-2984636BD8C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868F8-261A-0953-7982-20E0EB4DBA0D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Encapsulation is also integral to ADTs, as it helps us safeguard the data’s integrity by restricting access to the data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EBB2D-E2B9-B9F1-98B2-A39146A7AE1B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  <p:pic>
        <p:nvPicPr>
          <p:cNvPr id="1028" name="Picture 4" descr="Clipart - Lock">
            <a:extLst>
              <a:ext uri="{FF2B5EF4-FFF2-40B4-BE49-F238E27FC236}">
                <a16:creationId xmlns:a16="http://schemas.microsoft.com/office/drawing/2014/main" id="{118E67AA-B21E-CECA-54C3-326E4EDB0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683" y="2542038"/>
            <a:ext cx="2650633" cy="375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22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918B4-21D9-4840-004D-82A5820A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92D8433-38DE-BA16-A7D7-238559795E6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FD6C28-1E48-D8D6-701B-0099394677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2B48A-AEBD-D595-5F20-C62BF7997A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5D6EAC-49C8-2C11-3005-6D76EDD1934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87687-2750-2123-2A78-D61C0429A5C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abstract data type is accessed only by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its functions, preventing unauthorized access or harmful modifications to the data structure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improves the reliability of the ADT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2324E-154C-5446-B613-75F7229FF25D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</p:spTree>
    <p:extLst>
      <p:ext uri="{BB962C8B-B14F-4D97-AF65-F5344CB8AC3E}">
        <p14:creationId xmlns:p14="http://schemas.microsoft.com/office/powerpoint/2010/main" val="108046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04B91-C126-5215-7752-85BE6B74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A80B9A2-DAE8-FF33-DA13-A947370971F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34B05A-EBDA-9584-894A-02439AA9DBB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00312F-B18C-3B36-7C6A-70DA7AFFEB7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B9CB59-AAD0-FF74-2FBD-462AF98A7FE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61744-3E7F-DE73-4C9C-D24C2CC9F93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we define an abstract data type, it isn’t about how it’s implemented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about what it can do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you can implement an ADT in any number of different programming languages, and it should act the same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Reduce development time by increasing reusability of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4BF44-E864-B8AC-AE60-90BD19368D1C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  <p:pic>
        <p:nvPicPr>
          <p:cNvPr id="2050" name="Picture 2" descr="Build Software Applications">
            <a:extLst>
              <a:ext uri="{FF2B5EF4-FFF2-40B4-BE49-F238E27FC236}">
                <a16:creationId xmlns:a16="http://schemas.microsoft.com/office/drawing/2014/main" id="{241D8791-F431-38D3-8DC6-0463E70DA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54" y="4325178"/>
            <a:ext cx="24669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Logo, symbol, meaning, history, PNG, brand">
            <a:extLst>
              <a:ext uri="{FF2B5EF4-FFF2-40B4-BE49-F238E27FC236}">
                <a16:creationId xmlns:a16="http://schemas.microsoft.com/office/drawing/2014/main" id="{27A5EE30-FE12-45A4-429C-88AB2D0B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97" y="4727575"/>
            <a:ext cx="3118757" cy="175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etter C, Alphabet, Character PNG Clipart">
            <a:extLst>
              <a:ext uri="{FF2B5EF4-FFF2-40B4-BE49-F238E27FC236}">
                <a16:creationId xmlns:a16="http://schemas.microsoft.com/office/drawing/2014/main" id="{2313067E-4AAA-25FD-E80E-F492F85BB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672" y="4538707"/>
            <a:ext cx="2130425" cy="213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70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61875-79D3-0F53-CC52-1099AEDE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FCBA753-8963-A2A6-A059-A3A732F1D09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E4CCC6-5B73-5D42-7BFD-1BC26F08A59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5CC20D-D2E2-BB33-744E-6CF0E4AA334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EEFE35-6112-ABBB-6804-0E3C5D94E22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679C3-30F8-70B2-FEDB-30986ED616E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ADTs also employ modularity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split a complex problem into smaller, manageable components (or modules)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makes it easier to debug and test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77D7F-C765-4A28-89C7-992F46C473D0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  <p:pic>
        <p:nvPicPr>
          <p:cNvPr id="3074" name="Picture 2" descr="Modular - Free ecology and environment icons">
            <a:extLst>
              <a:ext uri="{FF2B5EF4-FFF2-40B4-BE49-F238E27FC236}">
                <a16:creationId xmlns:a16="http://schemas.microsoft.com/office/drawing/2014/main" id="{96A0B3C3-ACD3-2F95-3CE7-6603CBDE5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457" y="3272120"/>
            <a:ext cx="2910909" cy="291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490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ACD43-38C5-2DEA-A253-4DD4520C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DF21CE2-357D-F15D-AB66-F0866E421B2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C5E899-44C4-E119-4FB1-443D7D43B53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4C0E21-3DFA-5266-289A-6E69FA90CB5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8CCCFA-C3BC-6946-9399-CC7C32F1DD8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ADEE9E-FA10-4F64-5102-963A250BF00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Through this abstraction, are there risks to simplifying things too much?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an instance where this could occur?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30D16-7A12-E775-587F-418736029F96}"/>
              </a:ext>
            </a:extLst>
          </p:cNvPr>
          <p:cNvSpPr/>
          <p:nvPr/>
        </p:nvSpPr>
        <p:spPr>
          <a:xfrm>
            <a:off x="-142431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ADTS</a:t>
            </a:r>
          </a:p>
        </p:txBody>
      </p:sp>
    </p:spTree>
    <p:extLst>
      <p:ext uri="{BB962C8B-B14F-4D97-AF65-F5344CB8AC3E}">
        <p14:creationId xmlns:p14="http://schemas.microsoft.com/office/powerpoint/2010/main" val="354871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0F11B-E3DA-BE83-2D36-E3AA9950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294CD6-F00E-60B6-BAE0-1FFB4D0F78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9C78FC-739A-15CF-FB84-DCAA0743A6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8E14EC-A459-6F81-1753-478C151F5E7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FC8536-5202-634A-65D4-61308677CDB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116DD-866C-DB2C-7AB1-CE81D2F2038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ADT that we should already be familiar with are lists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Or, as we perhaps should say, the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Linked lists contain two main elements: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Pointers and Nodes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7F979-DBA1-4FA6-9DDF-DFD7F13A1849}"/>
              </a:ext>
            </a:extLst>
          </p:cNvPr>
          <p:cNvSpPr/>
          <p:nvPr/>
        </p:nvSpPr>
        <p:spPr>
          <a:xfrm>
            <a:off x="0" y="155968"/>
            <a:ext cx="379676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LISTS</a:t>
            </a:r>
          </a:p>
        </p:txBody>
      </p:sp>
    </p:spTree>
    <p:extLst>
      <p:ext uri="{BB962C8B-B14F-4D97-AF65-F5344CB8AC3E}">
        <p14:creationId xmlns:p14="http://schemas.microsoft.com/office/powerpoint/2010/main" val="2881957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0F960-75BA-EF5D-C1EB-9A9FCF96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5049EA9-6F8C-218D-6CAD-41EA83D788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30F9D0-FEEE-AEDE-A8DA-80466DF00F5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61565-D5E6-2558-C67E-D60A07C5E0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80A74-C9F7-5F8B-55BD-FB3998672B7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831E39-8C5A-27AD-C409-3864DBC1B45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Nodes are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element in a list that holds the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Nodes are (typically)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OBJECTS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types of very important nodes: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head node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start of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tail node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ending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two nodes help us to navigate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3BF98-072F-E6CB-29E8-8B6586E758EF}"/>
              </a:ext>
            </a:extLst>
          </p:cNvPr>
          <p:cNvSpPr/>
          <p:nvPr/>
        </p:nvSpPr>
        <p:spPr>
          <a:xfrm>
            <a:off x="183738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NODES</a:t>
            </a:r>
          </a:p>
        </p:txBody>
      </p:sp>
      <p:pic>
        <p:nvPicPr>
          <p:cNvPr id="4098" name="Picture 2" descr="John Cena 2013 Yellow Wallpaper. wwe wallpapers | wwe 2013: wwe images ...">
            <a:extLst>
              <a:ext uri="{FF2B5EF4-FFF2-40B4-BE49-F238E27FC236}">
                <a16:creationId xmlns:a16="http://schemas.microsoft.com/office/drawing/2014/main" id="{2E0CE126-CAE6-F8E5-FB1B-D307B4453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058" y="155968"/>
            <a:ext cx="5741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76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5975C-CE42-B096-B168-E2C4E449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A80F15-BBEC-DEFF-8EA9-415CA10F9D6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4AB2EF-8732-C86A-5D36-B0C7381DD89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55269C-1357-2D31-DE6A-1129B63EBC7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7E3258-EEB5-193C-6663-378515FE1B2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5B7B1-7BE9-EF77-6B0D-E0A5141CC01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Pointers are contained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within the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point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next node in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Sometimes, we also have pointers that point to the previous node in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Pointers are sometimes called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references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because it references the memory address where the next node resides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A1419-C281-309D-864D-07E520005031}"/>
              </a:ext>
            </a:extLst>
          </p:cNvPr>
          <p:cNvSpPr/>
          <p:nvPr/>
        </p:nvSpPr>
        <p:spPr>
          <a:xfrm>
            <a:off x="183737" y="155968"/>
            <a:ext cx="277173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184863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F79D8-7BF8-6917-DF67-134B5A9F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113C320-39E6-FB81-E443-C0BC88AB7D0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BA47EE-D813-3A43-77C3-1FBCD589D5E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BC1DD1-101E-D48E-D876-EEA7311361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75A1AA-5B1F-C4D8-592E-691BF68E73E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60061-BC79-5DE5-B4DA-03D1729E8A3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people like to think of this like a chain of elephants for some reason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trunks and tails connect like pointers connect one node to another in a linked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3FDFB-1AB3-67F9-88BD-8B4F4BCCF6B6}"/>
              </a:ext>
            </a:extLst>
          </p:cNvPr>
          <p:cNvSpPr/>
          <p:nvPr/>
        </p:nvSpPr>
        <p:spPr>
          <a:xfrm>
            <a:off x="183737" y="155968"/>
            <a:ext cx="277173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POINTERS</a:t>
            </a:r>
          </a:p>
        </p:txBody>
      </p:sp>
      <p:pic>
        <p:nvPicPr>
          <p:cNvPr id="5122" name="Picture 2" descr="African Elephant Silhouette Transparent Background, Silhouette Large ...">
            <a:extLst>
              <a:ext uri="{FF2B5EF4-FFF2-40B4-BE49-F238E27FC236}">
                <a16:creationId xmlns:a16="http://schemas.microsoft.com/office/drawing/2014/main" id="{AEF8258B-5E4B-FED1-6477-66C694A3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18" y="3372953"/>
            <a:ext cx="3140147" cy="314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frican Elephant Silhouette Transparent Background, Silhouette Large ...">
            <a:extLst>
              <a:ext uri="{FF2B5EF4-FFF2-40B4-BE49-F238E27FC236}">
                <a16:creationId xmlns:a16="http://schemas.microsoft.com/office/drawing/2014/main" id="{0BF86276-0F30-5CEE-70B1-4D1566C3F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43" y="3245957"/>
            <a:ext cx="3721031" cy="37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African Elephant Silhouette Transparent Background, Silhouette Large ...">
            <a:extLst>
              <a:ext uri="{FF2B5EF4-FFF2-40B4-BE49-F238E27FC236}">
                <a16:creationId xmlns:a16="http://schemas.microsoft.com/office/drawing/2014/main" id="{C9F6B78D-9F1E-D7D8-E08A-ED4656ED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540" y="3922722"/>
            <a:ext cx="3260412" cy="326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56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B34E2-1408-8308-5447-C31EDCD1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EF52C0-7BF2-A428-DC56-EA5FB018BB4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63716F-545D-9758-ED05-5FAEE7C0DD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5281B7-744F-30FE-3436-E1722D55769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FCB42A-CB9B-B5FE-0527-320D9D229CF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537852-E2E2-D24B-7787-11810BAD4AF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quickly look at three different advantages of linked lists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B60E46-AC33-1FA4-218E-6A5CF9A511A9}"/>
              </a:ext>
            </a:extLst>
          </p:cNvPr>
          <p:cNvSpPr/>
          <p:nvPr/>
        </p:nvSpPr>
        <p:spPr>
          <a:xfrm>
            <a:off x="-449203" y="155968"/>
            <a:ext cx="81111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 OF LINKED LISTS</a:t>
            </a:r>
          </a:p>
        </p:txBody>
      </p:sp>
      <p:pic>
        <p:nvPicPr>
          <p:cNvPr id="6146" name="Picture 2" descr="number 3 3d gold 11298048 PNG">
            <a:extLst>
              <a:ext uri="{FF2B5EF4-FFF2-40B4-BE49-F238E27FC236}">
                <a16:creationId xmlns:a16="http://schemas.microsoft.com/office/drawing/2014/main" id="{184166B2-FA4C-8B95-9D9B-8C263A1E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251" y="1985830"/>
            <a:ext cx="4748212" cy="49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646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46B44-448F-C2FB-FED1-33995988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A047832-7F97-71E6-E78D-71CB227028E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22DA26-107D-6FBB-0AB9-30B12721889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625072-DE72-57F4-9A68-850206D6DF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7D1F22-B8C1-F04A-0DD9-4FB389ED917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70B28-1D37-DBCB-F66E-56187158102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Dynamic Data Structures: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Lists are able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grow and shrink in size as we add and remove nodes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don’t have these in Python, but Java’s default list equivalent is called an Array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Arrays require you to tell it how many items will go into it ahead of time, and it reserves that much space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linked list is a line of elephants, think of an array as a pre-made shelf with slots for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146D8-254F-B576-81A8-14E2026F2DE8}"/>
              </a:ext>
            </a:extLst>
          </p:cNvPr>
          <p:cNvSpPr/>
          <p:nvPr/>
        </p:nvSpPr>
        <p:spPr>
          <a:xfrm>
            <a:off x="-449203" y="155968"/>
            <a:ext cx="81111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693385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F262E-C53A-6331-E0C1-E8802C9EC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FC87CF9-4201-3EF5-DA49-9DA875488CD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ADD2BD-F337-8753-CDCB-994BAE2E331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84FF42-EDC3-C196-3B72-4B1404BD634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C2FCCB-5FDD-5F98-B74F-72FAE101B2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7C7BCF-6B32-93C7-4B34-80135DE67A1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Utilization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Lists can be more efficient with memory usage, as they don’t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reserve space like an array does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don’t fill an array fully, the space is still taken 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86283-570E-5BCB-F728-EC7879B28A57}"/>
              </a:ext>
            </a:extLst>
          </p:cNvPr>
          <p:cNvSpPr/>
          <p:nvPr/>
        </p:nvSpPr>
        <p:spPr>
          <a:xfrm>
            <a:off x="-449203" y="155968"/>
            <a:ext cx="81111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109223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F29D7-B36E-CEFF-0198-891BA0A9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3F7C092-D0A7-5F1A-0B59-45BCAFC402F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9D1876-19D0-E4B9-1286-A4C5C8D86E0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6F67B4-A1C7-04D1-0A5C-82E3225ADBD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4CC197-2A8A-422A-347B-417EFDE712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11F9B-A73B-48A0-ED88-3C9E43C614ED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Efficient insertion and deletion: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Linked lists are able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insert items into the middle without needing to shuffle other items around like an Array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2B4CC-70CE-1A57-BD3F-38EE4BEDDA22}"/>
              </a:ext>
            </a:extLst>
          </p:cNvPr>
          <p:cNvSpPr/>
          <p:nvPr/>
        </p:nvSpPr>
        <p:spPr>
          <a:xfrm>
            <a:off x="-449203" y="155968"/>
            <a:ext cx="81111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465763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BD58F-5119-B40C-FFB3-842C1947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9FD6E0-C23B-0CA7-1DC7-1AB6D474667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96F654-1D26-E193-4229-7FA74F814F9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DCB020-B666-162D-1305-6489C733ECD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083C49-6385-C645-B0B9-E809D49769C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BA693-5CC9-CF68-56A0-0548E39A5A1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look at some disadvantages of linked lists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594211-9C4B-5084-3E64-21E6E308C174}"/>
              </a:ext>
            </a:extLst>
          </p:cNvPr>
          <p:cNvSpPr/>
          <p:nvPr/>
        </p:nvSpPr>
        <p:spPr>
          <a:xfrm>
            <a:off x="-449203" y="155968"/>
            <a:ext cx="91196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1722082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150D9-4DA4-0B39-0C9F-03266197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ADA1B9-FCE4-F490-88CD-FF63C987B0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EFE8A5-20A0-347D-6112-C8F071AF12C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15193F-7512-F402-B653-B9CDC921E58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0C75CD-B6BE-9B17-89B7-5F39E97DB68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15EDF-C7E2-0229-D2BB-3F3656111812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Sequential Access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can’t access lists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via index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Y’know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 whole list[3] thing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only reason Python’s does is because they added that feature as extra, but it isn’t standard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Normally,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you need to start at the head node, and follow the pointers until you find what you’re looking for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of the 4 algorithms that we are required to know looks like this?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of the 4 algorithms won’t work with a standard linked list because of this?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22EDB-B040-8AE9-0535-58209B82988F}"/>
              </a:ext>
            </a:extLst>
          </p:cNvPr>
          <p:cNvSpPr/>
          <p:nvPr/>
        </p:nvSpPr>
        <p:spPr>
          <a:xfrm>
            <a:off x="-449203" y="155968"/>
            <a:ext cx="91196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1699106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59F2E-976C-D228-4747-4B76907F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C75ABC-F69D-955F-76B8-15D26DBBD2A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927B87-5D4C-C810-A991-C013FEA12AF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CB407E-CE84-97F3-7E27-A784A073B5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2474D0-CE65-A173-A3EF-61FF4FC8DF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F6A27-AE7F-755C-86FB-BDB710A4A937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utilization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node requires a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reference/pointer to the next, which is extra data to store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your list expands to the point where you have more in it than you have memory available,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you’ll run out of heap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03CC9-7C8F-0534-68E4-512B48A3ABF7}"/>
              </a:ext>
            </a:extLst>
          </p:cNvPr>
          <p:cNvSpPr/>
          <p:nvPr/>
        </p:nvSpPr>
        <p:spPr>
          <a:xfrm>
            <a:off x="-449203" y="155968"/>
            <a:ext cx="91196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329937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A02CD-32B7-A60E-4692-79021C38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2B956E-1A1A-1920-A88F-A89B493C1D8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B83755-62F4-5193-6936-890CC0985DF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DC1095-6A9B-D15A-DF48-F770441D815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6C389F-AEA1-443C-F7BF-EA0C3BC6DEF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945227-9836-2124-4F6A-0582EEAC10DC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Singly linked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Simplest of the three, with each node containing a single pointer to the next node in the list, with the tail node containing a pointer to none or null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A8D48-A154-3305-2D72-0B750D62DA0C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TYPES OF LINKED LISTS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168220-BEC5-1B89-F778-2D036DA3F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72025"/>
              </p:ext>
            </p:extLst>
          </p:nvPr>
        </p:nvGraphicFramePr>
        <p:xfrm>
          <a:off x="2613521" y="3845560"/>
          <a:ext cx="134494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303111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17591B-FBC9-EBBF-6036-206829C3D3C9}"/>
              </a:ext>
            </a:extLst>
          </p:cNvPr>
          <p:cNvSpPr txBox="1"/>
          <p:nvPr/>
        </p:nvSpPr>
        <p:spPr>
          <a:xfrm>
            <a:off x="889902" y="4233003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4B1E5-D3E6-BF55-F58D-1591C198EDB2}"/>
              </a:ext>
            </a:extLst>
          </p:cNvPr>
          <p:cNvSpPr txBox="1"/>
          <p:nvPr/>
        </p:nvSpPr>
        <p:spPr>
          <a:xfrm>
            <a:off x="2613521" y="5691125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E8CED-0F7C-E5EA-F5C7-060C5C7A8B52}"/>
              </a:ext>
            </a:extLst>
          </p:cNvPr>
          <p:cNvSpPr txBox="1"/>
          <p:nvPr/>
        </p:nvSpPr>
        <p:spPr>
          <a:xfrm>
            <a:off x="4512798" y="5819961"/>
            <a:ext cx="125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01515-E022-AC05-2E8F-C66A34115DF1}"/>
              </a:ext>
            </a:extLst>
          </p:cNvPr>
          <p:cNvSpPr txBox="1"/>
          <p:nvPr/>
        </p:nvSpPr>
        <p:spPr>
          <a:xfrm>
            <a:off x="2924948" y="3427434"/>
            <a:ext cx="125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5B11C6-A916-9EE2-F80A-E846FFBC4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40822"/>
              </p:ext>
            </p:extLst>
          </p:nvPr>
        </p:nvGraphicFramePr>
        <p:xfrm>
          <a:off x="5067385" y="3845560"/>
          <a:ext cx="134494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303111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195B69D-ED47-A340-25D2-8FCF44BA2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71565"/>
              </p:ext>
            </p:extLst>
          </p:nvPr>
        </p:nvGraphicFramePr>
        <p:xfrm>
          <a:off x="7521249" y="3845560"/>
          <a:ext cx="134494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303111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8888C2-ABA6-2362-56C3-FC61C153493C}"/>
              </a:ext>
            </a:extLst>
          </p:cNvPr>
          <p:cNvCxnSpPr>
            <a:endCxn id="13" idx="1"/>
          </p:cNvCxnSpPr>
          <p:nvPr/>
        </p:nvCxnSpPr>
        <p:spPr>
          <a:xfrm>
            <a:off x="3958468" y="4348480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A731B3-CD3B-9B3E-625B-64977029D3E5}"/>
              </a:ext>
            </a:extLst>
          </p:cNvPr>
          <p:cNvCxnSpPr/>
          <p:nvPr/>
        </p:nvCxnSpPr>
        <p:spPr>
          <a:xfrm>
            <a:off x="6412332" y="4348480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67ECB4-BD13-6AC1-E130-E9E6C43D0564}"/>
              </a:ext>
            </a:extLst>
          </p:cNvPr>
          <p:cNvCxnSpPr/>
          <p:nvPr/>
        </p:nvCxnSpPr>
        <p:spPr>
          <a:xfrm>
            <a:off x="8866196" y="4348480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1B69E81-1300-D0AC-6450-209BAE0DA575}"/>
              </a:ext>
            </a:extLst>
          </p:cNvPr>
          <p:cNvSpPr txBox="1"/>
          <p:nvPr/>
        </p:nvSpPr>
        <p:spPr>
          <a:xfrm>
            <a:off x="10018170" y="4187710"/>
            <a:ext cx="151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NULL/NONE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A63D7F-E203-822B-5079-C2FB60732AAD}"/>
              </a:ext>
            </a:extLst>
          </p:cNvPr>
          <p:cNvCxnSpPr>
            <a:cxnSpLocks/>
          </p:cNvCxnSpPr>
          <p:nvPr/>
        </p:nvCxnSpPr>
        <p:spPr>
          <a:xfrm>
            <a:off x="1765883" y="4417669"/>
            <a:ext cx="75390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9704BE-6CCA-891E-4545-45F970CC7388}"/>
              </a:ext>
            </a:extLst>
          </p:cNvPr>
          <p:cNvCxnSpPr>
            <a:cxnSpLocks/>
          </p:cNvCxnSpPr>
          <p:nvPr/>
        </p:nvCxnSpPr>
        <p:spPr>
          <a:xfrm flipV="1">
            <a:off x="2819913" y="4602335"/>
            <a:ext cx="210070" cy="103999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96000E-9DCE-E43D-26B0-F894757527F0}"/>
              </a:ext>
            </a:extLst>
          </p:cNvPr>
          <p:cNvCxnSpPr>
            <a:cxnSpLocks/>
          </p:cNvCxnSpPr>
          <p:nvPr/>
        </p:nvCxnSpPr>
        <p:spPr>
          <a:xfrm flipH="1" flipV="1">
            <a:off x="4240230" y="4553349"/>
            <a:ext cx="741689" cy="12666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134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0565D-4277-68E8-196A-BF12C959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E80F20-4260-3DED-07DD-432E0D61C5C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7F830C-C2CA-60A9-B0A1-2228B079DA8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EF53B2-841F-126B-F1CB-922B89AFDB7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67A439-E0DA-7E00-B141-9185B86C7E5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5C4C3-AA42-775E-608A-513F85698D68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Doubly linked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Nodes have two pointers, one reference to the next node, and one to the previous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lets us travel forward and backwards in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C276A-5178-0429-B0F1-D0A6DD8E9F22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TYPES OF LINKED LISTS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BB5E3C-D9EC-7348-1F98-B81DC5A03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16336"/>
              </p:ext>
            </p:extLst>
          </p:nvPr>
        </p:nvGraphicFramePr>
        <p:xfrm>
          <a:off x="2613521" y="3845560"/>
          <a:ext cx="138242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93">
                  <a:extLst>
                    <a:ext uri="{9D8B030D-6E8A-4147-A177-3AD203B41FA5}">
                      <a16:colId xmlns:a16="http://schemas.microsoft.com/office/drawing/2014/main" val="2717336883"/>
                    </a:ext>
                  </a:extLst>
                </a:gridCol>
                <a:gridCol w="864851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endParaRPr lang="en-US" sz="6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990ADC-BB1F-97DB-77A2-001B70F2B955}"/>
              </a:ext>
            </a:extLst>
          </p:cNvPr>
          <p:cNvSpPr txBox="1"/>
          <p:nvPr/>
        </p:nvSpPr>
        <p:spPr>
          <a:xfrm>
            <a:off x="928255" y="4003044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98C60-91F9-A283-178B-5699F7957021}"/>
              </a:ext>
            </a:extLst>
          </p:cNvPr>
          <p:cNvSpPr txBox="1"/>
          <p:nvPr/>
        </p:nvSpPr>
        <p:spPr>
          <a:xfrm>
            <a:off x="2613521" y="5691125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4F581-A9BF-23A4-2224-36C5E2F139EE}"/>
              </a:ext>
            </a:extLst>
          </p:cNvPr>
          <p:cNvSpPr txBox="1"/>
          <p:nvPr/>
        </p:nvSpPr>
        <p:spPr>
          <a:xfrm>
            <a:off x="4512798" y="5819961"/>
            <a:ext cx="1253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POINTER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0451F-E4F8-6888-0BA2-5753F2BC5D75}"/>
              </a:ext>
            </a:extLst>
          </p:cNvPr>
          <p:cNvSpPr txBox="1"/>
          <p:nvPr/>
        </p:nvSpPr>
        <p:spPr>
          <a:xfrm>
            <a:off x="2924948" y="3427434"/>
            <a:ext cx="125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F61EC45-E796-3DE4-51DA-599B82E6A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642100"/>
              </p:ext>
            </p:extLst>
          </p:nvPr>
        </p:nvGraphicFramePr>
        <p:xfrm>
          <a:off x="5067385" y="3845560"/>
          <a:ext cx="138242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15">
                  <a:extLst>
                    <a:ext uri="{9D8B030D-6E8A-4147-A177-3AD203B41FA5}">
                      <a16:colId xmlns:a16="http://schemas.microsoft.com/office/drawing/2014/main" val="1788474016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endParaRPr lang="en-US" sz="6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B2E29F6-749C-3405-8547-348E13AC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00132"/>
              </p:ext>
            </p:extLst>
          </p:nvPr>
        </p:nvGraphicFramePr>
        <p:xfrm>
          <a:off x="7521249" y="3845560"/>
          <a:ext cx="138242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22">
                  <a:extLst>
                    <a:ext uri="{9D8B030D-6E8A-4147-A177-3AD203B41FA5}">
                      <a16:colId xmlns:a16="http://schemas.microsoft.com/office/drawing/2014/main" val="1062137629"/>
                    </a:ext>
                  </a:extLst>
                </a:gridCol>
                <a:gridCol w="939322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endParaRPr lang="en-US" sz="6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999D15-E536-30E9-867F-332D015825B5}"/>
              </a:ext>
            </a:extLst>
          </p:cNvPr>
          <p:cNvCxnSpPr>
            <a:cxnSpLocks/>
          </p:cNvCxnSpPr>
          <p:nvPr/>
        </p:nvCxnSpPr>
        <p:spPr>
          <a:xfrm>
            <a:off x="4030413" y="4225447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4C12B5-31C2-E81C-B2A3-F77AF9C63F59}"/>
              </a:ext>
            </a:extLst>
          </p:cNvPr>
          <p:cNvCxnSpPr/>
          <p:nvPr/>
        </p:nvCxnSpPr>
        <p:spPr>
          <a:xfrm>
            <a:off x="6412332" y="4223154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E123C1-7D85-DBAB-4A12-B3A4C5A05AEC}"/>
              </a:ext>
            </a:extLst>
          </p:cNvPr>
          <p:cNvCxnSpPr/>
          <p:nvPr/>
        </p:nvCxnSpPr>
        <p:spPr>
          <a:xfrm>
            <a:off x="8866196" y="4169088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F4D393-0099-6F99-631F-2A48769377EF}"/>
              </a:ext>
            </a:extLst>
          </p:cNvPr>
          <p:cNvSpPr txBox="1"/>
          <p:nvPr/>
        </p:nvSpPr>
        <p:spPr>
          <a:xfrm>
            <a:off x="9973869" y="3963013"/>
            <a:ext cx="151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NULL/NONE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D1E6D5-AF60-4FDC-DF3C-B3ABE58EDB69}"/>
              </a:ext>
            </a:extLst>
          </p:cNvPr>
          <p:cNvCxnSpPr>
            <a:cxnSpLocks/>
          </p:cNvCxnSpPr>
          <p:nvPr/>
        </p:nvCxnSpPr>
        <p:spPr>
          <a:xfrm>
            <a:off x="1804236" y="4147679"/>
            <a:ext cx="7823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377775-1BCB-E5CF-CCCF-E7C6DBD29039}"/>
              </a:ext>
            </a:extLst>
          </p:cNvPr>
          <p:cNvCxnSpPr>
            <a:cxnSpLocks/>
          </p:cNvCxnSpPr>
          <p:nvPr/>
        </p:nvCxnSpPr>
        <p:spPr>
          <a:xfrm flipV="1">
            <a:off x="2819913" y="4602335"/>
            <a:ext cx="210070" cy="103999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343900-9F4B-D18E-0AD9-431CF4782246}"/>
              </a:ext>
            </a:extLst>
          </p:cNvPr>
          <p:cNvCxnSpPr>
            <a:cxnSpLocks/>
          </p:cNvCxnSpPr>
          <p:nvPr/>
        </p:nvCxnSpPr>
        <p:spPr>
          <a:xfrm flipH="1" flipV="1">
            <a:off x="4397641" y="4617648"/>
            <a:ext cx="741689" cy="12666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C1CF5C-8042-FC47-B812-4E59A69B01A8}"/>
              </a:ext>
            </a:extLst>
          </p:cNvPr>
          <p:cNvCxnSpPr>
            <a:cxnSpLocks/>
          </p:cNvCxnSpPr>
          <p:nvPr/>
        </p:nvCxnSpPr>
        <p:spPr>
          <a:xfrm flipH="1">
            <a:off x="1804236" y="4553349"/>
            <a:ext cx="7823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B6C9CFA-01A1-4935-4665-5D321690D4A0}"/>
              </a:ext>
            </a:extLst>
          </p:cNvPr>
          <p:cNvSpPr txBox="1"/>
          <p:nvPr/>
        </p:nvSpPr>
        <p:spPr>
          <a:xfrm>
            <a:off x="394506" y="4390544"/>
            <a:ext cx="151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NULL/NONE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E91FDB-9EE4-A160-C27B-7573E673377D}"/>
              </a:ext>
            </a:extLst>
          </p:cNvPr>
          <p:cNvCxnSpPr>
            <a:cxnSpLocks/>
          </p:cNvCxnSpPr>
          <p:nvPr/>
        </p:nvCxnSpPr>
        <p:spPr>
          <a:xfrm flipH="1">
            <a:off x="3950800" y="4531215"/>
            <a:ext cx="108088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16E2E8-AA37-ED94-B025-B5372DCAACBA}"/>
              </a:ext>
            </a:extLst>
          </p:cNvPr>
          <p:cNvCxnSpPr>
            <a:cxnSpLocks/>
          </p:cNvCxnSpPr>
          <p:nvPr/>
        </p:nvCxnSpPr>
        <p:spPr>
          <a:xfrm flipH="1">
            <a:off x="6254089" y="4487532"/>
            <a:ext cx="12671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3B372E3-E290-BC4C-B8A4-B306797C8F5E}"/>
              </a:ext>
            </a:extLst>
          </p:cNvPr>
          <p:cNvCxnSpPr>
            <a:cxnSpLocks/>
          </p:cNvCxnSpPr>
          <p:nvPr/>
        </p:nvCxnSpPr>
        <p:spPr>
          <a:xfrm flipH="1">
            <a:off x="4622266" y="3680363"/>
            <a:ext cx="284846" cy="50860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DB92699-4F06-D16B-BED5-DDC97C1D83BE}"/>
              </a:ext>
            </a:extLst>
          </p:cNvPr>
          <p:cNvSpPr txBox="1"/>
          <p:nvPr/>
        </p:nvSpPr>
        <p:spPr>
          <a:xfrm>
            <a:off x="4224846" y="3343911"/>
            <a:ext cx="20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POINTER</a:t>
            </a:r>
          </a:p>
        </p:txBody>
      </p:sp>
    </p:spTree>
    <p:extLst>
      <p:ext uri="{BB962C8B-B14F-4D97-AF65-F5344CB8AC3E}">
        <p14:creationId xmlns:p14="http://schemas.microsoft.com/office/powerpoint/2010/main" val="1465609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F309B-52FE-B203-9E2C-436A4A61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4F08AC-6D7E-9730-48C0-B735B762ED9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5AF764-FFDF-E8F8-9EDE-5D44B17762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4A326D-5070-CA91-E5C9-D062898D6F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1872DB-ADC8-4B71-F82D-438F756C569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29156D-4EFE-6459-B2BF-D749FD892C14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Circular linked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Similar to singly linked lists, but the tail node points back to the head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lets you continuously, circularly traverse the list (you can also do this for a doubly linked list)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62B40-3398-1804-3886-A6AE5BCCDE6B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TYPES OF LINKED LISTS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73B5B5-101B-220E-564E-CD4CFB2B6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15926"/>
              </p:ext>
            </p:extLst>
          </p:nvPr>
        </p:nvGraphicFramePr>
        <p:xfrm>
          <a:off x="2613521" y="3845560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A1139C2-E9B5-8F9C-4232-83C59BA69D6D}"/>
              </a:ext>
            </a:extLst>
          </p:cNvPr>
          <p:cNvSpPr txBox="1"/>
          <p:nvPr/>
        </p:nvSpPr>
        <p:spPr>
          <a:xfrm>
            <a:off x="928255" y="4003044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7E4072-DF29-D47C-F2A7-2E91EC94DC7C}"/>
              </a:ext>
            </a:extLst>
          </p:cNvPr>
          <p:cNvCxnSpPr>
            <a:cxnSpLocks/>
          </p:cNvCxnSpPr>
          <p:nvPr/>
        </p:nvCxnSpPr>
        <p:spPr>
          <a:xfrm>
            <a:off x="3883453" y="4225447"/>
            <a:ext cx="125587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24EF49-6EB4-EC2F-D244-5481E089681B}"/>
              </a:ext>
            </a:extLst>
          </p:cNvPr>
          <p:cNvCxnSpPr/>
          <p:nvPr/>
        </p:nvCxnSpPr>
        <p:spPr>
          <a:xfrm>
            <a:off x="6412332" y="4223154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E2BDEA-CD9B-DC78-32C7-6733152D0DC8}"/>
              </a:ext>
            </a:extLst>
          </p:cNvPr>
          <p:cNvCxnSpPr>
            <a:cxnSpLocks/>
          </p:cNvCxnSpPr>
          <p:nvPr/>
        </p:nvCxnSpPr>
        <p:spPr>
          <a:xfrm>
            <a:off x="1804236" y="4147679"/>
            <a:ext cx="7823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635D4F3-CCA4-9DA5-0117-D32A03FB8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373428"/>
              </p:ext>
            </p:extLst>
          </p:nvPr>
        </p:nvGraphicFramePr>
        <p:xfrm>
          <a:off x="5136583" y="3824616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F953109-A622-85ED-DA6F-20C741C34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559335"/>
              </p:ext>
            </p:extLst>
          </p:nvPr>
        </p:nvGraphicFramePr>
        <p:xfrm>
          <a:off x="7596263" y="3704068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6166E0E-0996-A885-047F-28B2DCD17355}"/>
                  </a:ext>
                </a:extLst>
              </p14:cNvPr>
              <p14:cNvContentPartPr/>
              <p14:nvPr/>
            </p14:nvContentPartPr>
            <p14:xfrm>
              <a:off x="2185380" y="4147046"/>
              <a:ext cx="7890120" cy="207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6166E0E-0996-A885-047F-28B2DCD173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9260" y="4140926"/>
                <a:ext cx="7902360" cy="20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928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499F0-405D-9292-CF32-67F2B87C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D8E8C2-AA35-855D-8568-F4D98F4D51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3F066E-4DA7-C4D7-8D0E-AB59AA7E938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6C41C5-EB67-0C94-A56D-87576E3343F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5425D3-BF1E-3DFB-5642-117FEEF62C7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DED56-3A10-0FDD-2A4B-A623995EE518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Circular linked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Similar to singly linked lists, but the tail node points back to the head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lets you continuously, circularly traverse the list (you can also do this for a doubly linked list)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09949B-8090-9BC3-B4D3-FFD19464D07A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TYPES OF LINKED LISTS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F7ADF9-FB56-01A4-124A-785868945599}"/>
              </a:ext>
            </a:extLst>
          </p:cNvPr>
          <p:cNvGraphicFramePr>
            <a:graphicFrameLocks noGrp="1"/>
          </p:cNvGraphicFramePr>
          <p:nvPr/>
        </p:nvGraphicFramePr>
        <p:xfrm>
          <a:off x="2613521" y="3845560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0678B1-8494-B627-69B1-53CAEAF94A7D}"/>
              </a:ext>
            </a:extLst>
          </p:cNvPr>
          <p:cNvSpPr txBox="1"/>
          <p:nvPr/>
        </p:nvSpPr>
        <p:spPr>
          <a:xfrm>
            <a:off x="928255" y="4003044"/>
            <a:ext cx="83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4E0057-38C1-DA9B-71FC-628A7A0C262B}"/>
              </a:ext>
            </a:extLst>
          </p:cNvPr>
          <p:cNvCxnSpPr>
            <a:cxnSpLocks/>
          </p:cNvCxnSpPr>
          <p:nvPr/>
        </p:nvCxnSpPr>
        <p:spPr>
          <a:xfrm>
            <a:off x="3883453" y="4225447"/>
            <a:ext cx="125587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D5AAB6-37C3-8722-A61A-DD585EE6C882}"/>
              </a:ext>
            </a:extLst>
          </p:cNvPr>
          <p:cNvCxnSpPr/>
          <p:nvPr/>
        </p:nvCxnSpPr>
        <p:spPr>
          <a:xfrm>
            <a:off x="6412332" y="4223154"/>
            <a:ext cx="1108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A85D08-0492-3FD7-514E-5A62E7A06378}"/>
              </a:ext>
            </a:extLst>
          </p:cNvPr>
          <p:cNvCxnSpPr>
            <a:cxnSpLocks/>
          </p:cNvCxnSpPr>
          <p:nvPr/>
        </p:nvCxnSpPr>
        <p:spPr>
          <a:xfrm>
            <a:off x="1804236" y="4147679"/>
            <a:ext cx="7823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207FD39-A049-2827-124F-76AD003663F0}"/>
              </a:ext>
            </a:extLst>
          </p:cNvPr>
          <p:cNvGraphicFramePr>
            <a:graphicFrameLocks noGrp="1"/>
          </p:cNvGraphicFramePr>
          <p:nvPr/>
        </p:nvGraphicFramePr>
        <p:xfrm>
          <a:off x="5136583" y="3824616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E79BE06-3E98-9D88-08B6-F00CBDA1F9B9}"/>
              </a:ext>
            </a:extLst>
          </p:cNvPr>
          <p:cNvGraphicFramePr>
            <a:graphicFrameLocks noGrp="1"/>
          </p:cNvGraphicFramePr>
          <p:nvPr/>
        </p:nvGraphicFramePr>
        <p:xfrm>
          <a:off x="7596263" y="3704068"/>
          <a:ext cx="126993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6">
                  <a:extLst>
                    <a:ext uri="{9D8B030D-6E8A-4147-A177-3AD203B41FA5}">
                      <a16:colId xmlns:a16="http://schemas.microsoft.com/office/drawing/2014/main" val="1889445842"/>
                    </a:ext>
                  </a:extLst>
                </a:gridCol>
                <a:gridCol w="246476">
                  <a:extLst>
                    <a:ext uri="{9D8B030D-6E8A-4147-A177-3AD203B41FA5}">
                      <a16:colId xmlns:a16="http://schemas.microsoft.com/office/drawing/2014/main" val="2998612286"/>
                    </a:ext>
                  </a:extLst>
                </a:gridCol>
              </a:tblGrid>
              <a:tr h="940912">
                <a:tc>
                  <a:txBody>
                    <a:bodyPr/>
                    <a:lstStyle/>
                    <a:p>
                      <a:r>
                        <a:rPr lang="en-US" sz="6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029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EAD617-26AD-8574-3A86-207E534E1A94}"/>
                  </a:ext>
                </a:extLst>
              </p14:cNvPr>
              <p14:cNvContentPartPr/>
              <p14:nvPr/>
            </p14:nvContentPartPr>
            <p14:xfrm>
              <a:off x="2185380" y="4147046"/>
              <a:ext cx="7890120" cy="207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EAD617-26AD-8574-3A86-207E534E1A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9260" y="4140926"/>
                <a:ext cx="7902360" cy="20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7327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E641C-C5C3-2E56-8CC0-3C7F745D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3DF3EF0-BDBC-84BA-2045-403BFDDB40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A8EAE6-EAD2-4547-6F94-CFFCBAC83E3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A796F1-9840-C69A-29F5-D73849FDC75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8FC8F6-6F0E-1121-DDB6-5434E95394A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014A9E-6EB7-59C2-FB20-C7C9127672C9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steps for this are basically just a linear search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start at the head of the linked list, and follow the pointers through the nodes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Step 1: Start with the head pointer to find the first node in the 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Step 2: From this node, follow the pointer within the node to the next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Step 3: Repeat step 2 until you find the node you’re searching for, or until the pointer points to null/none, meaning you’ve reached the end of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CBEC0-7C6B-6FD0-2998-7BEEAEA6E557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TRAVERSAL</a:t>
            </a:r>
          </a:p>
        </p:txBody>
      </p:sp>
    </p:spTree>
    <p:extLst>
      <p:ext uri="{BB962C8B-B14F-4D97-AF65-F5344CB8AC3E}">
        <p14:creationId xmlns:p14="http://schemas.microsoft.com/office/powerpoint/2010/main" val="817201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41BDF-7E5C-57C2-07B1-761D8254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0A2BB0-3640-742A-850F-928B9316BEF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9CAA51-1D95-0308-BE43-D9A4F644E4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8FB0E5-2019-FEA1-42D2-BA767490953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83032D-A7C2-756B-85C9-C5A5A77216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BB87B-87BE-C789-E554-06A7C706B2A6}"/>
              </a:ext>
            </a:extLst>
          </p:cNvPr>
          <p:cNvSpPr/>
          <p:nvPr/>
        </p:nvSpPr>
        <p:spPr>
          <a:xfrm>
            <a:off x="0" y="1299334"/>
            <a:ext cx="365433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Unfortunately for us, inserting into a linked list takes a bit more effort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3 kinds of linked list insertions: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start, the middle, and the 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D6DF8-C293-0C92-746D-00A1605D37C1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INSERTION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03CDA3-DBA1-E4AC-33E7-C04A9E5081A3}"/>
              </a:ext>
            </a:extLst>
          </p:cNvPr>
          <p:cNvSpPr/>
          <p:nvPr/>
        </p:nvSpPr>
        <p:spPr>
          <a:xfrm>
            <a:off x="3696481" y="862481"/>
            <a:ext cx="8108639" cy="58538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Linked Lists — IN1910 - Programming with Scientific Applications">
            <a:extLst>
              <a:ext uri="{FF2B5EF4-FFF2-40B4-BE49-F238E27FC236}">
                <a16:creationId xmlns:a16="http://schemas.microsoft.com/office/drawing/2014/main" id="{C04C3EB1-59A9-97E2-099F-96DDF09F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11" y="1004132"/>
            <a:ext cx="7557180" cy="585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589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E07AA-E5CC-6E66-1DB7-01CAC3D6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7D36C0-6F87-1885-B386-38DF0EA5235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2114DB-7541-DD9A-8545-1C36A50E91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27A69E-1A03-166B-DF50-1F6D9B0363E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BE4F43-E738-8497-B8D1-332DD8CEF46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EF0C1-32EE-7395-2311-C5385C8CD105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Inserting at the start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Create a new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Point the new node to the current head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3: Update the head pointer of the linked list to the new 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98876-34CD-EA6C-5AC6-4FC1A156CB36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INSERTION</a:t>
            </a:r>
          </a:p>
        </p:txBody>
      </p:sp>
    </p:spTree>
    <p:extLst>
      <p:ext uri="{BB962C8B-B14F-4D97-AF65-F5344CB8AC3E}">
        <p14:creationId xmlns:p14="http://schemas.microsoft.com/office/powerpoint/2010/main" val="4027929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1A522-22DF-2CFC-770C-F845FD73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888E95E-E9EF-591D-627A-D82871588F9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BC30C4-33A7-7AB5-6EDB-E1C5E0086FB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C67610-E286-5637-7228-71859F49AE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2E36C2-DC93-60ED-2126-D5FEBC14E95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0236CE-E75C-2A28-8501-F7518CB6CF08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Inserting at the end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Create a new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Find the last node by traversing the list until you find the tail node that points to null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3: Point the current tail node to the new node (the new node’s pointer will automatically be null)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50E5D-B7E6-12C6-6A21-0CB5DD2A13CA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INSERTION</a:t>
            </a:r>
          </a:p>
        </p:txBody>
      </p:sp>
    </p:spTree>
    <p:extLst>
      <p:ext uri="{BB962C8B-B14F-4D97-AF65-F5344CB8AC3E}">
        <p14:creationId xmlns:p14="http://schemas.microsoft.com/office/powerpoint/2010/main" val="736555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D881E-C973-AB5D-C698-9CDFBDD1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6116446-A1D8-5ECC-CA72-92807B059FB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392E01-195E-F255-A1EA-82A5DD6A292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3B8698-D315-6EB7-6F9B-37657968621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A9410B-7F05-65D9-E41F-0D93999EB2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C49223-0F20-E7CE-9E65-C6380E0C2050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Inserting in the middle of a list: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Create a new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Traverse the list to find the node after which you want to insert the new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3: Set the new node’s pointer to point to the newly found node’s pointer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4: Set the newly found node’s pointer to the new 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03970-5F6E-241B-87CF-D0285F899326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INSERTION</a:t>
            </a:r>
          </a:p>
        </p:txBody>
      </p:sp>
    </p:spTree>
    <p:extLst>
      <p:ext uri="{BB962C8B-B14F-4D97-AF65-F5344CB8AC3E}">
        <p14:creationId xmlns:p14="http://schemas.microsoft.com/office/powerpoint/2010/main" val="3788614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21F80-6BE6-4D30-3C48-59E09D57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745EDB7-ACF1-4F0B-019B-4F41F6FCD02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FE7EEA-D505-6A44-A293-7E1BCD3B09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40A4C6-BB87-9D45-36DC-74698D7633C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5DB078-1884-F8BA-0459-7AE157E7420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40D34-245F-3326-3DEB-0ED0757F31A4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a node also has three methods for beginning, middle, and end of a linked list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3D419-89C0-0D2B-13C6-12229E6D7615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DELETION</a:t>
            </a:r>
          </a:p>
        </p:txBody>
      </p:sp>
    </p:spTree>
    <p:extLst>
      <p:ext uri="{BB962C8B-B14F-4D97-AF65-F5344CB8AC3E}">
        <p14:creationId xmlns:p14="http://schemas.microsoft.com/office/powerpoint/2010/main" val="502041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5A266-C0CE-E055-B642-C7926FFE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954A0CA-4BC1-C48F-FD59-9534347DF2F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195089-1787-F86B-E39A-9F7DCD455C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29DF33-3A95-D2F1-AB70-3DB28899D88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9E5CB0-D3C1-C0D1-B85C-F387630D75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CC255-4F8D-405E-75E0-9835B6022E66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the first node: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Check whether the list is empty (if the head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poiner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is already null, the list is empty)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Set the head pointer to the new first node’s pointer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Now nothing is pointing to the original first node, eliminating it from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F6426-DCF7-B56D-AF36-017D2C2F7CBA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DELETION</a:t>
            </a:r>
          </a:p>
        </p:txBody>
      </p:sp>
    </p:spTree>
    <p:extLst>
      <p:ext uri="{BB962C8B-B14F-4D97-AF65-F5344CB8AC3E}">
        <p14:creationId xmlns:p14="http://schemas.microsoft.com/office/powerpoint/2010/main" val="575208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49360-1D7F-321B-48C8-5FBBD85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0306A59-3DFF-7ACE-70F4-93CB71EC5D8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EEAB35-8C0B-1413-24CA-6059E321E86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ED640-A2B1-F249-0D2B-3A756AA69E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DE8EE5-1B7E-805F-7B10-F9AC8542A8B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AF4A0-414A-4570-C938-350410272F8F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a middle node: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Traverse the list, starting from the head, to find the node you want to delete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While doing this, keep a pointer referencing the previous node, we’ll need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If you find the node to delete, use the previously visited node’s pointer and adjust it to point to the found node’s pointer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Now, nothing is pointing to the found node, and it’s no longer in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71A69-A881-7145-AD4D-2C9303CBB384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DELETION</a:t>
            </a:r>
          </a:p>
        </p:txBody>
      </p:sp>
    </p:spTree>
    <p:extLst>
      <p:ext uri="{BB962C8B-B14F-4D97-AF65-F5344CB8AC3E}">
        <p14:creationId xmlns:p14="http://schemas.microsoft.com/office/powerpoint/2010/main" val="2750076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1D34B-142E-208F-3286-76E59230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5342C2-3746-09A2-A651-572AC6989FA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F21FE0-EBB8-7DB5-B4A8-BD272DA443B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2737E4-CEB7-CAAD-14D1-7FD06C83A18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A22549-BEB0-8516-3F3B-9B822A8CB7B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B2C1D-37A0-06E2-FFF9-BCED27E60169}"/>
              </a:ext>
            </a:extLst>
          </p:cNvPr>
          <p:cNvSpPr/>
          <p:nvPr/>
        </p:nvSpPr>
        <p:spPr>
          <a:xfrm>
            <a:off x="630767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Deleting the end node: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Traverse the list, starting from the head, until you find the tail node pointing to null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While doing this, keep a manual pointer to the previous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Adjust the previously visited node’s pointer to null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0A215C-341A-19C2-EAE4-B12364C3DFEF}"/>
              </a:ext>
            </a:extLst>
          </p:cNvPr>
          <p:cNvSpPr/>
          <p:nvPr/>
        </p:nvSpPr>
        <p:spPr>
          <a:xfrm>
            <a:off x="-258726" y="155968"/>
            <a:ext cx="66867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DELETION</a:t>
            </a:r>
          </a:p>
        </p:txBody>
      </p:sp>
    </p:spTree>
    <p:extLst>
      <p:ext uri="{BB962C8B-B14F-4D97-AF65-F5344CB8AC3E}">
        <p14:creationId xmlns:p14="http://schemas.microsoft.com/office/powerpoint/2010/main" val="3543043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5" y="1357745"/>
            <a:ext cx="1097623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Create a singly linked list with the names: Aaron, Yan, Sophie, Jane, and Ellen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Draw the steps to do the following: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Insert Noah after Sophie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Delete Ellen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Add Lane at the 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97656" y="129275"/>
            <a:ext cx="23359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LABBB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Singly 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Doubly 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Circular 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C830CC"/>
      </a:accent1>
      <a:accent2>
        <a:srgbClr val="E32D91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43051</TotalTime>
  <Words>1520</Words>
  <Application>Microsoft Office PowerPoint</Application>
  <PresentationFormat>Widescreen</PresentationFormat>
  <Paragraphs>201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33</cp:revision>
  <dcterms:created xsi:type="dcterms:W3CDTF">2025-08-11T14:07:39Z</dcterms:created>
  <dcterms:modified xsi:type="dcterms:W3CDTF">2026-04-15T16:22:07Z</dcterms:modified>
</cp:coreProperties>
</file>