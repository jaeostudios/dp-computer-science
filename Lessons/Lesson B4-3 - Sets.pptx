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510" r:id="rId5"/>
    <p:sldId id="513" r:id="rId6"/>
    <p:sldId id="516" r:id="rId7"/>
    <p:sldId id="518" r:id="rId8"/>
    <p:sldId id="519" r:id="rId9"/>
    <p:sldId id="520" r:id="rId10"/>
    <p:sldId id="521" r:id="rId11"/>
    <p:sldId id="522" r:id="rId12"/>
    <p:sldId id="523" r:id="rId13"/>
    <p:sldId id="524" r:id="rId14"/>
    <p:sldId id="525" r:id="rId15"/>
    <p:sldId id="526" r:id="rId16"/>
    <p:sldId id="527" r:id="rId17"/>
    <p:sldId id="528" r:id="rId18"/>
    <p:sldId id="529" r:id="rId19"/>
    <p:sldId id="530" r:id="rId20"/>
    <p:sldId id="531" r:id="rId21"/>
    <p:sldId id="532" r:id="rId22"/>
    <p:sldId id="533" r:id="rId23"/>
    <p:sldId id="515" r:id="rId24"/>
    <p:sldId id="511" r:id="rId25"/>
    <p:sldId id="45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84500"/>
    <a:srgbClr val="2A4C45"/>
    <a:srgbClr val="326648"/>
    <a:srgbClr val="D2A65C"/>
    <a:srgbClr val="A74923"/>
    <a:srgbClr val="388049"/>
    <a:srgbClr val="274F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1F5F7A-500E-4CC4-84FF-06FB8B03BD73}" v="100" dt="2026-04-20T15:38:08.0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43" autoAdjust="0"/>
    <p:restoredTop sz="94660"/>
  </p:normalViewPr>
  <p:slideViewPr>
    <p:cSldViewPr snapToGrid="0">
      <p:cViewPr varScale="1">
        <p:scale>
          <a:sx n="57" d="100"/>
          <a:sy n="57" d="100"/>
        </p:scale>
        <p:origin x="42" y="107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Hill" userId="41dba03d-e58d-4389-9894-554c10310ba4" providerId="ADAL" clId="{EF23FE1D-A042-481E-AFD7-2A9FB0847F54}"/>
    <pc:docChg chg="undo custSel addSld delSld modSld sldOrd">
      <pc:chgData name="Michael Hill" userId="41dba03d-e58d-4389-9894-554c10310ba4" providerId="ADAL" clId="{EF23FE1D-A042-481E-AFD7-2A9FB0847F54}" dt="2026-04-20T15:39:34.715" v="4829" actId="115"/>
      <pc:docMkLst>
        <pc:docMk/>
      </pc:docMkLst>
      <pc:sldChg chg="modSp mod">
        <pc:chgData name="Michael Hill" userId="41dba03d-e58d-4389-9894-554c10310ba4" providerId="ADAL" clId="{EF23FE1D-A042-481E-AFD7-2A9FB0847F54}" dt="2026-04-20T13:51:38.111" v="9" actId="1076"/>
        <pc:sldMkLst>
          <pc:docMk/>
          <pc:sldMk cId="1878848435" sldId="256"/>
        </pc:sldMkLst>
        <pc:spChg chg="mod">
          <ac:chgData name="Michael Hill" userId="41dba03d-e58d-4389-9894-554c10310ba4" providerId="ADAL" clId="{EF23FE1D-A042-481E-AFD7-2A9FB0847F54}" dt="2026-04-20T13:51:34.464" v="8" actId="1076"/>
          <ac:spMkLst>
            <pc:docMk/>
            <pc:sldMk cId="1878848435" sldId="256"/>
            <ac:spMk id="5" creationId="{18C18ECD-1A29-4735-FBF9-2230E3FED94F}"/>
          </ac:spMkLst>
        </pc:spChg>
        <pc:spChg chg="mod">
          <ac:chgData name="Michael Hill" userId="41dba03d-e58d-4389-9894-554c10310ba4" providerId="ADAL" clId="{EF23FE1D-A042-481E-AFD7-2A9FB0847F54}" dt="2026-04-20T13:51:38.111" v="9" actId="1076"/>
          <ac:spMkLst>
            <pc:docMk/>
            <pc:sldMk cId="1878848435" sldId="256"/>
            <ac:spMk id="6" creationId="{945BB639-AC69-FE40-4352-5D3077A94591}"/>
          </ac:spMkLst>
        </pc:spChg>
      </pc:sldChg>
      <pc:sldChg chg="modSp mod">
        <pc:chgData name="Michael Hill" userId="41dba03d-e58d-4389-9894-554c10310ba4" providerId="ADAL" clId="{EF23FE1D-A042-481E-AFD7-2A9FB0847F54}" dt="2026-04-20T14:14:26.096" v="968" actId="20577"/>
        <pc:sldMkLst>
          <pc:docMk/>
          <pc:sldMk cId="854122100" sldId="257"/>
        </pc:sldMkLst>
        <pc:spChg chg="mod">
          <ac:chgData name="Michael Hill" userId="41dba03d-e58d-4389-9894-554c10310ba4" providerId="ADAL" clId="{EF23FE1D-A042-481E-AFD7-2A9FB0847F54}" dt="2026-04-20T14:14:26.096" v="968" actId="20577"/>
          <ac:spMkLst>
            <pc:docMk/>
            <pc:sldMk cId="854122100" sldId="257"/>
            <ac:spMk id="8" creationId="{4D7671A2-401B-58C3-4049-2F9F2E07BD91}"/>
          </ac:spMkLst>
        </pc:spChg>
      </pc:sldChg>
      <pc:sldChg chg="modSp mod">
        <pc:chgData name="Michael Hill" userId="41dba03d-e58d-4389-9894-554c10310ba4" providerId="ADAL" clId="{EF23FE1D-A042-481E-AFD7-2A9FB0847F54}" dt="2026-04-20T14:00:49.981" v="145" actId="20577"/>
        <pc:sldMkLst>
          <pc:docMk/>
          <pc:sldMk cId="1910594286" sldId="258"/>
        </pc:sldMkLst>
        <pc:spChg chg="mod">
          <ac:chgData name="Michael Hill" userId="41dba03d-e58d-4389-9894-554c10310ba4" providerId="ADAL" clId="{EF23FE1D-A042-481E-AFD7-2A9FB0847F54}" dt="2026-04-20T14:00:49.981" v="145" actId="20577"/>
          <ac:spMkLst>
            <pc:docMk/>
            <pc:sldMk cId="1910594286" sldId="258"/>
            <ac:spMk id="8" creationId="{9D3B4A7A-A70B-0C4A-C7FF-462ADF36D440}"/>
          </ac:spMkLst>
        </pc:spChg>
      </pc:sldChg>
      <pc:sldChg chg="modSp mod">
        <pc:chgData name="Michael Hill" userId="41dba03d-e58d-4389-9894-554c10310ba4" providerId="ADAL" clId="{EF23FE1D-A042-481E-AFD7-2A9FB0847F54}" dt="2026-04-20T14:03:28.099" v="339" actId="20577"/>
        <pc:sldMkLst>
          <pc:docMk/>
          <pc:sldMk cId="1611361129" sldId="510"/>
        </pc:sldMkLst>
        <pc:spChg chg="mod">
          <ac:chgData name="Michael Hill" userId="41dba03d-e58d-4389-9894-554c10310ba4" providerId="ADAL" clId="{EF23FE1D-A042-481E-AFD7-2A9FB0847F54}" dt="2026-04-20T14:03:28.099" v="339" actId="20577"/>
          <ac:spMkLst>
            <pc:docMk/>
            <pc:sldMk cId="1611361129" sldId="510"/>
            <ac:spMk id="8" creationId="{FC7C95A6-B60F-E90A-E986-B69A06E5D254}"/>
          </ac:spMkLst>
        </pc:spChg>
      </pc:sldChg>
      <pc:sldChg chg="addSp modSp mod">
        <pc:chgData name="Michael Hill" userId="41dba03d-e58d-4389-9894-554c10310ba4" providerId="ADAL" clId="{EF23FE1D-A042-481E-AFD7-2A9FB0847F54}" dt="2026-04-20T14:15:23.496" v="990" actId="20577"/>
        <pc:sldMkLst>
          <pc:docMk/>
          <pc:sldMk cId="2995636331" sldId="513"/>
        </pc:sldMkLst>
        <pc:spChg chg="mod">
          <ac:chgData name="Michael Hill" userId="41dba03d-e58d-4389-9894-554c10310ba4" providerId="ADAL" clId="{EF23FE1D-A042-481E-AFD7-2A9FB0847F54}" dt="2026-04-20T14:08:10.065" v="351" actId="1076"/>
          <ac:spMkLst>
            <pc:docMk/>
            <pc:sldMk cId="2995636331" sldId="513"/>
            <ac:spMk id="5" creationId="{A5651990-6C7B-B9E0-87AD-5AF9E7D36B7C}"/>
          </ac:spMkLst>
        </pc:spChg>
        <pc:spChg chg="mod">
          <ac:chgData name="Michael Hill" userId="41dba03d-e58d-4389-9894-554c10310ba4" providerId="ADAL" clId="{EF23FE1D-A042-481E-AFD7-2A9FB0847F54}" dt="2026-04-20T14:15:23.496" v="990" actId="20577"/>
          <ac:spMkLst>
            <pc:docMk/>
            <pc:sldMk cId="2995636331" sldId="513"/>
            <ac:spMk id="8" creationId="{9EB77A6F-3A86-C7E5-90C9-C9D5C65F7745}"/>
          </ac:spMkLst>
        </pc:spChg>
        <pc:picChg chg="add mod">
          <ac:chgData name="Michael Hill" userId="41dba03d-e58d-4389-9894-554c10310ba4" providerId="ADAL" clId="{EF23FE1D-A042-481E-AFD7-2A9FB0847F54}" dt="2026-04-20T14:10:58.278" v="655" actId="1076"/>
          <ac:picMkLst>
            <pc:docMk/>
            <pc:sldMk cId="2995636331" sldId="513"/>
            <ac:picMk id="1026" creationId="{149FA3D5-F070-36E9-4E85-8DDC37E90116}"/>
          </ac:picMkLst>
        </pc:picChg>
      </pc:sldChg>
      <pc:sldChg chg="modSp mod">
        <pc:chgData name="Michael Hill" userId="41dba03d-e58d-4389-9894-554c10310ba4" providerId="ADAL" clId="{EF23FE1D-A042-481E-AFD7-2A9FB0847F54}" dt="2026-04-20T14:46:38.293" v="3071" actId="2711"/>
        <pc:sldMkLst>
          <pc:docMk/>
          <pc:sldMk cId="1042081219" sldId="515"/>
        </pc:sldMkLst>
        <pc:spChg chg="mod">
          <ac:chgData name="Michael Hill" userId="41dba03d-e58d-4389-9894-554c10310ba4" providerId="ADAL" clId="{EF23FE1D-A042-481E-AFD7-2A9FB0847F54}" dt="2026-04-20T14:46:38.293" v="3071" actId="2711"/>
          <ac:spMkLst>
            <pc:docMk/>
            <pc:sldMk cId="1042081219" sldId="515"/>
            <ac:spMk id="8" creationId="{871B3737-AB37-FE4A-454A-B735E3722202}"/>
          </ac:spMkLst>
        </pc:spChg>
      </pc:sldChg>
      <pc:sldChg chg="delSp modSp add mod">
        <pc:chgData name="Michael Hill" userId="41dba03d-e58d-4389-9894-554c10310ba4" providerId="ADAL" clId="{EF23FE1D-A042-481E-AFD7-2A9FB0847F54}" dt="2026-04-20T14:15:52.638" v="1114" actId="115"/>
        <pc:sldMkLst>
          <pc:docMk/>
          <pc:sldMk cId="381807040" sldId="516"/>
        </pc:sldMkLst>
        <pc:spChg chg="mod">
          <ac:chgData name="Michael Hill" userId="41dba03d-e58d-4389-9894-554c10310ba4" providerId="ADAL" clId="{EF23FE1D-A042-481E-AFD7-2A9FB0847F54}" dt="2026-04-20T14:15:52.638" v="1114" actId="115"/>
          <ac:spMkLst>
            <pc:docMk/>
            <pc:sldMk cId="381807040" sldId="516"/>
            <ac:spMk id="8" creationId="{1264F11F-2CF0-508D-3FA4-B0ADD8F376A4}"/>
          </ac:spMkLst>
        </pc:spChg>
        <pc:picChg chg="del">
          <ac:chgData name="Michael Hill" userId="41dba03d-e58d-4389-9894-554c10310ba4" providerId="ADAL" clId="{EF23FE1D-A042-481E-AFD7-2A9FB0847F54}" dt="2026-04-20T14:13:08.116" v="948" actId="478"/>
          <ac:picMkLst>
            <pc:docMk/>
            <pc:sldMk cId="381807040" sldId="516"/>
            <ac:picMk id="1026" creationId="{697823F3-7A4E-142E-889D-08EBCCD4DBB2}"/>
          </ac:picMkLst>
        </pc:picChg>
      </pc:sldChg>
      <pc:sldChg chg="del">
        <pc:chgData name="Michael Hill" userId="41dba03d-e58d-4389-9894-554c10310ba4" providerId="ADAL" clId="{EF23FE1D-A042-481E-AFD7-2A9FB0847F54}" dt="2026-04-20T14:07:56.314" v="340" actId="47"/>
        <pc:sldMkLst>
          <pc:docMk/>
          <pc:sldMk cId="1733310027" sldId="516"/>
        </pc:sldMkLst>
      </pc:sldChg>
      <pc:sldChg chg="new del">
        <pc:chgData name="Michael Hill" userId="41dba03d-e58d-4389-9894-554c10310ba4" providerId="ADAL" clId="{EF23FE1D-A042-481E-AFD7-2A9FB0847F54}" dt="2026-04-20T14:14:19.903" v="951" actId="680"/>
        <pc:sldMkLst>
          <pc:docMk/>
          <pc:sldMk cId="950179623" sldId="517"/>
        </pc:sldMkLst>
      </pc:sldChg>
      <pc:sldChg chg="modSp add del mod">
        <pc:chgData name="Michael Hill" userId="41dba03d-e58d-4389-9894-554c10310ba4" providerId="ADAL" clId="{EF23FE1D-A042-481E-AFD7-2A9FB0847F54}" dt="2026-04-20T14:47:43.846" v="3074" actId="47"/>
        <pc:sldMkLst>
          <pc:docMk/>
          <pc:sldMk cId="3999888018" sldId="517"/>
        </pc:sldMkLst>
        <pc:spChg chg="mod">
          <ac:chgData name="Michael Hill" userId="41dba03d-e58d-4389-9894-554c10310ba4" providerId="ADAL" clId="{EF23FE1D-A042-481E-AFD7-2A9FB0847F54}" dt="2026-04-20T14:25:27.777" v="2030" actId="20577"/>
          <ac:spMkLst>
            <pc:docMk/>
            <pc:sldMk cId="3999888018" sldId="517"/>
            <ac:spMk id="5" creationId="{EFAC3FC2-D6EE-3D49-E034-3106A0CB4E7F}"/>
          </ac:spMkLst>
        </pc:spChg>
        <pc:spChg chg="mod">
          <ac:chgData name="Michael Hill" userId="41dba03d-e58d-4389-9894-554c10310ba4" providerId="ADAL" clId="{EF23FE1D-A042-481E-AFD7-2A9FB0847F54}" dt="2026-04-20T14:25:26.406" v="2025" actId="5793"/>
          <ac:spMkLst>
            <pc:docMk/>
            <pc:sldMk cId="3999888018" sldId="517"/>
            <ac:spMk id="8" creationId="{7B728DEC-EB3D-FCCB-FE69-3248B405C262}"/>
          </ac:spMkLst>
        </pc:spChg>
      </pc:sldChg>
      <pc:sldChg chg="addSp modSp add mod">
        <pc:chgData name="Michael Hill" userId="41dba03d-e58d-4389-9894-554c10310ba4" providerId="ADAL" clId="{EF23FE1D-A042-481E-AFD7-2A9FB0847F54}" dt="2026-04-20T14:18:38.152" v="1444" actId="20577"/>
        <pc:sldMkLst>
          <pc:docMk/>
          <pc:sldMk cId="283250443" sldId="518"/>
        </pc:sldMkLst>
        <pc:spChg chg="mod">
          <ac:chgData name="Michael Hill" userId="41dba03d-e58d-4389-9894-554c10310ba4" providerId="ADAL" clId="{EF23FE1D-A042-481E-AFD7-2A9FB0847F54}" dt="2026-04-20T14:18:38.152" v="1444" actId="20577"/>
          <ac:spMkLst>
            <pc:docMk/>
            <pc:sldMk cId="283250443" sldId="518"/>
            <ac:spMk id="8" creationId="{271DDB15-3B0F-4BBF-E154-F035E8EDD0A5}"/>
          </ac:spMkLst>
        </pc:spChg>
        <pc:picChg chg="add mod">
          <ac:chgData name="Michael Hill" userId="41dba03d-e58d-4389-9894-554c10310ba4" providerId="ADAL" clId="{EF23FE1D-A042-481E-AFD7-2A9FB0847F54}" dt="2026-04-20T14:18:11.521" v="1429" actId="1076"/>
          <ac:picMkLst>
            <pc:docMk/>
            <pc:sldMk cId="283250443" sldId="518"/>
            <ac:picMk id="2050" creationId="{B570DE13-6F66-F74A-FD5F-2172B8547841}"/>
          </ac:picMkLst>
        </pc:picChg>
      </pc:sldChg>
      <pc:sldChg chg="del">
        <pc:chgData name="Michael Hill" userId="41dba03d-e58d-4389-9894-554c10310ba4" providerId="ADAL" clId="{EF23FE1D-A042-481E-AFD7-2A9FB0847F54}" dt="2026-04-20T14:07:56.314" v="340" actId="47"/>
        <pc:sldMkLst>
          <pc:docMk/>
          <pc:sldMk cId="4263952802" sldId="518"/>
        </pc:sldMkLst>
      </pc:sldChg>
      <pc:sldChg chg="addSp delSp modSp add mod">
        <pc:chgData name="Michael Hill" userId="41dba03d-e58d-4389-9894-554c10310ba4" providerId="ADAL" clId="{EF23FE1D-A042-481E-AFD7-2A9FB0847F54}" dt="2026-04-20T14:22:55.942" v="1570" actId="255"/>
        <pc:sldMkLst>
          <pc:docMk/>
          <pc:sldMk cId="1203755514" sldId="519"/>
        </pc:sldMkLst>
        <pc:spChg chg="add mod">
          <ac:chgData name="Michael Hill" userId="41dba03d-e58d-4389-9894-554c10310ba4" providerId="ADAL" clId="{EF23FE1D-A042-481E-AFD7-2A9FB0847F54}" dt="2026-04-20T14:22:55.942" v="1570" actId="255"/>
          <ac:spMkLst>
            <pc:docMk/>
            <pc:sldMk cId="1203755514" sldId="519"/>
            <ac:spMk id="2" creationId="{B61DC7F5-122D-1341-111A-DA09E88FD0E8}"/>
          </ac:spMkLst>
        </pc:spChg>
        <pc:spChg chg="mod">
          <ac:chgData name="Michael Hill" userId="41dba03d-e58d-4389-9894-554c10310ba4" providerId="ADAL" clId="{EF23FE1D-A042-481E-AFD7-2A9FB0847F54}" dt="2026-04-20T14:18:53.746" v="1460" actId="14100"/>
          <ac:spMkLst>
            <pc:docMk/>
            <pc:sldMk cId="1203755514" sldId="519"/>
            <ac:spMk id="5" creationId="{1D8F0161-8C36-7D8C-7086-265C61E92323}"/>
          </ac:spMkLst>
        </pc:spChg>
        <pc:spChg chg="mod">
          <ac:chgData name="Michael Hill" userId="41dba03d-e58d-4389-9894-554c10310ba4" providerId="ADAL" clId="{EF23FE1D-A042-481E-AFD7-2A9FB0847F54}" dt="2026-04-20T14:21:54.538" v="1566" actId="115"/>
          <ac:spMkLst>
            <pc:docMk/>
            <pc:sldMk cId="1203755514" sldId="519"/>
            <ac:spMk id="8" creationId="{92006B52-19BC-375F-3921-77B08C259E95}"/>
          </ac:spMkLst>
        </pc:spChg>
        <pc:picChg chg="del">
          <ac:chgData name="Michael Hill" userId="41dba03d-e58d-4389-9894-554c10310ba4" providerId="ADAL" clId="{EF23FE1D-A042-481E-AFD7-2A9FB0847F54}" dt="2026-04-20T14:18:43.365" v="1446" actId="478"/>
          <ac:picMkLst>
            <pc:docMk/>
            <pc:sldMk cId="1203755514" sldId="519"/>
            <ac:picMk id="2050" creationId="{C66F0697-586B-1136-63F6-7E9FB7AE1639}"/>
          </ac:picMkLst>
        </pc:picChg>
      </pc:sldChg>
      <pc:sldChg chg="del">
        <pc:chgData name="Michael Hill" userId="41dba03d-e58d-4389-9894-554c10310ba4" providerId="ADAL" clId="{EF23FE1D-A042-481E-AFD7-2A9FB0847F54}" dt="2026-04-20T14:07:56.314" v="340" actId="47"/>
        <pc:sldMkLst>
          <pc:docMk/>
          <pc:sldMk cId="3382127804" sldId="519"/>
        </pc:sldMkLst>
      </pc:sldChg>
      <pc:sldChg chg="modSp add del mod">
        <pc:chgData name="Michael Hill" userId="41dba03d-e58d-4389-9894-554c10310ba4" providerId="ADAL" clId="{EF23FE1D-A042-481E-AFD7-2A9FB0847F54}" dt="2026-04-20T14:18:37.943" v="1443" actId="2890"/>
        <pc:sldMkLst>
          <pc:docMk/>
          <pc:sldMk cId="3708990532" sldId="519"/>
        </pc:sldMkLst>
        <pc:spChg chg="mod">
          <ac:chgData name="Michael Hill" userId="41dba03d-e58d-4389-9894-554c10310ba4" providerId="ADAL" clId="{EF23FE1D-A042-481E-AFD7-2A9FB0847F54}" dt="2026-04-20T14:18:29.668" v="1440" actId="20577"/>
          <ac:spMkLst>
            <pc:docMk/>
            <pc:sldMk cId="3708990532" sldId="519"/>
            <ac:spMk id="8" creationId="{DC7FDD78-1B49-9BF7-9DEE-363CCD79253A}"/>
          </ac:spMkLst>
        </pc:spChg>
      </pc:sldChg>
      <pc:sldChg chg="del">
        <pc:chgData name="Michael Hill" userId="41dba03d-e58d-4389-9894-554c10310ba4" providerId="ADAL" clId="{EF23FE1D-A042-481E-AFD7-2A9FB0847F54}" dt="2026-04-20T14:07:56.314" v="340" actId="47"/>
        <pc:sldMkLst>
          <pc:docMk/>
          <pc:sldMk cId="1652848379" sldId="520"/>
        </pc:sldMkLst>
      </pc:sldChg>
      <pc:sldChg chg="modSp add mod">
        <pc:chgData name="Michael Hill" userId="41dba03d-e58d-4389-9894-554c10310ba4" providerId="ADAL" clId="{EF23FE1D-A042-481E-AFD7-2A9FB0847F54}" dt="2026-04-20T14:23:42.149" v="1673" actId="20577"/>
        <pc:sldMkLst>
          <pc:docMk/>
          <pc:sldMk cId="4283331061" sldId="520"/>
        </pc:sldMkLst>
        <pc:spChg chg="mod">
          <ac:chgData name="Michael Hill" userId="41dba03d-e58d-4389-9894-554c10310ba4" providerId="ADAL" clId="{EF23FE1D-A042-481E-AFD7-2A9FB0847F54}" dt="2026-04-20T14:23:42.149" v="1673" actId="20577"/>
          <ac:spMkLst>
            <pc:docMk/>
            <pc:sldMk cId="4283331061" sldId="520"/>
            <ac:spMk id="8" creationId="{46AB88DC-44BA-C7A7-2F08-D79E8F0FA136}"/>
          </ac:spMkLst>
        </pc:spChg>
      </pc:sldChg>
      <pc:sldChg chg="modSp add mod">
        <pc:chgData name="Michael Hill" userId="41dba03d-e58d-4389-9894-554c10310ba4" providerId="ADAL" clId="{EF23FE1D-A042-481E-AFD7-2A9FB0847F54}" dt="2026-04-20T14:29:47.271" v="2309" actId="115"/>
        <pc:sldMkLst>
          <pc:docMk/>
          <pc:sldMk cId="3193805400" sldId="521"/>
        </pc:sldMkLst>
        <pc:spChg chg="mod">
          <ac:chgData name="Michael Hill" userId="41dba03d-e58d-4389-9894-554c10310ba4" providerId="ADAL" clId="{EF23FE1D-A042-481E-AFD7-2A9FB0847F54}" dt="2026-04-20T14:28:54.350" v="2252" actId="14100"/>
          <ac:spMkLst>
            <pc:docMk/>
            <pc:sldMk cId="3193805400" sldId="521"/>
            <ac:spMk id="2" creationId="{D8906499-F8AE-F00F-BE3B-DD2C2A3A7C8A}"/>
          </ac:spMkLst>
        </pc:spChg>
        <pc:spChg chg="mod">
          <ac:chgData name="Michael Hill" userId="41dba03d-e58d-4389-9894-554c10310ba4" providerId="ADAL" clId="{EF23FE1D-A042-481E-AFD7-2A9FB0847F54}" dt="2026-04-20T14:25:49.388" v="2058" actId="20577"/>
          <ac:spMkLst>
            <pc:docMk/>
            <pc:sldMk cId="3193805400" sldId="521"/>
            <ac:spMk id="5" creationId="{6F4B1A06-EFC4-F571-4DB6-0DEAEDF24421}"/>
          </ac:spMkLst>
        </pc:spChg>
        <pc:spChg chg="mod">
          <ac:chgData name="Michael Hill" userId="41dba03d-e58d-4389-9894-554c10310ba4" providerId="ADAL" clId="{EF23FE1D-A042-481E-AFD7-2A9FB0847F54}" dt="2026-04-20T14:29:47.271" v="2309" actId="115"/>
          <ac:spMkLst>
            <pc:docMk/>
            <pc:sldMk cId="3193805400" sldId="521"/>
            <ac:spMk id="8" creationId="{E299E0CB-D732-F59A-2003-315CEBE470F1}"/>
          </ac:spMkLst>
        </pc:spChg>
      </pc:sldChg>
      <pc:sldChg chg="modSp add mod">
        <pc:chgData name="Michael Hill" userId="41dba03d-e58d-4389-9894-554c10310ba4" providerId="ADAL" clId="{EF23FE1D-A042-481E-AFD7-2A9FB0847F54}" dt="2026-04-20T14:33:19.274" v="2565" actId="20577"/>
        <pc:sldMkLst>
          <pc:docMk/>
          <pc:sldMk cId="2698762399" sldId="522"/>
        </pc:sldMkLst>
        <pc:spChg chg="mod">
          <ac:chgData name="Michael Hill" userId="41dba03d-e58d-4389-9894-554c10310ba4" providerId="ADAL" clId="{EF23FE1D-A042-481E-AFD7-2A9FB0847F54}" dt="2026-04-20T14:32:04.233" v="2423" actId="2711"/>
          <ac:spMkLst>
            <pc:docMk/>
            <pc:sldMk cId="2698762399" sldId="522"/>
            <ac:spMk id="2" creationId="{0DC1DE92-4393-7BA9-271E-56F829A8B84D}"/>
          </ac:spMkLst>
        </pc:spChg>
        <pc:spChg chg="mod">
          <ac:chgData name="Michael Hill" userId="41dba03d-e58d-4389-9894-554c10310ba4" providerId="ADAL" clId="{EF23FE1D-A042-481E-AFD7-2A9FB0847F54}" dt="2026-04-20T14:33:19.274" v="2565" actId="20577"/>
          <ac:spMkLst>
            <pc:docMk/>
            <pc:sldMk cId="2698762399" sldId="522"/>
            <ac:spMk id="8" creationId="{83E7B33D-EA51-50DC-A305-E0C51C55B0A6}"/>
          </ac:spMkLst>
        </pc:spChg>
      </pc:sldChg>
      <pc:sldChg chg="del">
        <pc:chgData name="Michael Hill" userId="41dba03d-e58d-4389-9894-554c10310ba4" providerId="ADAL" clId="{EF23FE1D-A042-481E-AFD7-2A9FB0847F54}" dt="2026-04-20T14:07:56.314" v="340" actId="47"/>
        <pc:sldMkLst>
          <pc:docMk/>
          <pc:sldMk cId="3120746984" sldId="522"/>
        </pc:sldMkLst>
      </pc:sldChg>
      <pc:sldChg chg="delSp modSp add mod">
        <pc:chgData name="Michael Hill" userId="41dba03d-e58d-4389-9894-554c10310ba4" providerId="ADAL" clId="{EF23FE1D-A042-481E-AFD7-2A9FB0847F54}" dt="2026-04-20T14:34:58.940" v="2744" actId="115"/>
        <pc:sldMkLst>
          <pc:docMk/>
          <pc:sldMk cId="2988090243" sldId="523"/>
        </pc:sldMkLst>
        <pc:spChg chg="del">
          <ac:chgData name="Michael Hill" userId="41dba03d-e58d-4389-9894-554c10310ba4" providerId="ADAL" clId="{EF23FE1D-A042-481E-AFD7-2A9FB0847F54}" dt="2026-04-20T14:34:51.929" v="2740" actId="478"/>
          <ac:spMkLst>
            <pc:docMk/>
            <pc:sldMk cId="2988090243" sldId="523"/>
            <ac:spMk id="2" creationId="{E7516C6A-8CB7-D29D-C10D-15D83744B5C5}"/>
          </ac:spMkLst>
        </pc:spChg>
        <pc:spChg chg="mod">
          <ac:chgData name="Michael Hill" userId="41dba03d-e58d-4389-9894-554c10310ba4" providerId="ADAL" clId="{EF23FE1D-A042-481E-AFD7-2A9FB0847F54}" dt="2026-04-20T14:33:40.100" v="2581" actId="14100"/>
          <ac:spMkLst>
            <pc:docMk/>
            <pc:sldMk cId="2988090243" sldId="523"/>
            <ac:spMk id="5" creationId="{8F89D67D-8263-4782-4CA6-FAC48AF27D86}"/>
          </ac:spMkLst>
        </pc:spChg>
        <pc:spChg chg="mod">
          <ac:chgData name="Michael Hill" userId="41dba03d-e58d-4389-9894-554c10310ba4" providerId="ADAL" clId="{EF23FE1D-A042-481E-AFD7-2A9FB0847F54}" dt="2026-04-20T14:34:58.940" v="2744" actId="115"/>
          <ac:spMkLst>
            <pc:docMk/>
            <pc:sldMk cId="2988090243" sldId="523"/>
            <ac:spMk id="8" creationId="{12AC2B63-9024-B888-7A6C-5C9812FB52F5}"/>
          </ac:spMkLst>
        </pc:spChg>
      </pc:sldChg>
      <pc:sldChg chg="del">
        <pc:chgData name="Michael Hill" userId="41dba03d-e58d-4389-9894-554c10310ba4" providerId="ADAL" clId="{EF23FE1D-A042-481E-AFD7-2A9FB0847F54}" dt="2026-04-20T14:07:56.314" v="340" actId="47"/>
        <pc:sldMkLst>
          <pc:docMk/>
          <pc:sldMk cId="3714844089" sldId="523"/>
        </pc:sldMkLst>
      </pc:sldChg>
      <pc:sldChg chg="addSp modSp add mod">
        <pc:chgData name="Michael Hill" userId="41dba03d-e58d-4389-9894-554c10310ba4" providerId="ADAL" clId="{EF23FE1D-A042-481E-AFD7-2A9FB0847F54}" dt="2026-04-20T15:31:39.315" v="4701" actId="1076"/>
        <pc:sldMkLst>
          <pc:docMk/>
          <pc:sldMk cId="3738512146" sldId="524"/>
        </pc:sldMkLst>
        <pc:spChg chg="mod">
          <ac:chgData name="Michael Hill" userId="41dba03d-e58d-4389-9894-554c10310ba4" providerId="ADAL" clId="{EF23FE1D-A042-481E-AFD7-2A9FB0847F54}" dt="2026-04-20T14:41:20.552" v="2751" actId="14100"/>
          <ac:spMkLst>
            <pc:docMk/>
            <pc:sldMk cId="3738512146" sldId="524"/>
            <ac:spMk id="5" creationId="{D559B772-0D17-EF38-B5A2-DE1CDEFEFB0A}"/>
          </ac:spMkLst>
        </pc:spChg>
        <pc:spChg chg="mod">
          <ac:chgData name="Michael Hill" userId="41dba03d-e58d-4389-9894-554c10310ba4" providerId="ADAL" clId="{EF23FE1D-A042-481E-AFD7-2A9FB0847F54}" dt="2026-04-20T14:43:14.446" v="2954" actId="115"/>
          <ac:spMkLst>
            <pc:docMk/>
            <pc:sldMk cId="3738512146" sldId="524"/>
            <ac:spMk id="8" creationId="{730FF58B-C493-D296-FEBF-C85D80FBFF50}"/>
          </ac:spMkLst>
        </pc:spChg>
        <pc:picChg chg="add mod">
          <ac:chgData name="Michael Hill" userId="41dba03d-e58d-4389-9894-554c10310ba4" providerId="ADAL" clId="{EF23FE1D-A042-481E-AFD7-2A9FB0847F54}" dt="2026-04-20T14:43:23.295" v="2956" actId="1076"/>
          <ac:picMkLst>
            <pc:docMk/>
            <pc:sldMk cId="3738512146" sldId="524"/>
            <ac:picMk id="3074" creationId="{E7C347C9-693E-935A-C8CB-E41B1DA11CAB}"/>
          </ac:picMkLst>
        </pc:picChg>
        <pc:picChg chg="add mod">
          <ac:chgData name="Michael Hill" userId="41dba03d-e58d-4389-9894-554c10310ba4" providerId="ADAL" clId="{EF23FE1D-A042-481E-AFD7-2A9FB0847F54}" dt="2026-04-20T15:31:39.315" v="4701" actId="1076"/>
          <ac:picMkLst>
            <pc:docMk/>
            <pc:sldMk cId="3738512146" sldId="524"/>
            <ac:picMk id="4098" creationId="{4B4CA6D5-C9DA-B451-72AF-1D6090864C36}"/>
          </ac:picMkLst>
        </pc:picChg>
      </pc:sldChg>
      <pc:sldChg chg="del">
        <pc:chgData name="Michael Hill" userId="41dba03d-e58d-4389-9894-554c10310ba4" providerId="ADAL" clId="{EF23FE1D-A042-481E-AFD7-2A9FB0847F54}" dt="2026-04-20T14:07:56.314" v="340" actId="47"/>
        <pc:sldMkLst>
          <pc:docMk/>
          <pc:sldMk cId="3787340208" sldId="524"/>
        </pc:sldMkLst>
      </pc:sldChg>
      <pc:sldChg chg="addSp delSp modSp add mod">
        <pc:chgData name="Michael Hill" userId="41dba03d-e58d-4389-9894-554c10310ba4" providerId="ADAL" clId="{EF23FE1D-A042-481E-AFD7-2A9FB0847F54}" dt="2026-04-20T14:49:48.291" v="3213" actId="14100"/>
        <pc:sldMkLst>
          <pc:docMk/>
          <pc:sldMk cId="3025528422" sldId="525"/>
        </pc:sldMkLst>
        <pc:spChg chg="add mod">
          <ac:chgData name="Michael Hill" userId="41dba03d-e58d-4389-9894-554c10310ba4" providerId="ADAL" clId="{EF23FE1D-A042-481E-AFD7-2A9FB0847F54}" dt="2026-04-20T14:49:48.291" v="3213" actId="14100"/>
          <ac:spMkLst>
            <pc:docMk/>
            <pc:sldMk cId="3025528422" sldId="525"/>
            <ac:spMk id="2" creationId="{0EEED86B-20E9-0F9A-35E7-F87992167CB6}"/>
          </ac:spMkLst>
        </pc:spChg>
        <pc:spChg chg="mod">
          <ac:chgData name="Michael Hill" userId="41dba03d-e58d-4389-9894-554c10310ba4" providerId="ADAL" clId="{EF23FE1D-A042-481E-AFD7-2A9FB0847F54}" dt="2026-04-20T14:45:45.477" v="3067" actId="20577"/>
          <ac:spMkLst>
            <pc:docMk/>
            <pc:sldMk cId="3025528422" sldId="525"/>
            <ac:spMk id="8" creationId="{C4066DFE-54A2-6804-E71E-F80015F60E41}"/>
          </ac:spMkLst>
        </pc:spChg>
        <pc:picChg chg="del">
          <ac:chgData name="Michael Hill" userId="41dba03d-e58d-4389-9894-554c10310ba4" providerId="ADAL" clId="{EF23FE1D-A042-481E-AFD7-2A9FB0847F54}" dt="2026-04-20T14:46:29.896" v="3068" actId="478"/>
          <ac:picMkLst>
            <pc:docMk/>
            <pc:sldMk cId="3025528422" sldId="525"/>
            <ac:picMk id="3074" creationId="{55ADEB26-ACEA-E20B-4C5F-660261B9E41D}"/>
          </ac:picMkLst>
        </pc:picChg>
      </pc:sldChg>
      <pc:sldChg chg="del">
        <pc:chgData name="Michael Hill" userId="41dba03d-e58d-4389-9894-554c10310ba4" providerId="ADAL" clId="{EF23FE1D-A042-481E-AFD7-2A9FB0847F54}" dt="2026-04-20T14:07:56.314" v="340" actId="47"/>
        <pc:sldMkLst>
          <pc:docMk/>
          <pc:sldMk cId="3568775023" sldId="525"/>
        </pc:sldMkLst>
      </pc:sldChg>
      <pc:sldChg chg="addSp delSp modSp add mod">
        <pc:chgData name="Michael Hill" userId="41dba03d-e58d-4389-9894-554c10310ba4" providerId="ADAL" clId="{EF23FE1D-A042-481E-AFD7-2A9FB0847F54}" dt="2026-04-20T15:32:04.104" v="4706" actId="1076"/>
        <pc:sldMkLst>
          <pc:docMk/>
          <pc:sldMk cId="307748221" sldId="526"/>
        </pc:sldMkLst>
        <pc:spChg chg="del">
          <ac:chgData name="Michael Hill" userId="41dba03d-e58d-4389-9894-554c10310ba4" providerId="ADAL" clId="{EF23FE1D-A042-481E-AFD7-2A9FB0847F54}" dt="2026-04-20T14:50:12.876" v="3215" actId="478"/>
          <ac:spMkLst>
            <pc:docMk/>
            <pc:sldMk cId="307748221" sldId="526"/>
            <ac:spMk id="2" creationId="{5D8A23B7-E6D4-F01C-BD05-995BAC16C4AF}"/>
          </ac:spMkLst>
        </pc:spChg>
        <pc:spChg chg="mod">
          <ac:chgData name="Michael Hill" userId="41dba03d-e58d-4389-9894-554c10310ba4" providerId="ADAL" clId="{EF23FE1D-A042-481E-AFD7-2A9FB0847F54}" dt="2026-04-20T14:47:54.627" v="3088" actId="14100"/>
          <ac:spMkLst>
            <pc:docMk/>
            <pc:sldMk cId="307748221" sldId="526"/>
            <ac:spMk id="5" creationId="{89A9847B-C126-6128-FA1C-438B07DF1D9C}"/>
          </ac:spMkLst>
        </pc:spChg>
        <pc:spChg chg="mod">
          <ac:chgData name="Michael Hill" userId="41dba03d-e58d-4389-9894-554c10310ba4" providerId="ADAL" clId="{EF23FE1D-A042-481E-AFD7-2A9FB0847F54}" dt="2026-04-20T14:48:21.409" v="3208" actId="115"/>
          <ac:spMkLst>
            <pc:docMk/>
            <pc:sldMk cId="307748221" sldId="526"/>
            <ac:spMk id="8" creationId="{854CEB24-A453-4F28-8655-D05A4D5B8924}"/>
          </ac:spMkLst>
        </pc:spChg>
        <pc:picChg chg="add del mod">
          <ac:chgData name="Michael Hill" userId="41dba03d-e58d-4389-9894-554c10310ba4" providerId="ADAL" clId="{EF23FE1D-A042-481E-AFD7-2A9FB0847F54}" dt="2026-04-20T15:31:56.793" v="4702" actId="478"/>
          <ac:picMkLst>
            <pc:docMk/>
            <pc:sldMk cId="307748221" sldId="526"/>
            <ac:picMk id="3074" creationId="{C185816C-1F2B-92E8-C866-EA1A1BDCF50E}"/>
          </ac:picMkLst>
        </pc:picChg>
        <pc:picChg chg="add mod">
          <ac:chgData name="Michael Hill" userId="41dba03d-e58d-4389-9894-554c10310ba4" providerId="ADAL" clId="{EF23FE1D-A042-481E-AFD7-2A9FB0847F54}" dt="2026-04-20T15:32:04.104" v="4706" actId="1076"/>
          <ac:picMkLst>
            <pc:docMk/>
            <pc:sldMk cId="307748221" sldId="526"/>
            <ac:picMk id="3076" creationId="{482382AC-93B1-EA4F-42A9-BCEAB8307855}"/>
          </ac:picMkLst>
        </pc:picChg>
        <pc:picChg chg="add mod">
          <ac:chgData name="Michael Hill" userId="41dba03d-e58d-4389-9894-554c10310ba4" providerId="ADAL" clId="{EF23FE1D-A042-481E-AFD7-2A9FB0847F54}" dt="2026-04-20T15:26:08.107" v="4687" actId="1076"/>
          <ac:picMkLst>
            <pc:docMk/>
            <pc:sldMk cId="307748221" sldId="526"/>
            <ac:picMk id="4098" creationId="{46973B34-77B8-CDD5-7803-216623C5C42B}"/>
          </ac:picMkLst>
        </pc:picChg>
      </pc:sldChg>
      <pc:sldChg chg="del">
        <pc:chgData name="Michael Hill" userId="41dba03d-e58d-4389-9894-554c10310ba4" providerId="ADAL" clId="{EF23FE1D-A042-481E-AFD7-2A9FB0847F54}" dt="2026-04-20T14:07:56.314" v="340" actId="47"/>
        <pc:sldMkLst>
          <pc:docMk/>
          <pc:sldMk cId="3901617845" sldId="526"/>
        </pc:sldMkLst>
      </pc:sldChg>
      <pc:sldChg chg="del">
        <pc:chgData name="Michael Hill" userId="41dba03d-e58d-4389-9894-554c10310ba4" providerId="ADAL" clId="{EF23FE1D-A042-481E-AFD7-2A9FB0847F54}" dt="2026-04-20T14:07:56.314" v="340" actId="47"/>
        <pc:sldMkLst>
          <pc:docMk/>
          <pc:sldMk cId="1914697351" sldId="527"/>
        </pc:sldMkLst>
      </pc:sldChg>
      <pc:sldChg chg="modSp add mod">
        <pc:chgData name="Michael Hill" userId="41dba03d-e58d-4389-9894-554c10310ba4" providerId="ADAL" clId="{EF23FE1D-A042-481E-AFD7-2A9FB0847F54}" dt="2026-04-20T14:52:58.297" v="3348" actId="2711"/>
        <pc:sldMkLst>
          <pc:docMk/>
          <pc:sldMk cId="3371427403" sldId="527"/>
        </pc:sldMkLst>
        <pc:spChg chg="mod">
          <ac:chgData name="Michael Hill" userId="41dba03d-e58d-4389-9894-554c10310ba4" providerId="ADAL" clId="{EF23FE1D-A042-481E-AFD7-2A9FB0847F54}" dt="2026-04-20T14:52:58.297" v="3348" actId="2711"/>
          <ac:spMkLst>
            <pc:docMk/>
            <pc:sldMk cId="3371427403" sldId="527"/>
            <ac:spMk id="2" creationId="{6612C9A7-A93F-2677-28C4-F5D229B53208}"/>
          </ac:spMkLst>
        </pc:spChg>
        <pc:spChg chg="mod">
          <ac:chgData name="Michael Hill" userId="41dba03d-e58d-4389-9894-554c10310ba4" providerId="ADAL" clId="{EF23FE1D-A042-481E-AFD7-2A9FB0847F54}" dt="2026-04-20T14:51:47.440" v="3345" actId="20577"/>
          <ac:spMkLst>
            <pc:docMk/>
            <pc:sldMk cId="3371427403" sldId="527"/>
            <ac:spMk id="8" creationId="{A0580F66-7C80-74B4-44BA-C8D1AF9C244F}"/>
          </ac:spMkLst>
        </pc:spChg>
      </pc:sldChg>
      <pc:sldChg chg="addSp delSp modSp add mod">
        <pc:chgData name="Michael Hill" userId="41dba03d-e58d-4389-9894-554c10310ba4" providerId="ADAL" clId="{EF23FE1D-A042-481E-AFD7-2A9FB0847F54}" dt="2026-04-20T15:25:35.065" v="4681" actId="1076"/>
        <pc:sldMkLst>
          <pc:docMk/>
          <pc:sldMk cId="2247222933" sldId="528"/>
        </pc:sldMkLst>
        <pc:spChg chg="del">
          <ac:chgData name="Michael Hill" userId="41dba03d-e58d-4389-9894-554c10310ba4" providerId="ADAL" clId="{EF23FE1D-A042-481E-AFD7-2A9FB0847F54}" dt="2026-04-20T15:07:46.903" v="3584" actId="478"/>
          <ac:spMkLst>
            <pc:docMk/>
            <pc:sldMk cId="2247222933" sldId="528"/>
            <ac:spMk id="2" creationId="{8F5D9BE5-C650-A7E9-443D-B7420DA8A42F}"/>
          </ac:spMkLst>
        </pc:spChg>
        <pc:spChg chg="mod">
          <ac:chgData name="Michael Hill" userId="41dba03d-e58d-4389-9894-554c10310ba4" providerId="ADAL" clId="{EF23FE1D-A042-481E-AFD7-2A9FB0847F54}" dt="2026-04-20T15:06:52.997" v="3492" actId="14100"/>
          <ac:spMkLst>
            <pc:docMk/>
            <pc:sldMk cId="2247222933" sldId="528"/>
            <ac:spMk id="5" creationId="{4B41D4DD-4C97-A89F-39C3-34DECF56F4F7}"/>
          </ac:spMkLst>
        </pc:spChg>
        <pc:spChg chg="mod">
          <ac:chgData name="Michael Hill" userId="41dba03d-e58d-4389-9894-554c10310ba4" providerId="ADAL" clId="{EF23FE1D-A042-481E-AFD7-2A9FB0847F54}" dt="2026-04-20T15:07:26.546" v="3582" actId="115"/>
          <ac:spMkLst>
            <pc:docMk/>
            <pc:sldMk cId="2247222933" sldId="528"/>
            <ac:spMk id="8" creationId="{812A996A-9790-2C5A-5723-CA8F986D6739}"/>
          </ac:spMkLst>
        </pc:spChg>
        <pc:picChg chg="add mod">
          <ac:chgData name="Michael Hill" userId="41dba03d-e58d-4389-9894-554c10310ba4" providerId="ADAL" clId="{EF23FE1D-A042-481E-AFD7-2A9FB0847F54}" dt="2026-04-20T15:25:28.627" v="4676" actId="1076"/>
          <ac:picMkLst>
            <pc:docMk/>
            <pc:sldMk cId="2247222933" sldId="528"/>
            <ac:picMk id="1026" creationId="{3E18A23A-F13B-219A-E082-BCC7DA8B6EAD}"/>
          </ac:picMkLst>
        </pc:picChg>
        <pc:picChg chg="add mod">
          <ac:chgData name="Michael Hill" userId="41dba03d-e58d-4389-9894-554c10310ba4" providerId="ADAL" clId="{EF23FE1D-A042-481E-AFD7-2A9FB0847F54}" dt="2026-04-20T15:25:35.065" v="4681" actId="1076"/>
          <ac:picMkLst>
            <pc:docMk/>
            <pc:sldMk cId="2247222933" sldId="528"/>
            <ac:picMk id="1028" creationId="{7E380971-1170-62A1-E2B9-FB3FA851C5B7}"/>
          </ac:picMkLst>
        </pc:picChg>
      </pc:sldChg>
      <pc:sldChg chg="add del ord">
        <pc:chgData name="Michael Hill" userId="41dba03d-e58d-4389-9894-554c10310ba4" providerId="ADAL" clId="{EF23FE1D-A042-481E-AFD7-2A9FB0847F54}" dt="2026-04-20T14:54:46.960" v="3352" actId="47"/>
        <pc:sldMkLst>
          <pc:docMk/>
          <pc:sldMk cId="3824062936" sldId="528"/>
        </pc:sldMkLst>
      </pc:sldChg>
      <pc:sldChg chg="modSp add mod">
        <pc:chgData name="Michael Hill" userId="41dba03d-e58d-4389-9894-554c10310ba4" providerId="ADAL" clId="{EF23FE1D-A042-481E-AFD7-2A9FB0847F54}" dt="2026-04-20T15:12:01.562" v="3748" actId="20577"/>
        <pc:sldMkLst>
          <pc:docMk/>
          <pc:sldMk cId="3350428445" sldId="529"/>
        </pc:sldMkLst>
        <pc:spChg chg="mod">
          <ac:chgData name="Michael Hill" userId="41dba03d-e58d-4389-9894-554c10310ba4" providerId="ADAL" clId="{EF23FE1D-A042-481E-AFD7-2A9FB0847F54}" dt="2026-04-20T15:12:01.562" v="3748" actId="20577"/>
          <ac:spMkLst>
            <pc:docMk/>
            <pc:sldMk cId="3350428445" sldId="529"/>
            <ac:spMk id="2" creationId="{C4AFFDA8-BCEB-1666-61EE-09248DE1942B}"/>
          </ac:spMkLst>
        </pc:spChg>
        <pc:spChg chg="mod">
          <ac:chgData name="Michael Hill" userId="41dba03d-e58d-4389-9894-554c10310ba4" providerId="ADAL" clId="{EF23FE1D-A042-481E-AFD7-2A9FB0847F54}" dt="2026-04-20T15:09:06.283" v="3714" actId="20577"/>
          <ac:spMkLst>
            <pc:docMk/>
            <pc:sldMk cId="3350428445" sldId="529"/>
            <ac:spMk id="8" creationId="{1B013158-8817-63F9-0663-5FE3FCA6338F}"/>
          </ac:spMkLst>
        </pc:spChg>
      </pc:sldChg>
      <pc:sldChg chg="delSp modSp add mod">
        <pc:chgData name="Michael Hill" userId="41dba03d-e58d-4389-9894-554c10310ba4" providerId="ADAL" clId="{EF23FE1D-A042-481E-AFD7-2A9FB0847F54}" dt="2026-04-20T15:14:21.221" v="3914" actId="20577"/>
        <pc:sldMkLst>
          <pc:docMk/>
          <pc:sldMk cId="2468113269" sldId="530"/>
        </pc:sldMkLst>
        <pc:spChg chg="del">
          <ac:chgData name="Michael Hill" userId="41dba03d-e58d-4389-9894-554c10310ba4" providerId="ADAL" clId="{EF23FE1D-A042-481E-AFD7-2A9FB0847F54}" dt="2026-04-20T15:14:03.446" v="3824" actId="478"/>
          <ac:spMkLst>
            <pc:docMk/>
            <pc:sldMk cId="2468113269" sldId="530"/>
            <ac:spMk id="2" creationId="{6E505322-38B3-1809-CF4E-3093A69C8550}"/>
          </ac:spMkLst>
        </pc:spChg>
        <pc:spChg chg="mod">
          <ac:chgData name="Michael Hill" userId="41dba03d-e58d-4389-9894-554c10310ba4" providerId="ADAL" clId="{EF23FE1D-A042-481E-AFD7-2A9FB0847F54}" dt="2026-04-20T15:13:30.124" v="3762" actId="14100"/>
          <ac:spMkLst>
            <pc:docMk/>
            <pc:sldMk cId="2468113269" sldId="530"/>
            <ac:spMk id="5" creationId="{78808F09-EB10-3811-DC6A-D96D48D6434D}"/>
          </ac:spMkLst>
        </pc:spChg>
        <pc:spChg chg="mod">
          <ac:chgData name="Michael Hill" userId="41dba03d-e58d-4389-9894-554c10310ba4" providerId="ADAL" clId="{EF23FE1D-A042-481E-AFD7-2A9FB0847F54}" dt="2026-04-20T15:14:21.221" v="3914" actId="20577"/>
          <ac:spMkLst>
            <pc:docMk/>
            <pc:sldMk cId="2468113269" sldId="530"/>
            <ac:spMk id="8" creationId="{55568CE0-3B37-8679-44B0-1C2EC632C284}"/>
          </ac:spMkLst>
        </pc:spChg>
      </pc:sldChg>
      <pc:sldChg chg="modSp add mod">
        <pc:chgData name="Michael Hill" userId="41dba03d-e58d-4389-9894-554c10310ba4" providerId="ADAL" clId="{EF23FE1D-A042-481E-AFD7-2A9FB0847F54}" dt="2026-04-20T15:19:12.722" v="4432" actId="20577"/>
        <pc:sldMkLst>
          <pc:docMk/>
          <pc:sldMk cId="691422339" sldId="531"/>
        </pc:sldMkLst>
        <pc:spChg chg="mod">
          <ac:chgData name="Michael Hill" userId="41dba03d-e58d-4389-9894-554c10310ba4" providerId="ADAL" clId="{EF23FE1D-A042-481E-AFD7-2A9FB0847F54}" dt="2026-04-20T15:19:12.722" v="4432" actId="20577"/>
          <ac:spMkLst>
            <pc:docMk/>
            <pc:sldMk cId="691422339" sldId="531"/>
            <ac:spMk id="8" creationId="{9BF5CAE5-12E9-53AE-BF0F-B7ACEED679CB}"/>
          </ac:spMkLst>
        </pc:spChg>
      </pc:sldChg>
      <pc:sldChg chg="addSp modSp add mod">
        <pc:chgData name="Michael Hill" userId="41dba03d-e58d-4389-9894-554c10310ba4" providerId="ADAL" clId="{EF23FE1D-A042-481E-AFD7-2A9FB0847F54}" dt="2026-04-20T15:39:20.782" v="4828" actId="115"/>
        <pc:sldMkLst>
          <pc:docMk/>
          <pc:sldMk cId="792369050" sldId="532"/>
        </pc:sldMkLst>
        <pc:spChg chg="mod">
          <ac:chgData name="Michael Hill" userId="41dba03d-e58d-4389-9894-554c10310ba4" providerId="ADAL" clId="{EF23FE1D-A042-481E-AFD7-2A9FB0847F54}" dt="2026-04-20T15:23:37.923" v="4440" actId="14100"/>
          <ac:spMkLst>
            <pc:docMk/>
            <pc:sldMk cId="792369050" sldId="532"/>
            <ac:spMk id="5" creationId="{76DCDE56-B4A9-D925-8B82-909ABDBA23B6}"/>
          </ac:spMkLst>
        </pc:spChg>
        <pc:spChg chg="mod">
          <ac:chgData name="Michael Hill" userId="41dba03d-e58d-4389-9894-554c10310ba4" providerId="ADAL" clId="{EF23FE1D-A042-481E-AFD7-2A9FB0847F54}" dt="2026-04-20T15:39:20.782" v="4828" actId="115"/>
          <ac:spMkLst>
            <pc:docMk/>
            <pc:sldMk cId="792369050" sldId="532"/>
            <ac:spMk id="8" creationId="{7F45FFAE-37A8-CC92-2F0A-B1F9FC401C79}"/>
          </ac:spMkLst>
        </pc:spChg>
        <pc:picChg chg="add mod">
          <ac:chgData name="Michael Hill" userId="41dba03d-e58d-4389-9894-554c10310ba4" providerId="ADAL" clId="{EF23FE1D-A042-481E-AFD7-2A9FB0847F54}" dt="2026-04-20T15:24:50.078" v="4675" actId="1076"/>
          <ac:picMkLst>
            <pc:docMk/>
            <pc:sldMk cId="792369050" sldId="532"/>
            <ac:picMk id="2050" creationId="{147165E0-830F-BF56-0752-9390CCD21135}"/>
          </ac:picMkLst>
        </pc:picChg>
      </pc:sldChg>
      <pc:sldChg chg="addSp delSp modSp add mod">
        <pc:chgData name="Michael Hill" userId="41dba03d-e58d-4389-9894-554c10310ba4" providerId="ADAL" clId="{EF23FE1D-A042-481E-AFD7-2A9FB0847F54}" dt="2026-04-20T15:39:34.715" v="4829" actId="115"/>
        <pc:sldMkLst>
          <pc:docMk/>
          <pc:sldMk cId="15682775" sldId="533"/>
        </pc:sldMkLst>
        <pc:spChg chg="add mod">
          <ac:chgData name="Michael Hill" userId="41dba03d-e58d-4389-9894-554c10310ba4" providerId="ADAL" clId="{EF23FE1D-A042-481E-AFD7-2A9FB0847F54}" dt="2026-04-20T15:38:17.596" v="4716" actId="1076"/>
          <ac:spMkLst>
            <pc:docMk/>
            <pc:sldMk cId="15682775" sldId="533"/>
            <ac:spMk id="2" creationId="{C00EAC82-47A6-2F7C-26B4-EF355B7BD169}"/>
          </ac:spMkLst>
        </pc:spChg>
        <pc:spChg chg="mod">
          <ac:chgData name="Michael Hill" userId="41dba03d-e58d-4389-9894-554c10310ba4" providerId="ADAL" clId="{EF23FE1D-A042-481E-AFD7-2A9FB0847F54}" dt="2026-04-20T15:39:34.715" v="4829" actId="115"/>
          <ac:spMkLst>
            <pc:docMk/>
            <pc:sldMk cId="15682775" sldId="533"/>
            <ac:spMk id="8" creationId="{F352852F-B36E-E7FC-1420-942FD2658AB5}"/>
          </ac:spMkLst>
        </pc:spChg>
        <pc:picChg chg="del">
          <ac:chgData name="Michael Hill" userId="41dba03d-e58d-4389-9894-554c10310ba4" providerId="ADAL" clId="{EF23FE1D-A042-481E-AFD7-2A9FB0847F54}" dt="2026-04-20T15:32:23.658" v="4708" actId="478"/>
          <ac:picMkLst>
            <pc:docMk/>
            <pc:sldMk cId="15682775" sldId="533"/>
            <ac:picMk id="2050" creationId="{AD51306A-048A-6B68-4E99-6BFB934CC933}"/>
          </ac:picMkLst>
        </pc:picChg>
        <pc:picChg chg="add del">
          <ac:chgData name="Michael Hill" userId="41dba03d-e58d-4389-9894-554c10310ba4" providerId="ADAL" clId="{EF23FE1D-A042-481E-AFD7-2A9FB0847F54}" dt="2026-04-20T15:32:25.013" v="4710" actId="478"/>
          <ac:picMkLst>
            <pc:docMk/>
            <pc:sldMk cId="15682775" sldId="533"/>
            <ac:picMk id="5122" creationId="{E6538143-4FCA-F18E-7B6D-0FE6A27E252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0EF95B-9744-42BF-8E95-B5A640A352E6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23B401-C566-4517-ADD4-C67058331A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927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C6A4B-E724-C642-63ED-9C1381B80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85E653-4903-1005-D15B-66DB874D27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4A978-A4B2-A67F-C69F-38ADC7DB4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4910B7-42B2-3D3D-3AE4-AC7E6C388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F21657-9CFD-95BE-EEE3-E1B47D77D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72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0003-439B-FA69-F591-6D66E27419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C20904-0912-32D7-F6E6-31372E488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C3E7E8-F851-BEB7-2C68-8FE1EF67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BAE2CA-7781-6E95-12BA-557F775A9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9952B-F381-1189-2020-9A14F470C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639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9F060-3D96-5480-3C88-EE775B82F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3569D8-9209-8B7C-1538-E818415FF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66B1C-5056-EDDF-CD36-E7BFD2F43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F8CB3-3858-3C51-AA38-3F86C0974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CEA923-CF31-8772-A331-247B9144D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5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25B0-376D-3011-4FDF-D4CA713D7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D71C86-3E65-FA4B-6F6C-0BB7AA3900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FE646B-5AE1-A23D-3D1F-474544BF3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279F2-41EE-1489-59DC-32CD90629E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9EC4E9-67EE-D095-37A7-39EFE82D1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B2442-8F9C-AC5E-9546-BDE753C18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94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8DBA-2489-9EF4-F45E-238BC26E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D34AAF-B93F-48B6-1B8B-FD3E959FB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D8698B-3528-B8DC-27B8-D49145D60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008AA-A42D-2259-0D36-908024A20B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8A62E1-25E1-7552-ABA8-BE7F2A3B1B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97670D-8F54-733D-3639-1B7CCE4C1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B3C6C20-7A45-CC6A-CA55-61F7CCF3B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B7766C-30F5-1A8E-58AF-CDC986CF8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76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690D-7611-3967-E6F3-81F032CFF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1D4BA6-7CE7-229C-2BD5-FECCA2886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691A-621C-6EB1-3EB8-CA9FF47FB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57F05-B410-F8DD-455C-490CEB149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566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709F58-5A85-92F4-B06D-216430334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9B9967-5360-F0CB-62AE-C03CEF75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5E68E6-84C0-1723-6611-61380FA19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95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55B2-ECD6-C08F-72AD-183650C6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96BA6-2739-2BD7-969A-4113A51196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886298-57FD-A8A8-D424-73178F2DB4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D784E3-D576-8AA7-A98D-17AA30F76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948EE1-5288-E1AE-89F1-37B64F23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75274-EEF3-4830-9978-53BE36B7A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701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332C3-BAF4-D846-43C1-525BE354E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72DC9A-2E8B-6C73-166E-961BCED000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E3A54-E42B-7858-93B4-F1A981487B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2C60C9-5A10-7256-4190-5DE6C1C30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52744C-0DE9-DCDB-4998-7A3221F15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6D5596-7365-792E-D0E3-4ED3B5E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055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A8605-B3B6-D788-279D-476906E34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AD9E01-2C5E-0FD4-BF7C-54659537D7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685CA-CEBB-6B85-90D4-1BEF716FC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B0A526-A1AA-3BC7-DC9D-B44EBC07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ED0B1-5EB5-A414-75E8-6BA511C0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256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BD8E7E-5301-E447-23C8-B8B5D2932F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336805-717E-9F25-0794-88BD42C6E8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03C3FF-BEC2-31C8-6723-85EC3127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FA067-BC5A-4095-A3A5-99A1BAFE920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A1747-0799-AAD2-1377-F19D1A5E7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F77C4-38FB-B4D4-348D-9D295742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1716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CA3BEBB-B682-7839-B2B4-500CE17CB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BD3092-A078-5BEF-361E-CB3FDD457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4A81F-9B16-8EEC-9FE4-9E9D0C8E87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CFA067-BC5A-4095-A3A5-99A1BAFE9208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B43794-F45F-30BE-BC6F-DDF9A70C2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708D-8AD6-9D50-70CF-8FFDD3AB7B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0788BB-6672-4C27-B0EA-4C0AD0E80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898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9BBF4B62-D7BF-1C6A-40E3-7B807FA87977}"/>
              </a:ext>
            </a:extLst>
          </p:cNvPr>
          <p:cNvSpPr/>
          <p:nvPr/>
        </p:nvSpPr>
        <p:spPr>
          <a:xfrm>
            <a:off x="4713768" y="2110368"/>
            <a:ext cx="2565990" cy="256599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B883CE-936E-CB73-2B3E-56A618536A26}"/>
              </a:ext>
            </a:extLst>
          </p:cNvPr>
          <p:cNvSpPr/>
          <p:nvPr/>
        </p:nvSpPr>
        <p:spPr>
          <a:xfrm>
            <a:off x="895936" y="1574232"/>
            <a:ext cx="5652932" cy="230153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541717" lon="20311593" rev="27507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TOPIC B4:</a:t>
            </a:r>
          </a:p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ABSTRACT DATA TYPES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C18ECD-1A29-4735-FBF9-2230E3FED94F}"/>
              </a:ext>
            </a:extLst>
          </p:cNvPr>
          <p:cNvSpPr/>
          <p:nvPr/>
        </p:nvSpPr>
        <p:spPr>
          <a:xfrm>
            <a:off x="6719147" y="2724998"/>
            <a:ext cx="4008656" cy="116091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LESSON B4-3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45BB639-AC69-FE40-4352-5D3077A94591}"/>
              </a:ext>
            </a:extLst>
          </p:cNvPr>
          <p:cNvSpPr/>
          <p:nvPr/>
        </p:nvSpPr>
        <p:spPr>
          <a:xfrm>
            <a:off x="9449815" y="3633212"/>
            <a:ext cx="1647775" cy="867334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SETS</a:t>
            </a:r>
          </a:p>
        </p:txBody>
      </p:sp>
      <p:sp>
        <p:nvSpPr>
          <p:cNvPr id="2" name="Star: 12 Points 1">
            <a:extLst>
              <a:ext uri="{FF2B5EF4-FFF2-40B4-BE49-F238E27FC236}">
                <a16:creationId xmlns:a16="http://schemas.microsoft.com/office/drawing/2014/main" id="{643B1DB0-D84C-E48C-E361-40C0C1A87A45}"/>
              </a:ext>
            </a:extLst>
          </p:cNvPr>
          <p:cNvSpPr/>
          <p:nvPr/>
        </p:nvSpPr>
        <p:spPr>
          <a:xfrm>
            <a:off x="414182" y="538390"/>
            <a:ext cx="1647265" cy="1647265"/>
          </a:xfrm>
          <a:prstGeom prst="star12">
            <a:avLst/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perspectiveHeroicExtremeRigh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HL ONLY</a:t>
            </a:r>
          </a:p>
        </p:txBody>
      </p:sp>
    </p:spTree>
    <p:extLst>
      <p:ext uri="{BB962C8B-B14F-4D97-AF65-F5344CB8AC3E}">
        <p14:creationId xmlns:p14="http://schemas.microsoft.com/office/powerpoint/2010/main" val="18788484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50A9E-999F-1BB1-2C00-779227746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6893419-8B7B-38C3-2D89-D4BB95E0AB27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D4645F-350F-77B1-036C-D01223EB808D}"/>
              </a:ext>
            </a:extLst>
          </p:cNvPr>
          <p:cNvSpPr/>
          <p:nvPr/>
        </p:nvSpPr>
        <p:spPr>
          <a:xfrm>
            <a:off x="7095753" y="1908368"/>
            <a:ext cx="4516539" cy="225568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1072296" lon="587304" rev="21567845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 err="1">
                <a:latin typeface="Bahnschrift" panose="020B0502040204020203" pitchFamily="34" charset="0"/>
              </a:rPr>
              <a:t>Pycharm</a:t>
            </a:r>
            <a:endParaRPr lang="en-US" sz="2800" dirty="0">
              <a:latin typeface="Bahnschrift" panose="020B0502040204020203" pitchFamily="34" charset="0"/>
            </a:endParaRPr>
          </a:p>
          <a:p>
            <a:pPr algn="ctr"/>
            <a:r>
              <a:rPr lang="en-US" sz="2800" dirty="0">
                <a:latin typeface="Bahnschrift" panose="020B0502040204020203" pitchFamily="34" charset="0"/>
              </a:rPr>
              <a:t>Notes Document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CF6B3F-1F6D-7800-03EB-3D197914A30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03133FC-E875-8442-9063-C305CC0BFB20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7671A2-401B-58C3-4049-2F9F2E07BD91}"/>
              </a:ext>
            </a:extLst>
          </p:cNvPr>
          <p:cNvSpPr/>
          <p:nvPr/>
        </p:nvSpPr>
        <p:spPr>
          <a:xfrm>
            <a:off x="1109714" y="1181477"/>
            <a:ext cx="5413224" cy="539167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Sets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Creating </a:t>
            </a:r>
            <a:r>
              <a:rPr lang="en-US" sz="2800" dirty="0" err="1">
                <a:latin typeface="Bahnschrift" panose="020B0502040204020203" pitchFamily="34" charset="0"/>
              </a:rPr>
              <a:t>Setsw</a:t>
            </a:r>
            <a:endParaRPr lang="en-US" sz="2800" dirty="0">
              <a:latin typeface="Bahnschrift" panose="020B0502040204020203" pitchFamily="34" charset="0"/>
            </a:endParaRP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Set functions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Set operations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Union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Intersection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Difference</a:t>
            </a:r>
          </a:p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sz="2800" dirty="0">
                <a:latin typeface="Bahnschrift" panose="020B0502040204020203" pitchFamily="34" charset="0"/>
              </a:rPr>
              <a:t>Subset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2468F18-96E8-0BDE-DEDF-19E7735BE1E6}"/>
              </a:ext>
            </a:extLst>
          </p:cNvPr>
          <p:cNvSpPr/>
          <p:nvPr/>
        </p:nvSpPr>
        <p:spPr>
          <a:xfrm>
            <a:off x="6825600" y="1466923"/>
            <a:ext cx="5014261" cy="632442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>
              <a:rot lat="20129102" lon="991603" rev="2117886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latin typeface="Bahnschrift SemiBold" panose="020B0502040204020203" pitchFamily="34" charset="0"/>
              </a:rPr>
              <a:t>WHAT U NEED 4 LESSON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CD8CB0-8A02-BF4E-6CF1-A22B96E02C67}"/>
              </a:ext>
            </a:extLst>
          </p:cNvPr>
          <p:cNvSpPr/>
          <p:nvPr/>
        </p:nvSpPr>
        <p:spPr>
          <a:xfrm>
            <a:off x="1824466" y="252900"/>
            <a:ext cx="2903431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AGENDA</a:t>
            </a:r>
          </a:p>
        </p:txBody>
      </p:sp>
      <p:pic>
        <p:nvPicPr>
          <p:cNvPr id="2" name="What U Need 4 Lesson">
            <a:hlinkClick r:id="" action="ppaction://media"/>
            <a:extLst>
              <a:ext uri="{FF2B5EF4-FFF2-40B4-BE49-F238E27FC236}">
                <a16:creationId xmlns:a16="http://schemas.microsoft.com/office/drawing/2014/main" id="{16E677CF-DF6E-22B1-875D-4A9F6E0CC8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39560" y="1579944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22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96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DF31C7-9D62-34F3-51FF-D499D2944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CA8483F3-9D91-69C6-DAE4-E819F0292C96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9103A45C-BE5A-478E-4718-72C97F147BD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59044FD4-E5CB-7F72-D4E0-B3FF57F10D6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1FB06C32-785C-D086-3043-42F7FBD0932E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ADCA5AE-052C-5076-411F-06E5A022CDA7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3C7B8BA-8B31-7B2C-E2AB-60712C1F61E8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3B4A7A-A70B-0C4A-C7FF-462ADF36D440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Identify three characteristics of Linked Lists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50233D-41DE-6588-7EB0-97A3A19FFCB8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QUESTION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0572BAA1-AB30-2A31-99DA-E2636EF7873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F9670370-72F4-78E6-7DE3-64A5614A006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21F28121-5FF8-B768-E483-38897AA8B76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5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D0DFC3-3199-033B-3038-298117B4E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6472E3BF-C6CE-43EF-F3A1-5B79CABC1AB9}"/>
              </a:ext>
            </a:extLst>
          </p:cNvPr>
          <p:cNvSpPr/>
          <p:nvPr/>
        </p:nvSpPr>
        <p:spPr>
          <a:xfrm>
            <a:off x="9605200" y="3896291"/>
            <a:ext cx="1497660" cy="1497660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A close up of fire&#10;&#10;AI-generated content may be incorrect.">
            <a:extLst>
              <a:ext uri="{FF2B5EF4-FFF2-40B4-BE49-F238E27FC236}">
                <a16:creationId xmlns:a16="http://schemas.microsoft.com/office/drawing/2014/main" id="{33ACC825-3ABA-6D0A-87AB-5D62D374950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4556237" y="-1564556"/>
            <a:ext cx="6748129" cy="3830500"/>
          </a:xfrm>
          <a:prstGeom prst="rect">
            <a:avLst/>
          </a:prstGeom>
          <a:ln>
            <a:noFill/>
          </a:ln>
        </p:spPr>
      </p:pic>
      <p:pic>
        <p:nvPicPr>
          <p:cNvPr id="19" name="Picture 18" descr="A close up of fire&#10;&#10;AI-generated content may be incorrect.">
            <a:extLst>
              <a:ext uri="{FF2B5EF4-FFF2-40B4-BE49-F238E27FC236}">
                <a16:creationId xmlns:a16="http://schemas.microsoft.com/office/drawing/2014/main" id="{D661F8E7-2190-003A-6E09-32FEEC9A2B4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200024" y="-1477760"/>
            <a:ext cx="6748129" cy="383050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AF7E2B55-F57C-6514-8188-15489F9C6150}"/>
              </a:ext>
            </a:extLst>
          </p:cNvPr>
          <p:cNvSpPr/>
          <p:nvPr/>
        </p:nvSpPr>
        <p:spPr>
          <a:xfrm>
            <a:off x="6199068" y="1783144"/>
            <a:ext cx="1253064" cy="1253064"/>
          </a:xfrm>
          <a:prstGeom prst="ellipse">
            <a:avLst/>
          </a:prstGeom>
          <a:noFill/>
          <a:ln w="101600">
            <a:solidFill>
              <a:srgbClr val="274F3F"/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2F98248-35AF-A7C4-9769-C15F6A82AD84}"/>
              </a:ext>
            </a:extLst>
          </p:cNvPr>
          <p:cNvSpPr/>
          <p:nvPr/>
        </p:nvSpPr>
        <p:spPr>
          <a:xfrm>
            <a:off x="358687" y="2026486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2AE15D-9926-4D1A-7324-FB696EEEF512}"/>
              </a:ext>
            </a:extLst>
          </p:cNvPr>
          <p:cNvSpPr/>
          <p:nvPr/>
        </p:nvSpPr>
        <p:spPr>
          <a:xfrm>
            <a:off x="9978799" y="1099676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7C95A6-B60F-E90A-E986-B69A06E5D254}"/>
              </a:ext>
            </a:extLst>
          </p:cNvPr>
          <p:cNvSpPr/>
          <p:nvPr/>
        </p:nvSpPr>
        <p:spPr>
          <a:xfrm>
            <a:off x="1089140" y="1246841"/>
            <a:ext cx="9808033" cy="3830500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HeroicExtremeRightFacing">
              <a:rot lat="21346875" lon="21280510" rev="119997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Ordered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Dynamic Length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Can be singly, doubly, or circular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Has nodes and pointers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Must be searched by traversing nodes by pointers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r>
              <a:rPr lang="en-US" sz="2800" dirty="0">
                <a:solidFill>
                  <a:prstClr val="white"/>
                </a:solidFill>
                <a:latin typeface="Bahnschrift" panose="020B0502040204020203" pitchFamily="34" charset="0"/>
              </a:rPr>
              <a:t>Typically implemented using objects</a:t>
            </a:r>
          </a:p>
          <a:p>
            <a:pPr marL="457200" lvl="0" indent="-457200">
              <a:spcBef>
                <a:spcPts val="1200"/>
              </a:spcBef>
              <a:buFont typeface="Arial" panose="020B0604020202020204" pitchFamily="34" charset="0"/>
              <a:buChar char="•"/>
              <a:defRPr/>
            </a:pPr>
            <a:endParaRPr lang="en-US" sz="2800" dirty="0">
              <a:solidFill>
                <a:prstClr val="white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339936E-DAB7-37F7-319D-B9C68CE1D055}"/>
              </a:ext>
            </a:extLst>
          </p:cNvPr>
          <p:cNvSpPr/>
          <p:nvPr/>
        </p:nvSpPr>
        <p:spPr>
          <a:xfrm>
            <a:off x="1989751" y="65791"/>
            <a:ext cx="7581804" cy="9285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>
                <a:latin typeface="Bahnschrift SemiBold" panose="020B0502040204020203" pitchFamily="34" charset="0"/>
              </a:rPr>
              <a:t>THE WARM UP ANSWER</a:t>
            </a:r>
          </a:p>
        </p:txBody>
      </p:sp>
      <p:pic>
        <p:nvPicPr>
          <p:cNvPr id="15" name="Picture 14" descr="A close up of fire&#10;&#10;AI-generated content may be incorrect.">
            <a:extLst>
              <a:ext uri="{FF2B5EF4-FFF2-40B4-BE49-F238E27FC236}">
                <a16:creationId xmlns:a16="http://schemas.microsoft.com/office/drawing/2014/main" id="{E64898BC-68D5-FA85-A985-D611F313427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-1297170" y="4306188"/>
            <a:ext cx="6748129" cy="3830500"/>
          </a:xfrm>
          <a:prstGeom prst="rect">
            <a:avLst/>
          </a:prstGeom>
        </p:spPr>
      </p:pic>
      <p:pic>
        <p:nvPicPr>
          <p:cNvPr id="17" name="Picture 16" descr="A close up of fire&#10;&#10;AI-generated content may be incorrect.">
            <a:extLst>
              <a:ext uri="{FF2B5EF4-FFF2-40B4-BE49-F238E27FC236}">
                <a16:creationId xmlns:a16="http://schemas.microsoft.com/office/drawing/2014/main" id="{A7CBC7B5-E24F-C2FC-2737-1E1CAE862E6E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3605901" y="4306188"/>
            <a:ext cx="6748129" cy="3830500"/>
          </a:xfrm>
          <a:prstGeom prst="rect">
            <a:avLst/>
          </a:prstGeom>
        </p:spPr>
      </p:pic>
      <p:pic>
        <p:nvPicPr>
          <p:cNvPr id="18" name="Picture 17" descr="A close up of fire&#10;&#10;AI-generated content may be incorrect.">
            <a:extLst>
              <a:ext uri="{FF2B5EF4-FFF2-40B4-BE49-F238E27FC236}">
                <a16:creationId xmlns:a16="http://schemas.microsoft.com/office/drawing/2014/main" id="{78C312F1-B1FD-81C9-6091-79D6529C4E8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75"/>
          <a:stretch>
            <a:fillRect/>
          </a:stretch>
        </p:blipFill>
        <p:spPr>
          <a:xfrm>
            <a:off x="8435162" y="4306188"/>
            <a:ext cx="6748129" cy="38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36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1D38D8-4B88-D5A5-87BB-F6BCD9FBB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EE5D30F-CAC6-99FA-1C9C-D70BF9A87B07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50C7378-7966-380F-E680-68EA68ABFE5D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09E29B4-15B8-DBA1-F624-C616996F6DB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1F0A636-15F3-7328-B275-E8784C2E9DE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EB77A6F-3A86-C7E5-90C9-C9D5C65F7745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Sets, like lists/arrays, are used to store multiple values in a single variable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The key difference between sets and Python lists is that sets are unordered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means that you cannot access them via index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It’s sort of like a giant sack of data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Sets may contain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NO duplicate items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Ever</a:t>
            </a:r>
          </a:p>
          <a:p>
            <a:pPr marL="1371600" lvl="2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Ever</a:t>
            </a:r>
          </a:p>
          <a:p>
            <a:pPr marL="1828800" lvl="3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Like at all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651990-6C7B-B9E0-87AD-5AF9E7D36B7C}"/>
              </a:ext>
            </a:extLst>
          </p:cNvPr>
          <p:cNvSpPr/>
          <p:nvPr/>
        </p:nvSpPr>
        <p:spPr>
          <a:xfrm>
            <a:off x="98573" y="155968"/>
            <a:ext cx="165225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SETS</a:t>
            </a:r>
          </a:p>
        </p:txBody>
      </p:sp>
      <p:pic>
        <p:nvPicPr>
          <p:cNvPr id="1026" name="Picture 2" descr="Closed burlap sack tied with a jute rope, cut out - stock .. 45909531 PNG">
            <a:extLst>
              <a:ext uri="{FF2B5EF4-FFF2-40B4-BE49-F238E27FC236}">
                <a16:creationId xmlns:a16="http://schemas.microsoft.com/office/drawing/2014/main" id="{149FA3D5-F070-36E9-4E85-8DDC37E901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48183" y="3717853"/>
            <a:ext cx="2813049" cy="3140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5636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0CA871-F94B-8C10-1619-FCD25412F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51D7C5D-2B45-2653-675B-05609C8638F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30C6D67-7F67-5A1C-56ED-8FC4076E2C2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E805451-D364-221F-7FD2-A7A39EF564B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26315C1-65C6-0EDA-6378-BC2575A045E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64F11F-2CF0-508D-3FA4-B0ADD8F376A4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Sets are mutable, meaning that data can be added/removed after the set has been created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This is similar to a list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Once data is added to a set,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it cannot be modified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You can’t add more to a number once it’s added to a set</a:t>
            </a:r>
          </a:p>
          <a:p>
            <a:pPr marL="3657600" lvl="7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4B36A0-0207-BB6E-D177-F9F4AFDA7E36}"/>
              </a:ext>
            </a:extLst>
          </p:cNvPr>
          <p:cNvSpPr/>
          <p:nvPr/>
        </p:nvSpPr>
        <p:spPr>
          <a:xfrm>
            <a:off x="98573" y="155968"/>
            <a:ext cx="165225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SETS</a:t>
            </a:r>
          </a:p>
        </p:txBody>
      </p:sp>
    </p:spTree>
    <p:extLst>
      <p:ext uri="{BB962C8B-B14F-4D97-AF65-F5344CB8AC3E}">
        <p14:creationId xmlns:p14="http://schemas.microsoft.com/office/powerpoint/2010/main" val="381807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291F23-EFE1-685F-E437-E2966300A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38DDE62-C8E0-2D8E-7235-83412C76ADEB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C4B60D4-C49B-BACE-5935-6065C25BA0D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652AFAA-F831-9348-B4F5-17719999B4F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7938CDE-357A-8DEF-6382-1785C4FFB6C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1DDB15-3B0F-4BBF-E154-F035E8EDD0A5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Sets are helpful when you want to make sure that a collection consists of only unique elements, such as websites where duplicate usernames are not allowed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Also very fast when checking if an item is in a collection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Algorithms tend to be very efficient on sets</a:t>
            </a:r>
          </a:p>
          <a:p>
            <a:pPr marL="3657600" lvl="7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C657363-1CB4-DBFD-929D-235ED3138C8E}"/>
              </a:ext>
            </a:extLst>
          </p:cNvPr>
          <p:cNvSpPr/>
          <p:nvPr/>
        </p:nvSpPr>
        <p:spPr>
          <a:xfrm>
            <a:off x="98573" y="155968"/>
            <a:ext cx="165225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SETS</a:t>
            </a:r>
          </a:p>
        </p:txBody>
      </p:sp>
      <p:pic>
        <p:nvPicPr>
          <p:cNvPr id="2050" name="Picture 2" descr="Mandalorian Fang Fighter vs. TIE Interceptor™ 75348 | Star Wars™ | Buy ...">
            <a:extLst>
              <a:ext uri="{FF2B5EF4-FFF2-40B4-BE49-F238E27FC236}">
                <a16:creationId xmlns:a16="http://schemas.microsoft.com/office/drawing/2014/main" id="{B570DE13-6F66-F74A-FD5F-2172B85478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72570" y="3278038"/>
            <a:ext cx="4773283" cy="357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2504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E964E5-7B69-1DE8-1F63-BA71A1DF2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E3E61679-3660-4AC8-6EAB-856677D40C8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AC9E16D-C935-62F5-5B5E-6E3D6C3FED93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2FA90FF-FC0D-8FF7-B352-2FEDA8FBD01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7CAA26E-F6BF-B79C-61F0-B11246EC767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2006B52-19BC-375F-3921-77B08C259E95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Python has two ways of creating sets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Curly Brackets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Set Constructor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8F0161-8C36-7D8C-7086-265C61E92323}"/>
              </a:ext>
            </a:extLst>
          </p:cNvPr>
          <p:cNvSpPr/>
          <p:nvPr/>
        </p:nvSpPr>
        <p:spPr>
          <a:xfrm>
            <a:off x="98573" y="155968"/>
            <a:ext cx="424914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CREATING SETS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61DC7F5-122D-1341-111A-DA09E88FD0E8}"/>
              </a:ext>
            </a:extLst>
          </p:cNvPr>
          <p:cNvSpPr/>
          <p:nvPr/>
        </p:nvSpPr>
        <p:spPr>
          <a:xfrm>
            <a:off x="783168" y="3295291"/>
            <a:ext cx="10341382" cy="34032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chemeClr val="accent2">
                <a:lumMod val="50000"/>
              </a:schemeClr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#making sets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#using curly brackets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my_set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{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my_set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#using the set() constructor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#duplicate entries will be automatically removed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my_set2 =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([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(my_set2)</a:t>
            </a:r>
          </a:p>
        </p:txBody>
      </p:sp>
    </p:spTree>
    <p:extLst>
      <p:ext uri="{BB962C8B-B14F-4D97-AF65-F5344CB8AC3E}">
        <p14:creationId xmlns:p14="http://schemas.microsoft.com/office/powerpoint/2010/main" val="12037555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9A55AD-45B1-D431-D55C-D4FAF00E8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361F9A0-12C2-BD6F-CFC2-82ECBD8442EE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99595C6-8EAA-8EF5-4026-A3E227E2799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2996566-2116-028B-9587-74C83FB757A4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1F74DCF-684A-BDED-F641-9A907AFDCB6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6AB88DC-44BA-C7A7-2F08-D79E8F0FA136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What Python data structure does that top option look a lot like?</a:t>
            </a:r>
            <a:endParaRPr lang="en-US" sz="2800" u="sng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32E2A01-C1A7-A464-6A1F-9E76A397529F}"/>
              </a:ext>
            </a:extLst>
          </p:cNvPr>
          <p:cNvSpPr/>
          <p:nvPr/>
        </p:nvSpPr>
        <p:spPr>
          <a:xfrm>
            <a:off x="98573" y="155968"/>
            <a:ext cx="424914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CREATING SETS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9D8FB4-27BD-E90C-AFFF-D289275AB674}"/>
              </a:ext>
            </a:extLst>
          </p:cNvPr>
          <p:cNvSpPr/>
          <p:nvPr/>
        </p:nvSpPr>
        <p:spPr>
          <a:xfrm>
            <a:off x="783168" y="3295291"/>
            <a:ext cx="10341382" cy="34032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chemeClr val="accent2">
                <a:lumMod val="50000"/>
              </a:schemeClr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#making sets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#using curly brackets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my_set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{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my_set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#using the set() constructor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#duplicate entries will be automatically removed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my_set2 =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set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([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sz="24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])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(my_set2)</a:t>
            </a:r>
          </a:p>
        </p:txBody>
      </p:sp>
    </p:spTree>
    <p:extLst>
      <p:ext uri="{BB962C8B-B14F-4D97-AF65-F5344CB8AC3E}">
        <p14:creationId xmlns:p14="http://schemas.microsoft.com/office/powerpoint/2010/main" val="4283331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34819D-A8BF-988C-108D-7FA53BBA8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4A990EB-61FB-2CEC-7874-EF66776C189F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F678720-6A98-1305-3E32-57E4B5A788E0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566EF21-A24C-57CA-3B1F-76B7F0F3468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90D143-EBE5-23CF-3B2E-8D75D9C546C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99E0CB-D732-F59A-2003-315CEBE470F1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add/remove from a set, use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.add() for add, and .remove() for removing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Remember that we don’t have indexes here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We aren’t removing the item at index 1, we are removing the number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F4B1A06-EFC4-F571-4DB6-0DEAEDF24421}"/>
              </a:ext>
            </a:extLst>
          </p:cNvPr>
          <p:cNvSpPr/>
          <p:nvPr/>
        </p:nvSpPr>
        <p:spPr>
          <a:xfrm>
            <a:off x="98573" y="155968"/>
            <a:ext cx="424914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SET FUNCTIONS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8906499-F8AE-F00F-BE3B-DD2C2A3A7C8A}"/>
              </a:ext>
            </a:extLst>
          </p:cNvPr>
          <p:cNvSpPr/>
          <p:nvPr/>
        </p:nvSpPr>
        <p:spPr>
          <a:xfrm>
            <a:off x="783168" y="3983471"/>
            <a:ext cx="10341382" cy="271503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chemeClr val="accent2">
                <a:lumMod val="50000"/>
              </a:schemeClr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#add 6 to the set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my_set.add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6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#remove 1 from the set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my_set.remove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93805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F3CE55-EED7-5C48-9FAC-039D0ABD9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1264805F-D5E0-178B-4DAA-130C8BD0C3A4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22F628-C7DE-D074-C39E-AF86E233B12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D1208E9-903B-C3DC-4475-2C208D9D2D4C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F8595A2-FD3E-76C9-28F4-6C8DD665778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3E7B33D-EA51-50DC-A305-E0C51C55B0A6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To check if elements are present in a set, we have to use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an if statement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Unfortunately, there’s no way to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directly get the True/False value of an element being in the set or not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E25F60-2D7D-0951-C1D1-3E2FEDAE0FA3}"/>
              </a:ext>
            </a:extLst>
          </p:cNvPr>
          <p:cNvSpPr/>
          <p:nvPr/>
        </p:nvSpPr>
        <p:spPr>
          <a:xfrm>
            <a:off x="98573" y="155968"/>
            <a:ext cx="424914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SET FUNCTIONS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C1DE92-4393-7BA9-271E-56F829A8B84D}"/>
              </a:ext>
            </a:extLst>
          </p:cNvPr>
          <p:cNvSpPr/>
          <p:nvPr/>
        </p:nvSpPr>
        <p:spPr>
          <a:xfrm>
            <a:off x="783168" y="3983471"/>
            <a:ext cx="10341382" cy="271503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chemeClr val="accent2">
                <a:lumMod val="50000"/>
              </a:schemeClr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#checking if an item is in a set</a:t>
            </a:r>
            <a:br>
              <a:rPr lang="en-US" sz="24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if </a:t>
            </a:r>
            <a:r>
              <a:rPr lang="en-US" sz="24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 </a:t>
            </a: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 </a:t>
            </a:r>
            <a:r>
              <a:rPr lang="en-US" sz="24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my_set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"2 is in da set"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CC844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:</a:t>
            </a:r>
            <a:b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sz="24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400" dirty="0">
                <a:solidFill>
                  <a:srgbClr val="75AA5F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"2 is not in the set"</a:t>
            </a:r>
            <a:r>
              <a:rPr lang="en-US" sz="24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98762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D411B2-16E3-504B-18EB-2CB35D463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59EFC63D-A729-F29F-960E-0A3AE7E805E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5DD9B33-C697-DEA1-A797-B3A50A2A1A45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770AF85-A2B2-0C61-6F86-43E73A994933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A0C8F56-CBBF-A4C0-69D6-C4E0894AEF38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AC2B63-9024-B888-7A6C-5C9812FB52F5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Sets have a handful of operations we can use to manipulate and compare sets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These are: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Union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Intersection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Difference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89D67D-8263-4782-4CA6-FAC48AF27D86}"/>
              </a:ext>
            </a:extLst>
          </p:cNvPr>
          <p:cNvSpPr/>
          <p:nvPr/>
        </p:nvSpPr>
        <p:spPr>
          <a:xfrm>
            <a:off x="98573" y="155968"/>
            <a:ext cx="4663208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SET OPERATIONS</a:t>
            </a:r>
          </a:p>
        </p:txBody>
      </p:sp>
    </p:spTree>
    <p:extLst>
      <p:ext uri="{BB962C8B-B14F-4D97-AF65-F5344CB8AC3E}">
        <p14:creationId xmlns:p14="http://schemas.microsoft.com/office/powerpoint/2010/main" val="2988090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5F3DCB-0663-3DC6-0D94-3BC67ED53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371B404-1652-4A8B-EF13-FD7A45CC6899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A1DFEC2-39A2-020D-E2C6-5C12390C313C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BF9F326-A405-F528-E914-9294394807C2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BB20E7F-F421-F444-9DCA-A314EF01D22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30FF58B-C493-D296-FEBF-C85D80FBFF50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union is a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simple operation that joins two sets together 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It contains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all of the elements from both sets, without any duplicates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59B772-0D17-EF38-B5A2-DE1CDEFEFB0A}"/>
              </a:ext>
            </a:extLst>
          </p:cNvPr>
          <p:cNvSpPr/>
          <p:nvPr/>
        </p:nvSpPr>
        <p:spPr>
          <a:xfrm>
            <a:off x="98573" y="155968"/>
            <a:ext cx="217679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UNION</a:t>
            </a:r>
          </a:p>
        </p:txBody>
      </p:sp>
      <p:pic>
        <p:nvPicPr>
          <p:cNvPr id="3074" name="Picture 2" descr="Trade Unions: Characteristics, Role, and Significance Explained">
            <a:extLst>
              <a:ext uri="{FF2B5EF4-FFF2-40B4-BE49-F238E27FC236}">
                <a16:creationId xmlns:a16="http://schemas.microsoft.com/office/drawing/2014/main" id="{E7C347C9-693E-935A-C8CB-E41B1DA11C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1459" y="2757722"/>
            <a:ext cx="5849853" cy="3984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Union of Sets | Formula, Examples &amp; Venn Diagrams | Class 11 Math Notes ...">
            <a:extLst>
              <a:ext uri="{FF2B5EF4-FFF2-40B4-BE49-F238E27FC236}">
                <a16:creationId xmlns:a16="http://schemas.microsoft.com/office/drawing/2014/main" id="{4B4CA6D5-C9DA-B451-72AF-1D6090864C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32" t="11971" r="17768" b="28329"/>
          <a:stretch>
            <a:fillRect/>
          </a:stretch>
        </p:blipFill>
        <p:spPr bwMode="auto">
          <a:xfrm>
            <a:off x="646962" y="3717853"/>
            <a:ext cx="4707467" cy="27722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8512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7FA67E-9316-4F65-59CB-0076BE717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ACFAE1FE-6955-D1A0-F1BB-18C88EC0CDB3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894123B-0500-FB8D-DFA6-1A1BBF1EAFAB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B4FDAD9-4A9C-7E56-5169-689FA14C0F4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316F3FF-ADD5-187E-9D9A-EEFC795E2226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4066DFE-54A2-6804-E71E-F80015F60E41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two ways to program unions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Using the bar operator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Using the .union function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553533-D340-B23F-C947-659D763B861F}"/>
              </a:ext>
            </a:extLst>
          </p:cNvPr>
          <p:cNvSpPr/>
          <p:nvPr/>
        </p:nvSpPr>
        <p:spPr>
          <a:xfrm>
            <a:off x="98573" y="155968"/>
            <a:ext cx="2176794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UNION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EEED86B-20E9-0F9A-35E7-F87992167CB6}"/>
              </a:ext>
            </a:extLst>
          </p:cNvPr>
          <p:cNvSpPr/>
          <p:nvPr/>
        </p:nvSpPr>
        <p:spPr>
          <a:xfrm>
            <a:off x="783168" y="3105509"/>
            <a:ext cx="10341382" cy="359300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chemeClr val="accent2">
                <a:lumMod val="50000"/>
              </a:schemeClr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 = {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 = {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 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6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#creating a union using the bar</a:t>
            </a:r>
            <a:b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union_set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A | B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#creating a union using the function</a:t>
            </a:r>
            <a:b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union_set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A.union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(B)</a:t>
            </a:r>
          </a:p>
          <a:p>
            <a:pPr>
              <a:buNone/>
            </a:pPr>
            <a:r>
              <a:rPr lang="en-US" sz="2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union_set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  <a:p>
            <a:pPr>
              <a:buNone/>
            </a:pPr>
            <a:endParaRPr lang="en-US" sz="2800" dirty="0">
              <a:solidFill>
                <a:srgbClr val="A8AFBE"/>
              </a:solidFill>
              <a:effectLst/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55284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80B367-41AF-3AAA-AB89-D1CC3BF05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4B00342-5BE4-7056-BC37-C90676D0AF38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0DAC28E-D295-4632-ED36-BD3BD169B99A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961A3C7-EB5E-470D-1A47-8B7EA1BE456B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4097D2E-7F12-518B-F521-EE587406C3F7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4CEB24-A453-4F28-8655-D05A4D5B8924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An intersection of two sets creates a new set that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only contains elements that were in both original sets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A9847B-C126-6128-FA1C-438B07DF1D9C}"/>
              </a:ext>
            </a:extLst>
          </p:cNvPr>
          <p:cNvSpPr/>
          <p:nvPr/>
        </p:nvSpPr>
        <p:spPr>
          <a:xfrm>
            <a:off x="98573" y="155968"/>
            <a:ext cx="412837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INTERSECTION</a:t>
            </a:r>
          </a:p>
        </p:txBody>
      </p:sp>
      <p:pic>
        <p:nvPicPr>
          <p:cNvPr id="4098" name="Picture 2" descr="Street Intersection stock image. Image of street, angle - 31348973">
            <a:extLst>
              <a:ext uri="{FF2B5EF4-FFF2-40B4-BE49-F238E27FC236}">
                <a16:creationId xmlns:a16="http://schemas.microsoft.com/office/drawing/2014/main" id="{46973B34-77B8-CDD5-7803-216623C5C4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3016" y="2956491"/>
            <a:ext cx="4963979" cy="35896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he Intersection and Union of Sets | Secondaire | Alloprof">
            <a:extLst>
              <a:ext uri="{FF2B5EF4-FFF2-40B4-BE49-F238E27FC236}">
                <a16:creationId xmlns:a16="http://schemas.microsoft.com/office/drawing/2014/main" id="{482382AC-93B1-EA4F-42A9-BCEAB83078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456" y="2671227"/>
            <a:ext cx="5459715" cy="4030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748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DC30FD-5BBE-798D-FD58-443308285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2005D196-0135-5F45-C925-18D0ABA71AC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D0A9326-804B-D588-E5D6-DADEEAE38766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8346F8-1FE4-B903-5FAE-0B1411FB5FF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AC4F2D2-ACBA-4EEB-2CF6-F1400F320DD1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580F66-7C80-74B4-44BA-C8D1AF9C244F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two ways to program intersections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Using the &amp; operator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Using the .intersection function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EC25520-ED8D-CB8D-7D72-E77C33F40D44}"/>
              </a:ext>
            </a:extLst>
          </p:cNvPr>
          <p:cNvSpPr/>
          <p:nvPr/>
        </p:nvSpPr>
        <p:spPr>
          <a:xfrm>
            <a:off x="98573" y="155968"/>
            <a:ext cx="412837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INTERSECTION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612C9A7-A93F-2677-28C4-F5D229B53208}"/>
              </a:ext>
            </a:extLst>
          </p:cNvPr>
          <p:cNvSpPr/>
          <p:nvPr/>
        </p:nvSpPr>
        <p:spPr>
          <a:xfrm>
            <a:off x="783168" y="3295291"/>
            <a:ext cx="10341382" cy="34032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chemeClr val="accent2">
                <a:lumMod val="50000"/>
              </a:schemeClr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#creating an intersection using the &amp; sign</a:t>
            </a:r>
            <a:b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intersection_set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A &amp; B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#creating a intersection using the .intersection function</a:t>
            </a:r>
            <a:b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intersection_set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A.intersection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(B)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intersection_set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714274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7B7233-CE99-B280-3388-9D24990805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AEA5862-D75C-CF3A-77AB-40CCD7677DD0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AAD9CBA-20D0-933F-5E1B-F82B51B9268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A2DE44E-C8D0-5961-A3F5-10A7B464DB1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8652907-FFB5-8539-16FA-8BB75A8020C5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2A996A-9790-2C5A-5723-CA8F986D6739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 difference between two sets is a set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containing elements in the first set, but not in the second set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Difference is the only of these operations where the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order you list sets matters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41D4DD-4C97-A89F-39C3-34DECF56F4F7}"/>
              </a:ext>
            </a:extLst>
          </p:cNvPr>
          <p:cNvSpPr/>
          <p:nvPr/>
        </p:nvSpPr>
        <p:spPr>
          <a:xfrm>
            <a:off x="98573" y="155968"/>
            <a:ext cx="355576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DIFFERENCE</a:t>
            </a:r>
          </a:p>
        </p:txBody>
      </p:sp>
      <p:pic>
        <p:nvPicPr>
          <p:cNvPr id="1026" name="Picture 2" descr="What Your Eye Color Means - Spesanut">
            <a:extLst>
              <a:ext uri="{FF2B5EF4-FFF2-40B4-BE49-F238E27FC236}">
                <a16:creationId xmlns:a16="http://schemas.microsoft.com/office/drawing/2014/main" id="{3E18A23A-F13B-219A-E082-BCC7DA8B6E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2372" y="2956491"/>
            <a:ext cx="5063705" cy="379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ets and Set Difference: Concepts, Examples &amp; Practice">
            <a:extLst>
              <a:ext uri="{FF2B5EF4-FFF2-40B4-BE49-F238E27FC236}">
                <a16:creationId xmlns:a16="http://schemas.microsoft.com/office/drawing/2014/main" id="{7E380971-1170-62A1-E2B9-FB3FA851C5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078"/>
          <a:stretch>
            <a:fillRect/>
          </a:stretch>
        </p:blipFill>
        <p:spPr bwMode="auto">
          <a:xfrm>
            <a:off x="1514391" y="3669191"/>
            <a:ext cx="4581609" cy="3032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72229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20E95A-DA02-56A5-DFAB-CB3DD0F8B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9E70B072-9F84-973B-B97F-DCCAC054200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AD43E3-5054-F63A-5E5E-171DDB828CD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0EB2518-7108-515F-B5E3-59FD1D3C48CA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D4E1B9E-6808-9ADA-814E-371E308D21D9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013158-8817-63F9-0663-5FE3FCA6338F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two ways to program difference: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The minus symbol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The .difference function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35ED9A8-F352-A440-B798-F8848434BEFD}"/>
              </a:ext>
            </a:extLst>
          </p:cNvPr>
          <p:cNvSpPr/>
          <p:nvPr/>
        </p:nvSpPr>
        <p:spPr>
          <a:xfrm>
            <a:off x="98573" y="155968"/>
            <a:ext cx="355576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DIFFERENCE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4AFFDA8-BCEB-1666-61EE-09248DE1942B}"/>
              </a:ext>
            </a:extLst>
          </p:cNvPr>
          <p:cNvSpPr/>
          <p:nvPr/>
        </p:nvSpPr>
        <p:spPr>
          <a:xfrm>
            <a:off x="783168" y="3295291"/>
            <a:ext cx="10341382" cy="34032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chemeClr val="accent2">
                <a:lumMod val="50000"/>
              </a:schemeClr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#creating an intersection using the - sign</a:t>
            </a:r>
            <a:b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difference_set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A - B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#creating a difference set using the .difference function, with the opposite order</a:t>
            </a:r>
            <a:b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difference_set2 = 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B.difference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(A)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difference_set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)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(difference_set2)</a:t>
            </a:r>
          </a:p>
        </p:txBody>
      </p:sp>
    </p:spTree>
    <p:extLst>
      <p:ext uri="{BB962C8B-B14F-4D97-AF65-F5344CB8AC3E}">
        <p14:creationId xmlns:p14="http://schemas.microsoft.com/office/powerpoint/2010/main" val="33504284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7AAAFE-7C77-982F-4E7D-BF165FFD5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D40CF40-D94D-1B5B-4739-31690A356DE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F8DF7E1-AB52-F4D5-01C5-8335912A57F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47D4980-DCA7-258B-B536-28DE7D33C61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3A5A434-8890-090F-4AF8-BB932520762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568CE0-3B37-8679-44B0-1C2EC632C284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Set A: {4, 8, 15, 16, 23}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Set B: {42, 8, 16, 60, 7}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Give me the union, intersection, and difference if A is the first and B is the second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808F09-EB10-3811-DC6A-D96D48D6434D}"/>
              </a:ext>
            </a:extLst>
          </p:cNvPr>
          <p:cNvSpPr/>
          <p:nvPr/>
        </p:nvSpPr>
        <p:spPr>
          <a:xfrm>
            <a:off x="98573" y="155968"/>
            <a:ext cx="400279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MINI-MID LAB</a:t>
            </a:r>
          </a:p>
        </p:txBody>
      </p:sp>
    </p:spTree>
    <p:extLst>
      <p:ext uri="{BB962C8B-B14F-4D97-AF65-F5344CB8AC3E}">
        <p14:creationId xmlns:p14="http://schemas.microsoft.com/office/powerpoint/2010/main" val="24681132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46E766-91D2-4305-2807-E751C45F7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8F766E1-E0EA-14B4-61E0-4819FA3FC3F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1C73BE9-6FAF-2C49-DF3C-7AE0871D045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E868D47-9554-AFA7-61F6-6F821E6AB6E0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6B721DA-CAF3-7751-C2BC-6E1E950D501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F5CAE5-12E9-53AE-BF0F-B7ACEED679CB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Now, create a short Python script with the following two sets: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A: Jack,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Jollin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Jichael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Jole,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Juis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B: Jole,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Jeleste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Jichael</a:t>
            </a: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, Jiran, Jeena, </a:t>
            </a:r>
            <a:r>
              <a:rPr lang="en-US" sz="2800" dirty="0" err="1">
                <a:solidFill>
                  <a:schemeClr val="bg1"/>
                </a:solidFill>
                <a:latin typeface="Bahnschrift" panose="020B0502040204020203" pitchFamily="34" charset="0"/>
              </a:rPr>
              <a:t>Jollin</a:t>
            </a: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and B represent two users on a social media, and the sets are the people they’re following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Using set operations, print the common friends of A &amp; B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Using set operations, identify friends of B that are not friends of A, so the platform can recommend new connections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EF916F-2A83-6B2E-A485-92B9035EAD2C}"/>
              </a:ext>
            </a:extLst>
          </p:cNvPr>
          <p:cNvSpPr/>
          <p:nvPr/>
        </p:nvSpPr>
        <p:spPr>
          <a:xfrm>
            <a:off x="98573" y="155968"/>
            <a:ext cx="4002792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MINI-MID LAB</a:t>
            </a:r>
          </a:p>
        </p:txBody>
      </p:sp>
    </p:spTree>
    <p:extLst>
      <p:ext uri="{BB962C8B-B14F-4D97-AF65-F5344CB8AC3E}">
        <p14:creationId xmlns:p14="http://schemas.microsoft.com/office/powerpoint/2010/main" val="6914223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C97315-4296-2CEE-D05B-A4DC260B3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8C3B5AF-5D3A-0E53-A325-45ED2613342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07B56B8-1A76-6DE5-6E95-DB2999A8BB28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CE1C868-CC2C-0625-680A-1FECB162F185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9D2FD1F-E41B-204E-56A5-BE1A205D00F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45FFAE-37A8-CC92-2F0A-B1F9FC401C79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A subset or superset describes the relationship between two sets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Set A is considered a subset of set B if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all of A’s elements are present in B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B would be considered the </a:t>
            </a: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superset</a:t>
            </a:r>
          </a:p>
          <a:p>
            <a:pPr>
              <a:spcBef>
                <a:spcPts val="1200"/>
              </a:spcBef>
            </a:pPr>
            <a:endParaRPr lang="en-US" sz="2800" dirty="0">
              <a:solidFill>
                <a:schemeClr val="bg1"/>
              </a:solidFill>
              <a:latin typeface="Bahnschrift" panose="020B0502040204020203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DCDE56-B4A9-D925-8B82-909ABDBA23B6}"/>
              </a:ext>
            </a:extLst>
          </p:cNvPr>
          <p:cNvSpPr/>
          <p:nvPr/>
        </p:nvSpPr>
        <p:spPr>
          <a:xfrm>
            <a:off x="98573" y="155968"/>
            <a:ext cx="25091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SUBSET</a:t>
            </a:r>
          </a:p>
        </p:txBody>
      </p:sp>
      <p:pic>
        <p:nvPicPr>
          <p:cNvPr id="2050" name="Picture 2" descr="Set Notation - Hideous Humpback Freak">
            <a:extLst>
              <a:ext uri="{FF2B5EF4-FFF2-40B4-BE49-F238E27FC236}">
                <a16:creationId xmlns:a16="http://schemas.microsoft.com/office/drawing/2014/main" id="{147165E0-830F-BF56-0752-9390CCD211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4523" y="3789415"/>
            <a:ext cx="4879168" cy="2941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923690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5CD3B5-170F-97AD-0410-F384FE7C0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83FE1A68-D1F9-02F2-234B-384FB2CAF3B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A650B93-27F9-95EF-CC45-7ACB75BD4447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471EA680-8DB0-FA54-3B5C-FF37F4702C87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704FD06-0B05-CC3A-1FD7-9BD7D7897E2A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52852F-B36E-E7FC-1420-942FD2658AB5}"/>
              </a:ext>
            </a:extLst>
          </p:cNvPr>
          <p:cNvSpPr/>
          <p:nvPr/>
        </p:nvSpPr>
        <p:spPr>
          <a:xfrm>
            <a:off x="630768" y="1299334"/>
            <a:ext cx="4057237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There are 4 things we need to know about this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.</a:t>
            </a:r>
            <a:r>
              <a:rPr lang="en-US" sz="2800" u="sng" dirty="0" err="1">
                <a:solidFill>
                  <a:schemeClr val="bg1"/>
                </a:solidFill>
                <a:latin typeface="Bahnschrift" panose="020B0502040204020203" pitchFamily="34" charset="0"/>
              </a:rPr>
              <a:t>issubset</a:t>
            </a:r>
            <a:endParaRPr lang="en-US" sz="2800" u="sng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A &lt;= B</a:t>
            </a: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.</a:t>
            </a:r>
            <a:r>
              <a:rPr lang="en-US" sz="2800" u="sng" dirty="0" err="1">
                <a:solidFill>
                  <a:schemeClr val="bg1"/>
                </a:solidFill>
                <a:latin typeface="Bahnschrift" panose="020B0502040204020203" pitchFamily="34" charset="0"/>
              </a:rPr>
              <a:t>issuperset</a:t>
            </a:r>
            <a:endParaRPr lang="en-US" sz="2800" u="sng" dirty="0">
              <a:solidFill>
                <a:schemeClr val="bg1"/>
              </a:solidFill>
              <a:latin typeface="Bahnschrift" panose="020B0502040204020203" pitchFamily="34" charset="0"/>
            </a:endParaRPr>
          </a:p>
          <a:p>
            <a:pPr marL="914400" lvl="1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u="sng" dirty="0">
                <a:solidFill>
                  <a:schemeClr val="bg1"/>
                </a:solidFill>
                <a:latin typeface="Bahnschrift" panose="020B0502040204020203" pitchFamily="34" charset="0"/>
              </a:rPr>
              <a:t>B &gt;= 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505AB8-465B-F5EF-C184-6171C417DCBD}"/>
              </a:ext>
            </a:extLst>
          </p:cNvPr>
          <p:cNvSpPr/>
          <p:nvPr/>
        </p:nvSpPr>
        <p:spPr>
          <a:xfrm>
            <a:off x="98573" y="155968"/>
            <a:ext cx="250916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SUBSET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00EAC82-47A6-2F7C-26B4-EF355B7BD169}"/>
              </a:ext>
            </a:extLst>
          </p:cNvPr>
          <p:cNvSpPr/>
          <p:nvPr/>
        </p:nvSpPr>
        <p:spPr>
          <a:xfrm>
            <a:off x="5135035" y="1564953"/>
            <a:ext cx="7056965" cy="454484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chemeClr val="accent2">
                <a:lumMod val="50000"/>
              </a:schemeClr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#making two new sets to test subset</a:t>
            </a:r>
            <a:b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 = {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7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 = {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6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7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#check if A is a subset of B</a:t>
            </a:r>
            <a:b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A.issubset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(B))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(A &lt;= B)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#checking for superset</a:t>
            </a:r>
            <a:b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B.issuperset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(A))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8888C6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print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(B &gt;= A)</a:t>
            </a:r>
          </a:p>
        </p:txBody>
      </p:sp>
    </p:spTree>
    <p:extLst>
      <p:ext uri="{BB962C8B-B14F-4D97-AF65-F5344CB8AC3E}">
        <p14:creationId xmlns:p14="http://schemas.microsoft.com/office/powerpoint/2010/main" val="156827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D98945-7F69-E02F-D5D4-17357CC41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6CBAB39-DB78-94E4-A3A7-6007EC532321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9F849F1-D3B0-85F5-2378-A0C5F31EE771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320192D-A22B-0390-FF20-776FB494D25E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CAE2799-08E9-A172-620B-FF996A1531FD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1B3737-AB37-FE4A-454A-B735E3722202}"/>
              </a:ext>
            </a:extLst>
          </p:cNvPr>
          <p:cNvSpPr/>
          <p:nvPr/>
        </p:nvSpPr>
        <p:spPr>
          <a:xfrm>
            <a:off x="630768" y="1299334"/>
            <a:ext cx="10341382" cy="524677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76200">
            <a:solidFill>
              <a:schemeClr val="accent2">
                <a:lumMod val="50000"/>
              </a:schemeClr>
            </a:solidFill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buNone/>
            </a:pP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 = {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1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2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B = {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3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4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 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5 </a:t>
            </a:r>
            <a:r>
              <a:rPr lang="en-US" sz="2800" dirty="0">
                <a:solidFill>
                  <a:srgbClr val="CC7832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,</a:t>
            </a:r>
            <a:r>
              <a:rPr lang="en-US" sz="2800" dirty="0">
                <a:solidFill>
                  <a:srgbClr val="6897BB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6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#creating a union using the bar</a:t>
            </a:r>
            <a:b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union_set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A | B</a:t>
            </a:r>
            <a:b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#creating a union using the function</a:t>
            </a:r>
            <a:br>
              <a:rPr lang="en-US" sz="2800" dirty="0">
                <a:solidFill>
                  <a:srgbClr val="808080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union_set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en-US" sz="2800" dirty="0" err="1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A.union</a:t>
            </a:r>
            <a:r>
              <a:rPr lang="en-US" sz="2800" dirty="0">
                <a:solidFill>
                  <a:srgbClr val="A8AFBE"/>
                </a:solidFill>
                <a:effectLst/>
                <a:latin typeface="Cascadia Code" panose="020B0609020000020004" pitchFamily="49" charset="0"/>
                <a:cs typeface="Cascadia Code" panose="020B0609020000020004" pitchFamily="49" charset="0"/>
              </a:rPr>
              <a:t>(B)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0BE7CE7-4491-5B17-DBF9-6CF87D6C3303}"/>
              </a:ext>
            </a:extLst>
          </p:cNvPr>
          <p:cNvSpPr/>
          <p:nvPr/>
        </p:nvSpPr>
        <p:spPr>
          <a:xfrm>
            <a:off x="-142431" y="155968"/>
            <a:ext cx="4076076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NODE CLASS</a:t>
            </a:r>
          </a:p>
        </p:txBody>
      </p:sp>
    </p:spTree>
    <p:extLst>
      <p:ext uri="{BB962C8B-B14F-4D97-AF65-F5344CB8AC3E}">
        <p14:creationId xmlns:p14="http://schemas.microsoft.com/office/powerpoint/2010/main" val="104208121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42949D-B6C1-8401-25D8-D344E15E7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015A1C7-A865-42BE-CB5B-2C475A41E405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CDA5AD0-F491-6C08-70AB-258B6C7FA7FE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D241718-A299-E051-A8A5-5C1ED1FA7B39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D9994286-FC37-48A9-277B-59839727E6B2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348106-02E8-94FB-0B3E-F2446D2114E0}"/>
              </a:ext>
            </a:extLst>
          </p:cNvPr>
          <p:cNvSpPr/>
          <p:nvPr/>
        </p:nvSpPr>
        <p:spPr>
          <a:xfrm>
            <a:off x="421105" y="1357745"/>
            <a:ext cx="10976237" cy="524677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Bahnschrift" panose="020B0502040204020203" pitchFamily="34" charset="0"/>
              </a:rPr>
              <a:t>I want you to write a tester script for this program for your program assignment, along with the logic for it! Good luck!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BEA4B70-659E-4C55-E3F4-C156785ECAFE}"/>
              </a:ext>
            </a:extLst>
          </p:cNvPr>
          <p:cNvSpPr/>
          <p:nvPr/>
        </p:nvSpPr>
        <p:spPr>
          <a:xfrm>
            <a:off x="-299159" y="112328"/>
            <a:ext cx="7838646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PROGRAMMING ASSIGNMENT</a:t>
            </a:r>
          </a:p>
        </p:txBody>
      </p:sp>
    </p:spTree>
    <p:extLst>
      <p:ext uri="{BB962C8B-B14F-4D97-AF65-F5344CB8AC3E}">
        <p14:creationId xmlns:p14="http://schemas.microsoft.com/office/powerpoint/2010/main" val="5102448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C4770D-2655-8C26-4D48-F4A031986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721F651E-4940-E318-A076-228E3B8C31CD}"/>
              </a:ext>
            </a:extLst>
          </p:cNvPr>
          <p:cNvSpPr/>
          <p:nvPr/>
        </p:nvSpPr>
        <p:spPr>
          <a:xfrm>
            <a:off x="11112929" y="2956491"/>
            <a:ext cx="832924" cy="83292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51209F0-0749-0516-0209-4407FCF46774}"/>
              </a:ext>
            </a:extLst>
          </p:cNvPr>
          <p:cNvSpPr/>
          <p:nvPr/>
        </p:nvSpPr>
        <p:spPr>
          <a:xfrm>
            <a:off x="5801459" y="517213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8966181-5CE2-6722-3350-E00B81403346}"/>
              </a:ext>
            </a:extLst>
          </p:cNvPr>
          <p:cNvSpPr/>
          <p:nvPr/>
        </p:nvSpPr>
        <p:spPr>
          <a:xfrm>
            <a:off x="255923" y="3717853"/>
            <a:ext cx="2019444" cy="201944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E2CE7C8-7F63-E472-2606-75A39E14A58E}"/>
              </a:ext>
            </a:extLst>
          </p:cNvPr>
          <p:cNvSpPr/>
          <p:nvPr/>
        </p:nvSpPr>
        <p:spPr>
          <a:xfrm>
            <a:off x="4101365" y="311889"/>
            <a:ext cx="1253064" cy="1253064"/>
          </a:xfrm>
          <a:prstGeom prst="ellipse">
            <a:avLst/>
          </a:prstGeom>
          <a:noFill/>
          <a:ln w="101600">
            <a:solidFill>
              <a:schemeClr val="accent2">
                <a:lumMod val="50000"/>
              </a:schemeClr>
            </a:solidFill>
            <a:prstDash val="sysDash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BA143-CA8C-162E-8EE1-5979D9C12717}"/>
              </a:ext>
            </a:extLst>
          </p:cNvPr>
          <p:cNvSpPr/>
          <p:nvPr/>
        </p:nvSpPr>
        <p:spPr>
          <a:xfrm>
            <a:off x="604883" y="1034378"/>
            <a:ext cx="6280549" cy="558953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74709" lon="21590731" rev="60000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Linked List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Head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Pointer</a:t>
            </a:r>
          </a:p>
          <a:p>
            <a:pPr marL="457200" indent="-45720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Bahnschrift" panose="020B0502040204020203" pitchFamily="34" charset="0"/>
              </a:rPr>
              <a:t>Node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4C4382-6508-C8FE-9226-90B3DD641032}"/>
              </a:ext>
            </a:extLst>
          </p:cNvPr>
          <p:cNvSpPr/>
          <p:nvPr/>
        </p:nvSpPr>
        <p:spPr>
          <a:xfrm>
            <a:off x="-383840" y="155968"/>
            <a:ext cx="7699040" cy="72248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perspectiveContrastingRightFacing">
              <a:rot lat="20788650" lon="1192990" rev="21395644"/>
            </a:camera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latin typeface="Bahnschrift SemiBold" panose="020B0502040204020203" pitchFamily="34" charset="0"/>
              </a:rPr>
              <a:t>VOCABULARY TO REMEMBER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F2185-2444-3B34-8D77-C197EB877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0" b="640"/>
          <a:stretch>
            <a:fillRect/>
          </a:stretch>
        </p:blipFill>
        <p:spPr>
          <a:xfrm flipH="1">
            <a:off x="8394191" y="3429000"/>
            <a:ext cx="3278463" cy="2982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115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95 0.0507 L 0.0095 0.0507 C 0.00833 -0.0368 0.00755 -0.09444 0.00729 -0.19467 C 0.00716 -0.23079 0.00781 -0.26667 0.00794 -0.30278 C 0.00729 -0.32986 0.00794 -0.35717 0.00573 -0.38403 C 0.00442 -0.40116 0.00065 -0.41713 -0.00248 -0.43333 C -0.00625 -0.45301 -0.01211 -0.47708 -0.02045 -0.49213 C -0.02591 -0.50185 -0.05482 -0.53241 -0.06029 -0.53611 C -0.07761 -0.54815 -0.09336 -0.55116 -0.1112 -0.55602 C -0.11602 -0.55463 -0.1211 -0.55532 -0.12552 -0.55208 C -0.13477 -0.54537 -0.14362 -0.53704 -0.1517 -0.52662 C -0.16341 -0.51204 -0.17578 -0.48588 -0.18555 -0.46667 C -0.18776 -0.45648 -0.19024 -0.44653 -0.19219 -0.43611 C -0.1974 -0.40856 -0.2056 -0.35486 -0.20873 -0.32801 C -0.21172 -0.30278 -0.21368 -0.27731 -0.21628 -0.25208 C -0.22071 -0.15972 -0.21966 -0.19884 -0.21771 -0.04815 C -0.21758 -0.03426 -0.21641 -0.02801 -0.21472 -0.01597 C -0.20951 -0.04838 -0.21146 -0.03194 -0.21849 -0.1 C -0.21966 -0.11204 -0.22227 -0.12338 -0.22448 -0.13472 C -0.2362 -0.19375 -0.23464 -0.18796 -0.253 -0.24005 C -0.25365 -0.2419 -0.26771 -0.28032 -0.27175 -0.28796 C -0.2737 -0.29167 -0.27618 -0.29421 -0.27852 -0.29745 C -0.28946 -0.28981 -0.30078 -0.28356 -0.31146 -0.27477 C -0.32591 -0.26296 -0.34375 -0.22292 -0.34974 -0.2081 C -0.35222 -0.20185 -0.35521 -0.19606 -0.35729 -0.18935 C -0.35977 -0.18102 -0.3612 -0.17153 -0.36328 -0.16273 C -0.36446 -0.14838 -0.36576 -0.13472 -0.36628 -0.12014 C -0.36719 -0.08403 -0.36745 -0.04815 -0.36849 -0.01204 C -0.36914 0.01412 -0.36836 0.00857 -0.37071 0.0213 C -0.37344 0.00648 -0.36966 0.02894 -0.36993 -0.01204 C -0.37019 -0.03032 -0.36953 -0.04907 -0.37227 -0.06667 C -0.37396 -0.07755 -0.37878 -0.08611 -0.38269 -0.09467 C -0.39284 -0.11643 -0.40443 -0.13125 -0.41875 -0.14398 C -0.42657 -0.15092 -0.42253 -0.14884 -0.43073 -0.15069 C -0.44427 -0.14977 -0.44584 -0.15393 -0.45469 -0.14398 C -0.45964 -0.13866 -0.46901 -0.12685 -0.46901 -0.12685 C -0.47149 -0.11875 -0.47487 -0.11134 -0.47644 -0.10278 C -0.47696 -0.1 -0.47761 -0.09745 -0.478 -0.09467 C -0.47904 -0.08634 -0.47956 -0.07662 -0.48021 -0.06805 C -0.47943 -0.05301 -0.48008 -0.0375 -0.478 -0.02268 C -0.47748 -0.01921 -0.47696 -0.01574 -0.47644 -0.01204 C -0.47487 0.00139 -0.47448 0.00833 -0.47344 0.02269 C -0.47396 0.0257 -0.47383 0.0294 -0.475 0.03195 C -0.47552 0.0331 -0.47644 0.03102 -0.47722 0.03056 C -0.47852 0.02963 -0.47969 0.0287 -0.48099 0.02801 C -0.48399 0.0213 -0.48828 0.01597 -0.48998 0.00787 C -0.49349 -0.00833 -0.49479 -0.01319 -0.49753 -0.03079 C -0.49857 -0.03819 -0.49948 -0.04583 -0.50052 -0.05347 C -0.49857 -0.07106 -0.49636 -0.10116 -0.49076 -0.11736 C -0.48516 -0.13333 -0.47839 -0.14768 -0.47123 -0.16134 C -0.46654 -0.17037 -0.46159 -0.17963 -0.45547 -0.18542 C -0.45078 -0.18981 -0.44493 -0.18889 -0.43972 -0.19074 C -0.42826 -0.1868 -0.41589 -0.1875 -0.40521 -0.1787 C -0.39987 -0.1743 -0.39714 -0.16296 -0.39466 -0.15347 C -0.38959 -0.13333 -0.38685 -0.09444 -0.38503 -0.07338 C -0.38594 -0.06551 -0.38568 -0.05648 -0.38802 -0.0493 C -0.39453 -0.02963 -0.40313 -0.0338 -0.4142 -0.03217 C -0.44675 -0.0419 -0.45834 -0.03773 -0.48477 -0.07338 C -0.49154 -0.08264 -0.49571 -0.09653 -0.50118 -0.1081 C -0.50378 -0.12222 -0.50808 -0.13588 -0.50873 -0.15069 C -0.51055 -0.19375 -0.50026 -0.21944 -0.4862 -0.25347 C -0.4694 -0.29398 -0.44662 -0.33333 -0.42175 -0.35741 C -0.40795 -0.3706 -0.39271 -0.3794 -0.37748 -0.38542 C -0.36472 -0.39051 -0.35144 -0.38889 -0.33854 -0.39074 C -0.32878 -0.3831 -0.31745 -0.37986 -0.30925 -0.36805 C -0.28464 -0.33287 -0.28425 -0.31458 -0.27552 -0.26944 C -0.27852 -0.24907 -0.27774 -0.22546 -0.28451 -0.2081 C -0.30417 -0.15764 -0.32318 -0.16366 -0.35274 -0.15602 C -0.36823 -0.1662 -0.38711 -0.16667 -0.39922 -0.1868 C -0.41237 -0.20833 -0.42045 -0.24074 -0.42318 -0.27199 C -0.42748 -0.31898 -0.4056 -0.37546 -0.38724 -0.40278 C -0.36602 -0.43426 -0.32552 -0.4588 -0.30026 -0.47083 C -0.28256 -0.47893 -0.2642 -0.4831 -0.24623 -0.48935 L -0.16224 -0.4868 C -0.11055 -0.47731 -0.09909 -0.46319 -0.05573 -0.43079 C -0.04974 -0.41597 -0.04089 -0.40393 -0.03776 -0.3868 C -0.03334 -0.3625 -0.03047 -0.33542 -0.03399 -0.31065 C -0.04466 -0.23518 -0.08073 -0.18565 -0.11875 -0.15602 C -0.13112 -0.1463 -0.14571 -0.15162 -0.15925 -0.1493 C -0.16771 -0.16852 -0.17891 -0.18472 -0.18477 -0.20671 C -0.19375 -0.2412 -0.19961 -0.27847 -0.20274 -0.31597 C -0.20508 -0.34467 -0.20534 -0.37477 -0.20118 -0.40278 C -0.19766 -0.42778 -0.18841 -0.4493 -0.18021 -0.47083 C -0.16302 -0.5162 -0.1487 -0.5375 -0.12019 -0.56134 C -0.11172 -0.56852 -0.07578 -0.58333 -0.06472 -0.58796 C -0.05821 -0.58727 -0.05131 -0.58958 -0.04519 -0.58542 C -0.03555 -0.57893 -0.01407 -0.55185 -0.00326 -0.53866 C 0.00026 -0.52893 0.0039 -0.51921 0.00729 -0.50949 C 0.01041 -0.50023 0.01302 -0.49051 0.01627 -0.48148 C 0.02578 -0.45509 0.01914 -0.48148 0.02669 -0.45347 C 0.02838 -0.44722 0.02968 -0.44097 0.03125 -0.43472 C 0.03242 -0.43032 0.03372 -0.42592 0.03502 -0.4213 C 0.03776 -0.41111 0.03932 -0.39977 0.04323 -0.39074 C 0.04674 -0.38264 0.05039 -0.37477 0.05377 -0.36667 C 0.05638 -0.36065 0.06562 -0.33495 0.06875 -0.33079 C 0.07513 -0.32199 0.08229 -0.31505 0.08971 -0.30949 C 0.09661 -0.30417 0.10416 -0.30185 0.11146 -0.29884 C 0.12304 -0.29398 0.13424 -0.29213 0.14596 -0.28935 C 0.16523 -0.2956 0.18489 -0.29907 0.20377 -0.3081 C 0.24127 -0.32616 0.26302 -0.33217 0.29752 -0.36667 C 0.3289 -0.39838 0.35833 -0.43565 0.38893 -0.46944 C 0.40208 -0.4838 0.41432 -0.50162 0.42877 -0.51065 C 0.44544 -0.5213 0.4625 -0.53102 0.47903 -0.54282 C 0.50494 -0.56111 0.52994 -0.58449 0.55625 -0.60139 C 0.57356 -0.6125 0.57031 -0.6088 0.58476 -0.62407 C 0.58698 -0.62662 0.59153 -0.63194 0.59153 -0.63194 " pathEditMode="relative" ptsTypes="AAAAAAAAAAAAAAAAAAAAAAAAAAAAAAAAAAAAAAAAAAAAAAAAAAAAAAAAAAAAAAAAAAAAAAAAAAAAAAAAAAAAAAAAAAAAAAAAAAAAAAAAAA">
                                      <p:cBhvr>
                                        <p:cTn id="6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C830CC"/>
      </a:accent1>
      <a:accent2>
        <a:srgbClr val="E32D91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Custom 1">
      <a:majorFont>
        <a:latin typeface="Bahnschrift"/>
        <a:ea typeface=""/>
        <a:cs typeface=""/>
      </a:majorFont>
      <a:minorFont>
        <a:latin typeface="Bahnschrif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43364</TotalTime>
  <Words>1222</Words>
  <Application>Microsoft Office PowerPoint</Application>
  <PresentationFormat>Widescreen</PresentationFormat>
  <Paragraphs>122</Paragraphs>
  <Slides>25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Aptos</vt:lpstr>
      <vt:lpstr>Arial</vt:lpstr>
      <vt:lpstr>Bahnschrift</vt:lpstr>
      <vt:lpstr>Bahnschrift SemiBold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Hill</dc:creator>
  <cp:lastModifiedBy>Michael Hill</cp:lastModifiedBy>
  <cp:revision>35</cp:revision>
  <dcterms:created xsi:type="dcterms:W3CDTF">2025-08-11T14:07:39Z</dcterms:created>
  <dcterms:modified xsi:type="dcterms:W3CDTF">2026-04-20T15:39:46Z</dcterms:modified>
</cp:coreProperties>
</file>