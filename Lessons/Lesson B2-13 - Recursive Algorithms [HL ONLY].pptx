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87" r:id="rId5"/>
    <p:sldId id="400" r:id="rId6"/>
    <p:sldId id="418" r:id="rId7"/>
    <p:sldId id="419" r:id="rId8"/>
    <p:sldId id="420" r:id="rId9"/>
    <p:sldId id="421" r:id="rId10"/>
    <p:sldId id="422" r:id="rId11"/>
    <p:sldId id="423" r:id="rId12"/>
    <p:sldId id="425" r:id="rId13"/>
    <p:sldId id="424" r:id="rId14"/>
    <p:sldId id="426" r:id="rId15"/>
    <p:sldId id="35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9FEF2-4486-4F25-A098-0A955A9C9891}" v="16" dt="2025-09-25T19:28:49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5-09-25T19:42:15.463" v="3610" actId="1076"/>
      <pc:docMkLst>
        <pc:docMk/>
      </pc:docMkLst>
      <pc:sldChg chg="modSp mod">
        <pc:chgData name="Michael Hill" userId="41dba03d-e58d-4389-9894-554c10310ba4" providerId="ADAL" clId="{EF23FE1D-A042-481E-AFD7-2A9FB0847F54}" dt="2025-09-25T16:23:09.105" v="24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09-25T16:22:59.089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25T16:23:09.105" v="24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09-25T19:39:46.574" v="3320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25T19:39:46.574" v="3320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 modShow">
        <pc:chgData name="Michael Hill" userId="41dba03d-e58d-4389-9894-554c10310ba4" providerId="ADAL" clId="{EF23FE1D-A042-481E-AFD7-2A9FB0847F54}" dt="2025-09-25T18:13:44.789" v="293" actId="729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09-25T18:12:54.479" v="292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09-25T19:42:15.463" v="3610" actId="1076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09-25T19:42:15.463" v="3610" actId="1076"/>
          <ac:spMkLst>
            <pc:docMk/>
            <pc:sldMk cId="510623671" sldId="276"/>
            <ac:spMk id="5" creationId="{7A51E191-FB80-DD01-12DA-A63D6699BDF7}"/>
          </ac:spMkLst>
        </pc:spChg>
        <pc:spChg chg="mod">
          <ac:chgData name="Michael Hill" userId="41dba03d-e58d-4389-9894-554c10310ba4" providerId="ADAL" clId="{EF23FE1D-A042-481E-AFD7-2A9FB0847F54}" dt="2025-09-25T19:41:57.468" v="3608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modSp mod modShow">
        <pc:chgData name="Michael Hill" userId="41dba03d-e58d-4389-9894-554c10310ba4" providerId="ADAL" clId="{EF23FE1D-A042-481E-AFD7-2A9FB0847F54}" dt="2025-09-25T18:31:47.810" v="1149" actId="1076"/>
        <pc:sldMkLst>
          <pc:docMk/>
          <pc:sldMk cId="2098128014" sldId="287"/>
        </pc:sldMkLst>
        <pc:spChg chg="mod">
          <ac:chgData name="Michael Hill" userId="41dba03d-e58d-4389-9894-554c10310ba4" providerId="ADAL" clId="{EF23FE1D-A042-481E-AFD7-2A9FB0847F54}" dt="2025-09-25T18:31:47.810" v="1149" actId="1076"/>
          <ac:spMkLst>
            <pc:docMk/>
            <pc:sldMk cId="2098128014" sldId="287"/>
            <ac:spMk id="2" creationId="{ECD81634-986F-4974-A0A9-4D21FA765446}"/>
          </ac:spMkLst>
        </pc:spChg>
      </pc:sldChg>
      <pc:sldChg chg="addSp delSp modSp mod">
        <pc:chgData name="Michael Hill" userId="41dba03d-e58d-4389-9894-554c10310ba4" providerId="ADAL" clId="{EF23FE1D-A042-481E-AFD7-2A9FB0847F54}" dt="2025-09-25T18:21:40.563" v="634" actId="20577"/>
        <pc:sldMkLst>
          <pc:docMk/>
          <pc:sldMk cId="3941057527" sldId="400"/>
        </pc:sldMkLst>
        <pc:spChg chg="mod">
          <ac:chgData name="Michael Hill" userId="41dba03d-e58d-4389-9894-554c10310ba4" providerId="ADAL" clId="{EF23FE1D-A042-481E-AFD7-2A9FB0847F54}" dt="2025-09-25T18:18:21.759" v="380" actId="1076"/>
          <ac:spMkLst>
            <pc:docMk/>
            <pc:sldMk cId="3941057527" sldId="400"/>
            <ac:spMk id="5" creationId="{5BCBD5F0-804C-3A33-77C6-0CBC8E2723EE}"/>
          </ac:spMkLst>
        </pc:spChg>
        <pc:spChg chg="mod">
          <ac:chgData name="Michael Hill" userId="41dba03d-e58d-4389-9894-554c10310ba4" providerId="ADAL" clId="{EF23FE1D-A042-481E-AFD7-2A9FB0847F54}" dt="2025-09-25T18:21:40.563" v="634" actId="20577"/>
          <ac:spMkLst>
            <pc:docMk/>
            <pc:sldMk cId="3941057527" sldId="400"/>
            <ac:spMk id="8" creationId="{34307991-018E-2677-C298-9F1BCC67D929}"/>
          </ac:spMkLst>
        </pc:spChg>
        <pc:picChg chg="add mod">
          <ac:chgData name="Michael Hill" userId="41dba03d-e58d-4389-9894-554c10310ba4" providerId="ADAL" clId="{EF23FE1D-A042-481E-AFD7-2A9FB0847F54}" dt="2025-09-25T18:21:28.190" v="633" actId="27614"/>
          <ac:picMkLst>
            <pc:docMk/>
            <pc:sldMk cId="3941057527" sldId="400"/>
            <ac:picMk id="3" creationId="{063A1E7B-1A8F-C9E8-1B8A-7F1723D2DBAD}"/>
          </ac:picMkLst>
        </pc:picChg>
        <pc:picChg chg="del">
          <ac:chgData name="Michael Hill" userId="41dba03d-e58d-4389-9894-554c10310ba4" providerId="ADAL" clId="{EF23FE1D-A042-481E-AFD7-2A9FB0847F54}" dt="2025-09-25T18:19:05.412" v="616" actId="478"/>
          <ac:picMkLst>
            <pc:docMk/>
            <pc:sldMk cId="3941057527" sldId="400"/>
            <ac:picMk id="6" creationId="{74BC11C0-19FE-AB0B-1477-CC02AF866017}"/>
          </ac:picMkLst>
        </pc:picChg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3198520212" sldId="408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2732684361" sldId="409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4083787807" sldId="410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359975313" sldId="411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547522185" sldId="412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771415691" sldId="413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3656614381" sldId="414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2281025764" sldId="415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4040348236" sldId="416"/>
        </pc:sldMkLst>
      </pc:sldChg>
      <pc:sldChg chg="del">
        <pc:chgData name="Michael Hill" userId="41dba03d-e58d-4389-9894-554c10310ba4" providerId="ADAL" clId="{EF23FE1D-A042-481E-AFD7-2A9FB0847F54}" dt="2025-09-25T18:21:49.408" v="636" actId="47"/>
        <pc:sldMkLst>
          <pc:docMk/>
          <pc:sldMk cId="2761944784" sldId="417"/>
        </pc:sldMkLst>
      </pc:sldChg>
      <pc:sldChg chg="addSp delSp modSp add mod">
        <pc:chgData name="Michael Hill" userId="41dba03d-e58d-4389-9894-554c10310ba4" providerId="ADAL" clId="{EF23FE1D-A042-481E-AFD7-2A9FB0847F54}" dt="2025-09-25T18:30:05.758" v="1038" actId="14100"/>
        <pc:sldMkLst>
          <pc:docMk/>
          <pc:sldMk cId="1291791608" sldId="418"/>
        </pc:sldMkLst>
        <pc:spChg chg="add del mod">
          <ac:chgData name="Michael Hill" userId="41dba03d-e58d-4389-9894-554c10310ba4" providerId="ADAL" clId="{EF23FE1D-A042-481E-AFD7-2A9FB0847F54}" dt="2025-09-25T18:29:44.369" v="1015"/>
          <ac:spMkLst>
            <pc:docMk/>
            <pc:sldMk cId="1291791608" sldId="418"/>
            <ac:spMk id="2" creationId="{0DF1C738-FE5A-0727-065D-72C23879FE58}"/>
          </ac:spMkLst>
        </pc:spChg>
        <pc:spChg chg="mod">
          <ac:chgData name="Michael Hill" userId="41dba03d-e58d-4389-9894-554c10310ba4" providerId="ADAL" clId="{EF23FE1D-A042-481E-AFD7-2A9FB0847F54}" dt="2025-09-25T18:23:54.143" v="660" actId="14100"/>
          <ac:spMkLst>
            <pc:docMk/>
            <pc:sldMk cId="1291791608" sldId="418"/>
            <ac:spMk id="5" creationId="{9D7225EA-ADE0-3C1A-DDC4-E29A0DED8659}"/>
          </ac:spMkLst>
        </pc:spChg>
        <pc:spChg chg="add mod">
          <ac:chgData name="Michael Hill" userId="41dba03d-e58d-4389-9894-554c10310ba4" providerId="ADAL" clId="{EF23FE1D-A042-481E-AFD7-2A9FB0847F54}" dt="2025-09-25T18:30:05.758" v="1038" actId="14100"/>
          <ac:spMkLst>
            <pc:docMk/>
            <pc:sldMk cId="1291791608" sldId="418"/>
            <ac:spMk id="6" creationId="{E7E309E6-D8DF-3FB6-ED7A-F1156465A482}"/>
          </ac:spMkLst>
        </pc:spChg>
        <pc:spChg chg="mod">
          <ac:chgData name="Michael Hill" userId="41dba03d-e58d-4389-9894-554c10310ba4" providerId="ADAL" clId="{EF23FE1D-A042-481E-AFD7-2A9FB0847F54}" dt="2025-09-25T18:27:44.751" v="940" actId="20577"/>
          <ac:spMkLst>
            <pc:docMk/>
            <pc:sldMk cId="1291791608" sldId="418"/>
            <ac:spMk id="8" creationId="{931163D6-092C-B813-45B1-598E88F62195}"/>
          </ac:spMkLst>
        </pc:spChg>
        <pc:picChg chg="del">
          <ac:chgData name="Michael Hill" userId="41dba03d-e58d-4389-9894-554c10310ba4" providerId="ADAL" clId="{EF23FE1D-A042-481E-AFD7-2A9FB0847F54}" dt="2025-09-25T18:23:55.764" v="661" actId="478"/>
          <ac:picMkLst>
            <pc:docMk/>
            <pc:sldMk cId="1291791608" sldId="418"/>
            <ac:picMk id="3" creationId="{5438BEB4-FC5C-6F4E-83AD-0F5976586FD9}"/>
          </ac:picMkLst>
        </pc:picChg>
      </pc:sldChg>
      <pc:sldChg chg="addSp delSp modSp add mod">
        <pc:chgData name="Michael Hill" userId="41dba03d-e58d-4389-9894-554c10310ba4" providerId="ADAL" clId="{EF23FE1D-A042-481E-AFD7-2A9FB0847F54}" dt="2025-09-25T19:24:34.852" v="2591" actId="20577"/>
        <pc:sldMkLst>
          <pc:docMk/>
          <pc:sldMk cId="1474733244" sldId="419"/>
        </pc:sldMkLst>
        <pc:spChg chg="add mod">
          <ac:chgData name="Michael Hill" userId="41dba03d-e58d-4389-9894-554c10310ba4" providerId="ADAL" clId="{EF23FE1D-A042-481E-AFD7-2A9FB0847F54}" dt="2025-09-25T18:35:48.380" v="1159" actId="14100"/>
          <ac:spMkLst>
            <pc:docMk/>
            <pc:sldMk cId="1474733244" sldId="419"/>
            <ac:spMk id="2" creationId="{7A483123-D73D-86DB-7077-AD3C9C423C45}"/>
          </ac:spMkLst>
        </pc:spChg>
        <pc:spChg chg="del mod">
          <ac:chgData name="Michael Hill" userId="41dba03d-e58d-4389-9894-554c10310ba4" providerId="ADAL" clId="{EF23FE1D-A042-481E-AFD7-2A9FB0847F54}" dt="2025-09-25T18:35:48.996" v="1161"/>
          <ac:spMkLst>
            <pc:docMk/>
            <pc:sldMk cId="1474733244" sldId="419"/>
            <ac:spMk id="6" creationId="{2E6CCE9B-4F5E-4B72-17D7-22DE3B81136D}"/>
          </ac:spMkLst>
        </pc:spChg>
        <pc:spChg chg="mod">
          <ac:chgData name="Michael Hill" userId="41dba03d-e58d-4389-9894-554c10310ba4" providerId="ADAL" clId="{EF23FE1D-A042-481E-AFD7-2A9FB0847F54}" dt="2025-09-25T19:24:34.852" v="2591" actId="20577"/>
          <ac:spMkLst>
            <pc:docMk/>
            <pc:sldMk cId="1474733244" sldId="419"/>
            <ac:spMk id="8" creationId="{66391450-195D-1C27-E08D-BF700D2562FF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25T19:14:03.301" v="1542" actId="1076"/>
        <pc:sldMkLst>
          <pc:docMk/>
          <pc:sldMk cId="507854906" sldId="420"/>
        </pc:sldMkLst>
        <pc:spChg chg="del">
          <ac:chgData name="Michael Hill" userId="41dba03d-e58d-4389-9894-554c10310ba4" providerId="ADAL" clId="{EF23FE1D-A042-481E-AFD7-2A9FB0847F54}" dt="2025-09-25T19:03:43.114" v="1182" actId="478"/>
          <ac:spMkLst>
            <pc:docMk/>
            <pc:sldMk cId="507854906" sldId="420"/>
            <ac:spMk id="2" creationId="{80AF0741-07DF-07A7-EA8E-670F40B14ECC}"/>
          </ac:spMkLst>
        </pc:spChg>
        <pc:spChg chg="mod">
          <ac:chgData name="Michael Hill" userId="41dba03d-e58d-4389-9894-554c10310ba4" providerId="ADAL" clId="{EF23FE1D-A042-481E-AFD7-2A9FB0847F54}" dt="2025-09-25T18:59:55.138" v="1181" actId="1076"/>
          <ac:spMkLst>
            <pc:docMk/>
            <pc:sldMk cId="507854906" sldId="420"/>
            <ac:spMk id="5" creationId="{B1196667-2954-02E3-D0D5-A36E41DC9DA6}"/>
          </ac:spMkLst>
        </pc:spChg>
        <pc:spChg chg="mod">
          <ac:chgData name="Michael Hill" userId="41dba03d-e58d-4389-9894-554c10310ba4" providerId="ADAL" clId="{EF23FE1D-A042-481E-AFD7-2A9FB0847F54}" dt="2025-09-25T19:12:49.721" v="1539" actId="20577"/>
          <ac:spMkLst>
            <pc:docMk/>
            <pc:sldMk cId="507854906" sldId="420"/>
            <ac:spMk id="8" creationId="{BD558AA2-B6A3-F997-0BF5-760EA1B41F71}"/>
          </ac:spMkLst>
        </pc:spChg>
        <pc:picChg chg="add mod">
          <ac:chgData name="Michael Hill" userId="41dba03d-e58d-4389-9894-554c10310ba4" providerId="ADAL" clId="{EF23FE1D-A042-481E-AFD7-2A9FB0847F54}" dt="2025-09-25T19:14:03.301" v="1542" actId="1076"/>
          <ac:picMkLst>
            <pc:docMk/>
            <pc:sldMk cId="507854906" sldId="420"/>
            <ac:picMk id="6" creationId="{0232A1BE-B61C-B367-5DDA-00EE7E9AE2F5}"/>
          </ac:picMkLst>
        </pc:picChg>
      </pc:sldChg>
      <pc:sldChg chg="modSp add mod">
        <pc:chgData name="Michael Hill" userId="41dba03d-e58d-4389-9894-554c10310ba4" providerId="ADAL" clId="{EF23FE1D-A042-481E-AFD7-2A9FB0847F54}" dt="2025-09-25T19:17:07.026" v="1732" actId="20577"/>
        <pc:sldMkLst>
          <pc:docMk/>
          <pc:sldMk cId="932878271" sldId="421"/>
        </pc:sldMkLst>
        <pc:spChg chg="mod">
          <ac:chgData name="Michael Hill" userId="41dba03d-e58d-4389-9894-554c10310ba4" providerId="ADAL" clId="{EF23FE1D-A042-481E-AFD7-2A9FB0847F54}" dt="2025-09-25T19:17:07.026" v="1732" actId="20577"/>
          <ac:spMkLst>
            <pc:docMk/>
            <pc:sldMk cId="932878271" sldId="421"/>
            <ac:spMk id="8" creationId="{7F3157EC-5DD4-EEEA-FBB1-9E2F9C9AD503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25T19:22:51.023" v="2267" actId="20577"/>
        <pc:sldMkLst>
          <pc:docMk/>
          <pc:sldMk cId="214370434" sldId="422"/>
        </pc:sldMkLst>
        <pc:spChg chg="add mod">
          <ac:chgData name="Michael Hill" userId="41dba03d-e58d-4389-9894-554c10310ba4" providerId="ADAL" clId="{EF23FE1D-A042-481E-AFD7-2A9FB0847F54}" dt="2025-09-25T19:20:22.467" v="1766" actId="20577"/>
          <ac:spMkLst>
            <pc:docMk/>
            <pc:sldMk cId="214370434" sldId="422"/>
            <ac:spMk id="2" creationId="{268774FC-C201-3327-2341-A48A357B167C}"/>
          </ac:spMkLst>
        </pc:spChg>
        <pc:spChg chg="mod">
          <ac:chgData name="Michael Hill" userId="41dba03d-e58d-4389-9894-554c10310ba4" providerId="ADAL" clId="{EF23FE1D-A042-481E-AFD7-2A9FB0847F54}" dt="2025-09-25T19:22:51.023" v="2267" actId="20577"/>
          <ac:spMkLst>
            <pc:docMk/>
            <pc:sldMk cId="214370434" sldId="422"/>
            <ac:spMk id="8" creationId="{8901FC37-8AE9-59B9-339E-DA776BDE56D5}"/>
          </ac:spMkLst>
        </pc:spChg>
        <pc:picChg chg="del">
          <ac:chgData name="Michael Hill" userId="41dba03d-e58d-4389-9894-554c10310ba4" providerId="ADAL" clId="{EF23FE1D-A042-481E-AFD7-2A9FB0847F54}" dt="2025-09-25T19:17:45.379" v="1756" actId="478"/>
          <ac:picMkLst>
            <pc:docMk/>
            <pc:sldMk cId="214370434" sldId="422"/>
            <ac:picMk id="6" creationId="{260E2765-3670-2FCD-1153-B07F16D81C10}"/>
          </ac:picMkLst>
        </pc:picChg>
      </pc:sldChg>
      <pc:sldChg chg="modSp add mod">
        <pc:chgData name="Michael Hill" userId="41dba03d-e58d-4389-9894-554c10310ba4" providerId="ADAL" clId="{EF23FE1D-A042-481E-AFD7-2A9FB0847F54}" dt="2025-09-25T19:28:47.491" v="3174" actId="21"/>
        <pc:sldMkLst>
          <pc:docMk/>
          <pc:sldMk cId="364049279" sldId="423"/>
        </pc:sldMkLst>
        <pc:spChg chg="mod">
          <ac:chgData name="Michael Hill" userId="41dba03d-e58d-4389-9894-554c10310ba4" providerId="ADAL" clId="{EF23FE1D-A042-481E-AFD7-2A9FB0847F54}" dt="2025-09-25T19:28:47.491" v="3174" actId="21"/>
          <ac:spMkLst>
            <pc:docMk/>
            <pc:sldMk cId="364049279" sldId="423"/>
            <ac:spMk id="8" creationId="{291F92EB-8B9D-D7D7-99D0-7F24629793F4}"/>
          </ac:spMkLst>
        </pc:spChg>
      </pc:sldChg>
      <pc:sldChg chg="addSp modSp add mod">
        <pc:chgData name="Michael Hill" userId="41dba03d-e58d-4389-9894-554c10310ba4" providerId="ADAL" clId="{EF23FE1D-A042-481E-AFD7-2A9FB0847F54}" dt="2025-09-25T19:28:21.844" v="3096" actId="20577"/>
        <pc:sldMkLst>
          <pc:docMk/>
          <pc:sldMk cId="498761683" sldId="424"/>
        </pc:sldMkLst>
        <pc:spChg chg="mod">
          <ac:chgData name="Michael Hill" userId="41dba03d-e58d-4389-9894-554c10310ba4" providerId="ADAL" clId="{EF23FE1D-A042-481E-AFD7-2A9FB0847F54}" dt="2025-09-25T19:25:31.785" v="2798" actId="20577"/>
          <ac:spMkLst>
            <pc:docMk/>
            <pc:sldMk cId="498761683" sldId="424"/>
            <ac:spMk id="2" creationId="{EA1DA82A-8B19-D932-240C-EDCDE7DC58C5}"/>
          </ac:spMkLst>
        </pc:spChg>
        <pc:spChg chg="mod">
          <ac:chgData name="Michael Hill" userId="41dba03d-e58d-4389-9894-554c10310ba4" providerId="ADAL" clId="{EF23FE1D-A042-481E-AFD7-2A9FB0847F54}" dt="2025-09-25T19:28:21.844" v="3096" actId="20577"/>
          <ac:spMkLst>
            <pc:docMk/>
            <pc:sldMk cId="498761683" sldId="424"/>
            <ac:spMk id="8" creationId="{727F338C-4D7F-F672-96E6-9BF004E89B03}"/>
          </ac:spMkLst>
        </pc:spChg>
        <pc:picChg chg="add mod">
          <ac:chgData name="Michael Hill" userId="41dba03d-e58d-4389-9894-554c10310ba4" providerId="ADAL" clId="{EF23FE1D-A042-481E-AFD7-2A9FB0847F54}" dt="2025-09-25T19:26:57.885" v="3095" actId="1076"/>
          <ac:picMkLst>
            <pc:docMk/>
            <pc:sldMk cId="498761683" sldId="424"/>
            <ac:picMk id="3" creationId="{D54663E6-E9FC-A152-EF2B-FA6114B7F2DB}"/>
          </ac:picMkLst>
        </pc:picChg>
      </pc:sldChg>
      <pc:sldChg chg="modSp add mod">
        <pc:chgData name="Michael Hill" userId="41dba03d-e58d-4389-9894-554c10310ba4" providerId="ADAL" clId="{EF23FE1D-A042-481E-AFD7-2A9FB0847F54}" dt="2025-09-25T19:29:00.691" v="3233" actId="20577"/>
        <pc:sldMkLst>
          <pc:docMk/>
          <pc:sldMk cId="137565289" sldId="425"/>
        </pc:sldMkLst>
        <pc:spChg chg="mod">
          <ac:chgData name="Michael Hill" userId="41dba03d-e58d-4389-9894-554c10310ba4" providerId="ADAL" clId="{EF23FE1D-A042-481E-AFD7-2A9FB0847F54}" dt="2025-09-25T19:29:00.691" v="3233" actId="20577"/>
          <ac:spMkLst>
            <pc:docMk/>
            <pc:sldMk cId="137565289" sldId="425"/>
            <ac:spMk id="8" creationId="{929EE4DC-3951-E1CE-EE54-664406AEBB02}"/>
          </ac:spMkLst>
        </pc:spChg>
      </pc:sldChg>
      <pc:sldChg chg="delSp modSp add mod">
        <pc:chgData name="Michael Hill" userId="41dba03d-e58d-4389-9894-554c10310ba4" providerId="ADAL" clId="{EF23FE1D-A042-481E-AFD7-2A9FB0847F54}" dt="2025-09-25T19:29:16.045" v="3281" actId="478"/>
        <pc:sldMkLst>
          <pc:docMk/>
          <pc:sldMk cId="3591238337" sldId="426"/>
        </pc:sldMkLst>
        <pc:spChg chg="mod">
          <ac:chgData name="Michael Hill" userId="41dba03d-e58d-4389-9894-554c10310ba4" providerId="ADAL" clId="{EF23FE1D-A042-481E-AFD7-2A9FB0847F54}" dt="2025-09-25T19:29:14.255" v="3280" actId="20577"/>
          <ac:spMkLst>
            <pc:docMk/>
            <pc:sldMk cId="3591238337" sldId="426"/>
            <ac:spMk id="8" creationId="{9120B0E0-F1B3-12D5-4A41-436FBB11AB98}"/>
          </ac:spMkLst>
        </pc:spChg>
        <pc:picChg chg="del">
          <ac:chgData name="Michael Hill" userId="41dba03d-e58d-4389-9894-554c10310ba4" providerId="ADAL" clId="{EF23FE1D-A042-481E-AFD7-2A9FB0847F54}" dt="2025-09-25T19:29:16.045" v="3281" actId="478"/>
          <ac:picMkLst>
            <pc:docMk/>
            <pc:sldMk cId="3591238337" sldId="426"/>
            <ac:picMk id="3" creationId="{BE3E5170-19E9-5D73-A778-855049653D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240280" y="3692233"/>
            <a:ext cx="7337714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RECURSIVE ALGORITHMS</a:t>
            </a:r>
          </a:p>
        </p:txBody>
      </p:sp>
      <p:sp>
        <p:nvSpPr>
          <p:cNvPr id="2" name="Star: 16 Points 1">
            <a:extLst>
              <a:ext uri="{FF2B5EF4-FFF2-40B4-BE49-F238E27FC236}">
                <a16:creationId xmlns:a16="http://schemas.microsoft.com/office/drawing/2014/main" id="{BF8076CA-76A1-8CBD-2EC2-C676B82F5E4F}"/>
              </a:ext>
            </a:extLst>
          </p:cNvPr>
          <p:cNvSpPr/>
          <p:nvPr/>
        </p:nvSpPr>
        <p:spPr>
          <a:xfrm>
            <a:off x="4926418" y="750951"/>
            <a:ext cx="2140689" cy="2140689"/>
          </a:xfrm>
          <a:prstGeom prst="star16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  <a:scene3d>
            <a:camera prst="perspectiveHeroicExtreme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Bahnschrift" panose="020B0502040204020203" pitchFamily="34" charset="0"/>
              </a:rPr>
              <a:t>HL ONLY!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 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Greatest Common Divisor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Subset Generation (Combination)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recursive function to calculate the result of input values a and b when exponentiated as (a</a:t>
            </a:r>
            <a:r>
              <a:rPr lang="en-US" sz="28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b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618767" y="1537358"/>
            <a:ext cx="10821545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4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expn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b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*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expn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expn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Today we’ll be looking at a handful of specific recursive algorithms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will not need to know these specifically for the IB exam, so no need to commit them to memory!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Just try to understand the concepts!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-292849" y="155968"/>
            <a:ext cx="6720840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RECURSIVE ALGORITHMS</a:t>
            </a:r>
          </a:p>
        </p:txBody>
      </p:sp>
      <p:pic>
        <p:nvPicPr>
          <p:cNvPr id="3" name="Picture 2" descr="A cartoon of a factory&#10;&#10;AI-generated content may be incorrect.">
            <a:extLst>
              <a:ext uri="{FF2B5EF4-FFF2-40B4-BE49-F238E27FC236}">
                <a16:creationId xmlns:a16="http://schemas.microsoft.com/office/drawing/2014/main" id="{063A1E7B-1A8F-C9E8-1B8A-7F1723D2D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595" y="190500"/>
            <a:ext cx="5067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99132-7000-1027-EBEC-373FC21AA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B47CAD2-4D68-9B51-A8E5-214C592269A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A925C2-0986-531A-1E89-2E4BEE0AEC5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5848A5-B62C-2121-050F-946884DE37E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C5F6EB-506E-85E7-2904-AFA48520549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1163D6-092C-B813-45B1-598E88F62195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Don’t ask me too much about the math behind this lol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continuously divide the larger number by the smaller number, we can eventually get to a state where the numbers divided have a remainder of 0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work through it step by step first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7225EA-ADE0-3C1A-DDC4-E29A0DED8659}"/>
              </a:ext>
            </a:extLst>
          </p:cNvPr>
          <p:cNvSpPr/>
          <p:nvPr/>
        </p:nvSpPr>
        <p:spPr>
          <a:xfrm>
            <a:off x="-292850" y="155968"/>
            <a:ext cx="76080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GREATEST COMMON DIVISOR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309E6-D8DF-3FB6-ED7A-F1156465A482}"/>
              </a:ext>
            </a:extLst>
          </p:cNvPr>
          <p:cNvSpPr txBox="1"/>
          <p:nvPr/>
        </p:nvSpPr>
        <p:spPr>
          <a:xfrm>
            <a:off x="6266608" y="1239702"/>
            <a:ext cx="52548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Find the GCD of 20 &amp;  28</a:t>
            </a:r>
          </a:p>
          <a:p>
            <a:endParaRPr lang="en-US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28 % 20 = 8</a:t>
            </a:r>
          </a:p>
          <a:p>
            <a:endParaRPr lang="en-US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20 % 8 = 4</a:t>
            </a:r>
          </a:p>
          <a:p>
            <a:endParaRPr lang="en-US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8 % 4 = 0</a:t>
            </a:r>
          </a:p>
          <a:p>
            <a:endParaRPr lang="en-US" sz="36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Bahnschrift" panose="020B0502040204020203" pitchFamily="34" charset="0"/>
              </a:rPr>
              <a:t>The GCD is 4</a:t>
            </a:r>
          </a:p>
        </p:txBody>
      </p:sp>
    </p:spTree>
    <p:extLst>
      <p:ext uri="{BB962C8B-B14F-4D97-AF65-F5344CB8AC3E}">
        <p14:creationId xmlns:p14="http://schemas.microsoft.com/office/powerpoint/2010/main" val="129179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4F8DA-D938-F7F4-B5C4-53DAC49D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2694DBE-72DC-0B08-04D3-66E56D0C3FF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C961A1-7D0D-0E56-AB74-F7701CBF340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F9F33F-3F2E-2600-679F-1DFA84D31CF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4C4391-39FE-3B88-7252-F74AE8B6D1D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391450-195D-1C27-E08D-BF700D2562FF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Python code to accomplish this is on the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base case is if b = 0, meaning that we have found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gcd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work through the example of 36 and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4730C-5A5E-AF40-0180-AD1FC263206C}"/>
              </a:ext>
            </a:extLst>
          </p:cNvPr>
          <p:cNvSpPr/>
          <p:nvPr/>
        </p:nvSpPr>
        <p:spPr>
          <a:xfrm>
            <a:off x="-292850" y="155968"/>
            <a:ext cx="76080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GREATEST COMMON DIVISOR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483123-D73D-86DB-7077-AD3C9C423C45}"/>
              </a:ext>
            </a:extLst>
          </p:cNvPr>
          <p:cNvSpPr/>
          <p:nvPr/>
        </p:nvSpPr>
        <p:spPr>
          <a:xfrm>
            <a:off x="6031992" y="1176113"/>
            <a:ext cx="5344312" cy="5428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4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gcd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b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gcd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% </a:t>
            </a:r>
            <a:r>
              <a:rPr lang="en-US" sz="24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gcd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47473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8FB34-73E2-8041-0BF4-D2CAC447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D8E39FB-64F1-F660-E8D0-5603B638468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6D803A8-0D8E-4054-EF11-B37391E1BAE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400830-C9F7-3F6A-22DD-129141ABFB7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D5DC1EA-4E53-EE67-2BE0-407B4BE2709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558AA2-B6A3-F997-0BF5-760EA1B41F71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aren’t familiar with subsets, it takes a set (list) and generates a set of sets that represent every possible combination of items from the original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For a list containing [1, 2, 3] you would get subsets of: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[ [ ], [1], [2], [3], [1,2], [2,3], [1,3], [1,2,3]]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196667-2954-02E3-D0D5-A36E41DC9DA6}"/>
              </a:ext>
            </a:extLst>
          </p:cNvPr>
          <p:cNvSpPr/>
          <p:nvPr/>
        </p:nvSpPr>
        <p:spPr>
          <a:xfrm>
            <a:off x="-210553" y="155968"/>
            <a:ext cx="57243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 GENERATION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32A1BE-B61C-B367-5DDA-00EE7E9AE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718" y="1931428"/>
            <a:ext cx="6537959" cy="299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54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8087D-36DF-FA78-87A2-C88C2C6F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F50B32E-C1B7-65FE-D371-F3A2BA4FB89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442F2B-931E-C2BF-562E-8DDB85B24FE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2D4DE0-DBB0-7E48-061B-772C8065C49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2A708C-8380-9AB2-14E0-D62B0E6C865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157EC-5DD4-EEEA-FBB1-9E2F9C9AD503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generate these subsets, we’ll work in a similar fashion to the diagram on the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We’ll have left and right recursive calls to generate the lists that represent the subsets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18C01-30FC-A5BB-9D7F-CC9910ABCC39}"/>
              </a:ext>
            </a:extLst>
          </p:cNvPr>
          <p:cNvSpPr/>
          <p:nvPr/>
        </p:nvSpPr>
        <p:spPr>
          <a:xfrm>
            <a:off x="-210553" y="155968"/>
            <a:ext cx="57243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 GENERATION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D310D3-6728-6F5E-639F-3344B5E1F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718" y="1931428"/>
            <a:ext cx="6537959" cy="299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7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EC373A-BEB1-BC9C-4365-499D64D1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FDF9B1-A15E-E49A-8D2F-4C24DCB2630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51273B8-13E6-7BBE-B855-4BFC3ED2D60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50A43B-F622-612D-8A89-7A8B688138D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1D3E13-C165-AD2C-DA3F-406341CA94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1FC37-8AE9-59B9-339E-DA776BDE56D5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break this code down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First, we call subsets(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arr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initializes the current subset as subset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also creates the output list that will contain all current subsets, called res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1983E-743C-686F-6582-E581937F1B89}"/>
              </a:ext>
            </a:extLst>
          </p:cNvPr>
          <p:cNvSpPr/>
          <p:nvPr/>
        </p:nvSpPr>
        <p:spPr>
          <a:xfrm>
            <a:off x="-210553" y="155968"/>
            <a:ext cx="57243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8774FC-C201-3327-2341-A48A357B167C}"/>
              </a:ext>
            </a:extLst>
          </p:cNvPr>
          <p:cNvSpPr/>
          <p:nvPr/>
        </p:nvSpPr>
        <p:spPr>
          <a:xfrm>
            <a:off x="6031992" y="1176113"/>
            <a:ext cx="5344312" cy="5428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#recursive function that does all the work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add subset at end of array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2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left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right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.pop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#function to initialize the result list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subsets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= subsets(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(res)</a:t>
            </a:r>
          </a:p>
        </p:txBody>
      </p:sp>
    </p:spTree>
    <p:extLst>
      <p:ext uri="{BB962C8B-B14F-4D97-AF65-F5344CB8AC3E}">
        <p14:creationId xmlns:p14="http://schemas.microsoft.com/office/powerpoint/2010/main" val="214370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9A5CF-D4BF-F225-3197-8A5DA4E6D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8DC026F-93B3-60DC-DAA2-F055B3F73AE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F9FD03-942F-EDD8-4ADC-5062C889CD4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56A80B-64DD-530E-6261-D2F707954F7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BCBFF1-7020-7BE5-BC0B-5740FBFD78B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1F92EB-8B9D-D7D7-99D0-7F24629793F4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subsetRecur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function is the real recursive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represents the current item that we are looking at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arr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is the initial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774011-E47A-D830-73E9-7E3359914885}"/>
              </a:ext>
            </a:extLst>
          </p:cNvPr>
          <p:cNvSpPr/>
          <p:nvPr/>
        </p:nvSpPr>
        <p:spPr>
          <a:xfrm>
            <a:off x="-210553" y="155968"/>
            <a:ext cx="57243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16BB7A-69E9-D03C-EF10-3158861B71DD}"/>
              </a:ext>
            </a:extLst>
          </p:cNvPr>
          <p:cNvSpPr/>
          <p:nvPr/>
        </p:nvSpPr>
        <p:spPr>
          <a:xfrm>
            <a:off x="6031992" y="1176113"/>
            <a:ext cx="5344312" cy="5428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#recursive function that does all the work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add subset at end of array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2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left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right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.pop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#function to initialize the result list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subsets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= subsets(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(res)</a:t>
            </a:r>
          </a:p>
        </p:txBody>
      </p:sp>
    </p:spTree>
    <p:extLst>
      <p:ext uri="{BB962C8B-B14F-4D97-AF65-F5344CB8AC3E}">
        <p14:creationId xmlns:p14="http://schemas.microsoft.com/office/powerpoint/2010/main" val="36404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AB55E-93CE-949C-B103-D6FFBA77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EB01642-5776-CDD6-A1D0-18CB2C96BF0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DF2F40-9982-5DE2-CC59-7BCAE19AE36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B1992B-2DAD-59BE-8821-BB3162DA1FB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837E50E-8C9E-1D5A-C867-E2F95486210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9EE4DC-3951-E1CE-EE54-664406AEBB02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Our base case occurs when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=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len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arr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we’ve looked at every item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we’ve looked at every item, we know that our subset is complete, so we add it to res as it is complete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66D022-1278-146E-0D1A-7A0F3FEA2AF7}"/>
              </a:ext>
            </a:extLst>
          </p:cNvPr>
          <p:cNvSpPr/>
          <p:nvPr/>
        </p:nvSpPr>
        <p:spPr>
          <a:xfrm>
            <a:off x="-210553" y="155968"/>
            <a:ext cx="57243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7F3EB-62CE-46F5-D92B-ECED45E09F26}"/>
              </a:ext>
            </a:extLst>
          </p:cNvPr>
          <p:cNvSpPr/>
          <p:nvPr/>
        </p:nvSpPr>
        <p:spPr>
          <a:xfrm>
            <a:off x="6031992" y="1176113"/>
            <a:ext cx="5344312" cy="5428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#recursive function that does all the work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add subset at end of array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2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left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right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.pop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#function to initialize the result list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subsets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= subsets(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(res)</a:t>
            </a:r>
          </a:p>
        </p:txBody>
      </p:sp>
    </p:spTree>
    <p:extLst>
      <p:ext uri="{BB962C8B-B14F-4D97-AF65-F5344CB8AC3E}">
        <p14:creationId xmlns:p14="http://schemas.microsoft.com/office/powerpoint/2010/main" val="137565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FA6BF-3310-794B-1A07-BF1C0017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79283E1-C6CF-C57A-C331-81D64414E97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A9336E-19A5-DA3B-1BD3-151CA390098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61DD68-5EE6-B61D-2C44-08578E225F3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827BA1-0FB4-05A2-3B3C-E5B1AB1CAD5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7F338C-4D7F-F672-96E6-9BF004E89B03}"/>
              </a:ext>
            </a:extLst>
          </p:cNvPr>
          <p:cNvSpPr/>
          <p:nvPr/>
        </p:nvSpPr>
        <p:spPr>
          <a:xfrm>
            <a:off x="421105" y="1212852"/>
            <a:ext cx="545305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we evaluate the right subtree version of this where we add the current item to the subset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left subtree is evaluated afterwards, where the current item is not included in the subset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088EA9-7466-E9E1-DD61-14D66EBB3040}"/>
              </a:ext>
            </a:extLst>
          </p:cNvPr>
          <p:cNvSpPr/>
          <p:nvPr/>
        </p:nvSpPr>
        <p:spPr>
          <a:xfrm>
            <a:off x="-210553" y="155968"/>
            <a:ext cx="57243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DA82A-8B19-D932-240C-EDCDE7DC58C5}"/>
              </a:ext>
            </a:extLst>
          </p:cNvPr>
          <p:cNvSpPr/>
          <p:nvPr/>
        </p:nvSpPr>
        <p:spPr>
          <a:xfrm>
            <a:off x="6031992" y="1176113"/>
            <a:ext cx="5344312" cy="5428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#recursive function that does all the work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add subset at end of array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2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right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left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.pop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#function to initialize the result list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subsets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= subsets(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(res)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4663E6-E9FC-A152-EF2B-FA6114B7F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312" y="4896050"/>
            <a:ext cx="4047818" cy="185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61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89115-6C16-5EDA-7C85-EC47D68F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FCB677D-8F2E-1E07-EAC7-62382731D9C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C42AC5-7D58-754C-B2B4-8B96EF4B4F6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6066C4-F376-A38B-C482-A6141389C87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9E347F-A0A1-D208-95C6-AE82DE14A77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20B0E0-F1B3-12D5-4A41-436FBB11AB98}"/>
              </a:ext>
            </a:extLst>
          </p:cNvPr>
          <p:cNvSpPr/>
          <p:nvPr/>
        </p:nvSpPr>
        <p:spPr>
          <a:xfrm>
            <a:off x="421105" y="1212852"/>
            <a:ext cx="545305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What’s the time efficiency of this algorithm?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AC0A7-1BF3-689A-1CE0-5943D813421A}"/>
              </a:ext>
            </a:extLst>
          </p:cNvPr>
          <p:cNvSpPr/>
          <p:nvPr/>
        </p:nvSpPr>
        <p:spPr>
          <a:xfrm>
            <a:off x="-210553" y="155968"/>
            <a:ext cx="5724386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A61652-DCBB-FEC5-1AD4-2B8813BD73F3}"/>
              </a:ext>
            </a:extLst>
          </p:cNvPr>
          <p:cNvSpPr/>
          <p:nvPr/>
        </p:nvSpPr>
        <p:spPr>
          <a:xfrm>
            <a:off x="6031992" y="1176113"/>
            <a:ext cx="5344312" cy="5428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#recursive function that does all the work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 err="1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add subset at end of array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== </a:t>
            </a:r>
            <a:r>
              <a:rPr lang="en-US" sz="1200" dirty="0" err="1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list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</a:t>
            </a: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right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.append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 left subtree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.pop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#function to initialize the result list</a:t>
            </a:r>
            <a:br>
              <a:rPr lang="en-US" sz="12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12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subsets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 []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subsetRecur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subset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2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</a:t>
            </a: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C884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12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res = subsets(</a:t>
            </a:r>
            <a:r>
              <a:rPr lang="en-US" sz="12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2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2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(res)</a:t>
            </a:r>
          </a:p>
        </p:txBody>
      </p:sp>
    </p:spTree>
    <p:extLst>
      <p:ext uri="{BB962C8B-B14F-4D97-AF65-F5344CB8AC3E}">
        <p14:creationId xmlns:p14="http://schemas.microsoft.com/office/powerpoint/2010/main" val="3591238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Recursion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non-recursive version of the GCD program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Research how to analyze the time that a python program takes to execute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using this research, time the non-recursive version you created vs the recursive version from the notes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0" y="86490"/>
            <a:ext cx="341539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LABBBBBB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6264</TotalTime>
  <Words>1493</Words>
  <Application>Microsoft Office PowerPoint</Application>
  <PresentationFormat>Widescreen</PresentationFormat>
  <Paragraphs>76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12</cp:revision>
  <dcterms:created xsi:type="dcterms:W3CDTF">2025-08-11T14:07:39Z</dcterms:created>
  <dcterms:modified xsi:type="dcterms:W3CDTF">2025-09-25T19:42:22Z</dcterms:modified>
</cp:coreProperties>
</file>