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427" r:id="rId5"/>
    <p:sldId id="400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41" r:id="rId18"/>
    <p:sldId id="439" r:id="rId19"/>
    <p:sldId id="440" r:id="rId20"/>
    <p:sldId id="443" r:id="rId21"/>
    <p:sldId id="442" r:id="rId22"/>
    <p:sldId id="444" r:id="rId23"/>
    <p:sldId id="445" r:id="rId24"/>
    <p:sldId id="447" r:id="rId25"/>
    <p:sldId id="419" r:id="rId26"/>
    <p:sldId id="446" r:id="rId27"/>
    <p:sldId id="35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438139-48DD-446F-9055-12CCC49A2A74}" v="24" dt="2025-10-01T15:18:58.3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7" autoAdjust="0"/>
    <p:restoredTop sz="94660"/>
  </p:normalViewPr>
  <p:slideViewPr>
    <p:cSldViewPr snapToGrid="0">
      <p:cViewPr varScale="1">
        <p:scale>
          <a:sx n="94" d="100"/>
          <a:sy n="94" d="100"/>
        </p:scale>
        <p:origin x="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redo custSel addSld delSld modSld sldOrd">
      <pc:chgData name="Michael Hill" userId="41dba03d-e58d-4389-9894-554c10310ba4" providerId="ADAL" clId="{EF23FE1D-A042-481E-AFD7-2A9FB0847F54}" dt="2025-10-01T15:25:49.634" v="6610" actId="20577"/>
      <pc:docMkLst>
        <pc:docMk/>
      </pc:docMkLst>
      <pc:sldChg chg="delSp modSp mod setBg">
        <pc:chgData name="Michael Hill" userId="41dba03d-e58d-4389-9894-554c10310ba4" providerId="ADAL" clId="{EF23FE1D-A042-481E-AFD7-2A9FB0847F54}" dt="2025-09-30T18:57:54.379" v="36" actId="20577"/>
        <pc:sldMkLst>
          <pc:docMk/>
          <pc:sldMk cId="1878848435" sldId="256"/>
        </pc:sldMkLst>
        <pc:spChg chg="del">
          <ac:chgData name="Michael Hill" userId="41dba03d-e58d-4389-9894-554c10310ba4" providerId="ADAL" clId="{EF23FE1D-A042-481E-AFD7-2A9FB0847F54}" dt="2025-09-30T18:56:07.523" v="0" actId="478"/>
          <ac:spMkLst>
            <pc:docMk/>
            <pc:sldMk cId="1878848435" sldId="256"/>
            <ac:spMk id="2" creationId="{BF8076CA-76A1-8CBD-2EC2-C676B82F5E4F}"/>
          </ac:spMkLst>
        </pc:spChg>
        <pc:spChg chg="mod">
          <ac:chgData name="Michael Hill" userId="41dba03d-e58d-4389-9894-554c10310ba4" providerId="ADAL" clId="{EF23FE1D-A042-481E-AFD7-2A9FB0847F54}" dt="2025-09-30T18:57:02.744" v="5" actId="207"/>
          <ac:spMkLst>
            <pc:docMk/>
            <pc:sldMk cId="1878848435" sldId="256"/>
            <ac:spMk id="4" creationId="{E2B883CE-936E-CB73-2B3E-56A618536A26}"/>
          </ac:spMkLst>
        </pc:spChg>
        <pc:spChg chg="mod">
          <ac:chgData name="Michael Hill" userId="41dba03d-e58d-4389-9894-554c10310ba4" providerId="ADAL" clId="{EF23FE1D-A042-481E-AFD7-2A9FB0847F54}" dt="2025-09-30T18:57:38.294" v="14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09-30T18:57:54.379" v="36" actId="20577"/>
          <ac:spMkLst>
            <pc:docMk/>
            <pc:sldMk cId="1878848435" sldId="256"/>
            <ac:spMk id="6" creationId="{945BB639-AC69-FE40-4352-5D3077A94591}"/>
          </ac:spMkLst>
        </pc:spChg>
        <pc:spChg chg="mod">
          <ac:chgData name="Michael Hill" userId="41dba03d-e58d-4389-9894-554c10310ba4" providerId="ADAL" clId="{EF23FE1D-A042-481E-AFD7-2A9FB0847F54}" dt="2025-09-30T18:57:31.392" v="9" actId="692"/>
          <ac:spMkLst>
            <pc:docMk/>
            <pc:sldMk cId="1878848435" sldId="256"/>
            <ac:spMk id="7" creationId="{9BBF4B62-D7BF-1C6A-40E3-7B807FA87977}"/>
          </ac:spMkLst>
        </pc:spChg>
      </pc:sldChg>
      <pc:sldChg chg="modSp mod setBg">
        <pc:chgData name="Michael Hill" userId="41dba03d-e58d-4389-9894-554c10310ba4" providerId="ADAL" clId="{EF23FE1D-A042-481E-AFD7-2A9FB0847F54}" dt="2025-09-30T19:33:45.597" v="1955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09-30T19:15:03.186" v="38" actId="207"/>
          <ac:spMkLst>
            <pc:docMk/>
            <pc:sldMk cId="854122100" sldId="257"/>
            <ac:spMk id="5" creationId="{AFCD8CB0-8A02-BF4E-6CF1-A22B96E02C67}"/>
          </ac:spMkLst>
        </pc:spChg>
        <pc:spChg chg="mod">
          <ac:chgData name="Michael Hill" userId="41dba03d-e58d-4389-9894-554c10310ba4" providerId="ADAL" clId="{EF23FE1D-A042-481E-AFD7-2A9FB0847F54}" dt="2025-09-30T19:15:08.846" v="39" actId="692"/>
          <ac:spMkLst>
            <pc:docMk/>
            <pc:sldMk cId="854122100" sldId="257"/>
            <ac:spMk id="7" creationId="{E03133FC-E875-8442-9063-C305CC0BFB20}"/>
          </ac:spMkLst>
        </pc:spChg>
        <pc:spChg chg="mod">
          <ac:chgData name="Michael Hill" userId="41dba03d-e58d-4389-9894-554c10310ba4" providerId="ADAL" clId="{EF23FE1D-A042-481E-AFD7-2A9FB0847F54}" dt="2025-09-30T19:33:45.597" v="1955" actId="20577"/>
          <ac:spMkLst>
            <pc:docMk/>
            <pc:sldMk cId="854122100" sldId="257"/>
            <ac:spMk id="8" creationId="{4D7671A2-401B-58C3-4049-2F9F2E07BD91}"/>
          </ac:spMkLst>
        </pc:spChg>
        <pc:spChg chg="mod">
          <ac:chgData name="Michael Hill" userId="41dba03d-e58d-4389-9894-554c10310ba4" providerId="ADAL" clId="{EF23FE1D-A042-481E-AFD7-2A9FB0847F54}" dt="2025-09-30T19:15:08.846" v="39" actId="692"/>
          <ac:spMkLst>
            <pc:docMk/>
            <pc:sldMk cId="854122100" sldId="257"/>
            <ac:spMk id="9" creationId="{39CF6B3F-1F6D-7800-03EB-3D197914A30A}"/>
          </ac:spMkLst>
        </pc:spChg>
        <pc:spChg chg="mod">
          <ac:chgData name="Michael Hill" userId="41dba03d-e58d-4389-9894-554c10310ba4" providerId="ADAL" clId="{EF23FE1D-A042-481E-AFD7-2A9FB0847F54}" dt="2025-09-30T19:15:03.186" v="38" actId="207"/>
          <ac:spMkLst>
            <pc:docMk/>
            <pc:sldMk cId="854122100" sldId="257"/>
            <ac:spMk id="11" creationId="{B2D4645F-350F-77B1-036C-D01223EB808D}"/>
          </ac:spMkLst>
        </pc:spChg>
        <pc:spChg chg="mod">
          <ac:chgData name="Michael Hill" userId="41dba03d-e58d-4389-9894-554c10310ba4" providerId="ADAL" clId="{EF23FE1D-A042-481E-AFD7-2A9FB0847F54}" dt="2025-09-30T19:15:08.846" v="39" actId="692"/>
          <ac:spMkLst>
            <pc:docMk/>
            <pc:sldMk cId="854122100" sldId="257"/>
            <ac:spMk id="12" creationId="{86893419-8B7B-38C3-2D89-D4BB95E0AB27}"/>
          </ac:spMkLst>
        </pc:spChg>
      </pc:sldChg>
      <pc:sldChg chg="modSp mod setBg modShow">
        <pc:chgData name="Michael Hill" userId="41dba03d-e58d-4389-9894-554c10310ba4" providerId="ADAL" clId="{EF23FE1D-A042-481E-AFD7-2A9FB0847F54}" dt="2025-09-30T19:20:27.975" v="201" actId="729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09-30T19:15:30.044" v="41" actId="207"/>
          <ac:spMkLst>
            <pc:docMk/>
            <pc:sldMk cId="1910594286" sldId="258"/>
            <ac:spMk id="5" creationId="{3050233D-41DE-6588-7EB0-97A3A19FFCB8}"/>
          </ac:spMkLst>
        </pc:spChg>
        <pc:spChg chg="mod">
          <ac:chgData name="Michael Hill" userId="41dba03d-e58d-4389-9894-554c10310ba4" providerId="ADAL" clId="{EF23FE1D-A042-481E-AFD7-2A9FB0847F54}" dt="2025-09-30T19:15:43.945" v="43" actId="692"/>
          <ac:spMkLst>
            <pc:docMk/>
            <pc:sldMk cId="1910594286" sldId="258"/>
            <ac:spMk id="7" creationId="{A3C7B8BA-8B31-7B2C-E2AB-60712C1F61E8}"/>
          </ac:spMkLst>
        </pc:spChg>
        <pc:spChg chg="mod">
          <ac:chgData name="Michael Hill" userId="41dba03d-e58d-4389-9894-554c10310ba4" providerId="ADAL" clId="{EF23FE1D-A042-481E-AFD7-2A9FB0847F54}" dt="2025-09-30T19:15:30.044" v="41" actId="207"/>
          <ac:spMkLst>
            <pc:docMk/>
            <pc:sldMk cId="1910594286" sldId="258"/>
            <ac:spMk id="8" creationId="{9D3B4A7A-A70B-0C4A-C7FF-462ADF36D440}"/>
          </ac:spMkLst>
        </pc:spChg>
        <pc:spChg chg="mod">
          <ac:chgData name="Michael Hill" userId="41dba03d-e58d-4389-9894-554c10310ba4" providerId="ADAL" clId="{EF23FE1D-A042-481E-AFD7-2A9FB0847F54}" dt="2025-09-30T19:15:43.945" v="43" actId="692"/>
          <ac:spMkLst>
            <pc:docMk/>
            <pc:sldMk cId="1910594286" sldId="258"/>
            <ac:spMk id="9" creationId="{6ADCA5AE-052C-5076-411F-06E5A022CDA7}"/>
          </ac:spMkLst>
        </pc:spChg>
        <pc:spChg chg="mod">
          <ac:chgData name="Michael Hill" userId="41dba03d-e58d-4389-9894-554c10310ba4" providerId="ADAL" clId="{EF23FE1D-A042-481E-AFD7-2A9FB0847F54}" dt="2025-09-30T19:15:43.945" v="43" actId="692"/>
          <ac:spMkLst>
            <pc:docMk/>
            <pc:sldMk cId="1910594286" sldId="258"/>
            <ac:spMk id="21" creationId="{CA8483F3-9D91-69C6-DAE4-E819F0292C96}"/>
          </ac:spMkLst>
        </pc:spChg>
        <pc:picChg chg="mod">
          <ac:chgData name="Michael Hill" userId="41dba03d-e58d-4389-9894-554c10310ba4" providerId="ADAL" clId="{EF23FE1D-A042-481E-AFD7-2A9FB0847F54}" dt="2025-09-30T19:15:21.616" v="40"/>
          <ac:picMkLst>
            <pc:docMk/>
            <pc:sldMk cId="1910594286" sldId="258"/>
            <ac:picMk id="15" creationId="{0572BAA1-AB30-2A31-99DA-E2636EF78735}"/>
          </ac:picMkLst>
        </pc:picChg>
        <pc:picChg chg="mod">
          <ac:chgData name="Michael Hill" userId="41dba03d-e58d-4389-9894-554c10310ba4" providerId="ADAL" clId="{EF23FE1D-A042-481E-AFD7-2A9FB0847F54}" dt="2025-09-30T19:15:21.616" v="40"/>
          <ac:picMkLst>
            <pc:docMk/>
            <pc:sldMk cId="1910594286" sldId="258"/>
            <ac:picMk id="17" creationId="{F9670370-72F4-78E6-7DE3-64A5614A0062}"/>
          </ac:picMkLst>
        </pc:picChg>
        <pc:picChg chg="mod">
          <ac:chgData name="Michael Hill" userId="41dba03d-e58d-4389-9894-554c10310ba4" providerId="ADAL" clId="{EF23FE1D-A042-481E-AFD7-2A9FB0847F54}" dt="2025-09-30T19:15:21.616" v="40"/>
          <ac:picMkLst>
            <pc:docMk/>
            <pc:sldMk cId="1910594286" sldId="258"/>
            <ac:picMk id="18" creationId="{21F28121-5FF8-B768-E483-38897AA8B765}"/>
          </ac:picMkLst>
        </pc:picChg>
        <pc:picChg chg="mod">
          <ac:chgData name="Michael Hill" userId="41dba03d-e58d-4389-9894-554c10310ba4" providerId="ADAL" clId="{EF23FE1D-A042-481E-AFD7-2A9FB0847F54}" dt="2025-09-30T19:15:21.616" v="40"/>
          <ac:picMkLst>
            <pc:docMk/>
            <pc:sldMk cId="1910594286" sldId="258"/>
            <ac:picMk id="19" creationId="{59044FD4-E5CB-7F72-D4E0-B3FF57F10D64}"/>
          </ac:picMkLst>
        </pc:picChg>
        <pc:picChg chg="mod">
          <ac:chgData name="Michael Hill" userId="41dba03d-e58d-4389-9894-554c10310ba4" providerId="ADAL" clId="{EF23FE1D-A042-481E-AFD7-2A9FB0847F54}" dt="2025-09-30T19:15:21.616" v="40"/>
          <ac:picMkLst>
            <pc:docMk/>
            <pc:sldMk cId="1910594286" sldId="258"/>
            <ac:picMk id="20" creationId="{9103A45C-BE5A-478E-4718-72C97F147BDD}"/>
          </ac:picMkLst>
        </pc:picChg>
      </pc:sldChg>
      <pc:sldChg chg="del">
        <pc:chgData name="Michael Hill" userId="41dba03d-e58d-4389-9894-554c10310ba4" providerId="ADAL" clId="{EF23FE1D-A042-481E-AFD7-2A9FB0847F54}" dt="2025-09-30T19:17:33.373" v="71" actId="47"/>
        <pc:sldMkLst>
          <pc:docMk/>
          <pc:sldMk cId="510623671" sldId="276"/>
        </pc:sldMkLst>
      </pc:sldChg>
      <pc:sldChg chg="del">
        <pc:chgData name="Michael Hill" userId="41dba03d-e58d-4389-9894-554c10310ba4" providerId="ADAL" clId="{EF23FE1D-A042-481E-AFD7-2A9FB0847F54}" dt="2025-09-30T19:15:49.523" v="45" actId="47"/>
        <pc:sldMkLst>
          <pc:docMk/>
          <pc:sldMk cId="2098128014" sldId="287"/>
        </pc:sldMkLst>
      </pc:sldChg>
      <pc:sldChg chg="modSp add del mod setBg">
        <pc:chgData name="Michael Hill" userId="41dba03d-e58d-4389-9894-554c10310ba4" providerId="ADAL" clId="{EF23FE1D-A042-481E-AFD7-2A9FB0847F54}" dt="2025-09-30T19:17:31.959" v="70" actId="47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5-09-30T19:17:14.887" v="64" actId="207"/>
          <ac:spMkLst>
            <pc:docMk/>
            <pc:sldMk cId="491706548" sldId="355"/>
            <ac:spMk id="5" creationId="{A6AFD995-70BC-6581-0161-071153C10586}"/>
          </ac:spMkLst>
        </pc:spChg>
        <pc:spChg chg="mod">
          <ac:chgData name="Michael Hill" userId="41dba03d-e58d-4389-9894-554c10310ba4" providerId="ADAL" clId="{EF23FE1D-A042-481E-AFD7-2A9FB0847F54}" dt="2025-09-30T19:17:27.107" v="68" actId="692"/>
          <ac:spMkLst>
            <pc:docMk/>
            <pc:sldMk cId="491706548" sldId="355"/>
            <ac:spMk id="7" creationId="{7CC3CAB5-3061-5F94-A88E-C0BDD9B048E5}"/>
          </ac:spMkLst>
        </pc:spChg>
        <pc:spChg chg="mod">
          <ac:chgData name="Michael Hill" userId="41dba03d-e58d-4389-9894-554c10310ba4" providerId="ADAL" clId="{EF23FE1D-A042-481E-AFD7-2A9FB0847F54}" dt="2025-09-30T19:17:14.887" v="64" actId="207"/>
          <ac:spMkLst>
            <pc:docMk/>
            <pc:sldMk cId="491706548" sldId="355"/>
            <ac:spMk id="8" creationId="{32CEAB6A-CE7C-862A-42E1-D86D8C4198B3}"/>
          </ac:spMkLst>
        </pc:spChg>
        <pc:spChg chg="mod">
          <ac:chgData name="Michael Hill" userId="41dba03d-e58d-4389-9894-554c10310ba4" providerId="ADAL" clId="{EF23FE1D-A042-481E-AFD7-2A9FB0847F54}" dt="2025-09-30T19:17:27.107" v="68" actId="692"/>
          <ac:spMkLst>
            <pc:docMk/>
            <pc:sldMk cId="491706548" sldId="355"/>
            <ac:spMk id="9" creationId="{447092CD-4DF3-59F0-5AB9-E50FA41C4902}"/>
          </ac:spMkLst>
        </pc:spChg>
      </pc:sldChg>
      <pc:sldChg chg="addSp delSp modSp mod setBg">
        <pc:chgData name="Michael Hill" userId="41dba03d-e58d-4389-9894-554c10310ba4" providerId="ADAL" clId="{EF23FE1D-A042-481E-AFD7-2A9FB0847F54}" dt="2025-09-30T19:22:22.736" v="425" actId="1076"/>
        <pc:sldMkLst>
          <pc:docMk/>
          <pc:sldMk cId="3941057527" sldId="400"/>
        </pc:sldMkLst>
        <pc:spChg chg="mod">
          <ac:chgData name="Michael Hill" userId="41dba03d-e58d-4389-9894-554c10310ba4" providerId="ADAL" clId="{EF23FE1D-A042-481E-AFD7-2A9FB0847F54}" dt="2025-09-30T19:16:24.468" v="56" actId="692"/>
          <ac:spMkLst>
            <pc:docMk/>
            <pc:sldMk cId="3941057527" sldId="400"/>
            <ac:spMk id="4" creationId="{6937C512-6A8A-7707-1ABF-F06EA9C3B6E6}"/>
          </ac:spMkLst>
        </pc:spChg>
        <pc:spChg chg="mod">
          <ac:chgData name="Michael Hill" userId="41dba03d-e58d-4389-9894-554c10310ba4" providerId="ADAL" clId="{EF23FE1D-A042-481E-AFD7-2A9FB0847F54}" dt="2025-09-30T19:20:45.836" v="247" actId="20577"/>
          <ac:spMkLst>
            <pc:docMk/>
            <pc:sldMk cId="3941057527" sldId="400"/>
            <ac:spMk id="5" creationId="{5BCBD5F0-804C-3A33-77C6-0CBC8E2723EE}"/>
          </ac:spMkLst>
        </pc:spChg>
        <pc:spChg chg="mod">
          <ac:chgData name="Michael Hill" userId="41dba03d-e58d-4389-9894-554c10310ba4" providerId="ADAL" clId="{EF23FE1D-A042-481E-AFD7-2A9FB0847F54}" dt="2025-09-30T19:16:24.468" v="56" actId="692"/>
          <ac:spMkLst>
            <pc:docMk/>
            <pc:sldMk cId="3941057527" sldId="400"/>
            <ac:spMk id="7" creationId="{90A11C8A-9226-167D-8DD3-0EBA2B47AD37}"/>
          </ac:spMkLst>
        </pc:spChg>
        <pc:spChg chg="mod">
          <ac:chgData name="Michael Hill" userId="41dba03d-e58d-4389-9894-554c10310ba4" providerId="ADAL" clId="{EF23FE1D-A042-481E-AFD7-2A9FB0847F54}" dt="2025-09-30T19:21:44.488" v="420" actId="20577"/>
          <ac:spMkLst>
            <pc:docMk/>
            <pc:sldMk cId="3941057527" sldId="400"/>
            <ac:spMk id="8" creationId="{34307991-018E-2677-C298-9F1BCC67D929}"/>
          </ac:spMkLst>
        </pc:spChg>
        <pc:spChg chg="mod">
          <ac:chgData name="Michael Hill" userId="41dba03d-e58d-4389-9894-554c10310ba4" providerId="ADAL" clId="{EF23FE1D-A042-481E-AFD7-2A9FB0847F54}" dt="2025-09-30T19:16:24.468" v="56" actId="692"/>
          <ac:spMkLst>
            <pc:docMk/>
            <pc:sldMk cId="3941057527" sldId="400"/>
            <ac:spMk id="9" creationId="{B55A6CD3-84B5-FAC9-03D6-BEB7BECF5AC8}"/>
          </ac:spMkLst>
        </pc:spChg>
        <pc:spChg chg="mod">
          <ac:chgData name="Michael Hill" userId="41dba03d-e58d-4389-9894-554c10310ba4" providerId="ADAL" clId="{EF23FE1D-A042-481E-AFD7-2A9FB0847F54}" dt="2025-09-30T19:16:24.468" v="56" actId="692"/>
          <ac:spMkLst>
            <pc:docMk/>
            <pc:sldMk cId="3941057527" sldId="400"/>
            <ac:spMk id="12" creationId="{D6F6DD21-960C-2B98-AEA8-CA2502374279}"/>
          </ac:spMkLst>
        </pc:spChg>
        <pc:picChg chg="del">
          <ac:chgData name="Michael Hill" userId="41dba03d-e58d-4389-9894-554c10310ba4" providerId="ADAL" clId="{EF23FE1D-A042-481E-AFD7-2A9FB0847F54}" dt="2025-09-30T19:16:25.676" v="57" actId="478"/>
          <ac:picMkLst>
            <pc:docMk/>
            <pc:sldMk cId="3941057527" sldId="400"/>
            <ac:picMk id="3" creationId="{063A1E7B-1A8F-C9E8-1B8A-7F1723D2DBAD}"/>
          </ac:picMkLst>
        </pc:picChg>
        <pc:picChg chg="add mod">
          <ac:chgData name="Michael Hill" userId="41dba03d-e58d-4389-9894-554c10310ba4" providerId="ADAL" clId="{EF23FE1D-A042-481E-AFD7-2A9FB0847F54}" dt="2025-09-30T19:22:22.736" v="425" actId="1076"/>
          <ac:picMkLst>
            <pc:docMk/>
            <pc:sldMk cId="3941057527" sldId="400"/>
            <ac:picMk id="6" creationId="{78AAFB6B-2479-6A96-9FDC-FE5A3C8F77A9}"/>
          </ac:picMkLst>
        </pc:picChg>
      </pc:sldChg>
      <pc:sldChg chg="del">
        <pc:chgData name="Michael Hill" userId="41dba03d-e58d-4389-9894-554c10310ba4" providerId="ADAL" clId="{EF23FE1D-A042-481E-AFD7-2A9FB0847F54}" dt="2025-09-30T19:16:28.699" v="58" actId="47"/>
        <pc:sldMkLst>
          <pc:docMk/>
          <pc:sldMk cId="1291791608" sldId="418"/>
        </pc:sldMkLst>
      </pc:sldChg>
      <pc:sldChg chg="modSp mod setBg modShow">
        <pc:chgData name="Michael Hill" userId="41dba03d-e58d-4389-9894-554c10310ba4" providerId="ADAL" clId="{EF23FE1D-A042-481E-AFD7-2A9FB0847F54}" dt="2025-10-01T15:25:13.928" v="6531" actId="729"/>
        <pc:sldMkLst>
          <pc:docMk/>
          <pc:sldMk cId="1474733244" sldId="419"/>
        </pc:sldMkLst>
        <pc:spChg chg="mod">
          <ac:chgData name="Michael Hill" userId="41dba03d-e58d-4389-9894-554c10310ba4" providerId="ADAL" clId="{EF23FE1D-A042-481E-AFD7-2A9FB0847F54}" dt="2025-09-30T19:16:44.157" v="60" actId="692"/>
          <ac:spMkLst>
            <pc:docMk/>
            <pc:sldMk cId="1474733244" sldId="419"/>
            <ac:spMk id="2" creationId="{7A483123-D73D-86DB-7077-AD3C9C423C45}"/>
          </ac:spMkLst>
        </pc:spChg>
        <pc:spChg chg="mod">
          <ac:chgData name="Michael Hill" userId="41dba03d-e58d-4389-9894-554c10310ba4" providerId="ADAL" clId="{EF23FE1D-A042-481E-AFD7-2A9FB0847F54}" dt="2025-09-30T19:16:51.926" v="61" actId="692"/>
          <ac:spMkLst>
            <pc:docMk/>
            <pc:sldMk cId="1474733244" sldId="419"/>
            <ac:spMk id="4" creationId="{32694DBE-72DC-0B08-04D3-66E56D0C3FF7}"/>
          </ac:spMkLst>
        </pc:spChg>
        <pc:spChg chg="mod">
          <ac:chgData name="Michael Hill" userId="41dba03d-e58d-4389-9894-554c10310ba4" providerId="ADAL" clId="{EF23FE1D-A042-481E-AFD7-2A9FB0847F54}" dt="2025-09-30T19:16:38.793" v="59" actId="207"/>
          <ac:spMkLst>
            <pc:docMk/>
            <pc:sldMk cId="1474733244" sldId="419"/>
            <ac:spMk id="5" creationId="{CA74730C-5A5E-AF40-0180-AD1FC263206C}"/>
          </ac:spMkLst>
        </pc:spChg>
        <pc:spChg chg="mod">
          <ac:chgData name="Michael Hill" userId="41dba03d-e58d-4389-9894-554c10310ba4" providerId="ADAL" clId="{EF23FE1D-A042-481E-AFD7-2A9FB0847F54}" dt="2025-09-30T19:16:51.926" v="61" actId="692"/>
          <ac:spMkLst>
            <pc:docMk/>
            <pc:sldMk cId="1474733244" sldId="419"/>
            <ac:spMk id="7" creationId="{4D4C4391-39FE-3B88-7252-F74AE8B6D1D5}"/>
          </ac:spMkLst>
        </pc:spChg>
        <pc:spChg chg="mod">
          <ac:chgData name="Michael Hill" userId="41dba03d-e58d-4389-9894-554c10310ba4" providerId="ADAL" clId="{EF23FE1D-A042-481E-AFD7-2A9FB0847F54}" dt="2025-09-30T19:16:38.793" v="59" actId="207"/>
          <ac:spMkLst>
            <pc:docMk/>
            <pc:sldMk cId="1474733244" sldId="419"/>
            <ac:spMk id="8" creationId="{66391450-195D-1C27-E08D-BF700D2562FF}"/>
          </ac:spMkLst>
        </pc:spChg>
        <pc:spChg chg="mod">
          <ac:chgData name="Michael Hill" userId="41dba03d-e58d-4389-9894-554c10310ba4" providerId="ADAL" clId="{EF23FE1D-A042-481E-AFD7-2A9FB0847F54}" dt="2025-09-30T19:16:51.926" v="61" actId="692"/>
          <ac:spMkLst>
            <pc:docMk/>
            <pc:sldMk cId="1474733244" sldId="419"/>
            <ac:spMk id="9" creationId="{41F9F33F-3F2E-2600-679F-1DFA84D31CFC}"/>
          </ac:spMkLst>
        </pc:spChg>
        <pc:spChg chg="mod">
          <ac:chgData name="Michael Hill" userId="41dba03d-e58d-4389-9894-554c10310ba4" providerId="ADAL" clId="{EF23FE1D-A042-481E-AFD7-2A9FB0847F54}" dt="2025-09-30T19:16:51.926" v="61" actId="692"/>
          <ac:spMkLst>
            <pc:docMk/>
            <pc:sldMk cId="1474733244" sldId="419"/>
            <ac:spMk id="12" creationId="{3EC961A1-7D0D-0E56-AB74-F7701CBF3407}"/>
          </ac:spMkLst>
        </pc:spChg>
      </pc:sldChg>
      <pc:sldChg chg="del">
        <pc:chgData name="Michael Hill" userId="41dba03d-e58d-4389-9894-554c10310ba4" providerId="ADAL" clId="{EF23FE1D-A042-481E-AFD7-2A9FB0847F54}" dt="2025-09-30T19:17:08.311" v="63" actId="47"/>
        <pc:sldMkLst>
          <pc:docMk/>
          <pc:sldMk cId="507854906" sldId="420"/>
        </pc:sldMkLst>
      </pc:sldChg>
      <pc:sldChg chg="del">
        <pc:chgData name="Michael Hill" userId="41dba03d-e58d-4389-9894-554c10310ba4" providerId="ADAL" clId="{EF23FE1D-A042-481E-AFD7-2A9FB0847F54}" dt="2025-09-30T19:17:08.311" v="63" actId="47"/>
        <pc:sldMkLst>
          <pc:docMk/>
          <pc:sldMk cId="932878271" sldId="421"/>
        </pc:sldMkLst>
      </pc:sldChg>
      <pc:sldChg chg="del">
        <pc:chgData name="Michael Hill" userId="41dba03d-e58d-4389-9894-554c10310ba4" providerId="ADAL" clId="{EF23FE1D-A042-481E-AFD7-2A9FB0847F54}" dt="2025-09-30T19:17:08.311" v="63" actId="47"/>
        <pc:sldMkLst>
          <pc:docMk/>
          <pc:sldMk cId="214370434" sldId="422"/>
        </pc:sldMkLst>
      </pc:sldChg>
      <pc:sldChg chg="del">
        <pc:chgData name="Michael Hill" userId="41dba03d-e58d-4389-9894-554c10310ba4" providerId="ADAL" clId="{EF23FE1D-A042-481E-AFD7-2A9FB0847F54}" dt="2025-09-30T19:17:08.311" v="63" actId="47"/>
        <pc:sldMkLst>
          <pc:docMk/>
          <pc:sldMk cId="364049279" sldId="423"/>
        </pc:sldMkLst>
      </pc:sldChg>
      <pc:sldChg chg="del">
        <pc:chgData name="Michael Hill" userId="41dba03d-e58d-4389-9894-554c10310ba4" providerId="ADAL" clId="{EF23FE1D-A042-481E-AFD7-2A9FB0847F54}" dt="2025-09-30T19:17:08.311" v="63" actId="47"/>
        <pc:sldMkLst>
          <pc:docMk/>
          <pc:sldMk cId="498761683" sldId="424"/>
        </pc:sldMkLst>
      </pc:sldChg>
      <pc:sldChg chg="del">
        <pc:chgData name="Michael Hill" userId="41dba03d-e58d-4389-9894-554c10310ba4" providerId="ADAL" clId="{EF23FE1D-A042-481E-AFD7-2A9FB0847F54}" dt="2025-09-30T19:17:08.311" v="63" actId="47"/>
        <pc:sldMkLst>
          <pc:docMk/>
          <pc:sldMk cId="137565289" sldId="425"/>
        </pc:sldMkLst>
      </pc:sldChg>
      <pc:sldChg chg="del">
        <pc:chgData name="Michael Hill" userId="41dba03d-e58d-4389-9894-554c10310ba4" providerId="ADAL" clId="{EF23FE1D-A042-481E-AFD7-2A9FB0847F54}" dt="2025-09-30T19:17:08.311" v="63" actId="47"/>
        <pc:sldMkLst>
          <pc:docMk/>
          <pc:sldMk cId="3591238337" sldId="426"/>
        </pc:sldMkLst>
      </pc:sldChg>
      <pc:sldChg chg="modSp add mod modShow">
        <pc:chgData name="Michael Hill" userId="41dba03d-e58d-4389-9894-554c10310ba4" providerId="ADAL" clId="{EF23FE1D-A042-481E-AFD7-2A9FB0847F54}" dt="2025-09-30T19:20:27.975" v="201" actId="729"/>
        <pc:sldMkLst>
          <pc:docMk/>
          <pc:sldMk cId="4217859482" sldId="427"/>
        </pc:sldMkLst>
        <pc:spChg chg="mod">
          <ac:chgData name="Michael Hill" userId="41dba03d-e58d-4389-9894-554c10310ba4" providerId="ADAL" clId="{EF23FE1D-A042-481E-AFD7-2A9FB0847F54}" dt="2025-09-30T19:15:55.124" v="53" actId="20577"/>
          <ac:spMkLst>
            <pc:docMk/>
            <pc:sldMk cId="4217859482" sldId="427"/>
            <ac:spMk id="5" creationId="{387B9208-16B9-4FF3-0246-620CA9B1108A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30T19:24:22.763" v="671" actId="1076"/>
        <pc:sldMkLst>
          <pc:docMk/>
          <pc:sldMk cId="382529306" sldId="428"/>
        </pc:sldMkLst>
        <pc:spChg chg="mod">
          <ac:chgData name="Michael Hill" userId="41dba03d-e58d-4389-9894-554c10310ba4" providerId="ADAL" clId="{EF23FE1D-A042-481E-AFD7-2A9FB0847F54}" dt="2025-09-30T19:23:25.863" v="664" actId="20577"/>
          <ac:spMkLst>
            <pc:docMk/>
            <pc:sldMk cId="382529306" sldId="428"/>
            <ac:spMk id="8" creationId="{FC388EB5-D6C0-907D-64F9-21E4846E9D13}"/>
          </ac:spMkLst>
        </pc:spChg>
        <pc:picChg chg="add mod">
          <ac:chgData name="Michael Hill" userId="41dba03d-e58d-4389-9894-554c10310ba4" providerId="ADAL" clId="{EF23FE1D-A042-481E-AFD7-2A9FB0847F54}" dt="2025-09-30T19:24:22.763" v="671" actId="1076"/>
          <ac:picMkLst>
            <pc:docMk/>
            <pc:sldMk cId="382529306" sldId="428"/>
            <ac:picMk id="3" creationId="{19AD37E6-1405-777E-1B28-B18617196795}"/>
          </ac:picMkLst>
        </pc:picChg>
        <pc:picChg chg="del">
          <ac:chgData name="Michael Hill" userId="41dba03d-e58d-4389-9894-554c10310ba4" providerId="ADAL" clId="{EF23FE1D-A042-481E-AFD7-2A9FB0847F54}" dt="2025-09-30T19:24:17.791" v="665" actId="478"/>
          <ac:picMkLst>
            <pc:docMk/>
            <pc:sldMk cId="382529306" sldId="428"/>
            <ac:picMk id="6" creationId="{393F1A72-027B-7E19-E4E6-AC771EA3C737}"/>
          </ac:picMkLst>
        </pc:picChg>
      </pc:sldChg>
      <pc:sldChg chg="addSp delSp modSp add mod">
        <pc:chgData name="Michael Hill" userId="41dba03d-e58d-4389-9894-554c10310ba4" providerId="ADAL" clId="{EF23FE1D-A042-481E-AFD7-2A9FB0847F54}" dt="2025-09-30T19:26:37.219" v="1001" actId="20577"/>
        <pc:sldMkLst>
          <pc:docMk/>
          <pc:sldMk cId="908018216" sldId="429"/>
        </pc:sldMkLst>
        <pc:spChg chg="mod">
          <ac:chgData name="Michael Hill" userId="41dba03d-e58d-4389-9894-554c10310ba4" providerId="ADAL" clId="{EF23FE1D-A042-481E-AFD7-2A9FB0847F54}" dt="2025-09-30T19:26:37.219" v="1001" actId="20577"/>
          <ac:spMkLst>
            <pc:docMk/>
            <pc:sldMk cId="908018216" sldId="429"/>
            <ac:spMk id="8" creationId="{BD688B54-FC2E-A01A-BF53-0442DE03D1BA}"/>
          </ac:spMkLst>
        </pc:spChg>
        <pc:picChg chg="del">
          <ac:chgData name="Michael Hill" userId="41dba03d-e58d-4389-9894-554c10310ba4" providerId="ADAL" clId="{EF23FE1D-A042-481E-AFD7-2A9FB0847F54}" dt="2025-09-30T19:25:02.794" v="822" actId="478"/>
          <ac:picMkLst>
            <pc:docMk/>
            <pc:sldMk cId="908018216" sldId="429"/>
            <ac:picMk id="3" creationId="{688222C3-A445-9304-5DEF-5ACE35BFC8D1}"/>
          </ac:picMkLst>
        </pc:picChg>
        <pc:picChg chg="add mod modCrop">
          <ac:chgData name="Michael Hill" userId="41dba03d-e58d-4389-9894-554c10310ba4" providerId="ADAL" clId="{EF23FE1D-A042-481E-AFD7-2A9FB0847F54}" dt="2025-09-30T19:25:53.766" v="832" actId="1076"/>
          <ac:picMkLst>
            <pc:docMk/>
            <pc:sldMk cId="908018216" sldId="429"/>
            <ac:picMk id="6" creationId="{E8D581FA-C7BF-B1AA-B2F6-577E42085EE9}"/>
          </ac:picMkLst>
        </pc:picChg>
      </pc:sldChg>
      <pc:sldChg chg="addSp delSp modSp add mod">
        <pc:chgData name="Michael Hill" userId="41dba03d-e58d-4389-9894-554c10310ba4" providerId="ADAL" clId="{EF23FE1D-A042-481E-AFD7-2A9FB0847F54}" dt="2025-09-30T19:27:59.187" v="1325" actId="478"/>
        <pc:sldMkLst>
          <pc:docMk/>
          <pc:sldMk cId="2676660044" sldId="430"/>
        </pc:sldMkLst>
        <pc:spChg chg="mod">
          <ac:chgData name="Michael Hill" userId="41dba03d-e58d-4389-9894-554c10310ba4" providerId="ADAL" clId="{EF23FE1D-A042-481E-AFD7-2A9FB0847F54}" dt="2025-09-30T19:27:56.081" v="1323" actId="20577"/>
          <ac:spMkLst>
            <pc:docMk/>
            <pc:sldMk cId="2676660044" sldId="430"/>
            <ac:spMk id="8" creationId="{57B249F5-7E98-7C02-F4D4-532C6A085A1D}"/>
          </ac:spMkLst>
        </pc:spChg>
        <pc:picChg chg="add del">
          <ac:chgData name="Michael Hill" userId="41dba03d-e58d-4389-9894-554c10310ba4" providerId="ADAL" clId="{EF23FE1D-A042-481E-AFD7-2A9FB0847F54}" dt="2025-09-30T19:27:59.187" v="1325" actId="478"/>
          <ac:picMkLst>
            <pc:docMk/>
            <pc:sldMk cId="2676660044" sldId="430"/>
            <ac:picMk id="6" creationId="{B5FDCF76-6436-B353-8D48-542CC9CD5D86}"/>
          </ac:picMkLst>
        </pc:picChg>
      </pc:sldChg>
      <pc:sldChg chg="addSp delSp modSp add mod">
        <pc:chgData name="Michael Hill" userId="41dba03d-e58d-4389-9894-554c10310ba4" providerId="ADAL" clId="{EF23FE1D-A042-481E-AFD7-2A9FB0847F54}" dt="2025-09-30T19:36:33.567" v="2136" actId="207"/>
        <pc:sldMkLst>
          <pc:docMk/>
          <pc:sldMk cId="1984688680" sldId="431"/>
        </pc:sldMkLst>
        <pc:spChg chg="mod">
          <ac:chgData name="Michael Hill" userId="41dba03d-e58d-4389-9894-554c10310ba4" providerId="ADAL" clId="{EF23FE1D-A042-481E-AFD7-2A9FB0847F54}" dt="2025-09-30T19:36:33.567" v="2136" actId="207"/>
          <ac:spMkLst>
            <pc:docMk/>
            <pc:sldMk cId="1984688680" sldId="431"/>
            <ac:spMk id="8" creationId="{C1D8544F-C087-8D29-99F5-7468D2C77C45}"/>
          </ac:spMkLst>
        </pc:spChg>
        <pc:picChg chg="add mod">
          <ac:chgData name="Michael Hill" userId="41dba03d-e58d-4389-9894-554c10310ba4" providerId="ADAL" clId="{EF23FE1D-A042-481E-AFD7-2A9FB0847F54}" dt="2025-09-30T19:34:47.783" v="1962" actId="1076"/>
          <ac:picMkLst>
            <pc:docMk/>
            <pc:sldMk cId="1984688680" sldId="431"/>
            <ac:picMk id="3" creationId="{C27058EE-C36D-029A-0800-BE5ADC67524A}"/>
          </ac:picMkLst>
        </pc:picChg>
        <pc:picChg chg="del">
          <ac:chgData name="Michael Hill" userId="41dba03d-e58d-4389-9894-554c10310ba4" providerId="ADAL" clId="{EF23FE1D-A042-481E-AFD7-2A9FB0847F54}" dt="2025-09-30T19:28:02.194" v="1327" actId="478"/>
          <ac:picMkLst>
            <pc:docMk/>
            <pc:sldMk cId="1984688680" sldId="431"/>
            <ac:picMk id="6" creationId="{9623F190-C6A8-6B5F-37E4-B841809DFABD}"/>
          </ac:picMkLst>
        </pc:picChg>
      </pc:sldChg>
      <pc:sldChg chg="addSp delSp modSp add mod">
        <pc:chgData name="Michael Hill" userId="41dba03d-e58d-4389-9894-554c10310ba4" providerId="ADAL" clId="{EF23FE1D-A042-481E-AFD7-2A9FB0847F54}" dt="2025-09-30T19:42:37.344" v="2528" actId="1076"/>
        <pc:sldMkLst>
          <pc:docMk/>
          <pc:sldMk cId="3022522073" sldId="432"/>
        </pc:sldMkLst>
        <pc:spChg chg="mod">
          <ac:chgData name="Michael Hill" userId="41dba03d-e58d-4389-9894-554c10310ba4" providerId="ADAL" clId="{EF23FE1D-A042-481E-AFD7-2A9FB0847F54}" dt="2025-09-30T19:34:59.787" v="1997" actId="20577"/>
          <ac:spMkLst>
            <pc:docMk/>
            <pc:sldMk cId="3022522073" sldId="432"/>
            <ac:spMk id="5" creationId="{9441589D-C615-38F5-6AB2-42FE39DFFBE1}"/>
          </ac:spMkLst>
        </pc:spChg>
        <pc:spChg chg="mod">
          <ac:chgData name="Michael Hill" userId="41dba03d-e58d-4389-9894-554c10310ba4" providerId="ADAL" clId="{EF23FE1D-A042-481E-AFD7-2A9FB0847F54}" dt="2025-09-30T19:38:10.203" v="2380" actId="20577"/>
          <ac:spMkLst>
            <pc:docMk/>
            <pc:sldMk cId="3022522073" sldId="432"/>
            <ac:spMk id="8" creationId="{D7D4A6AA-64F8-D86B-E068-E988EF8396D3}"/>
          </ac:spMkLst>
        </pc:spChg>
        <pc:picChg chg="del">
          <ac:chgData name="Michael Hill" userId="41dba03d-e58d-4389-9894-554c10310ba4" providerId="ADAL" clId="{EF23FE1D-A042-481E-AFD7-2A9FB0847F54}" dt="2025-09-30T19:41:21.248" v="2522" actId="478"/>
          <ac:picMkLst>
            <pc:docMk/>
            <pc:sldMk cId="3022522073" sldId="432"/>
            <ac:picMk id="3" creationId="{8DC674E6-B3DF-FBA1-1617-BB4981864E53}"/>
          </ac:picMkLst>
        </pc:picChg>
        <pc:picChg chg="add mod">
          <ac:chgData name="Michael Hill" userId="41dba03d-e58d-4389-9894-554c10310ba4" providerId="ADAL" clId="{EF23FE1D-A042-481E-AFD7-2A9FB0847F54}" dt="2025-09-30T19:42:37.344" v="2528" actId="1076"/>
          <ac:picMkLst>
            <pc:docMk/>
            <pc:sldMk cId="3022522073" sldId="432"/>
            <ac:picMk id="6" creationId="{4E50413F-8965-216E-184E-238D9F3D04DD}"/>
          </ac:picMkLst>
        </pc:picChg>
      </pc:sldChg>
      <pc:sldChg chg="delSp modSp add mod">
        <pc:chgData name="Michael Hill" userId="41dba03d-e58d-4389-9894-554c10310ba4" providerId="ADAL" clId="{EF23FE1D-A042-481E-AFD7-2A9FB0847F54}" dt="2025-09-30T19:43:21.551" v="2663" actId="20577"/>
        <pc:sldMkLst>
          <pc:docMk/>
          <pc:sldMk cId="2127868973" sldId="433"/>
        </pc:sldMkLst>
        <pc:spChg chg="mod">
          <ac:chgData name="Michael Hill" userId="41dba03d-e58d-4389-9894-554c10310ba4" providerId="ADAL" clId="{EF23FE1D-A042-481E-AFD7-2A9FB0847F54}" dt="2025-09-30T19:43:21.551" v="2663" actId="20577"/>
          <ac:spMkLst>
            <pc:docMk/>
            <pc:sldMk cId="2127868973" sldId="433"/>
            <ac:spMk id="8" creationId="{10289BBE-71A7-6B0A-0D74-A020FD9EF609}"/>
          </ac:spMkLst>
        </pc:spChg>
        <pc:picChg chg="del">
          <ac:chgData name="Michael Hill" userId="41dba03d-e58d-4389-9894-554c10310ba4" providerId="ADAL" clId="{EF23FE1D-A042-481E-AFD7-2A9FB0847F54}" dt="2025-09-30T19:42:41.207" v="2529" actId="478"/>
          <ac:picMkLst>
            <pc:docMk/>
            <pc:sldMk cId="2127868973" sldId="433"/>
            <ac:picMk id="3" creationId="{187530AC-8521-26D1-50B5-8F3C74D8E741}"/>
          </ac:picMkLst>
        </pc:picChg>
      </pc:sldChg>
      <pc:sldChg chg="modSp add mod">
        <pc:chgData name="Michael Hill" userId="41dba03d-e58d-4389-9894-554c10310ba4" providerId="ADAL" clId="{EF23FE1D-A042-481E-AFD7-2A9FB0847F54}" dt="2025-09-30T19:43:55.919" v="2683" actId="2711"/>
        <pc:sldMkLst>
          <pc:docMk/>
          <pc:sldMk cId="703337607" sldId="434"/>
        </pc:sldMkLst>
        <pc:spChg chg="mod">
          <ac:chgData name="Michael Hill" userId="41dba03d-e58d-4389-9894-554c10310ba4" providerId="ADAL" clId="{EF23FE1D-A042-481E-AFD7-2A9FB0847F54}" dt="2025-09-30T19:43:55.919" v="2683" actId="2711"/>
          <ac:spMkLst>
            <pc:docMk/>
            <pc:sldMk cId="703337607" sldId="434"/>
            <ac:spMk id="8" creationId="{51F30464-1C75-8F27-6EE3-191B414FC95E}"/>
          </ac:spMkLst>
        </pc:spChg>
      </pc:sldChg>
      <pc:sldChg chg="modSp add mod">
        <pc:chgData name="Michael Hill" userId="41dba03d-e58d-4389-9894-554c10310ba4" providerId="ADAL" clId="{EF23FE1D-A042-481E-AFD7-2A9FB0847F54}" dt="2025-09-30T19:47:25.432" v="3188" actId="20577"/>
        <pc:sldMkLst>
          <pc:docMk/>
          <pc:sldMk cId="2740944839" sldId="435"/>
        </pc:sldMkLst>
        <pc:spChg chg="mod">
          <ac:chgData name="Michael Hill" userId="41dba03d-e58d-4389-9894-554c10310ba4" providerId="ADAL" clId="{EF23FE1D-A042-481E-AFD7-2A9FB0847F54}" dt="2025-09-30T19:45:39.450" v="2858" actId="14100"/>
          <ac:spMkLst>
            <pc:docMk/>
            <pc:sldMk cId="2740944839" sldId="435"/>
            <ac:spMk id="5" creationId="{24B4CA4A-5365-A99C-4620-8299D1D3FF98}"/>
          </ac:spMkLst>
        </pc:spChg>
        <pc:spChg chg="mod">
          <ac:chgData name="Michael Hill" userId="41dba03d-e58d-4389-9894-554c10310ba4" providerId="ADAL" clId="{EF23FE1D-A042-481E-AFD7-2A9FB0847F54}" dt="2025-09-30T19:47:25.432" v="3188" actId="20577"/>
          <ac:spMkLst>
            <pc:docMk/>
            <pc:sldMk cId="2740944839" sldId="435"/>
            <ac:spMk id="8" creationId="{044A505C-97AB-E157-ADA7-F02A9FC7EBC5}"/>
          </ac:spMkLst>
        </pc:spChg>
      </pc:sldChg>
      <pc:sldChg chg="modSp add mod">
        <pc:chgData name="Michael Hill" userId="41dba03d-e58d-4389-9894-554c10310ba4" providerId="ADAL" clId="{EF23FE1D-A042-481E-AFD7-2A9FB0847F54}" dt="2025-09-30T19:48:13.855" v="3344" actId="20577"/>
        <pc:sldMkLst>
          <pc:docMk/>
          <pc:sldMk cId="2901069451" sldId="436"/>
        </pc:sldMkLst>
        <pc:spChg chg="mod">
          <ac:chgData name="Michael Hill" userId="41dba03d-e58d-4389-9894-554c10310ba4" providerId="ADAL" clId="{EF23FE1D-A042-481E-AFD7-2A9FB0847F54}" dt="2025-09-30T19:48:13.855" v="3344" actId="20577"/>
          <ac:spMkLst>
            <pc:docMk/>
            <pc:sldMk cId="2901069451" sldId="436"/>
            <ac:spMk id="8" creationId="{2CB1EC1E-915D-16B6-8881-F308E40A6D9B}"/>
          </ac:spMkLst>
        </pc:spChg>
      </pc:sldChg>
      <pc:sldChg chg="modSp add mod">
        <pc:chgData name="Michael Hill" userId="41dba03d-e58d-4389-9894-554c10310ba4" providerId="ADAL" clId="{EF23FE1D-A042-481E-AFD7-2A9FB0847F54}" dt="2025-09-30T19:48:38.125" v="3348" actId="20577"/>
        <pc:sldMkLst>
          <pc:docMk/>
          <pc:sldMk cId="2166109791" sldId="437"/>
        </pc:sldMkLst>
        <pc:spChg chg="mod">
          <ac:chgData name="Michael Hill" userId="41dba03d-e58d-4389-9894-554c10310ba4" providerId="ADAL" clId="{EF23FE1D-A042-481E-AFD7-2A9FB0847F54}" dt="2025-09-30T19:48:38.125" v="3348" actId="20577"/>
          <ac:spMkLst>
            <pc:docMk/>
            <pc:sldMk cId="2166109791" sldId="437"/>
            <ac:spMk id="8" creationId="{41F08251-CCF8-3879-F085-5F3FC5DABDC1}"/>
          </ac:spMkLst>
        </pc:spChg>
      </pc:sldChg>
      <pc:sldChg chg="modSp add mod">
        <pc:chgData name="Michael Hill" userId="41dba03d-e58d-4389-9894-554c10310ba4" providerId="ADAL" clId="{EF23FE1D-A042-481E-AFD7-2A9FB0847F54}" dt="2025-09-30T19:57:42.284" v="3956" actId="20577"/>
        <pc:sldMkLst>
          <pc:docMk/>
          <pc:sldMk cId="5660401" sldId="438"/>
        </pc:sldMkLst>
        <pc:spChg chg="mod">
          <ac:chgData name="Michael Hill" userId="41dba03d-e58d-4389-9894-554c10310ba4" providerId="ADAL" clId="{EF23FE1D-A042-481E-AFD7-2A9FB0847F54}" dt="2025-09-30T19:54:22.593" v="3369" actId="14100"/>
          <ac:spMkLst>
            <pc:docMk/>
            <pc:sldMk cId="5660401" sldId="438"/>
            <ac:spMk id="5" creationId="{529DF54F-3544-77E7-50AE-14553992C718}"/>
          </ac:spMkLst>
        </pc:spChg>
        <pc:spChg chg="mod">
          <ac:chgData name="Michael Hill" userId="41dba03d-e58d-4389-9894-554c10310ba4" providerId="ADAL" clId="{EF23FE1D-A042-481E-AFD7-2A9FB0847F54}" dt="2025-09-30T19:57:42.284" v="3956" actId="20577"/>
          <ac:spMkLst>
            <pc:docMk/>
            <pc:sldMk cId="5660401" sldId="438"/>
            <ac:spMk id="8" creationId="{8EA51260-B08C-A456-6653-6DE137935D60}"/>
          </ac:spMkLst>
        </pc:spChg>
      </pc:sldChg>
      <pc:sldChg chg="modSp add mod">
        <pc:chgData name="Michael Hill" userId="41dba03d-e58d-4389-9894-554c10310ba4" providerId="ADAL" clId="{EF23FE1D-A042-481E-AFD7-2A9FB0847F54}" dt="2025-09-30T19:58:31.203" v="4034" actId="20577"/>
        <pc:sldMkLst>
          <pc:docMk/>
          <pc:sldMk cId="3781759123" sldId="439"/>
        </pc:sldMkLst>
        <pc:spChg chg="mod">
          <ac:chgData name="Michael Hill" userId="41dba03d-e58d-4389-9894-554c10310ba4" providerId="ADAL" clId="{EF23FE1D-A042-481E-AFD7-2A9FB0847F54}" dt="2025-09-30T19:58:31.203" v="4034" actId="20577"/>
          <ac:spMkLst>
            <pc:docMk/>
            <pc:sldMk cId="3781759123" sldId="439"/>
            <ac:spMk id="8" creationId="{466D0FA5-F91E-DEC9-81DC-D31E40B4DB08}"/>
          </ac:spMkLst>
        </pc:spChg>
      </pc:sldChg>
      <pc:sldChg chg="modSp add mod">
        <pc:chgData name="Michael Hill" userId="41dba03d-e58d-4389-9894-554c10310ba4" providerId="ADAL" clId="{EF23FE1D-A042-481E-AFD7-2A9FB0847F54}" dt="2025-09-30T23:14:31.643" v="5064" actId="20577"/>
        <pc:sldMkLst>
          <pc:docMk/>
          <pc:sldMk cId="66932127" sldId="440"/>
        </pc:sldMkLst>
        <pc:spChg chg="mod">
          <ac:chgData name="Michael Hill" userId="41dba03d-e58d-4389-9894-554c10310ba4" providerId="ADAL" clId="{EF23FE1D-A042-481E-AFD7-2A9FB0847F54}" dt="2025-09-30T20:00:17.445" v="4572" actId="1076"/>
          <ac:spMkLst>
            <pc:docMk/>
            <pc:sldMk cId="66932127" sldId="440"/>
            <ac:spMk id="5" creationId="{7692270E-61FF-60DD-C998-EDD3342936B1}"/>
          </ac:spMkLst>
        </pc:spChg>
        <pc:spChg chg="mod">
          <ac:chgData name="Michael Hill" userId="41dba03d-e58d-4389-9894-554c10310ba4" providerId="ADAL" clId="{EF23FE1D-A042-481E-AFD7-2A9FB0847F54}" dt="2025-09-30T23:14:31.643" v="5064" actId="20577"/>
          <ac:spMkLst>
            <pc:docMk/>
            <pc:sldMk cId="66932127" sldId="440"/>
            <ac:spMk id="8" creationId="{12DCC747-8E6F-1452-C315-A397B37A5857}"/>
          </ac:spMkLst>
        </pc:spChg>
      </pc:sldChg>
      <pc:sldChg chg="modSp add mod">
        <pc:chgData name="Michael Hill" userId="41dba03d-e58d-4389-9894-554c10310ba4" providerId="ADAL" clId="{EF23FE1D-A042-481E-AFD7-2A9FB0847F54}" dt="2025-09-30T20:00:06.991" v="4556" actId="15"/>
        <pc:sldMkLst>
          <pc:docMk/>
          <pc:sldMk cId="2093926337" sldId="441"/>
        </pc:sldMkLst>
        <pc:spChg chg="mod">
          <ac:chgData name="Michael Hill" userId="41dba03d-e58d-4389-9894-554c10310ba4" providerId="ADAL" clId="{EF23FE1D-A042-481E-AFD7-2A9FB0847F54}" dt="2025-09-30T20:00:06.991" v="4556" actId="15"/>
          <ac:spMkLst>
            <pc:docMk/>
            <pc:sldMk cId="2093926337" sldId="441"/>
            <ac:spMk id="8" creationId="{7815744F-3388-183B-92DC-8143B32F8265}"/>
          </ac:spMkLst>
        </pc:spChg>
      </pc:sldChg>
      <pc:sldChg chg="modSp add mod">
        <pc:chgData name="Michael Hill" userId="41dba03d-e58d-4389-9894-554c10310ba4" providerId="ADAL" clId="{EF23FE1D-A042-481E-AFD7-2A9FB0847F54}" dt="2025-09-30T23:15:26.522" v="5281" actId="20577"/>
        <pc:sldMkLst>
          <pc:docMk/>
          <pc:sldMk cId="1749185766" sldId="442"/>
        </pc:sldMkLst>
        <pc:spChg chg="mod">
          <ac:chgData name="Michael Hill" userId="41dba03d-e58d-4389-9894-554c10310ba4" providerId="ADAL" clId="{EF23FE1D-A042-481E-AFD7-2A9FB0847F54}" dt="2025-09-30T23:15:26.522" v="5281" actId="20577"/>
          <ac:spMkLst>
            <pc:docMk/>
            <pc:sldMk cId="1749185766" sldId="442"/>
            <ac:spMk id="8" creationId="{30F27AF0-4918-FCDC-280B-39619598CC18}"/>
          </ac:spMkLst>
        </pc:spChg>
      </pc:sldChg>
      <pc:sldChg chg="modSp add mod">
        <pc:chgData name="Michael Hill" userId="41dba03d-e58d-4389-9894-554c10310ba4" providerId="ADAL" clId="{EF23FE1D-A042-481E-AFD7-2A9FB0847F54}" dt="2025-09-30T23:15:08.946" v="5221" actId="20577"/>
        <pc:sldMkLst>
          <pc:docMk/>
          <pc:sldMk cId="938138168" sldId="443"/>
        </pc:sldMkLst>
        <pc:spChg chg="mod">
          <ac:chgData name="Michael Hill" userId="41dba03d-e58d-4389-9894-554c10310ba4" providerId="ADAL" clId="{EF23FE1D-A042-481E-AFD7-2A9FB0847F54}" dt="2025-09-30T23:15:08.946" v="5221" actId="20577"/>
          <ac:spMkLst>
            <pc:docMk/>
            <pc:sldMk cId="938138168" sldId="443"/>
            <ac:spMk id="8" creationId="{1C4BD49E-E6CE-9A87-4F4C-67ED4300780F}"/>
          </ac:spMkLst>
        </pc:spChg>
      </pc:sldChg>
      <pc:sldChg chg="modSp add mod">
        <pc:chgData name="Michael Hill" userId="41dba03d-e58d-4389-9894-554c10310ba4" providerId="ADAL" clId="{EF23FE1D-A042-481E-AFD7-2A9FB0847F54}" dt="2025-10-01T15:11:55.238" v="5593" actId="20577"/>
        <pc:sldMkLst>
          <pc:docMk/>
          <pc:sldMk cId="278355266" sldId="444"/>
        </pc:sldMkLst>
        <pc:spChg chg="mod">
          <ac:chgData name="Michael Hill" userId="41dba03d-e58d-4389-9894-554c10310ba4" providerId="ADAL" clId="{EF23FE1D-A042-481E-AFD7-2A9FB0847F54}" dt="2025-09-30T23:15:49.682" v="5309" actId="1076"/>
          <ac:spMkLst>
            <pc:docMk/>
            <pc:sldMk cId="278355266" sldId="444"/>
            <ac:spMk id="5" creationId="{FFF1F4DC-4661-EEE6-8B5F-5D5A28B12C70}"/>
          </ac:spMkLst>
        </pc:spChg>
        <pc:spChg chg="mod">
          <ac:chgData name="Michael Hill" userId="41dba03d-e58d-4389-9894-554c10310ba4" providerId="ADAL" clId="{EF23FE1D-A042-481E-AFD7-2A9FB0847F54}" dt="2025-10-01T15:11:55.238" v="5593" actId="20577"/>
          <ac:spMkLst>
            <pc:docMk/>
            <pc:sldMk cId="278355266" sldId="444"/>
            <ac:spMk id="8" creationId="{F91522C7-0A39-86B0-239B-8736A1462045}"/>
          </ac:spMkLst>
        </pc:spChg>
      </pc:sldChg>
      <pc:sldChg chg="modSp add mod">
        <pc:chgData name="Michael Hill" userId="41dba03d-e58d-4389-9894-554c10310ba4" providerId="ADAL" clId="{EF23FE1D-A042-481E-AFD7-2A9FB0847F54}" dt="2025-10-01T15:20:15.516" v="6338" actId="20577"/>
        <pc:sldMkLst>
          <pc:docMk/>
          <pc:sldMk cId="599846176" sldId="445"/>
        </pc:sldMkLst>
        <pc:spChg chg="mod">
          <ac:chgData name="Michael Hill" userId="41dba03d-e58d-4389-9894-554c10310ba4" providerId="ADAL" clId="{EF23FE1D-A042-481E-AFD7-2A9FB0847F54}" dt="2025-10-01T15:20:15.516" v="6338" actId="20577"/>
          <ac:spMkLst>
            <pc:docMk/>
            <pc:sldMk cId="599846176" sldId="445"/>
            <ac:spMk id="8" creationId="{427E0277-4E06-DEAE-2DC0-7B83A1444DA2}"/>
          </ac:spMkLst>
        </pc:spChg>
      </pc:sldChg>
      <pc:sldChg chg="modSp add mod ord">
        <pc:chgData name="Michael Hill" userId="41dba03d-e58d-4389-9894-554c10310ba4" providerId="ADAL" clId="{EF23FE1D-A042-481E-AFD7-2A9FB0847F54}" dt="2025-10-01T15:25:49.634" v="6610" actId="20577"/>
        <pc:sldMkLst>
          <pc:docMk/>
          <pc:sldMk cId="155687819" sldId="446"/>
        </pc:sldMkLst>
        <pc:spChg chg="mod">
          <ac:chgData name="Michael Hill" userId="41dba03d-e58d-4389-9894-554c10310ba4" providerId="ADAL" clId="{EF23FE1D-A042-481E-AFD7-2A9FB0847F54}" dt="2025-10-01T15:25:34.579" v="6567" actId="1076"/>
          <ac:spMkLst>
            <pc:docMk/>
            <pc:sldMk cId="155687819" sldId="446"/>
            <ac:spMk id="5" creationId="{A438B139-4865-BF2F-9954-96AC6B99A7E6}"/>
          </ac:spMkLst>
        </pc:spChg>
        <pc:spChg chg="mod">
          <ac:chgData name="Michael Hill" userId="41dba03d-e58d-4389-9894-554c10310ba4" providerId="ADAL" clId="{EF23FE1D-A042-481E-AFD7-2A9FB0847F54}" dt="2025-10-01T15:25:49.634" v="6610" actId="20577"/>
          <ac:spMkLst>
            <pc:docMk/>
            <pc:sldMk cId="155687819" sldId="446"/>
            <ac:spMk id="8" creationId="{CEB9EEDC-31EE-6A4E-EE39-88E63DDA80FD}"/>
          </ac:spMkLst>
        </pc:spChg>
      </pc:sldChg>
      <pc:sldChg chg="add">
        <pc:chgData name="Michael Hill" userId="41dba03d-e58d-4389-9894-554c10310ba4" providerId="ADAL" clId="{EF23FE1D-A042-481E-AFD7-2A9FB0847F54}" dt="2025-10-01T15:25:21.209" v="6532" actId="2890"/>
        <pc:sldMkLst>
          <pc:docMk/>
          <pc:sldMk cId="2067983466" sldId="4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206685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B1-1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240280" y="3692233"/>
            <a:ext cx="7337714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PROBLEM SPECIFICATION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Problem Specification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Problem Statement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Constraints &amp; Limitations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Goals &amp; Objectives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Input &amp; Output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Evaluation Criteria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Stakeholders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recursive function to calculate the result of input values a and b when exponentiated as (a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8945-8B7A-5FF6-41CB-3A36AA2FF6DA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recursive function to calculate the result of input values a and b when exponentiated as (a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CA34F-B20D-5650-2A20-E178337C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937C512-6A8A-7707-1ABF-F06EA9C3B6E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F6DD21-960C-2B98-AEA8-CA250237427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5A6CD3-84B5-FAC9-03D6-BEB7BECF5AC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A11C8A-9226-167D-8DD3-0EBA2B47AD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307991-018E-2677-C298-9F1BCC67D929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Since the dawn of time, computers have needed instructions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do we provide these instructions to computers in the modern day?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CBD5F0-804C-3A33-77C6-0CBC8E2723EE}"/>
              </a:ext>
            </a:extLst>
          </p:cNvPr>
          <p:cNvSpPr/>
          <p:nvPr/>
        </p:nvSpPr>
        <p:spPr>
          <a:xfrm>
            <a:off x="-292849" y="155968"/>
            <a:ext cx="67208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PROBLEM SPECIFICATION</a:t>
            </a:r>
          </a:p>
        </p:txBody>
      </p:sp>
      <p:pic>
        <p:nvPicPr>
          <p:cNvPr id="6" name="Picture 5" descr="A cartoon of a dinosaur using a computer&#10;&#10;AI-generated content may be incorrect.">
            <a:extLst>
              <a:ext uri="{FF2B5EF4-FFF2-40B4-BE49-F238E27FC236}">
                <a16:creationId xmlns:a16="http://schemas.microsoft.com/office/drawing/2014/main" id="{78AAFB6B-2479-6A96-9FDC-FE5A3C8F7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459" y="1375994"/>
            <a:ext cx="5833855" cy="452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5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77615-EFF9-4FA2-C328-B8FB0B19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1895F04-90E0-19D4-D694-808C7F67C3A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8F18C0-8BDE-8703-F30C-7376AB89FFD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E1784C-161D-E703-76B5-637528A1768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96737B-54A4-D9CC-D9F7-B185372877D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388EB5-D6C0-907D-64F9-21E4846E9D13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Programming languages are our tool of choice in the modern age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Before we had modern computers, programming languages were developed as a series of steps to physically wire a particular program into a computer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A51895-9F56-8F74-763F-789F4C4EED1D}"/>
              </a:ext>
            </a:extLst>
          </p:cNvPr>
          <p:cNvSpPr/>
          <p:nvPr/>
        </p:nvSpPr>
        <p:spPr>
          <a:xfrm>
            <a:off x="-292849" y="155968"/>
            <a:ext cx="67208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PROBLEM SPECIFICATION</a:t>
            </a:r>
          </a:p>
        </p:txBody>
      </p:sp>
      <p:pic>
        <p:nvPicPr>
          <p:cNvPr id="3" name="Picture 2" descr="A diagram of a machine&#10;&#10;AI-generated content may be incorrect.">
            <a:extLst>
              <a:ext uri="{FF2B5EF4-FFF2-40B4-BE49-F238E27FC236}">
                <a16:creationId xmlns:a16="http://schemas.microsoft.com/office/drawing/2014/main" id="{19AD37E6-1405-777E-1B28-B18617196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385" y="473978"/>
            <a:ext cx="4206437" cy="591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2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F81D3-8F67-069F-3E83-21C738110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3363892-BA51-1326-051B-3D682EB33D7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D3E3AFD-FCC5-10C4-C779-444D0BE1413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951CAA-B3FD-5259-81A9-7EB2484F08A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4A81B9-E9AC-DFBF-CACD-FC9060F90CA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688B54-FC2E-A01A-BF53-0442DE03D1BA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Like we saw during The Imitation Game film from last year, these computers looked nothing like our modern computers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computers had no functionality to do things like iteration (loops), conditionals (if statements), and certainly no Object-oriented 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3DBAD8-4C98-D7BD-0661-BDBE5B2478F4}"/>
              </a:ext>
            </a:extLst>
          </p:cNvPr>
          <p:cNvSpPr/>
          <p:nvPr/>
        </p:nvSpPr>
        <p:spPr>
          <a:xfrm>
            <a:off x="-292849" y="155968"/>
            <a:ext cx="67208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PROBLEM SPECIFICATION</a:t>
            </a:r>
          </a:p>
        </p:txBody>
      </p:sp>
      <p:pic>
        <p:nvPicPr>
          <p:cNvPr id="6" name="Picture 5" descr="A large machine with many wires&#10;&#10;AI-generated content may be incorrect.">
            <a:extLst>
              <a:ext uri="{FF2B5EF4-FFF2-40B4-BE49-F238E27FC236}">
                <a16:creationId xmlns:a16="http://schemas.microsoft.com/office/drawing/2014/main" id="{E8D581FA-C7BF-B1AA-B2F6-577E42085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8" t="4640" r="16228" b="4895"/>
          <a:stretch>
            <a:fillRect/>
          </a:stretch>
        </p:blipFill>
        <p:spPr>
          <a:xfrm>
            <a:off x="6469002" y="1601524"/>
            <a:ext cx="4497056" cy="413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18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5CBE59-2AC1-A7E9-5665-D3CC05B5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759277C-DA7A-A63C-D712-B01028B7C3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1A6F301-BB1B-F188-B68D-8CE76646740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493643-35C7-AB61-E2C4-4AAC56B2707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B2BE99-E98F-0DE8-5DA8-E1716AA49BA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B249F5-7E98-7C02-F4D4-532C6A085A1D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However, even with all of the differences programming used to have, there’s one thing that’s always been true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Creating a program is done to solve a problem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 you can’t solve a problem before you understand it inside and out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13AB46-A2E1-348C-485A-88499F278032}"/>
              </a:ext>
            </a:extLst>
          </p:cNvPr>
          <p:cNvSpPr/>
          <p:nvPr/>
        </p:nvSpPr>
        <p:spPr>
          <a:xfrm>
            <a:off x="-292849" y="155968"/>
            <a:ext cx="67208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PROBLEM SPECIFICATION</a:t>
            </a:r>
          </a:p>
        </p:txBody>
      </p:sp>
      <p:pic>
        <p:nvPicPr>
          <p:cNvPr id="6" name="Picture 5" descr="A large machine with many wires&#10;&#10;AI-generated content may be incorrect.">
            <a:extLst>
              <a:ext uri="{FF2B5EF4-FFF2-40B4-BE49-F238E27FC236}">
                <a16:creationId xmlns:a16="http://schemas.microsoft.com/office/drawing/2014/main" id="{B5FDCF76-6436-B353-8D48-542CC9CD5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8" t="4640" r="16228" b="4895"/>
          <a:stretch>
            <a:fillRect/>
          </a:stretch>
        </p:blipFill>
        <p:spPr>
          <a:xfrm>
            <a:off x="6469002" y="1601524"/>
            <a:ext cx="4497056" cy="413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60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F792A-F72A-4294-F2E4-BF5CA31F4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841C447-60ED-9E07-3848-31F92CB23C5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B855AA-2F2E-B84D-F635-99321598403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225F9C-4B18-E619-FC98-25BD76118C3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5677E2-D559-A4E5-E225-867C8E24010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D8544F-C087-8D29-99F5-7468D2C77C45}"/>
              </a:ext>
            </a:extLst>
          </p:cNvPr>
          <p:cNvSpPr/>
          <p:nvPr/>
        </p:nvSpPr>
        <p:spPr>
          <a:xfrm>
            <a:off x="421105" y="1212852"/>
            <a:ext cx="6633418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800" b="1" i="1" dirty="0">
                <a:solidFill>
                  <a:schemeClr val="accent5">
                    <a:lumMod val="75000"/>
                  </a:schemeClr>
                </a:solidFill>
                <a:latin typeface="Bahnschrift" panose="020B0502040204020203" pitchFamily="34" charset="0"/>
              </a:rPr>
              <a:t>problem specification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a short, clear explanation of an issue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outlines who the stakeholders are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may include: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Problem Statement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Constraints &amp; Limitations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Objectives &amp; Goals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 &amp; Output Specifics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Evaluation Criteria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21E9CE-690E-0CC8-0636-C732C48831C7}"/>
              </a:ext>
            </a:extLst>
          </p:cNvPr>
          <p:cNvSpPr/>
          <p:nvPr/>
        </p:nvSpPr>
        <p:spPr>
          <a:xfrm>
            <a:off x="-292849" y="155968"/>
            <a:ext cx="67208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PROBLEM SPECIFICATION</a:t>
            </a:r>
          </a:p>
        </p:txBody>
      </p:sp>
      <p:pic>
        <p:nvPicPr>
          <p:cNvPr id="3" name="Picture 2" descr="A person pushing a check mark&#10;&#10;AI-generated content may be incorrect.">
            <a:extLst>
              <a:ext uri="{FF2B5EF4-FFF2-40B4-BE49-F238E27FC236}">
                <a16:creationId xmlns:a16="http://schemas.microsoft.com/office/drawing/2014/main" id="{C27058EE-C36D-029A-0800-BE5ADC675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553" y="1376402"/>
            <a:ext cx="4383195" cy="468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688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01F84-D934-918A-3D73-1BAF35AF0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4E3658C-A8E9-4356-CFEB-54404C472DD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8C3929E-5D46-7BEC-3DE3-CE427951204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FD89D5-0769-10D9-A069-67A4FDB9247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4EF966-8651-C787-E572-FC279E7FBA5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D4A6AA-64F8-D86B-E068-E988EF8396D3}"/>
              </a:ext>
            </a:extLst>
          </p:cNvPr>
          <p:cNvSpPr/>
          <p:nvPr/>
        </p:nvSpPr>
        <p:spPr>
          <a:xfrm>
            <a:off x="421105" y="1212852"/>
            <a:ext cx="6633418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good </a:t>
            </a:r>
            <a:r>
              <a:rPr lang="en-US" sz="2800" b="1" i="1" dirty="0">
                <a:solidFill>
                  <a:schemeClr val="accent5">
                    <a:lumMod val="75000"/>
                  </a:schemeClr>
                </a:solidFill>
                <a:latin typeface="Bahnschrift" panose="020B0502040204020203" pitchFamily="34" charset="0"/>
              </a:rPr>
              <a:t>problem statement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should include the following: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description of the problem itself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Identifying who the solution is for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Identifying what of the problem needs to be solved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aid in your understanding of the problem, you often need context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Research, personal experience, discuss with stakeholders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41589D-C615-38F5-6AB2-42FE39DFFBE1}"/>
              </a:ext>
            </a:extLst>
          </p:cNvPr>
          <p:cNvSpPr/>
          <p:nvPr/>
        </p:nvSpPr>
        <p:spPr>
          <a:xfrm>
            <a:off x="-292849" y="155968"/>
            <a:ext cx="67208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PROBLEM STATEMENT</a:t>
            </a:r>
          </a:p>
        </p:txBody>
      </p:sp>
      <p:pic>
        <p:nvPicPr>
          <p:cNvPr id="6" name="Picture 5" descr="A person in a blue shirt&#10;&#10;AI-generated content may be incorrect.">
            <a:extLst>
              <a:ext uri="{FF2B5EF4-FFF2-40B4-BE49-F238E27FC236}">
                <a16:creationId xmlns:a16="http://schemas.microsoft.com/office/drawing/2014/main" id="{4E50413F-8965-216E-184E-238D9F3D0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705" y="1825983"/>
            <a:ext cx="4913554" cy="378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522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96626A-86EC-B02E-CFD2-23E7E39CF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024B8C9-5B9F-0824-3978-FF4C5B67D9E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524319-D64F-3E53-A4FC-E9B0F2A1638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A5D6CB-57EA-7B8F-EF7B-F62C19B564D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F5B006-F191-C941-5C97-8FE4E88761B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289BBE-71A7-6B0A-0D74-A020FD9EF609}"/>
              </a:ext>
            </a:extLst>
          </p:cNvPr>
          <p:cNvSpPr/>
          <p:nvPr/>
        </p:nvSpPr>
        <p:spPr>
          <a:xfrm>
            <a:off x="421105" y="1212852"/>
            <a:ext cx="6633418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Students often forget homework deadlines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problem?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Who is the solution designed for?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Why is the problem a problem?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the answers to these questions, and we’ll share how we interpret this single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9571F9-1684-9DF1-6FBD-668C40CF1848}"/>
              </a:ext>
            </a:extLst>
          </p:cNvPr>
          <p:cNvSpPr/>
          <p:nvPr/>
        </p:nvSpPr>
        <p:spPr>
          <a:xfrm>
            <a:off x="-292849" y="155968"/>
            <a:ext cx="67208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127868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4C493-EF3B-CC9E-0A9B-8AD180F20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10D9873-4260-22B8-19AA-6D19D0D86A9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9000AD-D232-2CE3-627A-76D19E70A67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8BAE50-57BB-5B6C-8D15-50132E7D9CC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5973B6-FAE5-C5C8-DB71-2D62EA51FF8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F30464-1C75-8F27-6EE3-191B414FC95E}"/>
              </a:ext>
            </a:extLst>
          </p:cNvPr>
          <p:cNvSpPr/>
          <p:nvPr/>
        </p:nvSpPr>
        <p:spPr>
          <a:xfrm>
            <a:off x="421105" y="1212852"/>
            <a:ext cx="6633418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Now do this: A student with dyslexia struggles with reading long passages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problem?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Who is the solution designed for?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Why is the problem a problem?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the answers to these questions, and we’ll share how we interpret this single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44D565-EC93-567D-5D89-7F65D85D5C83}"/>
              </a:ext>
            </a:extLst>
          </p:cNvPr>
          <p:cNvSpPr/>
          <p:nvPr/>
        </p:nvSpPr>
        <p:spPr>
          <a:xfrm>
            <a:off x="-292849" y="155968"/>
            <a:ext cx="67208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703337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BACDFE-19EC-CB6C-C737-84B59C582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2999FC6-6320-4710-AFE7-1302205FD98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FF3D76-13F3-F277-A54A-17400AFCFD0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0CA7FE-8FB8-FAB5-6CF9-B5530419312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7295B7-CB14-418C-0709-6078BFF93AB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4A505C-97AB-E157-ADA7-F02A9FC7EBC5}"/>
              </a:ext>
            </a:extLst>
          </p:cNvPr>
          <p:cNvSpPr/>
          <p:nvPr/>
        </p:nvSpPr>
        <p:spPr>
          <a:xfrm>
            <a:off x="421105" y="1212852"/>
            <a:ext cx="10691824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Now, with our problem clearly defined, let’s identify some possible constraints &amp; </a:t>
            </a:r>
            <a:r>
              <a:rPr lang="en-US" sz="2800" dirty="0" err="1">
                <a:latin typeface="Bahnschrift" panose="020B0502040204020203" pitchFamily="34" charset="0"/>
              </a:rPr>
              <a:t>limtations</a:t>
            </a:r>
            <a:endParaRPr lang="en-US" sz="2800" dirty="0"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Common examples include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Tech (hardware/software requirements)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Money (“Economic aspect”)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Legislation (Regulations as well as social, ethical things)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Staffing/Hands on deck (Operational issues)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Schedule/Time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B4CA4A-5365-A99C-4620-8299D1D3FF98}"/>
              </a:ext>
            </a:extLst>
          </p:cNvPr>
          <p:cNvSpPr/>
          <p:nvPr/>
        </p:nvSpPr>
        <p:spPr>
          <a:xfrm>
            <a:off x="-292850" y="155968"/>
            <a:ext cx="787649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CONSTRAINTS &amp; LIMITATIONS</a:t>
            </a:r>
          </a:p>
        </p:txBody>
      </p:sp>
    </p:spTree>
    <p:extLst>
      <p:ext uri="{BB962C8B-B14F-4D97-AF65-F5344CB8AC3E}">
        <p14:creationId xmlns:p14="http://schemas.microsoft.com/office/powerpoint/2010/main" val="2740944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AEF5B-8219-4B80-C6DF-6B46D15EC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8910D2A-3FF8-CE41-7AF4-4918FE52876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F0AE79-A867-F600-66C6-FFB811413A9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B8B088C-1653-4682-1843-3F2718DFE5E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2668D2-3E6F-7330-F8BD-B7E29040E12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B1EC1E-915D-16B6-8881-F308E40A6D9B}"/>
              </a:ext>
            </a:extLst>
          </p:cNvPr>
          <p:cNvSpPr/>
          <p:nvPr/>
        </p:nvSpPr>
        <p:spPr>
          <a:xfrm>
            <a:off x="421105" y="1212852"/>
            <a:ext cx="10691824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Working off of YOUR problem statement, what might the limitations be for the “</a:t>
            </a:r>
            <a:r>
              <a:rPr lang="en-US" sz="2800" dirty="0">
                <a:latin typeface="Bahnschrift" panose="020B0502040204020203" pitchFamily="34" charset="0"/>
              </a:rPr>
              <a:t>Students often forget homework deadlines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” problem?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9A069B-E300-00A3-CAA7-AEB22B8E6730}"/>
              </a:ext>
            </a:extLst>
          </p:cNvPr>
          <p:cNvSpPr/>
          <p:nvPr/>
        </p:nvSpPr>
        <p:spPr>
          <a:xfrm>
            <a:off x="-292850" y="155968"/>
            <a:ext cx="787649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CONSTRAINTS &amp; LIMITATIONS</a:t>
            </a:r>
          </a:p>
        </p:txBody>
      </p:sp>
    </p:spTree>
    <p:extLst>
      <p:ext uri="{BB962C8B-B14F-4D97-AF65-F5344CB8AC3E}">
        <p14:creationId xmlns:p14="http://schemas.microsoft.com/office/powerpoint/2010/main" val="2901069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2E005-6E98-23C7-4393-751BC150D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E32C908-5E46-102A-88B7-AD19BB96F01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15F69C1-B485-A96A-C9F2-F9619025A9C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1B7D8F-C874-8A17-64D0-9E66A254A74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0E6944-5E49-04D1-082E-8EF42ED157E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08251-CCF8-3879-F085-5F3FC5DABDC1}"/>
              </a:ext>
            </a:extLst>
          </p:cNvPr>
          <p:cNvSpPr/>
          <p:nvPr/>
        </p:nvSpPr>
        <p:spPr>
          <a:xfrm>
            <a:off x="421105" y="1212852"/>
            <a:ext cx="10691824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Working off of YOUR problem statement, what might the limitations be for the “</a:t>
            </a:r>
            <a:r>
              <a:rPr lang="en-US" sz="2800" dirty="0">
                <a:latin typeface="Bahnschrift" panose="020B0502040204020203" pitchFamily="34" charset="0"/>
              </a:rPr>
              <a:t>A student with dyslexia struggles with reading long passages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” problem?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32A4A6-62B3-369E-3E6E-A629075B5329}"/>
              </a:ext>
            </a:extLst>
          </p:cNvPr>
          <p:cNvSpPr/>
          <p:nvPr/>
        </p:nvSpPr>
        <p:spPr>
          <a:xfrm>
            <a:off x="-292850" y="155968"/>
            <a:ext cx="787649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CONSTRAINTS &amp; LIMITATIONS</a:t>
            </a:r>
          </a:p>
        </p:txBody>
      </p:sp>
    </p:spTree>
    <p:extLst>
      <p:ext uri="{BB962C8B-B14F-4D97-AF65-F5344CB8AC3E}">
        <p14:creationId xmlns:p14="http://schemas.microsoft.com/office/powerpoint/2010/main" val="2166109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9269D-D244-B200-15E5-2C505F50D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95BF8D9-1F38-C800-0ED4-10247D2257C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0F9FCB-A6A8-B89E-1D68-0EB8E5DB027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9E6331-AB2E-3C05-FD29-7020157399A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AC5B8B-5D46-A556-027C-5369C9602A0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51260-B08C-A456-6653-6DE137935D60}"/>
              </a:ext>
            </a:extLst>
          </p:cNvPr>
          <p:cNvSpPr/>
          <p:nvPr/>
        </p:nvSpPr>
        <p:spPr>
          <a:xfrm>
            <a:off x="421105" y="1212852"/>
            <a:ext cx="10691824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 that we have our limitations, let’s explicitly outline the goals of our solution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I have the “students often forget homework deadlines” problem, maybe my goals look like this: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Students are able to view every currently assigned homework due date at the same time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Students are able to view these due dates at any time or place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information is digestible and clear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Responsibility and timeliness is encouraged in students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DF54F-3544-77E7-50AE-14553992C718}"/>
              </a:ext>
            </a:extLst>
          </p:cNvPr>
          <p:cNvSpPr/>
          <p:nvPr/>
        </p:nvSpPr>
        <p:spPr>
          <a:xfrm>
            <a:off x="-292849" y="155968"/>
            <a:ext cx="621547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GOALS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5660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3E37D-892E-35AF-D3F8-168F6B01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7C32531-DBC0-9366-90F1-1F2F806DD46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1271E9-FDD4-1F9A-458A-431E38187DA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E88BAC-7150-59C6-85FA-AED41F35AAD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2EE4CE-05C1-1F34-5B57-9B98399AB2B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15744F-3388-183B-92DC-8143B32F8265}"/>
              </a:ext>
            </a:extLst>
          </p:cNvPr>
          <p:cNvSpPr/>
          <p:nvPr/>
        </p:nvSpPr>
        <p:spPr>
          <a:xfrm>
            <a:off x="421105" y="1212852"/>
            <a:ext cx="10691824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to meet these requirements, there’s a lot that can be done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could be as complex as a website like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ManageBac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that centrally locates all of the information about assignments that they can log into from anywhere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could be as simple as literally giving each student a special schedule planner and a little bit of time in class to note down each homework as it’s assigned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(although this obviously likely wouldn’t be given to the tech department lol)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B47E69-04B0-EECF-358C-E0A1A1494DE9}"/>
              </a:ext>
            </a:extLst>
          </p:cNvPr>
          <p:cNvSpPr/>
          <p:nvPr/>
        </p:nvSpPr>
        <p:spPr>
          <a:xfrm>
            <a:off x="-292849" y="155968"/>
            <a:ext cx="621547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GOALS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2093926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1EC77-51BB-9699-5C4F-B009188E8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4259558-355B-B903-1208-73598A3F825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8CC797-5A2E-0DDC-FDD1-1067DEDCA67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5C2584-3761-FADB-5AFA-AB435DCDC1B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5AF861-EC5B-21BD-2C85-C3379C1EA49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6D0FA5-F91E-DEC9-81DC-D31E40B4DB08}"/>
              </a:ext>
            </a:extLst>
          </p:cNvPr>
          <p:cNvSpPr/>
          <p:nvPr/>
        </p:nvSpPr>
        <p:spPr>
          <a:xfrm>
            <a:off x="421105" y="1212852"/>
            <a:ext cx="10691824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might the goals &amp; objectives of the dyslexia problem’s solution be?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DBCBEE-5739-0513-F779-CEDF9659F579}"/>
              </a:ext>
            </a:extLst>
          </p:cNvPr>
          <p:cNvSpPr/>
          <p:nvPr/>
        </p:nvSpPr>
        <p:spPr>
          <a:xfrm>
            <a:off x="-292849" y="155968"/>
            <a:ext cx="621547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GOALS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3781759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0F99D-762C-8D88-9297-D63DB091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FC74656-E4A7-E4AD-ECE0-58776C91F59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7A61B3-3FB7-6FB9-773D-1B60BB658A8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F25C04-5A0A-DB65-3EB5-569347A305F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C06700-A529-85FA-15EB-2A43C26EDF5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DCC747-8E6F-1452-C315-A397B37A5857}"/>
              </a:ext>
            </a:extLst>
          </p:cNvPr>
          <p:cNvSpPr/>
          <p:nvPr/>
        </p:nvSpPr>
        <p:spPr>
          <a:xfrm>
            <a:off x="421105" y="1212852"/>
            <a:ext cx="10691824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Assuming that we are using a website for reminding students of their homework due dates…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assume the inputs for this system would be the homework assignment information 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Date, name, class,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attatchments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etc.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assume that the outputs for the system would be the information as displayed to students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list of (likely sorted), categorized, assignments and their due dates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92270E-61FF-60DD-C998-EDD3342936B1}"/>
              </a:ext>
            </a:extLst>
          </p:cNvPr>
          <p:cNvSpPr/>
          <p:nvPr/>
        </p:nvSpPr>
        <p:spPr>
          <a:xfrm>
            <a:off x="-136085" y="155968"/>
            <a:ext cx="482290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INPUT &amp; OUTPUT</a:t>
            </a:r>
          </a:p>
        </p:txBody>
      </p:sp>
    </p:spTree>
    <p:extLst>
      <p:ext uri="{BB962C8B-B14F-4D97-AF65-F5344CB8AC3E}">
        <p14:creationId xmlns:p14="http://schemas.microsoft.com/office/powerpoint/2010/main" val="66932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56AF0-6AD9-10FD-7D9B-1BA6296D7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6654654-1A10-31DB-5BE5-92D5280ABD2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4045B0-B14C-B88B-E946-0B0246FBEAC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597B78-0227-61A3-E1D4-3D7B5BD73AC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6D30D6-CEE0-FF4F-3812-7980401905D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4BD49E-E6CE-9A87-4F4C-67ED4300780F}"/>
              </a:ext>
            </a:extLst>
          </p:cNvPr>
          <p:cNvSpPr/>
          <p:nvPr/>
        </p:nvSpPr>
        <p:spPr>
          <a:xfrm>
            <a:off x="421105" y="1212852"/>
            <a:ext cx="10691824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could even take this further by making a mock-up of what we would like the output to look like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A23E6E-49E4-B97A-334E-A55823BC3874}"/>
              </a:ext>
            </a:extLst>
          </p:cNvPr>
          <p:cNvSpPr/>
          <p:nvPr/>
        </p:nvSpPr>
        <p:spPr>
          <a:xfrm>
            <a:off x="-136085" y="155968"/>
            <a:ext cx="482290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INPUT &amp; OUTPUT</a:t>
            </a:r>
          </a:p>
        </p:txBody>
      </p:sp>
    </p:spTree>
    <p:extLst>
      <p:ext uri="{BB962C8B-B14F-4D97-AF65-F5344CB8AC3E}">
        <p14:creationId xmlns:p14="http://schemas.microsoft.com/office/powerpoint/2010/main" val="938138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0D6F6-C73C-3234-8A48-55B6BF28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41AB8E4-FDF7-BEC6-89B3-3935D39CC33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27D481-8974-DF4F-C5A8-94F76976C2E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BD9278-1184-A14F-2223-730DFDB1A01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851642-B926-7E48-BED4-850C1240249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F27AF0-4918-FCDC-280B-39619598CC18}"/>
              </a:ext>
            </a:extLst>
          </p:cNvPr>
          <p:cNvSpPr/>
          <p:nvPr/>
        </p:nvSpPr>
        <p:spPr>
          <a:xfrm>
            <a:off x="421105" y="1212852"/>
            <a:ext cx="10691824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might our inputs and outputs look like for the dyslexia system?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 your previous ideas to create this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6840BF-638B-0176-5943-5906566E9BCD}"/>
              </a:ext>
            </a:extLst>
          </p:cNvPr>
          <p:cNvSpPr/>
          <p:nvPr/>
        </p:nvSpPr>
        <p:spPr>
          <a:xfrm>
            <a:off x="-136085" y="155968"/>
            <a:ext cx="482290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INPUT &amp; OUTPUT</a:t>
            </a:r>
          </a:p>
        </p:txBody>
      </p:sp>
    </p:spTree>
    <p:extLst>
      <p:ext uri="{BB962C8B-B14F-4D97-AF65-F5344CB8AC3E}">
        <p14:creationId xmlns:p14="http://schemas.microsoft.com/office/powerpoint/2010/main" val="1749185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EFBADA-8209-7FC7-7AE4-0E4E10A54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B4EA54D-6DD6-239C-78C3-1357B9405F5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FC5342-D8BB-3670-6F03-A4E58A09E6C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2F972F-3DE0-5E4C-8626-B79DEFA9711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8477DF-70E7-9A0F-AFAB-FC3AB81D335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1522C7-0A39-86B0-239B-8736A1462045}"/>
              </a:ext>
            </a:extLst>
          </p:cNvPr>
          <p:cNvSpPr/>
          <p:nvPr/>
        </p:nvSpPr>
        <p:spPr>
          <a:xfrm>
            <a:off x="421105" y="1212852"/>
            <a:ext cx="10691824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We’ll need some success criteria to evaluate our problem’s solution 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You’ve probably had experience with writing success criteria for your MYP personal project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You’ll have even more experience with this during your IA in this class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F1F4DC-4661-EEE6-8B5F-5D5A28B12C70}"/>
              </a:ext>
            </a:extLst>
          </p:cNvPr>
          <p:cNvSpPr/>
          <p:nvPr/>
        </p:nvSpPr>
        <p:spPr>
          <a:xfrm>
            <a:off x="-264401" y="155968"/>
            <a:ext cx="623208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EVALUATION CRITERIA</a:t>
            </a:r>
          </a:p>
        </p:txBody>
      </p:sp>
    </p:spTree>
    <p:extLst>
      <p:ext uri="{BB962C8B-B14F-4D97-AF65-F5344CB8AC3E}">
        <p14:creationId xmlns:p14="http://schemas.microsoft.com/office/powerpoint/2010/main" val="278355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840A8-FB07-94BA-25AF-02D7021E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59AD098-765D-7357-DB8E-C2E4295C165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2976CB-9E45-7D41-5811-92FBA54FC52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DFB1CB-673F-8E07-EAAC-33FD4A39F83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E327B4-3887-6E26-9102-0ED6986FE49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7E0277-4E06-DEAE-2DC0-7B83A1444DA2}"/>
              </a:ext>
            </a:extLst>
          </p:cNvPr>
          <p:cNvSpPr/>
          <p:nvPr/>
        </p:nvSpPr>
        <p:spPr>
          <a:xfrm>
            <a:off x="421105" y="1212852"/>
            <a:ext cx="11391588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For the homework problem, our success criteria may look like this (we may want to base these on our goals from previous):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Technical Goals: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Students must be able to check deadlines easily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Students should receive automatic reminders (email, text)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Deadlines should be able to be added using 3-4 clicks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Deadlines should be viewable using 3-4 clicks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Deadlines must always match teacher input (no errors)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Impact Goals: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&gt;70% report finding the system helpful to keep track of deadlines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&gt;50% reduction in missed homework deadlines in students using system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&gt;80% of students use the system weekly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C5E4E-5B66-6FD6-7F23-BB4F2DE2272F}"/>
              </a:ext>
            </a:extLst>
          </p:cNvPr>
          <p:cNvSpPr/>
          <p:nvPr/>
        </p:nvSpPr>
        <p:spPr>
          <a:xfrm>
            <a:off x="-264401" y="155968"/>
            <a:ext cx="623208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EVALUATION CRITERIA</a:t>
            </a:r>
          </a:p>
        </p:txBody>
      </p:sp>
    </p:spTree>
    <p:extLst>
      <p:ext uri="{BB962C8B-B14F-4D97-AF65-F5344CB8AC3E}">
        <p14:creationId xmlns:p14="http://schemas.microsoft.com/office/powerpoint/2010/main" val="599846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C79CF-8E82-0CF3-C947-BFA7CA1BE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C49EB26-CE33-DC95-9733-F26C11B9660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CECB9A4-73FD-FA58-C307-2710FAADB6F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EE12B77-BDDE-93BF-018A-839A95DF010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37A6AC-3809-D34E-D0FA-99110B196BD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0D126-D8D6-14DA-1082-E5CB3BE63471}"/>
              </a:ext>
            </a:extLst>
          </p:cNvPr>
          <p:cNvSpPr/>
          <p:nvPr/>
        </p:nvSpPr>
        <p:spPr>
          <a:xfrm>
            <a:off x="421105" y="1212852"/>
            <a:ext cx="11391588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 try to make success criteria for the dyslexia system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can be hard to use specific numbers without data ahead of time, so you can make these numbers up for our purposes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F26DED-7907-A490-09D0-FCB89FA2DD7B}"/>
              </a:ext>
            </a:extLst>
          </p:cNvPr>
          <p:cNvSpPr/>
          <p:nvPr/>
        </p:nvSpPr>
        <p:spPr>
          <a:xfrm>
            <a:off x="-264401" y="155968"/>
            <a:ext cx="623208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EVALUATION CRITERIA</a:t>
            </a:r>
          </a:p>
        </p:txBody>
      </p:sp>
    </p:spTree>
    <p:extLst>
      <p:ext uri="{BB962C8B-B14F-4D97-AF65-F5344CB8AC3E}">
        <p14:creationId xmlns:p14="http://schemas.microsoft.com/office/powerpoint/2010/main" val="2067983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4F8DA-D938-F7F4-B5C4-53DAC49D9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2694DBE-72DC-0B08-04D3-66E56D0C3FF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C961A1-7D0D-0E56-AB74-F7701CBF340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F9F33F-3F2E-2600-679F-1DFA84D31CF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4C4391-39FE-3B88-7252-F74AE8B6D1D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391450-195D-1C27-E08D-BF700D2562FF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Python code to accomplish this is on the right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base case is if b = 0, meaning that we have found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gcd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work through the example of 36 and 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74730C-5A5E-AF40-0180-AD1FC263206C}"/>
              </a:ext>
            </a:extLst>
          </p:cNvPr>
          <p:cNvSpPr/>
          <p:nvPr/>
        </p:nvSpPr>
        <p:spPr>
          <a:xfrm>
            <a:off x="-292850" y="155968"/>
            <a:ext cx="760804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GREATEST COMMON DIVISOR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483123-D73D-86DB-7077-AD3C9C423C45}"/>
              </a:ext>
            </a:extLst>
          </p:cNvPr>
          <p:cNvSpPr/>
          <p:nvPr/>
        </p:nvSpPr>
        <p:spPr>
          <a:xfrm>
            <a:off x="6031992" y="1176113"/>
            <a:ext cx="5344312" cy="54284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584500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4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gcd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</a:t>
            </a:r>
            <a:b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gcd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%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gcd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36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474733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E5E61-F273-0A53-4797-D23199277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17D2387-CED5-CCCD-3E05-765F0BCBDAF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D01EF5-1375-F80D-0C5F-69EDC25B83E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8D75D0-850A-C628-1344-DDB85DADC83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0CCF39-22C0-060A-E212-FAA486C8094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B9EEDC-31EE-6A4E-EE39-88E63DDA80FD}"/>
              </a:ext>
            </a:extLst>
          </p:cNvPr>
          <p:cNvSpPr/>
          <p:nvPr/>
        </p:nvSpPr>
        <p:spPr>
          <a:xfrm>
            <a:off x="421105" y="1212852"/>
            <a:ext cx="11391588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find WS B1-1 on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!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Have fun!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8B139-4865-BF2F-9954-96AC6B99A7E6}"/>
              </a:ext>
            </a:extLst>
          </p:cNvPr>
          <p:cNvSpPr/>
          <p:nvPr/>
        </p:nvSpPr>
        <p:spPr>
          <a:xfrm>
            <a:off x="-562428" y="155968"/>
            <a:ext cx="1021442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WORK </a:t>
            </a:r>
            <a:r>
              <a:rPr lang="en-US" sz="4400" dirty="0" err="1">
                <a:latin typeface="Bahnschrift SemiBold" panose="020B0502040204020203" pitchFamily="34" charset="0"/>
              </a:rPr>
              <a:t>WORK</a:t>
            </a:r>
            <a:r>
              <a:rPr lang="en-US" sz="4400" dirty="0">
                <a:latin typeface="Bahnschrift SemiBold" panose="020B0502040204020203" pitchFamily="34" charset="0"/>
              </a:rPr>
              <a:t> </a:t>
            </a:r>
            <a:r>
              <a:rPr lang="en-US" sz="4400" dirty="0" err="1">
                <a:latin typeface="Bahnschrift SemiBold" panose="020B0502040204020203" pitchFamily="34" charset="0"/>
              </a:rPr>
              <a:t>WORK</a:t>
            </a:r>
            <a:r>
              <a:rPr lang="en-US" sz="4400" dirty="0">
                <a:latin typeface="Bahnschrift SemiBold" panose="020B0502040204020203" pitchFamily="34" charset="0"/>
              </a:rPr>
              <a:t> </a:t>
            </a:r>
            <a:r>
              <a:rPr lang="en-US" sz="4400" dirty="0" err="1">
                <a:latin typeface="Bahnschrift SemiBold" panose="020B0502040204020203" pitchFamily="34" charset="0"/>
              </a:rPr>
              <a:t>WORK</a:t>
            </a:r>
            <a:r>
              <a:rPr lang="en-US" sz="4400" dirty="0">
                <a:latin typeface="Bahnschrift SemiBold" panose="020B0502040204020203" pitchFamily="34" charset="0"/>
              </a:rPr>
              <a:t> WORKSHEET</a:t>
            </a:r>
          </a:p>
        </p:txBody>
      </p:sp>
    </p:spTree>
    <p:extLst>
      <p:ext uri="{BB962C8B-B14F-4D97-AF65-F5344CB8AC3E}">
        <p14:creationId xmlns:p14="http://schemas.microsoft.com/office/powerpoint/2010/main" val="155687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3181874" y="4727575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15845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061287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662651" cy="548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Recursion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7583</TotalTime>
  <Words>1126</Words>
  <Application>Microsoft Office PowerPoint</Application>
  <PresentationFormat>Widescreen</PresentationFormat>
  <Paragraphs>125</Paragraphs>
  <Slides>27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13</cp:revision>
  <dcterms:created xsi:type="dcterms:W3CDTF">2025-08-11T14:07:39Z</dcterms:created>
  <dcterms:modified xsi:type="dcterms:W3CDTF">2025-10-01T15:25:51Z</dcterms:modified>
</cp:coreProperties>
</file>