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96" r:id="rId6"/>
    <p:sldId id="309" r:id="rId7"/>
    <p:sldId id="261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75CF0-4FE0-4894-816A-981A33D5349B}" v="57" dt="2025-08-15T15:30:23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CA975CF0-4FE0-4894-816A-981A33D5349B}"/>
    <pc:docChg chg="undo redo custSel addSld delSld modSld sldOrd">
      <pc:chgData name="Michael Hill" userId="41dba03d-e58d-4389-9894-554c10310ba4" providerId="ADAL" clId="{CA975CF0-4FE0-4894-816A-981A33D5349B}" dt="2025-08-18T13:27:05.312" v="4792" actId="20577"/>
      <pc:docMkLst>
        <pc:docMk/>
      </pc:docMkLst>
      <pc:sldChg chg="modSp mod ord">
        <pc:chgData name="Michael Hill" userId="41dba03d-e58d-4389-9894-554c10310ba4" providerId="ADAL" clId="{CA975CF0-4FE0-4894-816A-981A33D5349B}" dt="2025-08-15T14:34:59.040" v="94"/>
        <pc:sldMkLst>
          <pc:docMk/>
          <pc:sldMk cId="1878848435" sldId="256"/>
        </pc:sldMkLst>
        <pc:spChg chg="mod">
          <ac:chgData name="Michael Hill" userId="41dba03d-e58d-4389-9894-554c10310ba4" providerId="ADAL" clId="{CA975CF0-4FE0-4894-816A-981A33D5349B}" dt="2025-08-15T14:30:00.960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CA975CF0-4FE0-4894-816A-981A33D5349B}" dt="2025-08-15T14:30:06.601" v="11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CA975CF0-4FE0-4894-816A-981A33D5349B}" dt="2025-08-15T14:34:53.718" v="92" actId="20577"/>
        <pc:sldMkLst>
          <pc:docMk/>
          <pc:sldMk cId="854122100" sldId="257"/>
        </pc:sldMkLst>
        <pc:spChg chg="mod">
          <ac:chgData name="Michael Hill" userId="41dba03d-e58d-4389-9894-554c10310ba4" providerId="ADAL" clId="{CA975CF0-4FE0-4894-816A-981A33D5349B}" dt="2025-08-15T14:34:53.718" v="92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CA975CF0-4FE0-4894-816A-981A33D5349B}" dt="2025-08-15T14:38:42.500" v="284" actId="20577"/>
        <pc:sldMkLst>
          <pc:docMk/>
          <pc:sldMk cId="1910594286" sldId="258"/>
        </pc:sldMkLst>
        <pc:spChg chg="mod">
          <ac:chgData name="Michael Hill" userId="41dba03d-e58d-4389-9894-554c10310ba4" providerId="ADAL" clId="{CA975CF0-4FE0-4894-816A-981A33D5349B}" dt="2025-08-15T14:38:42.500" v="284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mod">
        <pc:chgData name="Michael Hill" userId="41dba03d-e58d-4389-9894-554c10310ba4" providerId="ADAL" clId="{CA975CF0-4FE0-4894-816A-981A33D5349B}" dt="2025-08-15T15:08:50.850" v="1994" actId="478"/>
        <pc:sldMkLst>
          <pc:docMk/>
          <pc:sldMk cId="3307172092" sldId="261"/>
        </pc:sldMkLst>
        <pc:spChg chg="add mod">
          <ac:chgData name="Michael Hill" userId="41dba03d-e58d-4389-9894-554c10310ba4" providerId="ADAL" clId="{CA975CF0-4FE0-4894-816A-981A33D5349B}" dt="2025-08-15T14:57:56.991" v="1288" actId="1076"/>
          <ac:spMkLst>
            <pc:docMk/>
            <pc:sldMk cId="3307172092" sldId="261"/>
            <ac:spMk id="3" creationId="{C3E9621A-7D02-0E4C-39EA-2B41D2E83867}"/>
          </ac:spMkLst>
        </pc:spChg>
        <pc:spChg chg="add mod">
          <ac:chgData name="Michael Hill" userId="41dba03d-e58d-4389-9894-554c10310ba4" providerId="ADAL" clId="{CA975CF0-4FE0-4894-816A-981A33D5349B}" dt="2025-08-15T14:58:19.361" v="1409" actId="20577"/>
          <ac:spMkLst>
            <pc:docMk/>
            <pc:sldMk cId="3307172092" sldId="261"/>
            <ac:spMk id="4" creationId="{F7024F45-2F90-12B9-105C-056344532354}"/>
          </ac:spMkLst>
        </pc:spChg>
        <pc:spChg chg="mod">
          <ac:chgData name="Michael Hill" userId="41dba03d-e58d-4389-9894-554c10310ba4" providerId="ADAL" clId="{CA975CF0-4FE0-4894-816A-981A33D5349B}" dt="2025-08-15T14:54:34.284" v="926" actId="1076"/>
          <ac:spMkLst>
            <pc:docMk/>
            <pc:sldMk cId="3307172092" sldId="261"/>
            <ac:spMk id="5" creationId="{403C02FC-7E07-3A7E-6B2B-FD078F0B388B}"/>
          </ac:spMkLst>
        </pc:spChg>
        <pc:spChg chg="add mod">
          <ac:chgData name="Michael Hill" userId="41dba03d-e58d-4389-9894-554c10310ba4" providerId="ADAL" clId="{CA975CF0-4FE0-4894-816A-981A33D5349B}" dt="2025-08-15T14:58:22.300" v="1410" actId="1076"/>
          <ac:spMkLst>
            <pc:docMk/>
            <pc:sldMk cId="3307172092" sldId="261"/>
            <ac:spMk id="6" creationId="{532C1822-7784-4E28-B7DD-BEE0E1B0EC54}"/>
          </ac:spMkLst>
        </pc:spChg>
        <pc:spChg chg="mod">
          <ac:chgData name="Michael Hill" userId="41dba03d-e58d-4389-9894-554c10310ba4" providerId="ADAL" clId="{CA975CF0-4FE0-4894-816A-981A33D5349B}" dt="2025-08-15T14:56:00.109" v="1278" actId="14100"/>
          <ac:spMkLst>
            <pc:docMk/>
            <pc:sldMk cId="3307172092" sldId="261"/>
            <ac:spMk id="8" creationId="{376C31C9-62DC-3675-D099-2F45431523AD}"/>
          </ac:spMkLst>
        </pc:spChg>
        <pc:spChg chg="mod">
          <ac:chgData name="Michael Hill" userId="41dba03d-e58d-4389-9894-554c10310ba4" providerId="ADAL" clId="{CA975CF0-4FE0-4894-816A-981A33D5349B}" dt="2025-08-15T14:58:02.481" v="1290" actId="14100"/>
          <ac:spMkLst>
            <pc:docMk/>
            <pc:sldMk cId="3307172092" sldId="261"/>
            <ac:spMk id="11" creationId="{7B456498-B9E2-4B79-A91D-F6C15F0622FF}"/>
          </ac:spMkLst>
        </pc:spChg>
        <pc:spChg chg="mod">
          <ac:chgData name="Michael Hill" userId="41dba03d-e58d-4389-9894-554c10310ba4" providerId="ADAL" clId="{CA975CF0-4FE0-4894-816A-981A33D5349B}" dt="2025-08-15T14:58:00.712" v="1289" actId="1076"/>
          <ac:spMkLst>
            <pc:docMk/>
            <pc:sldMk cId="3307172092" sldId="261"/>
            <ac:spMk id="12" creationId="{FEC97D9B-BE6D-4324-3769-54ADF5CA3B3F}"/>
          </ac:spMkLst>
        </pc:spChg>
      </pc:sldChg>
      <pc:sldChg chg="modSp mod">
        <pc:chgData name="Michael Hill" userId="41dba03d-e58d-4389-9894-554c10310ba4" providerId="ADAL" clId="{CA975CF0-4FE0-4894-816A-981A33D5349B}" dt="2025-08-15T15:34:43.396" v="4753" actId="20577"/>
        <pc:sldMkLst>
          <pc:docMk/>
          <pc:sldMk cId="510623671" sldId="276"/>
        </pc:sldMkLst>
        <pc:spChg chg="mod">
          <ac:chgData name="Michael Hill" userId="41dba03d-e58d-4389-9894-554c10310ba4" providerId="ADAL" clId="{CA975CF0-4FE0-4894-816A-981A33D5349B}" dt="2025-08-15T15:31:08.650" v="4181" actId="20577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CA975CF0-4FE0-4894-816A-981A33D5349B}" dt="2025-08-15T15:34:43.396" v="4753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1427619156" sldId="277"/>
        </pc:sldMkLst>
      </pc:sldChg>
      <pc:sldChg chg="addSp modSp mod">
        <pc:chgData name="Michael Hill" userId="41dba03d-e58d-4389-9894-554c10310ba4" providerId="ADAL" clId="{CA975CF0-4FE0-4894-816A-981A33D5349B}" dt="2025-08-15T14:44:59.703" v="288" actId="2711"/>
        <pc:sldMkLst>
          <pc:docMk/>
          <pc:sldMk cId="2098128014" sldId="287"/>
        </pc:sldMkLst>
        <pc:spChg chg="mod">
          <ac:chgData name="Michael Hill" userId="41dba03d-e58d-4389-9894-554c10310ba4" providerId="ADAL" clId="{CA975CF0-4FE0-4894-816A-981A33D5349B}" dt="2025-08-15T14:44:59.703" v="288" actId="2711"/>
          <ac:spMkLst>
            <pc:docMk/>
            <pc:sldMk cId="2098128014" sldId="287"/>
            <ac:spMk id="2" creationId="{C08FB888-0AB5-FFCE-3B03-42E730CCD99C}"/>
          </ac:spMkLst>
        </pc:spChg>
        <pc:spChg chg="add mod">
          <ac:chgData name="Michael Hill" userId="41dba03d-e58d-4389-9894-554c10310ba4" providerId="ADAL" clId="{CA975CF0-4FE0-4894-816A-981A33D5349B}" dt="2025-08-15T14:41:14.749" v="286" actId="21"/>
          <ac:spMkLst>
            <pc:docMk/>
            <pc:sldMk cId="2098128014" sldId="287"/>
            <ac:spMk id="3" creationId="{6C7CACCA-88A2-59CF-CE72-3A7A34C142F4}"/>
          </ac:spMkLst>
        </pc:spChg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3906770352" sldId="288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2527467720" sldId="291"/>
        </pc:sldMkLst>
      </pc:sldChg>
      <pc:sldChg chg="modSp mod">
        <pc:chgData name="Michael Hill" userId="41dba03d-e58d-4389-9894-554c10310ba4" providerId="ADAL" clId="{CA975CF0-4FE0-4894-816A-981A33D5349B}" dt="2025-08-18T13:27:05.312" v="4792" actId="20577"/>
        <pc:sldMkLst>
          <pc:docMk/>
          <pc:sldMk cId="1115561923" sldId="296"/>
        </pc:sldMkLst>
        <pc:spChg chg="mod">
          <ac:chgData name="Michael Hill" userId="41dba03d-e58d-4389-9894-554c10310ba4" providerId="ADAL" clId="{CA975CF0-4FE0-4894-816A-981A33D5349B}" dt="2025-08-15T14:46:34.954" v="339" actId="1076"/>
          <ac:spMkLst>
            <pc:docMk/>
            <pc:sldMk cId="1115561923" sldId="296"/>
            <ac:spMk id="5" creationId="{E7C36B6E-C7A9-A4FD-E620-C5311C6F21D8}"/>
          </ac:spMkLst>
        </pc:spChg>
        <pc:spChg chg="mod">
          <ac:chgData name="Michael Hill" userId="41dba03d-e58d-4389-9894-554c10310ba4" providerId="ADAL" clId="{CA975CF0-4FE0-4894-816A-981A33D5349B}" dt="2025-08-18T13:27:05.312" v="4792" actId="20577"/>
          <ac:spMkLst>
            <pc:docMk/>
            <pc:sldMk cId="1115561923" sldId="296"/>
            <ac:spMk id="8" creationId="{F5B9035B-30AE-5146-EAAA-4FE8A28402EB}"/>
          </ac:spMkLst>
        </pc:spChg>
      </pc:sldChg>
      <pc:sldChg chg="del">
        <pc:chgData name="Michael Hill" userId="41dba03d-e58d-4389-9894-554c10310ba4" providerId="ADAL" clId="{CA975CF0-4FE0-4894-816A-981A33D5349B}" dt="2025-08-15T14:54:10.663" v="883" actId="47"/>
        <pc:sldMkLst>
          <pc:docMk/>
          <pc:sldMk cId="2900713034" sldId="297"/>
        </pc:sldMkLst>
      </pc:sldChg>
      <pc:sldChg chg="del">
        <pc:chgData name="Michael Hill" userId="41dba03d-e58d-4389-9894-554c10310ba4" providerId="ADAL" clId="{CA975CF0-4FE0-4894-816A-981A33D5349B}" dt="2025-08-15T14:54:10.663" v="883" actId="47"/>
        <pc:sldMkLst>
          <pc:docMk/>
          <pc:sldMk cId="4285025105" sldId="298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1414907375" sldId="299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3717844468" sldId="300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149963755" sldId="301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224491146" sldId="302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706074467" sldId="303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2096883273" sldId="304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1945025085" sldId="305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313228135" sldId="306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3287027483" sldId="307"/>
        </pc:sldMkLst>
      </pc:sldChg>
      <pc:sldChg chg="del">
        <pc:chgData name="Michael Hill" userId="41dba03d-e58d-4389-9894-554c10310ba4" providerId="ADAL" clId="{CA975CF0-4FE0-4894-816A-981A33D5349B}" dt="2025-08-15T14:57:52.907" v="1286" actId="47"/>
        <pc:sldMkLst>
          <pc:docMk/>
          <pc:sldMk cId="2060426578" sldId="308"/>
        </pc:sldMkLst>
      </pc:sldChg>
      <pc:sldChg chg="addSp delSp modSp add mod">
        <pc:chgData name="Michael Hill" userId="41dba03d-e58d-4389-9894-554c10310ba4" providerId="ADAL" clId="{CA975CF0-4FE0-4894-816A-981A33D5349B}" dt="2025-08-15T14:53:13.088" v="882" actId="1076"/>
        <pc:sldMkLst>
          <pc:docMk/>
          <pc:sldMk cId="3779577273" sldId="309"/>
        </pc:sldMkLst>
        <pc:spChg chg="add mod">
          <ac:chgData name="Michael Hill" userId="41dba03d-e58d-4389-9894-554c10310ba4" providerId="ADAL" clId="{CA975CF0-4FE0-4894-816A-981A33D5349B}" dt="2025-08-15T14:53:00.526" v="861" actId="1076"/>
          <ac:spMkLst>
            <pc:docMk/>
            <pc:sldMk cId="3779577273" sldId="309"/>
            <ac:spMk id="4" creationId="{60506C1B-1958-63EE-3C4A-BE79AD491E4E}"/>
          </ac:spMkLst>
        </pc:spChg>
        <pc:spChg chg="mod">
          <ac:chgData name="Michael Hill" userId="41dba03d-e58d-4389-9894-554c10310ba4" providerId="ADAL" clId="{CA975CF0-4FE0-4894-816A-981A33D5349B}" dt="2025-08-15T14:52:14.636" v="832" actId="1076"/>
          <ac:spMkLst>
            <pc:docMk/>
            <pc:sldMk cId="3779577273" sldId="309"/>
            <ac:spMk id="5" creationId="{7840F26C-34B6-B596-66BA-B9C17FA4C350}"/>
          </ac:spMkLst>
        </pc:spChg>
        <pc:spChg chg="add mod">
          <ac:chgData name="Michael Hill" userId="41dba03d-e58d-4389-9894-554c10310ba4" providerId="ADAL" clId="{CA975CF0-4FE0-4894-816A-981A33D5349B}" dt="2025-08-15T14:53:07.169" v="873" actId="14100"/>
          <ac:spMkLst>
            <pc:docMk/>
            <pc:sldMk cId="3779577273" sldId="309"/>
            <ac:spMk id="6" creationId="{1D2DA390-D860-5D2E-6F4C-48248251F6CE}"/>
          </ac:spMkLst>
        </pc:spChg>
        <pc:spChg chg="mod">
          <ac:chgData name="Michael Hill" userId="41dba03d-e58d-4389-9894-554c10310ba4" providerId="ADAL" clId="{CA975CF0-4FE0-4894-816A-981A33D5349B}" dt="2025-08-15T14:52:27.951" v="841" actId="1076"/>
          <ac:spMkLst>
            <pc:docMk/>
            <pc:sldMk cId="3779577273" sldId="309"/>
            <ac:spMk id="9" creationId="{50BB3563-F00B-42F8-3053-BA4706172641}"/>
          </ac:spMkLst>
        </pc:spChg>
        <pc:spChg chg="add mod">
          <ac:chgData name="Michael Hill" userId="41dba03d-e58d-4389-9894-554c10310ba4" providerId="ADAL" clId="{CA975CF0-4FE0-4894-816A-981A33D5349B}" dt="2025-08-15T14:53:13.088" v="882" actId="1076"/>
          <ac:spMkLst>
            <pc:docMk/>
            <pc:sldMk cId="3779577273" sldId="309"/>
            <ac:spMk id="10" creationId="{34E3820E-56C1-AD33-5339-CA7613B08518}"/>
          </ac:spMkLst>
        </pc:spChg>
        <pc:spChg chg="mod">
          <ac:chgData name="Michael Hill" userId="41dba03d-e58d-4389-9894-554c10310ba4" providerId="ADAL" clId="{CA975CF0-4FE0-4894-816A-981A33D5349B}" dt="2025-08-15T14:52:26.592" v="840" actId="1076"/>
          <ac:spMkLst>
            <pc:docMk/>
            <pc:sldMk cId="3779577273" sldId="309"/>
            <ac:spMk id="12" creationId="{41D8212F-A515-6ADB-5FC2-BD51A2F8ED8E}"/>
          </ac:spMkLst>
        </pc:spChg>
        <pc:picChg chg="add mod">
          <ac:chgData name="Michael Hill" userId="41dba03d-e58d-4389-9894-554c10310ba4" providerId="ADAL" clId="{CA975CF0-4FE0-4894-816A-981A33D5349B}" dt="2025-08-15T14:52:57.884" v="860" actId="1076"/>
          <ac:picMkLst>
            <pc:docMk/>
            <pc:sldMk cId="3779577273" sldId="309"/>
            <ac:picMk id="3" creationId="{2F86387D-CA43-65D2-2D27-3071491ECC45}"/>
          </ac:picMkLst>
        </pc:picChg>
      </pc:sldChg>
      <pc:sldChg chg="addSp delSp modSp add mod">
        <pc:chgData name="Michael Hill" userId="41dba03d-e58d-4389-9894-554c10310ba4" providerId="ADAL" clId="{CA975CF0-4FE0-4894-816A-981A33D5349B}" dt="2025-08-15T15:08:52.462" v="1995" actId="478"/>
        <pc:sldMkLst>
          <pc:docMk/>
          <pc:sldMk cId="2822872084" sldId="310"/>
        </pc:sldMkLst>
        <pc:spChg chg="mod">
          <ac:chgData name="Michael Hill" userId="41dba03d-e58d-4389-9894-554c10310ba4" providerId="ADAL" clId="{CA975CF0-4FE0-4894-816A-981A33D5349B}" dt="2025-08-15T15:03:01.126" v="1503" actId="20577"/>
          <ac:spMkLst>
            <pc:docMk/>
            <pc:sldMk cId="2822872084" sldId="310"/>
            <ac:spMk id="8" creationId="{260D045D-EB8F-3F56-29EB-C5E826D25BC3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08:57.133" v="1997" actId="478"/>
        <pc:sldMkLst>
          <pc:docMk/>
          <pc:sldMk cId="2532029456" sldId="311"/>
        </pc:sldMkLst>
        <pc:spChg chg="mod">
          <ac:chgData name="Michael Hill" userId="41dba03d-e58d-4389-9894-554c10310ba4" providerId="ADAL" clId="{CA975CF0-4FE0-4894-816A-981A33D5349B}" dt="2025-08-15T15:07:09.847" v="1789" actId="20577"/>
          <ac:spMkLst>
            <pc:docMk/>
            <pc:sldMk cId="2532029456" sldId="311"/>
            <ac:spMk id="8" creationId="{5A7A11EB-8FBF-750D-AB9F-5967AE46D796}"/>
          </ac:spMkLst>
        </pc:spChg>
        <pc:spChg chg="mod">
          <ac:chgData name="Michael Hill" userId="41dba03d-e58d-4389-9894-554c10310ba4" providerId="ADAL" clId="{CA975CF0-4FE0-4894-816A-981A33D5349B}" dt="2025-08-15T15:08:03.427" v="1803" actId="20577"/>
          <ac:spMkLst>
            <pc:docMk/>
            <pc:sldMk cId="2532029456" sldId="311"/>
            <ac:spMk id="11" creationId="{5B2ACA8D-C6B0-B2A7-E99D-4EEEC7FA963A}"/>
          </ac:spMkLst>
        </pc:spChg>
        <pc:spChg chg="mod">
          <ac:chgData name="Michael Hill" userId="41dba03d-e58d-4389-9894-554c10310ba4" providerId="ADAL" clId="{CA975CF0-4FE0-4894-816A-981A33D5349B}" dt="2025-08-15T15:07:57.076" v="1797" actId="1076"/>
          <ac:spMkLst>
            <pc:docMk/>
            <pc:sldMk cId="2532029456" sldId="311"/>
            <ac:spMk id="12" creationId="{6BBA6F27-7E6E-BE17-B825-E1C66D962C5E}"/>
          </ac:spMkLst>
        </pc:spChg>
      </pc:sldChg>
      <pc:sldChg chg="delSp modSp add mod">
        <pc:chgData name="Michael Hill" userId="41dba03d-e58d-4389-9894-554c10310ba4" providerId="ADAL" clId="{CA975CF0-4FE0-4894-816A-981A33D5349B}" dt="2025-08-15T15:12:45.988" v="2265" actId="2711"/>
        <pc:sldMkLst>
          <pc:docMk/>
          <pc:sldMk cId="3862744052" sldId="312"/>
        </pc:sldMkLst>
        <pc:spChg chg="mod">
          <ac:chgData name="Michael Hill" userId="41dba03d-e58d-4389-9894-554c10310ba4" providerId="ADAL" clId="{CA975CF0-4FE0-4894-816A-981A33D5349B}" dt="2025-08-15T15:12:45.988" v="2265" actId="2711"/>
          <ac:spMkLst>
            <pc:docMk/>
            <pc:sldMk cId="3862744052" sldId="312"/>
            <ac:spMk id="8" creationId="{C04017DF-5551-9F1D-3445-F27BBB3EC860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16:07.165" v="2589" actId="2711"/>
        <pc:sldMkLst>
          <pc:docMk/>
          <pc:sldMk cId="1757265716" sldId="313"/>
        </pc:sldMkLst>
        <pc:spChg chg="mod">
          <ac:chgData name="Michael Hill" userId="41dba03d-e58d-4389-9894-554c10310ba4" providerId="ADAL" clId="{CA975CF0-4FE0-4894-816A-981A33D5349B}" dt="2025-08-15T15:08:45.385" v="1992" actId="20577"/>
          <ac:spMkLst>
            <pc:docMk/>
            <pc:sldMk cId="1757265716" sldId="313"/>
            <ac:spMk id="5" creationId="{97958891-BFAE-B48D-8810-2D68FAC2602B}"/>
          </ac:spMkLst>
        </pc:spChg>
        <pc:spChg chg="mod">
          <ac:chgData name="Michael Hill" userId="41dba03d-e58d-4389-9894-554c10310ba4" providerId="ADAL" clId="{CA975CF0-4FE0-4894-816A-981A33D5349B}" dt="2025-08-15T15:12:41.777" v="2264" actId="2711"/>
          <ac:spMkLst>
            <pc:docMk/>
            <pc:sldMk cId="1757265716" sldId="313"/>
            <ac:spMk id="8" creationId="{352F55A4-1AC9-8080-AAD8-DEECF1210D8D}"/>
          </ac:spMkLst>
        </pc:spChg>
        <pc:spChg chg="mod">
          <ac:chgData name="Michael Hill" userId="41dba03d-e58d-4389-9894-554c10310ba4" providerId="ADAL" clId="{CA975CF0-4FE0-4894-816A-981A33D5349B}" dt="2025-08-15T15:16:07.165" v="2589" actId="2711"/>
          <ac:spMkLst>
            <pc:docMk/>
            <pc:sldMk cId="1757265716" sldId="313"/>
            <ac:spMk id="11" creationId="{00ACA3D1-31DA-9DCA-C2F6-54D75DFFDB66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16:16.581" v="2592" actId="14100"/>
        <pc:sldMkLst>
          <pc:docMk/>
          <pc:sldMk cId="3046505800" sldId="314"/>
        </pc:sldMkLst>
        <pc:spChg chg="mod">
          <ac:chgData name="Michael Hill" userId="41dba03d-e58d-4389-9894-554c10310ba4" providerId="ADAL" clId="{CA975CF0-4FE0-4894-816A-981A33D5349B}" dt="2025-08-15T15:14:54.794" v="2576" actId="1076"/>
          <ac:spMkLst>
            <pc:docMk/>
            <pc:sldMk cId="3046505800" sldId="314"/>
            <ac:spMk id="8" creationId="{0A9B5975-5C1E-3F68-EF3C-F0FAB364E151}"/>
          </ac:spMkLst>
        </pc:spChg>
        <pc:spChg chg="mod">
          <ac:chgData name="Michael Hill" userId="41dba03d-e58d-4389-9894-554c10310ba4" providerId="ADAL" clId="{CA975CF0-4FE0-4894-816A-981A33D5349B}" dt="2025-08-15T15:16:16.581" v="2592" actId="14100"/>
          <ac:spMkLst>
            <pc:docMk/>
            <pc:sldMk cId="3046505800" sldId="314"/>
            <ac:spMk id="11" creationId="{B623AB80-CCE7-D7F2-AA68-30C90485498B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20:07.390" v="2893" actId="20577"/>
        <pc:sldMkLst>
          <pc:docMk/>
          <pc:sldMk cId="2367600751" sldId="315"/>
        </pc:sldMkLst>
        <pc:spChg chg="mod">
          <ac:chgData name="Michael Hill" userId="41dba03d-e58d-4389-9894-554c10310ba4" providerId="ADAL" clId="{CA975CF0-4FE0-4894-816A-981A33D5349B}" dt="2025-08-15T15:17:17.760" v="2602" actId="1076"/>
          <ac:spMkLst>
            <pc:docMk/>
            <pc:sldMk cId="2367600751" sldId="315"/>
            <ac:spMk id="5" creationId="{C8856972-D494-31CA-5EC8-B662DD794A6E}"/>
          </ac:spMkLst>
        </pc:spChg>
        <pc:spChg chg="mod">
          <ac:chgData name="Michael Hill" userId="41dba03d-e58d-4389-9894-554c10310ba4" providerId="ADAL" clId="{CA975CF0-4FE0-4894-816A-981A33D5349B}" dt="2025-08-15T15:20:07.390" v="2893" actId="20577"/>
          <ac:spMkLst>
            <pc:docMk/>
            <pc:sldMk cId="2367600751" sldId="315"/>
            <ac:spMk id="8" creationId="{80212899-1180-8081-6AF8-C989A4795EC1}"/>
          </ac:spMkLst>
        </pc:spChg>
        <pc:spChg chg="mod">
          <ac:chgData name="Michael Hill" userId="41dba03d-e58d-4389-9894-554c10310ba4" providerId="ADAL" clId="{CA975CF0-4FE0-4894-816A-981A33D5349B}" dt="2025-08-15T15:19:58.472" v="2890" actId="2711"/>
          <ac:spMkLst>
            <pc:docMk/>
            <pc:sldMk cId="2367600751" sldId="315"/>
            <ac:spMk id="11" creationId="{AAB09E24-80CF-A3B6-7654-E97E44D88C0C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21:56.762" v="3085" actId="20577"/>
        <pc:sldMkLst>
          <pc:docMk/>
          <pc:sldMk cId="2943945960" sldId="316"/>
        </pc:sldMkLst>
        <pc:spChg chg="mod">
          <ac:chgData name="Michael Hill" userId="41dba03d-e58d-4389-9894-554c10310ba4" providerId="ADAL" clId="{CA975CF0-4FE0-4894-816A-981A33D5349B}" dt="2025-08-15T15:20:45.821" v="3060" actId="2711"/>
          <ac:spMkLst>
            <pc:docMk/>
            <pc:sldMk cId="2943945960" sldId="316"/>
            <ac:spMk id="8" creationId="{F3843F66-6736-1374-1771-05C03C249576}"/>
          </ac:spMkLst>
        </pc:spChg>
        <pc:spChg chg="mod">
          <ac:chgData name="Michael Hill" userId="41dba03d-e58d-4389-9894-554c10310ba4" providerId="ADAL" clId="{CA975CF0-4FE0-4894-816A-981A33D5349B}" dt="2025-08-15T15:21:56.762" v="3085" actId="20577"/>
          <ac:spMkLst>
            <pc:docMk/>
            <pc:sldMk cId="2943945960" sldId="316"/>
            <ac:spMk id="11" creationId="{23634A21-9041-5328-28EF-FF1736D82398}"/>
          </ac:spMkLst>
        </pc:spChg>
      </pc:sldChg>
      <pc:sldChg chg="delSp modSp add mod">
        <pc:chgData name="Michael Hill" userId="41dba03d-e58d-4389-9894-554c10310ba4" providerId="ADAL" clId="{CA975CF0-4FE0-4894-816A-981A33D5349B}" dt="2025-08-15T15:25:27.345" v="3539" actId="478"/>
        <pc:sldMkLst>
          <pc:docMk/>
          <pc:sldMk cId="951419214" sldId="317"/>
        </pc:sldMkLst>
        <pc:spChg chg="mod">
          <ac:chgData name="Michael Hill" userId="41dba03d-e58d-4389-9894-554c10310ba4" providerId="ADAL" clId="{CA975CF0-4FE0-4894-816A-981A33D5349B}" dt="2025-08-15T15:23:55.006" v="3285" actId="20577"/>
          <ac:spMkLst>
            <pc:docMk/>
            <pc:sldMk cId="951419214" sldId="317"/>
            <ac:spMk id="5" creationId="{ACDC1923-753B-3503-196A-7FFA63FFF819}"/>
          </ac:spMkLst>
        </pc:spChg>
        <pc:spChg chg="mod">
          <ac:chgData name="Michael Hill" userId="41dba03d-e58d-4389-9894-554c10310ba4" providerId="ADAL" clId="{CA975CF0-4FE0-4894-816A-981A33D5349B}" dt="2025-08-15T15:25:23.463" v="3538" actId="20577"/>
          <ac:spMkLst>
            <pc:docMk/>
            <pc:sldMk cId="951419214" sldId="317"/>
            <ac:spMk id="8" creationId="{945AF1F5-D39E-ABA3-78EE-7FAB73C22A98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29:35.833" v="4141" actId="2711"/>
        <pc:sldMkLst>
          <pc:docMk/>
          <pc:sldMk cId="2398021584" sldId="318"/>
        </pc:sldMkLst>
        <pc:spChg chg="add mod">
          <ac:chgData name="Michael Hill" userId="41dba03d-e58d-4389-9894-554c10310ba4" providerId="ADAL" clId="{CA975CF0-4FE0-4894-816A-981A33D5349B}" dt="2025-08-15T15:27:18.744" v="3806" actId="2711"/>
          <ac:spMkLst>
            <pc:docMk/>
            <pc:sldMk cId="2398021584" sldId="318"/>
            <ac:spMk id="2" creationId="{76DA0EC4-0825-5A76-59D5-8968AF5BE9A3}"/>
          </ac:spMkLst>
        </pc:spChg>
        <pc:spChg chg="mod">
          <ac:chgData name="Michael Hill" userId="41dba03d-e58d-4389-9894-554c10310ba4" providerId="ADAL" clId="{CA975CF0-4FE0-4894-816A-981A33D5349B}" dt="2025-08-15T15:29:19.990" v="4131" actId="20577"/>
          <ac:spMkLst>
            <pc:docMk/>
            <pc:sldMk cId="2398021584" sldId="318"/>
            <ac:spMk id="5" creationId="{8908AE46-53D8-8A4B-CDFC-251CB087DBDC}"/>
          </ac:spMkLst>
        </pc:spChg>
        <pc:spChg chg="mod">
          <ac:chgData name="Michael Hill" userId="41dba03d-e58d-4389-9894-554c10310ba4" providerId="ADAL" clId="{CA975CF0-4FE0-4894-816A-981A33D5349B}" dt="2025-08-15T15:29:35.833" v="4141" actId="2711"/>
          <ac:spMkLst>
            <pc:docMk/>
            <pc:sldMk cId="2398021584" sldId="318"/>
            <ac:spMk id="8" creationId="{5A915A00-0F85-685B-A513-DEF86EE0776C}"/>
          </ac:spMkLst>
        </pc:spChg>
      </pc:sldChg>
      <pc:sldChg chg="addSp delSp modSp add mod">
        <pc:chgData name="Michael Hill" userId="41dba03d-e58d-4389-9894-554c10310ba4" providerId="ADAL" clId="{CA975CF0-4FE0-4894-816A-981A33D5349B}" dt="2025-08-15T15:30:37.020" v="4146" actId="2711"/>
        <pc:sldMkLst>
          <pc:docMk/>
          <pc:sldMk cId="86459505" sldId="319"/>
        </pc:sldMkLst>
        <pc:spChg chg="mod">
          <ac:chgData name="Michael Hill" userId="41dba03d-e58d-4389-9894-554c10310ba4" providerId="ADAL" clId="{CA975CF0-4FE0-4894-816A-981A33D5349B}" dt="2025-08-15T15:30:37.020" v="4146" actId="2711"/>
          <ac:spMkLst>
            <pc:docMk/>
            <pc:sldMk cId="86459505" sldId="319"/>
            <ac:spMk id="2" creationId="{33EB1151-E9F4-FF31-2EB3-0AA18E8A8DC7}"/>
          </ac:spMkLst>
        </pc:spChg>
        <pc:spChg chg="mod">
          <ac:chgData name="Michael Hill" userId="41dba03d-e58d-4389-9894-554c10310ba4" providerId="ADAL" clId="{CA975CF0-4FE0-4894-816A-981A33D5349B}" dt="2025-08-15T15:29:24.302" v="4138" actId="20577"/>
          <ac:spMkLst>
            <pc:docMk/>
            <pc:sldMk cId="86459505" sldId="319"/>
            <ac:spMk id="5" creationId="{CD0FC745-3F37-DF2D-5AEF-102E6ACA8323}"/>
          </ac:spMkLst>
        </pc:spChg>
        <pc:spChg chg="mod">
          <ac:chgData name="Michael Hill" userId="41dba03d-e58d-4389-9894-554c10310ba4" providerId="ADAL" clId="{CA975CF0-4FE0-4894-816A-981A33D5349B}" dt="2025-08-15T15:29:26.831" v="4140"/>
          <ac:spMkLst>
            <pc:docMk/>
            <pc:sldMk cId="86459505" sldId="319"/>
            <ac:spMk id="8" creationId="{42FCA674-1B4B-7B13-BD80-CC3FD7CCFD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541402" y="3695603"/>
            <a:ext cx="3573456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Functions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Function Input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Function Output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Variable Scope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asks the user to input 10 numbers. Calculate and output the sum of all 10 numbers.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FB888-0AB5-FFCE-3B03-42E730CCD99C}"/>
              </a:ext>
            </a:extLst>
          </p:cNvPr>
          <p:cNvSpPr/>
          <p:nvPr/>
        </p:nvSpPr>
        <p:spPr>
          <a:xfrm>
            <a:off x="2011234" y="1537359"/>
            <a:ext cx="8169531" cy="4046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#looping for input</a:t>
            </a:r>
            <a:br>
              <a:rPr lang="en-US" alt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=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alt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 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#getting input</a:t>
            </a:r>
            <a:br>
              <a:rPr lang="en-US" alt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"Gimme a </a:t>
            </a:r>
            <a:r>
              <a:rPr lang="en-US" altLang="en-US" sz="2400" dirty="0" err="1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numbah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sum += num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(sum)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7CACCA-88A2-59CF-CE72-3A7A34C1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61C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6BFE-343E-FB94-2F94-E9557E82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DDDEEC9-71EF-0686-E768-15B5215AF4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1C739A-521C-76C8-DA94-DCB8AC8A33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A61FE-A1E9-AEF2-D7AC-2836781994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9035B-30AE-5146-EAAA-4FE8A28402EB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Functions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represent reusable blocks of code that you can call from anywhere in your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 enable lots of utility for the programmer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Improves code readability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Code becomes modular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Modularity increases the ability for teamwork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Modularity enables more complex programs that are easier to maintain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Improves abstraction of our program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36B6E-C7A9-A4FD-E620-C5311C6F21D8}"/>
              </a:ext>
            </a:extLst>
          </p:cNvPr>
          <p:cNvSpPr/>
          <p:nvPr/>
        </p:nvSpPr>
        <p:spPr>
          <a:xfrm>
            <a:off x="-359909" y="176698"/>
            <a:ext cx="7406977" cy="76172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NEED FOR FUNCTIONS</a:t>
            </a:r>
          </a:p>
        </p:txBody>
      </p:sp>
    </p:spTree>
    <p:extLst>
      <p:ext uri="{BB962C8B-B14F-4D97-AF65-F5344CB8AC3E}">
        <p14:creationId xmlns:p14="http://schemas.microsoft.com/office/powerpoint/2010/main" val="111556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757D5-429B-26F0-F9ED-6F295FCE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1D8212F-A515-6ADB-5FC2-BD51A2F8ED8E}"/>
              </a:ext>
            </a:extLst>
          </p:cNvPr>
          <p:cNvSpPr/>
          <p:nvPr/>
        </p:nvSpPr>
        <p:spPr>
          <a:xfrm>
            <a:off x="8542390" y="103803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BB3563-F00B-42F8-3053-BA4706172641}"/>
              </a:ext>
            </a:extLst>
          </p:cNvPr>
          <p:cNvSpPr/>
          <p:nvPr/>
        </p:nvSpPr>
        <p:spPr>
          <a:xfrm>
            <a:off x="1362829" y="3965359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40F4BC-598D-05A0-92E6-742E81BC485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0F26C-34B6-B596-66BA-B9C17FA4C350}"/>
              </a:ext>
            </a:extLst>
          </p:cNvPr>
          <p:cNvSpPr/>
          <p:nvPr/>
        </p:nvSpPr>
        <p:spPr>
          <a:xfrm>
            <a:off x="-33589" y="187053"/>
            <a:ext cx="4993786" cy="76172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NOMENCLATURE</a:t>
            </a:r>
          </a:p>
        </p:txBody>
      </p:sp>
      <p:pic>
        <p:nvPicPr>
          <p:cNvPr id="3" name="Picture 2" descr="A group of people in clothing pointing at each other&#10;&#10;AI-generated content may be incorrect.">
            <a:extLst>
              <a:ext uri="{FF2B5EF4-FFF2-40B4-BE49-F238E27FC236}">
                <a16:creationId xmlns:a16="http://schemas.microsoft.com/office/drawing/2014/main" id="{2F86387D-CA43-65D2-2D27-3071491EC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567" y="1558162"/>
            <a:ext cx="6576355" cy="4987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06C1B-1958-63EE-3C4A-BE79AD491E4E}"/>
              </a:ext>
            </a:extLst>
          </p:cNvPr>
          <p:cNvSpPr txBox="1"/>
          <p:nvPr/>
        </p:nvSpPr>
        <p:spPr>
          <a:xfrm>
            <a:off x="3251643" y="3595660"/>
            <a:ext cx="2152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DA390-D860-5D2E-6F4C-48248251F6CE}"/>
              </a:ext>
            </a:extLst>
          </p:cNvPr>
          <p:cNvSpPr txBox="1"/>
          <p:nvPr/>
        </p:nvSpPr>
        <p:spPr>
          <a:xfrm>
            <a:off x="6633634" y="3895384"/>
            <a:ext cx="230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PROCEDURE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3820E-56C1-AD33-5339-CA7613B08518}"/>
              </a:ext>
            </a:extLst>
          </p:cNvPr>
          <p:cNvSpPr txBox="1"/>
          <p:nvPr/>
        </p:nvSpPr>
        <p:spPr>
          <a:xfrm>
            <a:off x="5480271" y="2570021"/>
            <a:ext cx="230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377957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262837" y="10231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Say we want a function that will get two numbers to add together and print the result to the screen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similar to what our computer does every time we add numbers together using the  + operator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how we’d do this normally: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WORLD’S MOST BASIC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56498-B9E2-4B79-A91D-F6C15F0622FF}"/>
              </a:ext>
            </a:extLst>
          </p:cNvPr>
          <p:cNvSpPr/>
          <p:nvPr/>
        </p:nvSpPr>
        <p:spPr>
          <a:xfrm>
            <a:off x="6056702" y="1212852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= num1+ num2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 </a:t>
            </a:r>
            <a:r>
              <a:rPr lang="en-US" alt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E9621A-7D02-0E4C-39EA-2B41D2E83867}"/>
              </a:ext>
            </a:extLst>
          </p:cNvPr>
          <p:cNvSpPr/>
          <p:nvPr/>
        </p:nvSpPr>
        <p:spPr>
          <a:xfrm>
            <a:off x="6062926" y="416195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24F45-2F90-12B9-105C-056344532354}"/>
              </a:ext>
            </a:extLst>
          </p:cNvPr>
          <p:cNvSpPr/>
          <p:nvPr/>
        </p:nvSpPr>
        <p:spPr>
          <a:xfrm>
            <a:off x="6745425" y="4156049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Using a comma in the print statement will join variables into a print, even without converting them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C1822-7784-4E28-B7DD-BEE0E1B0EC54}"/>
              </a:ext>
            </a:extLst>
          </p:cNvPr>
          <p:cNvSpPr/>
          <p:nvPr/>
        </p:nvSpPr>
        <p:spPr>
          <a:xfrm>
            <a:off x="6461889" y="3839828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78D20-DCDC-6572-1730-CBE3F9DE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D2480A-5E05-ACF9-B9ED-454D88263D28}"/>
              </a:ext>
            </a:extLst>
          </p:cNvPr>
          <p:cNvSpPr/>
          <p:nvPr/>
        </p:nvSpPr>
        <p:spPr>
          <a:xfrm>
            <a:off x="6262837" y="10231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3F5439-8838-3710-6776-B975E2439DC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82AE20-8288-EB22-DEBD-321D616263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D045D-EB8F-3F56-29EB-C5E826D25BC3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wanted to do this addition multiple times, what would we need to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49C40-B413-4E7A-23F5-EB651DC96CA6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WORLD’S MOST BASIC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44860D-25C6-CC03-B30B-15CEFC71E54F}"/>
              </a:ext>
            </a:extLst>
          </p:cNvPr>
          <p:cNvSpPr/>
          <p:nvPr/>
        </p:nvSpPr>
        <p:spPr>
          <a:xfrm>
            <a:off x="6056702" y="1212852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= num1+ num2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 </a:t>
            </a:r>
            <a:r>
              <a:rPr lang="en-US" alt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87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C3004-463C-D89A-A9C2-4688A4A9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BBA6F27-7E6E-BE17-B825-E1C66D962C5E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CFAEB3-208B-449F-2061-806B011A58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ECA165-AF56-F935-D9E6-93C6D25C6EF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7A11EB-8FBF-750D-AB9F-5967AE46D796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functions, we wouldn’t need to copy/paste this code again just for a second addition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Python uses the keyword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to define a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call a function, you simply type the name of the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58813-2A44-0679-AAFC-2000F597017B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WORLD’S MOST BASIC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ACA8D-C6B0-B2A7-E99D-4EEEC7FA963A}"/>
              </a:ext>
            </a:extLst>
          </p:cNvPr>
          <p:cNvSpPr/>
          <p:nvPr/>
        </p:nvSpPr>
        <p:spPr>
          <a:xfrm>
            <a:off x="5929164" y="2037874"/>
            <a:ext cx="5844248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</a:t>
            </a:r>
            <a:b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add()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02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E11B1-362D-D193-192C-F207C333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89E0476-7C7D-9307-4D87-32621AD002FD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DFCD54-6A89-D863-E1CF-C449C2B0C5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20BAEA-1C0C-FA21-A507-7F462D9C84C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4017DF-5551-9F1D-3445-F27BBB3EC860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the empty parenthesis next to the word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the function has no inputs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Whenever we call the function, we must include those parenthesis as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ADB31-0706-7DF9-C64C-0D08B4FAEB92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WORLD’S MOST BASIC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79BFF2-3BA8-D967-0F8E-826D5644C19C}"/>
              </a:ext>
            </a:extLst>
          </p:cNvPr>
          <p:cNvSpPr/>
          <p:nvPr/>
        </p:nvSpPr>
        <p:spPr>
          <a:xfrm>
            <a:off x="5929164" y="2037874"/>
            <a:ext cx="5844248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</a:t>
            </a:r>
            <a:b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add()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B256B-9699-9342-B134-EA5F5D9F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34760D0-E39E-449A-5578-DBA22FDF2341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936F25-CE89-A18C-B986-BA046E2ADA1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FFDBFA-3B40-CDCB-0CB9-04A372748A9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2F55A4-1AC9-8080-AAD8-DEECF1210D8D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sometimes, those parenthesis do contain input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say we want our add function to take in two numbers instead of ask for input itself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allows us to use our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 in more ways, such as passing already created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58891-BFAE-B48D-8810-2D68FAC2602B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FUNCTION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CA3D1-31DA-9DCA-C2F6-54D75DFFDB66}"/>
              </a:ext>
            </a:extLst>
          </p:cNvPr>
          <p:cNvSpPr/>
          <p:nvPr/>
        </p:nvSpPr>
        <p:spPr>
          <a:xfrm>
            <a:off x="5929164" y="2037874"/>
            <a:ext cx="5844248" cy="27541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b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num3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add(num1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add(num3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26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762C2-B971-03DF-9371-E869CF79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632F5DE-A3FF-7BAA-37E9-1ACF44C0F56E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21ACE6-491E-2487-2337-D0B9AEE6147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F17837-C705-2877-34C1-EF5FB5A78F6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B5975-5C1E-3F68-EF3C-F0FAB364E151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VERY important note is that you notice we give the function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the values of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we call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add(num1, num2)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But inside of the function, they’re called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and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This is because the value gets passed to a new variable in a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2E7B6-76C1-89F5-6C99-BAA7B4AA34BF}"/>
              </a:ext>
            </a:extLst>
          </p:cNvPr>
          <p:cNvSpPr/>
          <p:nvPr/>
        </p:nvSpPr>
        <p:spPr>
          <a:xfrm>
            <a:off x="-460639" y="193429"/>
            <a:ext cx="855273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FUNCTION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23AB80-CCE7-D7F2-AA68-30C90485498B}"/>
              </a:ext>
            </a:extLst>
          </p:cNvPr>
          <p:cNvSpPr/>
          <p:nvPr/>
        </p:nvSpPr>
        <p:spPr>
          <a:xfrm>
            <a:off x="5929164" y="2037874"/>
            <a:ext cx="5844248" cy="2726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b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result is"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num3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add(num1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add(num3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0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4562F-62A4-ED75-A03B-268FCFFB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8EB69DD-919C-D1F9-05D2-36C8EA684209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EA509D-A3C9-DE4B-0197-7A9A5A965F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98EA32-A819-572A-61B8-5F2EB0F184A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212899-1180-8081-6AF8-C989A4795EC1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Thankfully, these functions can also output a value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This allows us to use functions as we might in a math class, using the result in a further formula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We can also store this output in a variable for future 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The keyword for this is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56972-D494-31CA-5EC8-B662DD794A6E}"/>
              </a:ext>
            </a:extLst>
          </p:cNvPr>
          <p:cNvSpPr/>
          <p:nvPr/>
        </p:nvSpPr>
        <p:spPr>
          <a:xfrm>
            <a:off x="-151255" y="165928"/>
            <a:ext cx="53420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FUNCTION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09E24-80CF-A3B6-7654-E97E44D88C0C}"/>
              </a:ext>
            </a:extLst>
          </p:cNvPr>
          <p:cNvSpPr/>
          <p:nvPr/>
        </p:nvSpPr>
        <p:spPr>
          <a:xfrm>
            <a:off x="5929164" y="2037874"/>
            <a:ext cx="5844248" cy="2726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b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1: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"Number 2: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num3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num4 = add(num1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(add(num3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num4))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60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2E830-D729-CB10-454F-AFD15769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13A9244-A7AE-2E86-7CD3-B2EF5D00C01B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3B1B2B-A975-A94F-1C9B-213FBA70A8C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1A1B8B-A5A8-87F8-565F-F92EA383C8F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43F66-6736-1374-1771-05C03C249576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do not store or print the output of a function, it will simply do nothing once calculated and be deleted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 (see example on the right)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6ADCDF-BA51-7F05-C50B-6DB3F0E3DAAE}"/>
              </a:ext>
            </a:extLst>
          </p:cNvPr>
          <p:cNvSpPr/>
          <p:nvPr/>
        </p:nvSpPr>
        <p:spPr>
          <a:xfrm>
            <a:off x="-151255" y="165928"/>
            <a:ext cx="53420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FUNCTION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34A21-9041-5328-28EF-FF1736D82398}"/>
              </a:ext>
            </a:extLst>
          </p:cNvPr>
          <p:cNvSpPr/>
          <p:nvPr/>
        </p:nvSpPr>
        <p:spPr>
          <a:xfrm>
            <a:off x="5929164" y="2037874"/>
            <a:ext cx="5844248" cy="2726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b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add(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#goes nowhere</a:t>
            </a:r>
            <a:b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(add(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 </a:t>
            </a:r>
            <a: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#prints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4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A9087-9B76-4F19-4EE9-3146672C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3E4584F-9541-B69A-0478-4E36C5A8CCCF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7C914C-9C01-5148-912A-D94B9E8377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56A878-2B29-C7F0-A659-618ECBE1B45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AF1F5-D39E-ABA3-78EE-7FAB73C22A98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Variable Scope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refers to what parts of the program you’re allowed to use a variable 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kinds of variable scopes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Local Variables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Global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C1923-753B-3503-196A-7FFA63FFF819}"/>
              </a:ext>
            </a:extLst>
          </p:cNvPr>
          <p:cNvSpPr/>
          <p:nvPr/>
        </p:nvSpPr>
        <p:spPr>
          <a:xfrm>
            <a:off x="-151255" y="165928"/>
            <a:ext cx="53420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95141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305DE-B92E-41DF-8380-CC8C0A5C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FB82E43-EB23-757B-4258-C1FB4988D3C2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D6BB13-ADF3-B16F-E340-ADD8C56B34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85EC00-BA51-1DF1-D3AC-45972DD8CB6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915A00-0F85-685B-A513-DEF86EE0776C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Local Scope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refers to variables that are limited to one block of code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Whenever a variable is created inside of a function, it is a local variable to that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try to access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outside of the function, it will not allow me 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8AE46-53D8-8A4B-CDFC-251CB087DBDC}"/>
              </a:ext>
            </a:extLst>
          </p:cNvPr>
          <p:cNvSpPr/>
          <p:nvPr/>
        </p:nvSpPr>
        <p:spPr>
          <a:xfrm>
            <a:off x="-151255" y="165928"/>
            <a:ext cx="53420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LOCAL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DA0EC4-0825-5A76-59D5-8968AF5BE9A3}"/>
              </a:ext>
            </a:extLst>
          </p:cNvPr>
          <p:cNvSpPr/>
          <p:nvPr/>
        </p:nvSpPr>
        <p:spPr>
          <a:xfrm>
            <a:off x="5929164" y="2037874"/>
            <a:ext cx="5844248" cy="2726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 err="1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testFunction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C884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(num) </a:t>
            </a:r>
            <a: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#crashes program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A053A-809C-9B67-E4A8-4BB424A5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71ADDCA-7EE0-1440-2AF1-5ADF005FECDE}"/>
              </a:ext>
            </a:extLst>
          </p:cNvPr>
          <p:cNvSpPr/>
          <p:nvPr/>
        </p:nvSpPr>
        <p:spPr>
          <a:xfrm>
            <a:off x="5754073" y="15649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659560-0D3A-22C1-757C-D0344A1171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43812B-EAA7-F399-498A-69AE620FDD7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CA674-1B4B-7B13-BD80-CC3FD7CCFDBA}"/>
              </a:ext>
            </a:extLst>
          </p:cNvPr>
          <p:cNvSpPr/>
          <p:nvPr/>
        </p:nvSpPr>
        <p:spPr>
          <a:xfrm>
            <a:off x="570586" y="1173442"/>
            <a:ext cx="509594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Global Scope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refers to variables that are accessible to any part of the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that the variable is created outside of any functions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use a global variable in a function, you must include the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global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keyword in front of it in the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FC745-3F37-DF2D-5AEF-102E6ACA8323}"/>
              </a:ext>
            </a:extLst>
          </p:cNvPr>
          <p:cNvSpPr/>
          <p:nvPr/>
        </p:nvSpPr>
        <p:spPr>
          <a:xfrm>
            <a:off x="-151255" y="165928"/>
            <a:ext cx="53420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GLOBAL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B1151-E9F4-FF31-2EB3-0AA18E8A8DC7}"/>
              </a:ext>
            </a:extLst>
          </p:cNvPr>
          <p:cNvSpPr/>
          <p:nvPr/>
        </p:nvSpPr>
        <p:spPr>
          <a:xfrm>
            <a:off x="5929164" y="2037874"/>
            <a:ext cx="5844248" cy="2726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000" dirty="0" err="1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testFunction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global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(num)</a:t>
            </a:r>
            <a: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 also works</a:t>
            </a:r>
            <a:b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testFunction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(num) </a:t>
            </a:r>
            <a:r>
              <a:rPr lang="en-US" alt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#works now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1: Construct a function called factorial that takes a positive integer as a parameter and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returns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factorial value of that number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2: Create a function called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perfect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that returns </a:t>
            </a: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True/False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based on if the number is perfect or not (the number is equal to the sum of its proper divisors)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3: Construct a function called palindrome that takes in a word and returns True/False based on if the word is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a palindrome or not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84465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LAB!!!!!!!!!!!!!!!!!!!!!!!!!!!!!!!!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2918</TotalTime>
  <Words>1194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</cp:revision>
  <dcterms:created xsi:type="dcterms:W3CDTF">2025-08-11T14:07:39Z</dcterms:created>
  <dcterms:modified xsi:type="dcterms:W3CDTF">2025-08-18T13:27:08Z</dcterms:modified>
</cp:coreProperties>
</file>