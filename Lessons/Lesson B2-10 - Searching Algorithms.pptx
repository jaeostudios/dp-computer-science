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87" r:id="rId5"/>
    <p:sldId id="333" r:id="rId6"/>
    <p:sldId id="389" r:id="rId7"/>
    <p:sldId id="390" r:id="rId8"/>
    <p:sldId id="374" r:id="rId9"/>
    <p:sldId id="391" r:id="rId10"/>
    <p:sldId id="392" r:id="rId11"/>
    <p:sldId id="393" r:id="rId12"/>
    <p:sldId id="394" r:id="rId13"/>
    <p:sldId id="395" r:id="rId14"/>
    <p:sldId id="396" r:id="rId15"/>
    <p:sldId id="355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AAF78E-4A8B-4D78-9DAC-745090A4777D}" v="15" dt="2025-09-10T20:45:10.5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5-09-18T18:42:05.125" v="3387" actId="20577"/>
      <pc:docMkLst>
        <pc:docMk/>
      </pc:docMkLst>
      <pc:sldChg chg="modSp mod">
        <pc:chgData name="Michael Hill" userId="41dba03d-e58d-4389-9894-554c10310ba4" providerId="ADAL" clId="{EF23FE1D-A042-481E-AFD7-2A9FB0847F54}" dt="2025-09-10T19:49:59.774" v="37" actId="14100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5-09-10T19:49:59.774" v="37" actId="14100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5-09-10T19:49:54.927" v="34" actId="14100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5-09-10T19:50:20.037" v="85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09-10T19:50:20.037" v="85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5-09-10T19:55:03.080" v="169" actId="20577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5-09-10T19:55:03.080" v="169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modSp mod">
        <pc:chgData name="Michael Hill" userId="41dba03d-e58d-4389-9894-554c10310ba4" providerId="ADAL" clId="{EF23FE1D-A042-481E-AFD7-2A9FB0847F54}" dt="2025-09-18T17:53:17.909" v="3386" actId="20577"/>
        <pc:sldMkLst>
          <pc:docMk/>
          <pc:sldMk cId="510623671" sldId="276"/>
        </pc:sldMkLst>
        <pc:spChg chg="mod">
          <ac:chgData name="Michael Hill" userId="41dba03d-e58d-4389-9894-554c10310ba4" providerId="ADAL" clId="{EF23FE1D-A042-481E-AFD7-2A9FB0847F54}" dt="2025-09-10T20:47:59.898" v="3264" actId="14100"/>
          <ac:spMkLst>
            <pc:docMk/>
            <pc:sldMk cId="510623671" sldId="276"/>
            <ac:spMk id="5" creationId="{7A51E191-FB80-DD01-12DA-A63D6699BDF7}"/>
          </ac:spMkLst>
        </pc:spChg>
        <pc:spChg chg="mod">
          <ac:chgData name="Michael Hill" userId="41dba03d-e58d-4389-9894-554c10310ba4" providerId="ADAL" clId="{EF23FE1D-A042-481E-AFD7-2A9FB0847F54}" dt="2025-09-18T17:53:17.909" v="3386" actId="20577"/>
          <ac:spMkLst>
            <pc:docMk/>
            <pc:sldMk cId="510623671" sldId="276"/>
            <ac:spMk id="8" creationId="{0D1FA388-F44C-0D62-E127-5DAA237B2FBA}"/>
          </ac:spMkLst>
        </pc:spChg>
      </pc:sldChg>
      <pc:sldChg chg="modSp mod">
        <pc:chgData name="Michael Hill" userId="41dba03d-e58d-4389-9894-554c10310ba4" providerId="ADAL" clId="{EF23FE1D-A042-481E-AFD7-2A9FB0847F54}" dt="2025-09-10T19:59:25.647" v="172" actId="2711"/>
        <pc:sldMkLst>
          <pc:docMk/>
          <pc:sldMk cId="2098128014" sldId="287"/>
        </pc:sldMkLst>
        <pc:spChg chg="mod">
          <ac:chgData name="Michael Hill" userId="41dba03d-e58d-4389-9894-554c10310ba4" providerId="ADAL" clId="{EF23FE1D-A042-481E-AFD7-2A9FB0847F54}" dt="2025-09-10T19:59:25.647" v="172" actId="2711"/>
          <ac:spMkLst>
            <pc:docMk/>
            <pc:sldMk cId="2098128014" sldId="287"/>
            <ac:spMk id="2" creationId="{ECD81634-986F-4974-A0A9-4D21FA765446}"/>
          </ac:spMkLst>
        </pc:spChg>
      </pc:sldChg>
      <pc:sldChg chg="delSp modSp mod">
        <pc:chgData name="Michael Hill" userId="41dba03d-e58d-4389-9894-554c10310ba4" providerId="ADAL" clId="{EF23FE1D-A042-481E-AFD7-2A9FB0847F54}" dt="2025-09-10T20:04:10.669" v="549" actId="20577"/>
        <pc:sldMkLst>
          <pc:docMk/>
          <pc:sldMk cId="207520820" sldId="333"/>
        </pc:sldMkLst>
        <pc:spChg chg="mod">
          <ac:chgData name="Michael Hill" userId="41dba03d-e58d-4389-9894-554c10310ba4" providerId="ADAL" clId="{EF23FE1D-A042-481E-AFD7-2A9FB0847F54}" dt="2025-09-10T20:01:08.461" v="196" actId="1076"/>
          <ac:spMkLst>
            <pc:docMk/>
            <pc:sldMk cId="207520820" sldId="333"/>
            <ac:spMk id="5" creationId="{4CDAAC60-09A2-5F2C-0295-0B8557A1C1F2}"/>
          </ac:spMkLst>
        </pc:spChg>
        <pc:spChg chg="mod">
          <ac:chgData name="Michael Hill" userId="41dba03d-e58d-4389-9894-554c10310ba4" providerId="ADAL" clId="{EF23FE1D-A042-481E-AFD7-2A9FB0847F54}" dt="2025-09-10T20:04:10.669" v="549" actId="20577"/>
          <ac:spMkLst>
            <pc:docMk/>
            <pc:sldMk cId="207520820" sldId="333"/>
            <ac:spMk id="8" creationId="{DB975E50-7FB3-B06D-773B-3642E1C38505}"/>
          </ac:spMkLst>
        </pc:spChg>
      </pc:sldChg>
      <pc:sldChg chg="modSp mod">
        <pc:chgData name="Michael Hill" userId="41dba03d-e58d-4389-9894-554c10310ba4" providerId="ADAL" clId="{EF23FE1D-A042-481E-AFD7-2A9FB0847F54}" dt="2025-09-10T20:46:55.866" v="3245" actId="313"/>
        <pc:sldMkLst>
          <pc:docMk/>
          <pc:sldMk cId="491706548" sldId="355"/>
        </pc:sldMkLst>
        <pc:spChg chg="mod">
          <ac:chgData name="Michael Hill" userId="41dba03d-e58d-4389-9894-554c10310ba4" providerId="ADAL" clId="{EF23FE1D-A042-481E-AFD7-2A9FB0847F54}" dt="2025-09-10T20:46:55.866" v="3245" actId="313"/>
          <ac:spMkLst>
            <pc:docMk/>
            <pc:sldMk cId="491706548" sldId="355"/>
            <ac:spMk id="8" creationId="{32CEAB6A-CE7C-862A-42E1-D86D8C4198B3}"/>
          </ac:spMkLst>
        </pc:spChg>
      </pc:sldChg>
      <pc:sldChg chg="del">
        <pc:chgData name="Michael Hill" userId="41dba03d-e58d-4389-9894-554c10310ba4" providerId="ADAL" clId="{EF23FE1D-A042-481E-AFD7-2A9FB0847F54}" dt="2025-09-10T20:05:14.938" v="550" actId="47"/>
        <pc:sldMkLst>
          <pc:docMk/>
          <pc:sldMk cId="3031827839" sldId="373"/>
        </pc:sldMkLst>
      </pc:sldChg>
      <pc:sldChg chg="addSp modSp mod ord">
        <pc:chgData name="Michael Hill" userId="41dba03d-e58d-4389-9894-554c10310ba4" providerId="ADAL" clId="{EF23FE1D-A042-481E-AFD7-2A9FB0847F54}" dt="2025-09-10T20:26:19.355" v="1623" actId="20577"/>
        <pc:sldMkLst>
          <pc:docMk/>
          <pc:sldMk cId="3841251151" sldId="374"/>
        </pc:sldMkLst>
        <pc:spChg chg="mod">
          <ac:chgData name="Michael Hill" userId="41dba03d-e58d-4389-9894-554c10310ba4" providerId="ADAL" clId="{EF23FE1D-A042-481E-AFD7-2A9FB0847F54}" dt="2025-09-10T20:24:38.923" v="1453" actId="1076"/>
          <ac:spMkLst>
            <pc:docMk/>
            <pc:sldMk cId="3841251151" sldId="374"/>
            <ac:spMk id="2" creationId="{72613787-7D89-1DB3-7D85-EC68987B69B9}"/>
          </ac:spMkLst>
        </pc:spChg>
        <pc:spChg chg="mod">
          <ac:chgData name="Michael Hill" userId="41dba03d-e58d-4389-9894-554c10310ba4" providerId="ADAL" clId="{EF23FE1D-A042-481E-AFD7-2A9FB0847F54}" dt="2025-09-10T20:21:41.800" v="1438" actId="20577"/>
          <ac:spMkLst>
            <pc:docMk/>
            <pc:sldMk cId="3841251151" sldId="374"/>
            <ac:spMk id="5" creationId="{BB673A72-1868-7786-DBFE-E030CCB75135}"/>
          </ac:spMkLst>
        </pc:spChg>
        <pc:spChg chg="mod">
          <ac:chgData name="Michael Hill" userId="41dba03d-e58d-4389-9894-554c10310ba4" providerId="ADAL" clId="{EF23FE1D-A042-481E-AFD7-2A9FB0847F54}" dt="2025-09-10T20:26:19.355" v="1623" actId="20577"/>
          <ac:spMkLst>
            <pc:docMk/>
            <pc:sldMk cId="3841251151" sldId="374"/>
            <ac:spMk id="8" creationId="{B2991A9B-29C9-EBA9-E22E-8F62762FB84E}"/>
          </ac:spMkLst>
        </pc:spChg>
        <pc:spChg chg="add mod">
          <ac:chgData name="Michael Hill" userId="41dba03d-e58d-4389-9894-554c10310ba4" providerId="ADAL" clId="{EF23FE1D-A042-481E-AFD7-2A9FB0847F54}" dt="2025-09-10T20:26:01.072" v="1588" actId="1076"/>
          <ac:spMkLst>
            <pc:docMk/>
            <pc:sldMk cId="3841251151" sldId="374"/>
            <ac:spMk id="16" creationId="{5ACD0BE2-2166-6AD2-F09C-04EDC643BB2F}"/>
          </ac:spMkLst>
        </pc:spChg>
        <pc:picChg chg="add mod">
          <ac:chgData name="Michael Hill" userId="41dba03d-e58d-4389-9894-554c10310ba4" providerId="ADAL" clId="{EF23FE1D-A042-481E-AFD7-2A9FB0847F54}" dt="2025-09-10T20:24:36.431" v="1452" actId="1076"/>
          <ac:picMkLst>
            <pc:docMk/>
            <pc:sldMk cId="3841251151" sldId="374"/>
            <ac:picMk id="13" creationId="{6EFF8A62-12B0-5364-FE9D-02FA3CEECB76}"/>
          </ac:picMkLst>
        </pc:picChg>
        <pc:picChg chg="add mod">
          <ac:chgData name="Michael Hill" userId="41dba03d-e58d-4389-9894-554c10310ba4" providerId="ADAL" clId="{EF23FE1D-A042-481E-AFD7-2A9FB0847F54}" dt="2025-09-10T20:25:35.678" v="1552" actId="1076"/>
          <ac:picMkLst>
            <pc:docMk/>
            <pc:sldMk cId="3841251151" sldId="374"/>
            <ac:picMk id="15" creationId="{E9AA4193-4913-709C-A138-7C6374A7BA05}"/>
          </ac:picMkLst>
        </pc:picChg>
      </pc:sldChg>
      <pc:sldChg chg="del">
        <pc:chgData name="Michael Hill" userId="41dba03d-e58d-4389-9894-554c10310ba4" providerId="ADAL" clId="{EF23FE1D-A042-481E-AFD7-2A9FB0847F54}" dt="2025-09-10T20:05:20.063" v="551" actId="47"/>
        <pc:sldMkLst>
          <pc:docMk/>
          <pc:sldMk cId="614635405" sldId="375"/>
        </pc:sldMkLst>
      </pc:sldChg>
      <pc:sldChg chg="del">
        <pc:chgData name="Michael Hill" userId="41dba03d-e58d-4389-9894-554c10310ba4" providerId="ADAL" clId="{EF23FE1D-A042-481E-AFD7-2A9FB0847F54}" dt="2025-09-10T20:05:20.063" v="551" actId="47"/>
        <pc:sldMkLst>
          <pc:docMk/>
          <pc:sldMk cId="4150110893" sldId="376"/>
        </pc:sldMkLst>
      </pc:sldChg>
      <pc:sldChg chg="del">
        <pc:chgData name="Michael Hill" userId="41dba03d-e58d-4389-9894-554c10310ba4" providerId="ADAL" clId="{EF23FE1D-A042-481E-AFD7-2A9FB0847F54}" dt="2025-09-10T20:05:20.063" v="551" actId="47"/>
        <pc:sldMkLst>
          <pc:docMk/>
          <pc:sldMk cId="928948170" sldId="377"/>
        </pc:sldMkLst>
      </pc:sldChg>
      <pc:sldChg chg="del">
        <pc:chgData name="Michael Hill" userId="41dba03d-e58d-4389-9894-554c10310ba4" providerId="ADAL" clId="{EF23FE1D-A042-481E-AFD7-2A9FB0847F54}" dt="2025-09-10T20:05:20.063" v="551" actId="47"/>
        <pc:sldMkLst>
          <pc:docMk/>
          <pc:sldMk cId="301769935" sldId="378"/>
        </pc:sldMkLst>
      </pc:sldChg>
      <pc:sldChg chg="del">
        <pc:chgData name="Michael Hill" userId="41dba03d-e58d-4389-9894-554c10310ba4" providerId="ADAL" clId="{EF23FE1D-A042-481E-AFD7-2A9FB0847F54}" dt="2025-09-10T20:05:20.063" v="551" actId="47"/>
        <pc:sldMkLst>
          <pc:docMk/>
          <pc:sldMk cId="2667846711" sldId="379"/>
        </pc:sldMkLst>
      </pc:sldChg>
      <pc:sldChg chg="del">
        <pc:chgData name="Michael Hill" userId="41dba03d-e58d-4389-9894-554c10310ba4" providerId="ADAL" clId="{EF23FE1D-A042-481E-AFD7-2A9FB0847F54}" dt="2025-09-10T20:05:20.063" v="551" actId="47"/>
        <pc:sldMkLst>
          <pc:docMk/>
          <pc:sldMk cId="315652320" sldId="380"/>
        </pc:sldMkLst>
      </pc:sldChg>
      <pc:sldChg chg="del">
        <pc:chgData name="Michael Hill" userId="41dba03d-e58d-4389-9894-554c10310ba4" providerId="ADAL" clId="{EF23FE1D-A042-481E-AFD7-2A9FB0847F54}" dt="2025-09-10T20:05:20.063" v="551" actId="47"/>
        <pc:sldMkLst>
          <pc:docMk/>
          <pc:sldMk cId="3828883416" sldId="381"/>
        </pc:sldMkLst>
      </pc:sldChg>
      <pc:sldChg chg="del">
        <pc:chgData name="Michael Hill" userId="41dba03d-e58d-4389-9894-554c10310ba4" providerId="ADAL" clId="{EF23FE1D-A042-481E-AFD7-2A9FB0847F54}" dt="2025-09-10T20:05:20.063" v="551" actId="47"/>
        <pc:sldMkLst>
          <pc:docMk/>
          <pc:sldMk cId="4062425200" sldId="382"/>
        </pc:sldMkLst>
      </pc:sldChg>
      <pc:sldChg chg="del">
        <pc:chgData name="Michael Hill" userId="41dba03d-e58d-4389-9894-554c10310ba4" providerId="ADAL" clId="{EF23FE1D-A042-481E-AFD7-2A9FB0847F54}" dt="2025-09-10T20:05:20.063" v="551" actId="47"/>
        <pc:sldMkLst>
          <pc:docMk/>
          <pc:sldMk cId="2953819494" sldId="383"/>
        </pc:sldMkLst>
      </pc:sldChg>
      <pc:sldChg chg="del">
        <pc:chgData name="Michael Hill" userId="41dba03d-e58d-4389-9894-554c10310ba4" providerId="ADAL" clId="{EF23FE1D-A042-481E-AFD7-2A9FB0847F54}" dt="2025-09-10T20:05:21.260" v="552" actId="47"/>
        <pc:sldMkLst>
          <pc:docMk/>
          <pc:sldMk cId="3082214162" sldId="384"/>
        </pc:sldMkLst>
      </pc:sldChg>
      <pc:sldChg chg="del">
        <pc:chgData name="Michael Hill" userId="41dba03d-e58d-4389-9894-554c10310ba4" providerId="ADAL" clId="{EF23FE1D-A042-481E-AFD7-2A9FB0847F54}" dt="2025-09-10T20:05:24.580" v="553" actId="47"/>
        <pc:sldMkLst>
          <pc:docMk/>
          <pc:sldMk cId="2552313922" sldId="385"/>
        </pc:sldMkLst>
      </pc:sldChg>
      <pc:sldChg chg="del">
        <pc:chgData name="Michael Hill" userId="41dba03d-e58d-4389-9894-554c10310ba4" providerId="ADAL" clId="{EF23FE1D-A042-481E-AFD7-2A9FB0847F54}" dt="2025-09-10T20:05:24.580" v="553" actId="47"/>
        <pc:sldMkLst>
          <pc:docMk/>
          <pc:sldMk cId="1736841145" sldId="386"/>
        </pc:sldMkLst>
      </pc:sldChg>
      <pc:sldChg chg="del">
        <pc:chgData name="Michael Hill" userId="41dba03d-e58d-4389-9894-554c10310ba4" providerId="ADAL" clId="{EF23FE1D-A042-481E-AFD7-2A9FB0847F54}" dt="2025-09-10T20:05:24.580" v="553" actId="47"/>
        <pc:sldMkLst>
          <pc:docMk/>
          <pc:sldMk cId="3181395027" sldId="387"/>
        </pc:sldMkLst>
      </pc:sldChg>
      <pc:sldChg chg="del">
        <pc:chgData name="Michael Hill" userId="41dba03d-e58d-4389-9894-554c10310ba4" providerId="ADAL" clId="{EF23FE1D-A042-481E-AFD7-2A9FB0847F54}" dt="2025-09-10T20:05:24.580" v="553" actId="47"/>
        <pc:sldMkLst>
          <pc:docMk/>
          <pc:sldMk cId="1598721903" sldId="388"/>
        </pc:sldMkLst>
      </pc:sldChg>
      <pc:sldChg chg="addSp modSp mod">
        <pc:chgData name="Michael Hill" userId="41dba03d-e58d-4389-9894-554c10310ba4" providerId="ADAL" clId="{EF23FE1D-A042-481E-AFD7-2A9FB0847F54}" dt="2025-09-10T20:18:07.978" v="1103" actId="14100"/>
        <pc:sldMkLst>
          <pc:docMk/>
          <pc:sldMk cId="1392675425" sldId="389"/>
        </pc:sldMkLst>
        <pc:spChg chg="mod">
          <ac:chgData name="Michael Hill" userId="41dba03d-e58d-4389-9894-554c10310ba4" providerId="ADAL" clId="{EF23FE1D-A042-481E-AFD7-2A9FB0847F54}" dt="2025-09-10T20:05:35.115" v="566" actId="20577"/>
          <ac:spMkLst>
            <pc:docMk/>
            <pc:sldMk cId="1392675425" sldId="389"/>
            <ac:spMk id="5" creationId="{2B59C298-963B-DD14-1114-B01AD6003A70}"/>
          </ac:spMkLst>
        </pc:spChg>
        <pc:spChg chg="mod">
          <ac:chgData name="Michael Hill" userId="41dba03d-e58d-4389-9894-554c10310ba4" providerId="ADAL" clId="{EF23FE1D-A042-481E-AFD7-2A9FB0847F54}" dt="2025-09-10T20:11:38.325" v="907" actId="20577"/>
          <ac:spMkLst>
            <pc:docMk/>
            <pc:sldMk cId="1392675425" sldId="389"/>
            <ac:spMk id="8" creationId="{941179C9-1308-3B5F-9F0E-E078FE438C9B}"/>
          </ac:spMkLst>
        </pc:spChg>
        <pc:picChg chg="add mod">
          <ac:chgData name="Michael Hill" userId="41dba03d-e58d-4389-9894-554c10310ba4" providerId="ADAL" clId="{EF23FE1D-A042-481E-AFD7-2A9FB0847F54}" dt="2025-09-10T20:18:07.978" v="1103" actId="14100"/>
          <ac:picMkLst>
            <pc:docMk/>
            <pc:sldMk cId="1392675425" sldId="389"/>
            <ac:picMk id="3" creationId="{29BF1ABF-F283-A120-77A4-78D8A7C647D9}"/>
          </ac:picMkLst>
        </pc:picChg>
      </pc:sldChg>
      <pc:sldChg chg="addSp delSp modSp add mod">
        <pc:chgData name="Michael Hill" userId="41dba03d-e58d-4389-9894-554c10310ba4" providerId="ADAL" clId="{EF23FE1D-A042-481E-AFD7-2A9FB0847F54}" dt="2025-09-10T20:21:26.555" v="1425" actId="20577"/>
        <pc:sldMkLst>
          <pc:docMk/>
          <pc:sldMk cId="591541927" sldId="390"/>
        </pc:sldMkLst>
        <pc:spChg chg="mod">
          <ac:chgData name="Michael Hill" userId="41dba03d-e58d-4389-9894-554c10310ba4" providerId="ADAL" clId="{EF23FE1D-A042-481E-AFD7-2A9FB0847F54}" dt="2025-09-10T20:21:26.555" v="1425" actId="20577"/>
          <ac:spMkLst>
            <pc:docMk/>
            <pc:sldMk cId="591541927" sldId="390"/>
            <ac:spMk id="8" creationId="{3867F8E8-B018-1094-7318-A39BDFAE0548}"/>
          </ac:spMkLst>
        </pc:spChg>
      </pc:sldChg>
      <pc:sldChg chg="del">
        <pc:chgData name="Michael Hill" userId="41dba03d-e58d-4389-9894-554c10310ba4" providerId="ADAL" clId="{EF23FE1D-A042-481E-AFD7-2A9FB0847F54}" dt="2025-09-10T20:05:20.063" v="551" actId="47"/>
        <pc:sldMkLst>
          <pc:docMk/>
          <pc:sldMk cId="3212493249" sldId="390"/>
        </pc:sldMkLst>
      </pc:sldChg>
      <pc:sldChg chg="modSp add mod ord">
        <pc:chgData name="Michael Hill" userId="41dba03d-e58d-4389-9894-554c10310ba4" providerId="ADAL" clId="{EF23FE1D-A042-481E-AFD7-2A9FB0847F54}" dt="2025-09-10T20:27:37.450" v="1908" actId="20577"/>
        <pc:sldMkLst>
          <pc:docMk/>
          <pc:sldMk cId="445849447" sldId="391"/>
        </pc:sldMkLst>
        <pc:spChg chg="mod">
          <ac:chgData name="Michael Hill" userId="41dba03d-e58d-4389-9894-554c10310ba4" providerId="ADAL" clId="{EF23FE1D-A042-481E-AFD7-2A9FB0847F54}" dt="2025-09-10T20:26:41.053" v="1641" actId="1076"/>
          <ac:spMkLst>
            <pc:docMk/>
            <pc:sldMk cId="445849447" sldId="391"/>
            <ac:spMk id="5" creationId="{BCD63605-FE55-E94E-8454-280A4C60A5C8}"/>
          </ac:spMkLst>
        </pc:spChg>
        <pc:spChg chg="mod">
          <ac:chgData name="Michael Hill" userId="41dba03d-e58d-4389-9894-554c10310ba4" providerId="ADAL" clId="{EF23FE1D-A042-481E-AFD7-2A9FB0847F54}" dt="2025-09-10T20:27:37.450" v="1908" actId="20577"/>
          <ac:spMkLst>
            <pc:docMk/>
            <pc:sldMk cId="445849447" sldId="391"/>
            <ac:spMk id="8" creationId="{4719B8E8-6B97-6C05-61B3-39B6DA4D46D1}"/>
          </ac:spMkLst>
        </pc:spChg>
      </pc:sldChg>
      <pc:sldChg chg="del">
        <pc:chgData name="Michael Hill" userId="41dba03d-e58d-4389-9894-554c10310ba4" providerId="ADAL" clId="{EF23FE1D-A042-481E-AFD7-2A9FB0847F54}" dt="2025-09-10T20:05:20.063" v="551" actId="47"/>
        <pc:sldMkLst>
          <pc:docMk/>
          <pc:sldMk cId="1167209474" sldId="391"/>
        </pc:sldMkLst>
      </pc:sldChg>
      <pc:sldChg chg="modSp add mod">
        <pc:chgData name="Michael Hill" userId="41dba03d-e58d-4389-9894-554c10310ba4" providerId="ADAL" clId="{EF23FE1D-A042-481E-AFD7-2A9FB0847F54}" dt="2025-09-10T20:28:20.901" v="2102" actId="20577"/>
        <pc:sldMkLst>
          <pc:docMk/>
          <pc:sldMk cId="457788744" sldId="392"/>
        </pc:sldMkLst>
        <pc:spChg chg="mod">
          <ac:chgData name="Michael Hill" userId="41dba03d-e58d-4389-9894-554c10310ba4" providerId="ADAL" clId="{EF23FE1D-A042-481E-AFD7-2A9FB0847F54}" dt="2025-09-10T20:28:20.901" v="2102" actId="20577"/>
          <ac:spMkLst>
            <pc:docMk/>
            <pc:sldMk cId="457788744" sldId="392"/>
            <ac:spMk id="8" creationId="{E94E5EA0-80E4-F0C0-2670-47F13DC2B058}"/>
          </ac:spMkLst>
        </pc:spChg>
      </pc:sldChg>
      <pc:sldChg chg="del">
        <pc:chgData name="Michael Hill" userId="41dba03d-e58d-4389-9894-554c10310ba4" providerId="ADAL" clId="{EF23FE1D-A042-481E-AFD7-2A9FB0847F54}" dt="2025-09-10T20:05:20.063" v="551" actId="47"/>
        <pc:sldMkLst>
          <pc:docMk/>
          <pc:sldMk cId="4068063531" sldId="392"/>
        </pc:sldMkLst>
      </pc:sldChg>
      <pc:sldChg chg="addSp modSp add mod">
        <pc:chgData name="Michael Hill" userId="41dba03d-e58d-4389-9894-554c10310ba4" providerId="ADAL" clId="{EF23FE1D-A042-481E-AFD7-2A9FB0847F54}" dt="2025-09-18T18:42:05.125" v="3387" actId="20577"/>
        <pc:sldMkLst>
          <pc:docMk/>
          <pc:sldMk cId="2126002080" sldId="393"/>
        </pc:sldMkLst>
        <pc:spChg chg="mod">
          <ac:chgData name="Michael Hill" userId="41dba03d-e58d-4389-9894-554c10310ba4" providerId="ADAL" clId="{EF23FE1D-A042-481E-AFD7-2A9FB0847F54}" dt="2025-09-18T18:42:05.125" v="3387" actId="20577"/>
          <ac:spMkLst>
            <pc:docMk/>
            <pc:sldMk cId="2126002080" sldId="393"/>
            <ac:spMk id="8" creationId="{34ACC4F0-8D47-2DF5-D6A4-D2124110C16D}"/>
          </ac:spMkLst>
        </pc:spChg>
        <pc:picChg chg="add mod">
          <ac:chgData name="Michael Hill" userId="41dba03d-e58d-4389-9894-554c10310ba4" providerId="ADAL" clId="{EF23FE1D-A042-481E-AFD7-2A9FB0847F54}" dt="2025-09-10T20:31:18.059" v="2532" actId="1076"/>
          <ac:picMkLst>
            <pc:docMk/>
            <pc:sldMk cId="2126002080" sldId="393"/>
            <ac:picMk id="3" creationId="{FFB9DF78-8502-BDD2-DC12-BB27493E78E4}"/>
          </ac:picMkLst>
        </pc:picChg>
      </pc:sldChg>
      <pc:sldChg chg="modSp add mod">
        <pc:chgData name="Michael Hill" userId="41dba03d-e58d-4389-9894-554c10310ba4" providerId="ADAL" clId="{EF23FE1D-A042-481E-AFD7-2A9FB0847F54}" dt="2025-09-10T20:34:33.433" v="3062" actId="20577"/>
        <pc:sldMkLst>
          <pc:docMk/>
          <pc:sldMk cId="3457535434" sldId="394"/>
        </pc:sldMkLst>
        <pc:spChg chg="mod">
          <ac:chgData name="Michael Hill" userId="41dba03d-e58d-4389-9894-554c10310ba4" providerId="ADAL" clId="{EF23FE1D-A042-481E-AFD7-2A9FB0847F54}" dt="2025-09-10T20:34:33.433" v="3062" actId="20577"/>
          <ac:spMkLst>
            <pc:docMk/>
            <pc:sldMk cId="3457535434" sldId="394"/>
            <ac:spMk id="8" creationId="{017349D6-1F58-3996-427E-7892EF61CCD1}"/>
          </ac:spMkLst>
        </pc:spChg>
      </pc:sldChg>
      <pc:sldChg chg="delSp modSp add mod ord">
        <pc:chgData name="Michael Hill" userId="41dba03d-e58d-4389-9894-554c10310ba4" providerId="ADAL" clId="{EF23FE1D-A042-481E-AFD7-2A9FB0847F54}" dt="2025-09-10T20:47:05.313" v="3254" actId="20577"/>
        <pc:sldMkLst>
          <pc:docMk/>
          <pc:sldMk cId="2433276207" sldId="395"/>
        </pc:sldMkLst>
        <pc:spChg chg="mod">
          <ac:chgData name="Michael Hill" userId="41dba03d-e58d-4389-9894-554c10310ba4" providerId="ADAL" clId="{EF23FE1D-A042-481E-AFD7-2A9FB0847F54}" dt="2025-09-10T20:45:47.607" v="3082" actId="404"/>
          <ac:spMkLst>
            <pc:docMk/>
            <pc:sldMk cId="2433276207" sldId="395"/>
            <ac:spMk id="2" creationId="{FADFC960-A777-DAA4-825D-528AAC47EA19}"/>
          </ac:spMkLst>
        </pc:spChg>
        <pc:spChg chg="mod">
          <ac:chgData name="Michael Hill" userId="41dba03d-e58d-4389-9894-554c10310ba4" providerId="ADAL" clId="{EF23FE1D-A042-481E-AFD7-2A9FB0847F54}" dt="2025-09-10T20:47:05.313" v="3254" actId="20577"/>
          <ac:spMkLst>
            <pc:docMk/>
            <pc:sldMk cId="2433276207" sldId="395"/>
            <ac:spMk id="5" creationId="{831907E6-0623-0738-4C1F-D729BD359916}"/>
          </ac:spMkLst>
        </pc:spChg>
        <pc:spChg chg="mod">
          <ac:chgData name="Michael Hill" userId="41dba03d-e58d-4389-9894-554c10310ba4" providerId="ADAL" clId="{EF23FE1D-A042-481E-AFD7-2A9FB0847F54}" dt="2025-09-10T20:36:00.428" v="3071" actId="20577"/>
          <ac:spMkLst>
            <pc:docMk/>
            <pc:sldMk cId="2433276207" sldId="395"/>
            <ac:spMk id="8" creationId="{97C87998-EA9B-64DA-3676-F35AAA15B558}"/>
          </ac:spMkLst>
        </pc:spChg>
      </pc:sldChg>
      <pc:sldChg chg="modSp add mod">
        <pc:chgData name="Michael Hill" userId="41dba03d-e58d-4389-9894-554c10310ba4" providerId="ADAL" clId="{EF23FE1D-A042-481E-AFD7-2A9FB0847F54}" dt="2025-09-10T20:47:08.447" v="3260" actId="20577"/>
        <pc:sldMkLst>
          <pc:docMk/>
          <pc:sldMk cId="2684314339" sldId="396"/>
        </pc:sldMkLst>
        <pc:spChg chg="mod">
          <ac:chgData name="Michael Hill" userId="41dba03d-e58d-4389-9894-554c10310ba4" providerId="ADAL" clId="{EF23FE1D-A042-481E-AFD7-2A9FB0847F54}" dt="2025-09-10T20:47:08.447" v="3260" actId="20577"/>
          <ac:spMkLst>
            <pc:docMk/>
            <pc:sldMk cId="2684314339" sldId="396"/>
            <ac:spMk id="5" creationId="{4C8FCB50-29AB-C74D-9B31-8C39BA7B4D91}"/>
          </ac:spMkLst>
        </pc:spChg>
        <pc:spChg chg="mod">
          <ac:chgData name="Michael Hill" userId="41dba03d-e58d-4389-9894-554c10310ba4" providerId="ADAL" clId="{EF23FE1D-A042-481E-AFD7-2A9FB0847F54}" dt="2025-09-10T20:46:38.931" v="3178" actId="20577"/>
          <ac:spMkLst>
            <pc:docMk/>
            <pc:sldMk cId="2684314339" sldId="396"/>
            <ac:spMk id="8" creationId="{6AE7A0E0-DB41-F11A-E295-C1804C068D2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187A-54B1-63BB-0C3C-8EF4407A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374D3-5CAC-73C3-D477-B9339FC26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8F993-B5C9-DF5C-9651-2609B9AF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4EC4-B1EC-421C-F984-FBF90B88A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DB48C-FCC8-4682-A5C6-34BDEF33D27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0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B2: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206685" cy="1160918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B2-10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2590800" y="3692233"/>
            <a:ext cx="7680731" cy="984125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SEARCHING ALGORITHMS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451653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Warm-up Question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Linear Search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Binary Search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 algorithms for the following Big-O complexities: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O(n)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O(n</a:t>
            </a:r>
            <a:r>
              <a:rPr lang="en-US" sz="28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2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O(1)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86392-143E-AF29-937D-6BD2CAAB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4E6D3C1D-2FC9-5A8F-0680-C3AF2E643DB5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A1CF06-772E-FF2C-3839-78AAEFA0A11B}"/>
              </a:ext>
            </a:extLst>
          </p:cNvPr>
          <p:cNvSpPr/>
          <p:nvPr/>
        </p:nvSpPr>
        <p:spPr>
          <a:xfrm>
            <a:off x="6157610" y="1363072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7F076D-4943-0214-F6EE-FF302EBEC62C}"/>
              </a:ext>
            </a:extLst>
          </p:cNvPr>
          <p:cNvSpPr/>
          <p:nvPr/>
        </p:nvSpPr>
        <p:spPr>
          <a:xfrm>
            <a:off x="1183710" y="1780701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92782C-EA7B-F0D2-017B-9D6E5AEE03F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8864B057-355B-8306-248E-60E16CA7C1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7FCFCCE3-C51B-5BE3-133A-CC40A8792F6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7FEA21-E6C0-9AC9-9EB8-E7528ED5B6C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6D6FC8A7-837D-0C82-0508-398DDF1DB91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D3612398-5230-03BA-7AB5-DC74EB9BDE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648B85D8-8113-F692-CDA7-CA2CB6F411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CD81634-986F-4974-A0A9-4D21FA765446}"/>
              </a:ext>
            </a:extLst>
          </p:cNvPr>
          <p:cNvSpPr/>
          <p:nvPr/>
        </p:nvSpPr>
        <p:spPr>
          <a:xfrm>
            <a:off x="618767" y="1537358"/>
            <a:ext cx="10821545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pt-B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 = </a:t>
            </a:r>
            <a:r>
              <a:rPr lang="pt-BR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br>
              <a:rPr lang="pt-BR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20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#O(n)</a:t>
            </a:r>
            <a:br>
              <a:rPr lang="pt-BR" sz="20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pt-B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 </a:t>
            </a:r>
            <a:r>
              <a:rPr lang="pt-BR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pt-BR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pt-B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(n):</a:t>
            </a:r>
            <a:br>
              <a:rPr lang="pt-B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pt-BR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pt-B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(i)</a:t>
            </a:r>
            <a:br>
              <a:rPr lang="pt-B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pt-B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20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#O(n^2)</a:t>
            </a:r>
            <a:br>
              <a:rPr lang="pt-BR" sz="20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pt-B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 </a:t>
            </a:r>
            <a:r>
              <a:rPr lang="pt-BR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pt-BR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pt-B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(n):</a:t>
            </a:r>
            <a:br>
              <a:rPr lang="pt-B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pt-BR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pt-B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 </a:t>
            </a:r>
            <a:r>
              <a:rPr lang="pt-BR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pt-BR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pt-B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(n):</a:t>
            </a:r>
            <a:br>
              <a:rPr lang="pt-B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pt-BR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pt-B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(i</a:t>
            </a:r>
            <a:r>
              <a:rPr lang="pt-BR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pt-B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j)</a:t>
            </a:r>
            <a:br>
              <a:rPr lang="pt-B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pt-B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20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#O(1)</a:t>
            </a:r>
            <a:br>
              <a:rPr lang="pt-BR" sz="20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pt-B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(n)</a:t>
            </a:r>
          </a:p>
        </p:txBody>
      </p:sp>
    </p:spTree>
    <p:extLst>
      <p:ext uri="{BB962C8B-B14F-4D97-AF65-F5344CB8AC3E}">
        <p14:creationId xmlns:p14="http://schemas.microsoft.com/office/powerpoint/2010/main" val="209812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4FA2EC-9EF9-3D22-D37A-D2C33F0B4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7BC2747-FB23-B074-583B-05DEE5E0EE0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2017C27-92C2-299E-6755-D147C70435F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FE46BAD-1368-1BD0-D12A-151BCA71258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86EDE8F-DB6A-6B58-4BF7-E9F7319EADD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975E50-7FB3-B06D-773B-3642E1C38505}"/>
              </a:ext>
            </a:extLst>
          </p:cNvPr>
          <p:cNvSpPr/>
          <p:nvPr/>
        </p:nvSpPr>
        <p:spPr>
          <a:xfrm>
            <a:off x="421105" y="1212852"/>
            <a:ext cx="677739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Searching algorithms are used to find specific items in data structures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Some examples of this are: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Finding items in a database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Finding words in a document or webpage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Finding webpages in a search engine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For today, our goal is to find a specific item inside of a list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DAAC60-09A2-5F2C-0295-0B8557A1C1F2}"/>
              </a:ext>
            </a:extLst>
          </p:cNvPr>
          <p:cNvSpPr/>
          <p:nvPr/>
        </p:nvSpPr>
        <p:spPr>
          <a:xfrm>
            <a:off x="-250972" y="142543"/>
            <a:ext cx="6745440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SEARCHING ALGORITHMS</a:t>
            </a:r>
          </a:p>
        </p:txBody>
      </p:sp>
    </p:spTree>
    <p:extLst>
      <p:ext uri="{BB962C8B-B14F-4D97-AF65-F5344CB8AC3E}">
        <p14:creationId xmlns:p14="http://schemas.microsoft.com/office/powerpoint/2010/main" val="207520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75C8E9-B0D2-DBCD-38C1-72049E6FA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56A7A19-2A9B-63F3-F494-CA4CDF8226B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7A86186-F17C-EAC9-B19A-D6B85BCA57A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A8371C-55E7-5DD6-558B-2B6D7D4117E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6EC011-9425-AB09-2D21-1CE18FB467A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1179C9-1308-3B5F-9F0E-E078FE438C9B}"/>
              </a:ext>
            </a:extLst>
          </p:cNvPr>
          <p:cNvSpPr/>
          <p:nvPr/>
        </p:nvSpPr>
        <p:spPr>
          <a:xfrm>
            <a:off x="421105" y="1212852"/>
            <a:ext cx="11417603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linear search, also known as the sequential search, is the most simple type of search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linear search traverses the data structure from beginning to end, looking for a specific item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the best case scenario for this algorithm?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the worst case scenario for this algorithm?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59C298-963B-DD14-1114-B01AD6003A70}"/>
              </a:ext>
            </a:extLst>
          </p:cNvPr>
          <p:cNvSpPr/>
          <p:nvPr/>
        </p:nvSpPr>
        <p:spPr>
          <a:xfrm>
            <a:off x="-255404" y="142543"/>
            <a:ext cx="684780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LINEAR SEARCH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BF1ABF-F283-A120-77A4-78D8A7C64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436" y="4429440"/>
            <a:ext cx="3283145" cy="217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75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23994F-34DC-D01B-AA83-0BE97FD34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C83189C-BCB4-9ADA-FECC-B57CAABE2EB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964267C-0DC1-328A-A1EF-C2CFB37B915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2923AC8-31F6-00D5-7C26-22E66C75191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3AAA536-1CB0-AFB2-EC89-2623558F1EE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67F8E8-B018-1094-7318-A39BDFAE0548}"/>
              </a:ext>
            </a:extLst>
          </p:cNvPr>
          <p:cNvSpPr/>
          <p:nvPr/>
        </p:nvSpPr>
        <p:spPr>
          <a:xfrm>
            <a:off x="421105" y="1212852"/>
            <a:ext cx="11417603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implement a linear search using a list, we can use a for loop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We’ll also need a key variable, being the item we’re searching for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First, we compare the element stored at index 0 on the list to see if it matches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the element at 0 is the same as the key, we return that we found the value in the list at location 0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not, we check the next element until we get to the end of the list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2F696-9531-D9E9-FBCE-B34334DE9FE3}"/>
              </a:ext>
            </a:extLst>
          </p:cNvPr>
          <p:cNvSpPr/>
          <p:nvPr/>
        </p:nvSpPr>
        <p:spPr>
          <a:xfrm>
            <a:off x="-255404" y="142543"/>
            <a:ext cx="684780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LINEAR SEARCH</a:t>
            </a:r>
          </a:p>
        </p:txBody>
      </p:sp>
    </p:spTree>
    <p:extLst>
      <p:ext uri="{BB962C8B-B14F-4D97-AF65-F5344CB8AC3E}">
        <p14:creationId xmlns:p14="http://schemas.microsoft.com/office/powerpoint/2010/main" val="591541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095381-BB99-055E-C93F-5022E1135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DBAFEFB-27FF-8A80-AB55-3EDB5EC0009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19658B-8C3E-AF32-696D-356B7066028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C54D57-AF99-09C2-B129-C85FD439F10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3A61829-7834-1DDA-C777-ACCF4E20854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91A9B-29C9-EBA9-E22E-8F62762FB84E}"/>
              </a:ext>
            </a:extLst>
          </p:cNvPr>
          <p:cNvSpPr/>
          <p:nvPr/>
        </p:nvSpPr>
        <p:spPr>
          <a:xfrm>
            <a:off x="421106" y="1212853"/>
            <a:ext cx="11431458" cy="1571912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code below is a simple linear search algorithm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it’s Big-O complexity in terms of time? What about space?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673A72-1868-7786-DBFE-E030CCB75135}"/>
              </a:ext>
            </a:extLst>
          </p:cNvPr>
          <p:cNvSpPr/>
          <p:nvPr/>
        </p:nvSpPr>
        <p:spPr>
          <a:xfrm>
            <a:off x="-72932" y="142543"/>
            <a:ext cx="496806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LINEAR SEARCH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613787-7D89-1DB3-7D85-EC68987B69B9}"/>
              </a:ext>
            </a:extLst>
          </p:cNvPr>
          <p:cNvSpPr/>
          <p:nvPr/>
        </p:nvSpPr>
        <p:spPr>
          <a:xfrm>
            <a:off x="4511185" y="2671241"/>
            <a:ext cx="6737666" cy="32600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21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9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42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49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key = 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9</a:t>
            </a:r>
            <a:b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position = -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 err="1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key == 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position = 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position != -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"element found at index "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position)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"element was not found"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pic>
        <p:nvPicPr>
          <p:cNvPr id="13" name="Picture 12" descr="Cartoon blue cartoon animal with pink ears&#10;&#10;AI-generated content may be incorrect.">
            <a:extLst>
              <a:ext uri="{FF2B5EF4-FFF2-40B4-BE49-F238E27FC236}">
                <a16:creationId xmlns:a16="http://schemas.microsoft.com/office/drawing/2014/main" id="{6EFF8A62-12B0-5364-FE9D-02FA3CEEC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49" y="2556164"/>
            <a:ext cx="4073235" cy="4073235"/>
          </a:xfrm>
          <a:prstGeom prst="rect">
            <a:avLst/>
          </a:prstGeom>
        </p:spPr>
      </p:pic>
      <p:pic>
        <p:nvPicPr>
          <p:cNvPr id="15" name="Picture 14" descr="A red and white sign with white text&#10;&#10;AI-generated content may be incorrect.">
            <a:extLst>
              <a:ext uri="{FF2B5EF4-FFF2-40B4-BE49-F238E27FC236}">
                <a16:creationId xmlns:a16="http://schemas.microsoft.com/office/drawing/2014/main" id="{E9AA4193-4913-709C-A138-7C6374A7BA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939" y="4479852"/>
            <a:ext cx="2190533" cy="21905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ACD0BE2-2166-6AD2-F09C-04EDC643BB2F}"/>
              </a:ext>
            </a:extLst>
          </p:cNvPr>
          <p:cNvSpPr txBox="1"/>
          <p:nvPr/>
        </p:nvSpPr>
        <p:spPr>
          <a:xfrm>
            <a:off x="2063491" y="5414131"/>
            <a:ext cx="1461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Property of Will Stancil</a:t>
            </a:r>
          </a:p>
        </p:txBody>
      </p:sp>
    </p:spTree>
    <p:extLst>
      <p:ext uri="{BB962C8B-B14F-4D97-AF65-F5344CB8AC3E}">
        <p14:creationId xmlns:p14="http://schemas.microsoft.com/office/powerpoint/2010/main" val="3841251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660FE9-B2A5-624D-56C1-6A223C214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92EC5D3-7B66-7EBA-6357-359F12B386C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3F75B04-E1D0-A391-32C5-F830DD15DC1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90FE20-4686-57A1-E117-2A01A1AE2F0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6A83B87-4293-DD04-E727-958AB59EB74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19B8E8-6B97-6C05-61B3-39B6DA4D46D1}"/>
              </a:ext>
            </a:extLst>
          </p:cNvPr>
          <p:cNvSpPr/>
          <p:nvPr/>
        </p:nvSpPr>
        <p:spPr>
          <a:xfrm>
            <a:off x="421105" y="1212852"/>
            <a:ext cx="11417603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Unfortunately, this linear search isn’t a particularly efficient algorithm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you have a large dataset, it could take forever to run on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 mean, how many webpages are on Google? It would take forever to check all of those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D63605-FE55-E94E-8454-280A4C60A5C8}"/>
              </a:ext>
            </a:extLst>
          </p:cNvPr>
          <p:cNvSpPr/>
          <p:nvPr/>
        </p:nvSpPr>
        <p:spPr>
          <a:xfrm>
            <a:off x="-54513" y="142543"/>
            <a:ext cx="491745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BINARY SEARCH</a:t>
            </a:r>
          </a:p>
        </p:txBody>
      </p:sp>
    </p:spTree>
    <p:extLst>
      <p:ext uri="{BB962C8B-B14F-4D97-AF65-F5344CB8AC3E}">
        <p14:creationId xmlns:p14="http://schemas.microsoft.com/office/powerpoint/2010/main" val="445849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A8BD35-149F-EEFF-63CC-351A4BF1A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5FB95D6-CA77-BC36-2C3F-D2E92F507B3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FB9BCEC-C152-6A53-0210-B19777571AE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8610001-27B9-A1A6-ECC2-D53793CFEC3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7C0B23D-5945-21EB-CF89-19701AB238A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4E5EA0-80E4-F0C0-2670-47F13DC2B058}"/>
              </a:ext>
            </a:extLst>
          </p:cNvPr>
          <p:cNvSpPr/>
          <p:nvPr/>
        </p:nvSpPr>
        <p:spPr>
          <a:xfrm>
            <a:off x="421105" y="1212852"/>
            <a:ext cx="11417603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So, we have the binary search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Binary search reduces the number of items to search by half every time, making it much more efficient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But, the downside, is that the list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must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 sorted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58CE3F-5CFF-C6A0-AAB8-DD871C8BC278}"/>
              </a:ext>
            </a:extLst>
          </p:cNvPr>
          <p:cNvSpPr/>
          <p:nvPr/>
        </p:nvSpPr>
        <p:spPr>
          <a:xfrm>
            <a:off x="-54513" y="142543"/>
            <a:ext cx="491745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BINARY SEARCH</a:t>
            </a:r>
          </a:p>
        </p:txBody>
      </p:sp>
    </p:spTree>
    <p:extLst>
      <p:ext uri="{BB962C8B-B14F-4D97-AF65-F5344CB8AC3E}">
        <p14:creationId xmlns:p14="http://schemas.microsoft.com/office/powerpoint/2010/main" val="457788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D238B9-4402-BE27-A978-B7F122D32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9A4F277-6979-C523-66E7-E7DE41F8443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BB5F16C-9B75-1E9F-8365-0C63D2EB618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C4DF2C-86E1-7C6C-CA2A-8D40529AA99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FB4CA43-9EF1-9DB5-67B0-A16B2221A23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ACC4F0-8D47-2DF5-D6A4-D2124110C16D}"/>
              </a:ext>
            </a:extLst>
          </p:cNvPr>
          <p:cNvSpPr/>
          <p:nvPr/>
        </p:nvSpPr>
        <p:spPr>
          <a:xfrm>
            <a:off x="421105" y="1212852"/>
            <a:ext cx="11417603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For the binary search we do need more variables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variable called lower to store the lower boundary index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variable called upper to store the higher boundary index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variable called mid that stores the result of (lower + </a:t>
            </a: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upper)//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2</a:t>
            </a:r>
          </a:p>
          <a:p>
            <a:pPr>
              <a:spcBef>
                <a:spcPts val="1200"/>
              </a:spcBef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0EE95A-5CFD-8AF4-09BE-385CA74960AA}"/>
              </a:ext>
            </a:extLst>
          </p:cNvPr>
          <p:cNvSpPr/>
          <p:nvPr/>
        </p:nvSpPr>
        <p:spPr>
          <a:xfrm>
            <a:off x="-54513" y="142543"/>
            <a:ext cx="491745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BINARY SEARCH</a:t>
            </a:r>
          </a:p>
        </p:txBody>
      </p:sp>
      <p:pic>
        <p:nvPicPr>
          <p:cNvPr id="3" name="Picture 2" descr="A diagram of a number&#10;&#10;AI-generated content may be incorrect.">
            <a:extLst>
              <a:ext uri="{FF2B5EF4-FFF2-40B4-BE49-F238E27FC236}">
                <a16:creationId xmlns:a16="http://schemas.microsoft.com/office/drawing/2014/main" id="{FFB9DF78-8502-BDD2-DC12-BB27493E7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034" y="3774336"/>
            <a:ext cx="451485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002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849D6-FE17-465A-54C2-82C324956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23D0232-DFC6-C427-D6A7-B8C1631E867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B1B75FB-8DAA-0F7B-1C21-1B189665B02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F9B31EE-C7B2-80D9-2833-C5E2A2BDADE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F81C220-8232-930D-67A0-20928885246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7349D6-1F58-3996-427E-7892EF61CCD1}"/>
              </a:ext>
            </a:extLst>
          </p:cNvPr>
          <p:cNvSpPr/>
          <p:nvPr/>
        </p:nvSpPr>
        <p:spPr>
          <a:xfrm>
            <a:off x="421105" y="1212852"/>
            <a:ext cx="11417603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algorithm is as follows: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Compare the value at the mid index to the key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that value is the key, you can return the index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But, if it’s not:</a:t>
            </a:r>
          </a:p>
          <a:p>
            <a:pPr marL="1828800" lvl="3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the value is smaller than the key, we can disregard the left half of the list, changing the lower variable to mid + 1</a:t>
            </a:r>
          </a:p>
          <a:p>
            <a:pPr marL="1828800" lvl="3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the value is larger than the key, we can disregard the right half of the list, changing the upper variable to mid – 1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then rinse and repeat until the value is the key, or the upper and lower values are the same, and then we return -1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9A8915-8B18-DC1A-FDBC-5E88BFFEC3C9}"/>
              </a:ext>
            </a:extLst>
          </p:cNvPr>
          <p:cNvSpPr/>
          <p:nvPr/>
        </p:nvSpPr>
        <p:spPr>
          <a:xfrm>
            <a:off x="-54513" y="142543"/>
            <a:ext cx="491745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BINARY SEARCH</a:t>
            </a:r>
          </a:p>
        </p:txBody>
      </p:sp>
    </p:spTree>
    <p:extLst>
      <p:ext uri="{BB962C8B-B14F-4D97-AF65-F5344CB8AC3E}">
        <p14:creationId xmlns:p14="http://schemas.microsoft.com/office/powerpoint/2010/main" val="3457535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22A401-605D-B347-FDE4-5B83D179D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67DD83C-5BA9-710B-2626-DBA684014BC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CD72F2F-3788-28A1-1FA5-F4715640AB5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46C8403-6064-E910-44AC-D28330B2F85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B72DF9C-B7F3-E4A6-F728-F4ECADE5C68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C87998-EA9B-64DA-3676-F35AAA15B558}"/>
              </a:ext>
            </a:extLst>
          </p:cNvPr>
          <p:cNvSpPr/>
          <p:nvPr/>
        </p:nvSpPr>
        <p:spPr>
          <a:xfrm>
            <a:off x="421106" y="1212853"/>
            <a:ext cx="11431458" cy="1571912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code below is a simple binary search algorithm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it’s Big-O complexity in terms of time? What about space?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907E6-0623-0738-4C1F-D729BD359916}"/>
              </a:ext>
            </a:extLst>
          </p:cNvPr>
          <p:cNvSpPr/>
          <p:nvPr/>
        </p:nvSpPr>
        <p:spPr>
          <a:xfrm>
            <a:off x="-72932" y="142543"/>
            <a:ext cx="496806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BINARY SEARCH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DFC960-A777-DAA4-825D-528AAC47EA19}"/>
              </a:ext>
            </a:extLst>
          </p:cNvPr>
          <p:cNvSpPr/>
          <p:nvPr/>
        </p:nvSpPr>
        <p:spPr>
          <a:xfrm>
            <a:off x="547255" y="2671241"/>
            <a:ext cx="10701596" cy="404421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9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11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19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20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23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27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29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30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31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34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36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key =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11</a:t>
            </a:r>
            <a:b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found = </a:t>
            </a: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False</a:t>
            </a:r>
            <a:b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lower =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b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upper = </a:t>
            </a:r>
            <a:r>
              <a:rPr lang="en-US" sz="1400" dirty="0" err="1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mid =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b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while 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lower &lt;= upper </a:t>
            </a: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and 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found == </a:t>
            </a: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False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mid = </a:t>
            </a:r>
            <a:r>
              <a:rPr lang="en-US" sz="1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((lower+ upper)/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1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[mid] == key: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found = </a:t>
            </a: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b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 err="1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elif</a:t>
            </a: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[mid] &lt; key: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lower = mid +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upper = mid -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found: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'The value was found at index'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mid)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"The value was not found"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endParaRPr lang="en-US" sz="14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276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1DC00-8288-EDE2-39E0-4A1BFC177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895D8C8-CDFD-C478-FF4F-8B1ECFA6A2B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CE7BB8-34C0-222B-0618-867CB0BF85B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3FFBCD-2539-6F5D-ECFB-3FE9B145BC3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84991DC-E541-2350-50CC-7FEC4350245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E7A0E0-DB41-F11A-E295-C1804C068D27}"/>
              </a:ext>
            </a:extLst>
          </p:cNvPr>
          <p:cNvSpPr/>
          <p:nvPr/>
        </p:nvSpPr>
        <p:spPr>
          <a:xfrm>
            <a:off x="421106" y="1212853"/>
            <a:ext cx="11431458" cy="1571912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the worst case for this algorithm? What about the best case for this algorithm?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8FCB50-29AB-C74D-9B31-8C39BA7B4D91}"/>
              </a:ext>
            </a:extLst>
          </p:cNvPr>
          <p:cNvSpPr/>
          <p:nvPr/>
        </p:nvSpPr>
        <p:spPr>
          <a:xfrm>
            <a:off x="-72932" y="142543"/>
            <a:ext cx="496806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BINARY SEARCH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15F0D5-0695-A487-5F3F-46A92CDCA4F3}"/>
              </a:ext>
            </a:extLst>
          </p:cNvPr>
          <p:cNvSpPr/>
          <p:nvPr/>
        </p:nvSpPr>
        <p:spPr>
          <a:xfrm>
            <a:off x="547255" y="2671241"/>
            <a:ext cx="10701596" cy="404421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9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11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19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20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23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27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29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30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31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34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36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key =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11</a:t>
            </a:r>
            <a:b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found = </a:t>
            </a: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False</a:t>
            </a:r>
            <a:b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lower =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b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upper = </a:t>
            </a:r>
            <a:r>
              <a:rPr lang="en-US" sz="1400" dirty="0" err="1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mid =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b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while 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lower &lt;= upper </a:t>
            </a: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and 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found == </a:t>
            </a: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False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mid = </a:t>
            </a:r>
            <a:r>
              <a:rPr lang="en-US" sz="1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((lower+ upper)/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1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[mid] == key: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found = </a:t>
            </a: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b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 err="1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elif</a:t>
            </a: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[mid] &lt; key: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lower = mid +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upper = mid - </a:t>
            </a:r>
            <a: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en-US" sz="1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found: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'The value was found at index'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mid)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"The value was not found"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endParaRPr lang="en-US" sz="14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314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FF432-3742-E8CF-89DA-84C94CDD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CD3DCD2-C74C-95D3-8AE9-68F3C6AEDF40}"/>
              </a:ext>
            </a:extLst>
          </p:cNvPr>
          <p:cNvSpPr/>
          <p:nvPr/>
        </p:nvSpPr>
        <p:spPr>
          <a:xfrm>
            <a:off x="3181874" y="4727575"/>
            <a:ext cx="1253064" cy="125306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7092CD-4DF3-59F0-5AB9-E50FA41C4902}"/>
              </a:ext>
            </a:extLst>
          </p:cNvPr>
          <p:cNvSpPr/>
          <p:nvPr/>
        </p:nvSpPr>
        <p:spPr>
          <a:xfrm>
            <a:off x="215845" y="3717853"/>
            <a:ext cx="2019444" cy="201944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C3CAB5-3061-5F94-A88E-C0BDD9B048E5}"/>
              </a:ext>
            </a:extLst>
          </p:cNvPr>
          <p:cNvSpPr/>
          <p:nvPr/>
        </p:nvSpPr>
        <p:spPr>
          <a:xfrm>
            <a:off x="4061287" y="311889"/>
            <a:ext cx="1253064" cy="125306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CEAB6A-CE7C-862A-42E1-D86D8C4198B3}"/>
              </a:ext>
            </a:extLst>
          </p:cNvPr>
          <p:cNvSpPr/>
          <p:nvPr/>
        </p:nvSpPr>
        <p:spPr>
          <a:xfrm>
            <a:off x="330518" y="1120703"/>
            <a:ext cx="4662651" cy="548635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Searching Algorithm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Linear Search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Sequential Search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FD995-70BC-6581-0161-071153C10586}"/>
              </a:ext>
            </a:extLst>
          </p:cNvPr>
          <p:cNvSpPr/>
          <p:nvPr/>
        </p:nvSpPr>
        <p:spPr>
          <a:xfrm>
            <a:off x="-297523" y="201730"/>
            <a:ext cx="6265695" cy="73669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 TO REMEMBER</a:t>
            </a:r>
          </a:p>
        </p:txBody>
      </p:sp>
      <p:pic>
        <p:nvPicPr>
          <p:cNvPr id="6" name="Picture 5" descr="A cartoon of a person with a large brain&#10;&#10;AI-generated content may be incorrect.">
            <a:extLst>
              <a:ext uri="{FF2B5EF4-FFF2-40B4-BE49-F238E27FC236}">
                <a16:creationId xmlns:a16="http://schemas.microsoft.com/office/drawing/2014/main" id="{ADD5DD30-FEB4-6F2F-CD56-BC8E3371E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8" b="909"/>
          <a:stretch>
            <a:fillRect/>
          </a:stretch>
        </p:blipFill>
        <p:spPr>
          <a:xfrm flipH="1">
            <a:off x="7198831" y="2629528"/>
            <a:ext cx="3767602" cy="33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0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25 L 0.00221 0.025 C 0.00169 0.01898 0.00091 0.01296 0.00052 0.00694 C 0.00013 -0.00255 0.00091 -0.01204 3.75E-6 -0.0213 C -0.00105 -0.03241 -0.00365 -0.04329 -0.00508 -0.0544 C -0.00834 -0.0794 -0.00912 -0.08843 -0.01693 -0.11759 C -0.02032 -0.13009 -0.02318 -0.14329 -0.02709 -0.15556 C -0.02878 -0.16088 -0.03034 -0.16643 -0.03217 -0.17153 C -0.03373 -0.17639 -0.03568 -0.18079 -0.03724 -0.18565 C -0.03881 -0.19097 -0.03959 -0.19699 -0.04167 -0.20162 C -0.04558 -0.20995 -0.06459 -0.24028 -0.06993 -0.24676 C -0.07709 -0.25579 -0.07813 -0.25255 -0.08568 -0.25694 C -0.0892 -0.2588 -0.09245 -0.26157 -0.09584 -0.26389 C -0.10651 -0.27083 -0.11407 -0.27569 -0.12461 -0.27986 C -0.13776 -0.28518 -0.16407 -0.29491 -0.16407 -0.29491 L -0.19336 -0.2919 C -0.19662 -0.29143 -0.19987 -0.2912 -0.203 -0.29005 C -0.21029 -0.28704 -0.22526 -0.27431 -0.22891 -0.26898 C -0.23125 -0.26551 -0.23321 -0.26181 -0.23568 -0.2588 C -0.23646 -0.25787 -0.23464 -0.26157 -0.23399 -0.26296 C -0.2319 -0.26759 -0.23021 -0.27268 -0.22787 -0.27685 C -0.22539 -0.28125 -0.22331 -0.28634 -0.22045 -0.29005 C -0.21185 -0.30046 -0.19558 -0.31319 -0.18607 -0.31991 C -0.17813 -0.32569 -0.17019 -0.33194 -0.16185 -0.33611 C -0.13646 -0.34838 -0.11081 -0.35833 -0.08516 -0.36921 C -0.07565 -0.37315 -0.06602 -0.37662 -0.05638 -0.38009 C -0.04089 -0.38588 -0.02592 -0.39074 -0.01016 -0.39421 C -0.00039 -0.3963 0.00937 -0.39745 0.01914 -0.39931 C 0.04739 -0.39815 0.07565 -0.39907 0.10377 -0.3963 C 0.10989 -0.3956 0.11588 -0.3919 0.12187 -0.38912 C 0.13255 -0.38449 0.14323 -0.37893 0.15403 -0.37407 C 0.2095 -0.34884 0.13476 -0.38449 0.19179 -0.35602 C 0.19687 -0.3537 0.20208 -0.35231 0.20703 -0.34907 C 0.21354 -0.34468 0.21966 -0.33796 0.22617 -0.3331 C 0.22838 -0.33148 0.23073 -0.33009 0.23294 -0.32801 C 0.23463 -0.32639 0.2358 -0.32384 0.2375 -0.32199 C 0.2388 -0.32037 0.24049 -0.31944 0.24192 -0.31806 C 0.24323 -0.31667 0.24453 -0.31528 0.24596 -0.31412 C 0.24427 -0.31806 0.24297 -0.32292 0.24088 -0.32593 C 0.22252 -0.35255 0.19974 -0.37014 0.17877 -0.38727 C 0.16562 -0.39792 0.15247 -0.4088 0.1388 -0.41736 C 0.0888 -0.44815 0.04114 -0.47222 -0.01185 -0.48148 C -0.07318 -0.49213 -0.27201 -0.4919 -0.30847 -0.49236 C -0.36537 -0.48704 -0.42266 -0.48796 -0.4793 -0.47639 C -0.48386 -0.47546 -0.56172 -0.44329 -0.59271 -0.43032 C -0.60052 -0.42708 -0.60834 -0.42268 -0.61641 -0.42037 C -0.64636 -0.41111 -0.68008 -0.40162 -0.70834 -0.38611 C -0.71993 -0.37986 -0.73203 -0.37546 -0.74323 -0.36713 C -0.76029 -0.35463 -0.77631 -0.33704 -0.79336 -0.32407 C -0.79636 -0.32176 -0.81472 -0.30833 -0.81927 -0.30301 C -0.85704 -0.25833 -0.7668 -0.34653 -0.85365 -0.26481 C -0.86133 -0.25764 -0.86901 -0.25069 -0.87683 -0.24375 C -0.88711 -0.23472 -0.89766 -0.22639 -0.90782 -0.21667 C -0.92592 -0.19931 -0.94493 -0.18495 -0.96198 -0.16458 L -0.98907 -0.13264 C -0.99519 -0.08843 -0.99245 -0.11667 -0.99245 -0.0463 " pathEditMode="relative" ptsTypes="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BA6D2-661C-629D-3A0B-D8916DF3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B93D669-FD26-373F-CDBC-983ED72E17F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93F1B6-8034-6006-77FD-6E60A6700CC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B445EE-DFCD-15A2-8253-54896937091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1FA388-F44C-0D62-E127-5DAA237B2FBA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Now, from memory, try and recreate both the sequential and binary search algorithms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1E191-FB80-DD01-12DA-A63D6699BDF7}"/>
              </a:ext>
            </a:extLst>
          </p:cNvPr>
          <p:cNvSpPr/>
          <p:nvPr/>
        </p:nvSpPr>
        <p:spPr>
          <a:xfrm>
            <a:off x="0" y="72912"/>
            <a:ext cx="2019445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510623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5579</TotalTime>
  <Words>1056</Words>
  <Application>Microsoft Office PowerPoint</Application>
  <PresentationFormat>Widescreen</PresentationFormat>
  <Paragraphs>75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9</cp:revision>
  <dcterms:created xsi:type="dcterms:W3CDTF">2025-08-11T14:07:39Z</dcterms:created>
  <dcterms:modified xsi:type="dcterms:W3CDTF">2025-09-18T18:42:13Z</dcterms:modified>
</cp:coreProperties>
</file>