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87" r:id="rId5"/>
    <p:sldId id="333" r:id="rId6"/>
    <p:sldId id="389" r:id="rId7"/>
    <p:sldId id="390" r:id="rId8"/>
    <p:sldId id="374" r:id="rId9"/>
    <p:sldId id="391" r:id="rId10"/>
    <p:sldId id="392" r:id="rId11"/>
    <p:sldId id="393" r:id="rId12"/>
    <p:sldId id="394" r:id="rId13"/>
    <p:sldId id="395" r:id="rId14"/>
    <p:sldId id="396" r:id="rId15"/>
    <p:sldId id="355" r:id="rId16"/>
    <p:sldId id="276" r:id="rId1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A4C45"/>
    <a:srgbClr val="326648"/>
    <a:srgbClr val="D2A65C"/>
    <a:srgbClr val="A74923"/>
    <a:srgbClr val="388049"/>
    <a:srgbClr val="274F3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2AAF78E-4A8B-4D78-9DAC-745090A4777D}" v="15" dt="2025-09-10T20:45:10.503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000" autoAdjust="0"/>
    <p:restoredTop sz="94660"/>
  </p:normalViewPr>
  <p:slideViewPr>
    <p:cSldViewPr snapToGrid="0">
      <p:cViewPr>
        <p:scale>
          <a:sx n="92" d="100"/>
          <a:sy n="92" d="100"/>
        </p:scale>
        <p:origin x="44" y="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ichael Hill" userId="41dba03d-e58d-4389-9894-554c10310ba4" providerId="ADAL" clId="{EF23FE1D-A042-481E-AFD7-2A9FB0847F54}"/>
    <pc:docChg chg="undo custSel addSld delSld modSld sldOrd">
      <pc:chgData name="Michael Hill" userId="41dba03d-e58d-4389-9894-554c10310ba4" providerId="ADAL" clId="{EF23FE1D-A042-481E-AFD7-2A9FB0847F54}" dt="2025-09-10T20:48:40.159" v="3370" actId="20577"/>
      <pc:docMkLst>
        <pc:docMk/>
      </pc:docMkLst>
      <pc:sldChg chg="modSp mod">
        <pc:chgData name="Michael Hill" userId="41dba03d-e58d-4389-9894-554c10310ba4" providerId="ADAL" clId="{EF23FE1D-A042-481E-AFD7-2A9FB0847F54}" dt="2025-09-10T19:49:59.774" v="37" actId="14100"/>
        <pc:sldMkLst>
          <pc:docMk/>
          <pc:sldMk cId="1878848435" sldId="256"/>
        </pc:sldMkLst>
        <pc:spChg chg="mod">
          <ac:chgData name="Michael Hill" userId="41dba03d-e58d-4389-9894-554c10310ba4" providerId="ADAL" clId="{EF23FE1D-A042-481E-AFD7-2A9FB0847F54}" dt="2025-09-10T19:49:59.774" v="37" actId="14100"/>
          <ac:spMkLst>
            <pc:docMk/>
            <pc:sldMk cId="1878848435" sldId="256"/>
            <ac:spMk id="5" creationId="{18C18ECD-1A29-4735-FBF9-2230E3FED94F}"/>
          </ac:spMkLst>
        </pc:spChg>
        <pc:spChg chg="mod">
          <ac:chgData name="Michael Hill" userId="41dba03d-e58d-4389-9894-554c10310ba4" providerId="ADAL" clId="{EF23FE1D-A042-481E-AFD7-2A9FB0847F54}" dt="2025-09-10T19:49:54.927" v="34" actId="14100"/>
          <ac:spMkLst>
            <pc:docMk/>
            <pc:sldMk cId="1878848435" sldId="256"/>
            <ac:spMk id="6" creationId="{945BB639-AC69-FE40-4352-5D3077A94591}"/>
          </ac:spMkLst>
        </pc:spChg>
      </pc:sldChg>
      <pc:sldChg chg="modSp mod">
        <pc:chgData name="Michael Hill" userId="41dba03d-e58d-4389-9894-554c10310ba4" providerId="ADAL" clId="{EF23FE1D-A042-481E-AFD7-2A9FB0847F54}" dt="2025-09-10T19:50:20.037" v="85" actId="20577"/>
        <pc:sldMkLst>
          <pc:docMk/>
          <pc:sldMk cId="854122100" sldId="257"/>
        </pc:sldMkLst>
        <pc:spChg chg="mod">
          <ac:chgData name="Michael Hill" userId="41dba03d-e58d-4389-9894-554c10310ba4" providerId="ADAL" clId="{EF23FE1D-A042-481E-AFD7-2A9FB0847F54}" dt="2025-09-10T19:50:20.037" v="85" actId="20577"/>
          <ac:spMkLst>
            <pc:docMk/>
            <pc:sldMk cId="854122100" sldId="257"/>
            <ac:spMk id="8" creationId="{4D7671A2-401B-58C3-4049-2F9F2E07BD91}"/>
          </ac:spMkLst>
        </pc:spChg>
      </pc:sldChg>
      <pc:sldChg chg="modSp mod">
        <pc:chgData name="Michael Hill" userId="41dba03d-e58d-4389-9894-554c10310ba4" providerId="ADAL" clId="{EF23FE1D-A042-481E-AFD7-2A9FB0847F54}" dt="2025-09-10T19:55:03.080" v="169" actId="20577"/>
        <pc:sldMkLst>
          <pc:docMk/>
          <pc:sldMk cId="1910594286" sldId="258"/>
        </pc:sldMkLst>
        <pc:spChg chg="mod">
          <ac:chgData name="Michael Hill" userId="41dba03d-e58d-4389-9894-554c10310ba4" providerId="ADAL" clId="{EF23FE1D-A042-481E-AFD7-2A9FB0847F54}" dt="2025-09-10T19:55:03.080" v="169" actId="20577"/>
          <ac:spMkLst>
            <pc:docMk/>
            <pc:sldMk cId="1910594286" sldId="258"/>
            <ac:spMk id="8" creationId="{9D3B4A7A-A70B-0C4A-C7FF-462ADF36D440}"/>
          </ac:spMkLst>
        </pc:spChg>
      </pc:sldChg>
      <pc:sldChg chg="modSp mod">
        <pc:chgData name="Michael Hill" userId="41dba03d-e58d-4389-9894-554c10310ba4" providerId="ADAL" clId="{EF23FE1D-A042-481E-AFD7-2A9FB0847F54}" dt="2025-09-10T20:48:40.159" v="3370" actId="20577"/>
        <pc:sldMkLst>
          <pc:docMk/>
          <pc:sldMk cId="510623671" sldId="276"/>
        </pc:sldMkLst>
        <pc:spChg chg="mod">
          <ac:chgData name="Michael Hill" userId="41dba03d-e58d-4389-9894-554c10310ba4" providerId="ADAL" clId="{EF23FE1D-A042-481E-AFD7-2A9FB0847F54}" dt="2025-09-10T20:47:59.898" v="3264" actId="14100"/>
          <ac:spMkLst>
            <pc:docMk/>
            <pc:sldMk cId="510623671" sldId="276"/>
            <ac:spMk id="5" creationId="{7A51E191-FB80-DD01-12DA-A63D6699BDF7}"/>
          </ac:spMkLst>
        </pc:spChg>
        <pc:spChg chg="mod">
          <ac:chgData name="Michael Hill" userId="41dba03d-e58d-4389-9894-554c10310ba4" providerId="ADAL" clId="{EF23FE1D-A042-481E-AFD7-2A9FB0847F54}" dt="2025-09-10T20:48:40.159" v="3370" actId="20577"/>
          <ac:spMkLst>
            <pc:docMk/>
            <pc:sldMk cId="510623671" sldId="276"/>
            <ac:spMk id="8" creationId="{0D1FA388-F44C-0D62-E127-5DAA237B2FBA}"/>
          </ac:spMkLst>
        </pc:spChg>
      </pc:sldChg>
      <pc:sldChg chg="modSp mod">
        <pc:chgData name="Michael Hill" userId="41dba03d-e58d-4389-9894-554c10310ba4" providerId="ADAL" clId="{EF23FE1D-A042-481E-AFD7-2A9FB0847F54}" dt="2025-09-10T19:59:25.647" v="172" actId="2711"/>
        <pc:sldMkLst>
          <pc:docMk/>
          <pc:sldMk cId="2098128014" sldId="287"/>
        </pc:sldMkLst>
        <pc:spChg chg="mod">
          <ac:chgData name="Michael Hill" userId="41dba03d-e58d-4389-9894-554c10310ba4" providerId="ADAL" clId="{EF23FE1D-A042-481E-AFD7-2A9FB0847F54}" dt="2025-09-10T19:59:25.647" v="172" actId="2711"/>
          <ac:spMkLst>
            <pc:docMk/>
            <pc:sldMk cId="2098128014" sldId="287"/>
            <ac:spMk id="2" creationId="{ECD81634-986F-4974-A0A9-4D21FA765446}"/>
          </ac:spMkLst>
        </pc:spChg>
      </pc:sldChg>
      <pc:sldChg chg="delSp modSp mod">
        <pc:chgData name="Michael Hill" userId="41dba03d-e58d-4389-9894-554c10310ba4" providerId="ADAL" clId="{EF23FE1D-A042-481E-AFD7-2A9FB0847F54}" dt="2025-09-10T20:04:10.669" v="549" actId="20577"/>
        <pc:sldMkLst>
          <pc:docMk/>
          <pc:sldMk cId="207520820" sldId="333"/>
        </pc:sldMkLst>
        <pc:spChg chg="mod">
          <ac:chgData name="Michael Hill" userId="41dba03d-e58d-4389-9894-554c10310ba4" providerId="ADAL" clId="{EF23FE1D-A042-481E-AFD7-2A9FB0847F54}" dt="2025-09-10T20:01:08.461" v="196" actId="1076"/>
          <ac:spMkLst>
            <pc:docMk/>
            <pc:sldMk cId="207520820" sldId="333"/>
            <ac:spMk id="5" creationId="{4CDAAC60-09A2-5F2C-0295-0B8557A1C1F2}"/>
          </ac:spMkLst>
        </pc:spChg>
        <pc:spChg chg="mod">
          <ac:chgData name="Michael Hill" userId="41dba03d-e58d-4389-9894-554c10310ba4" providerId="ADAL" clId="{EF23FE1D-A042-481E-AFD7-2A9FB0847F54}" dt="2025-09-10T20:04:10.669" v="549" actId="20577"/>
          <ac:spMkLst>
            <pc:docMk/>
            <pc:sldMk cId="207520820" sldId="333"/>
            <ac:spMk id="8" creationId="{DB975E50-7FB3-B06D-773B-3642E1C38505}"/>
          </ac:spMkLst>
        </pc:spChg>
        <pc:picChg chg="del">
          <ac:chgData name="Michael Hill" userId="41dba03d-e58d-4389-9894-554c10310ba4" providerId="ADAL" clId="{EF23FE1D-A042-481E-AFD7-2A9FB0847F54}" dt="2025-09-10T20:01:10.584" v="198" actId="478"/>
          <ac:picMkLst>
            <pc:docMk/>
            <pc:sldMk cId="207520820" sldId="333"/>
            <ac:picMk id="6" creationId="{18C7D0D2-72D2-882E-794B-CC3FAEB68519}"/>
          </ac:picMkLst>
        </pc:picChg>
        <pc:picChg chg="del">
          <ac:chgData name="Michael Hill" userId="41dba03d-e58d-4389-9894-554c10310ba4" providerId="ADAL" clId="{EF23FE1D-A042-481E-AFD7-2A9FB0847F54}" dt="2025-09-10T20:01:09.991" v="197" actId="478"/>
          <ac:picMkLst>
            <pc:docMk/>
            <pc:sldMk cId="207520820" sldId="333"/>
            <ac:picMk id="11" creationId="{D159A1A4-BDDF-57FB-9D02-E4ACDE7B4818}"/>
          </ac:picMkLst>
        </pc:picChg>
      </pc:sldChg>
      <pc:sldChg chg="modSp mod">
        <pc:chgData name="Michael Hill" userId="41dba03d-e58d-4389-9894-554c10310ba4" providerId="ADAL" clId="{EF23FE1D-A042-481E-AFD7-2A9FB0847F54}" dt="2025-09-10T20:46:55.866" v="3245" actId="313"/>
        <pc:sldMkLst>
          <pc:docMk/>
          <pc:sldMk cId="491706548" sldId="355"/>
        </pc:sldMkLst>
        <pc:spChg chg="mod">
          <ac:chgData name="Michael Hill" userId="41dba03d-e58d-4389-9894-554c10310ba4" providerId="ADAL" clId="{EF23FE1D-A042-481E-AFD7-2A9FB0847F54}" dt="2025-09-10T20:46:55.866" v="3245" actId="313"/>
          <ac:spMkLst>
            <pc:docMk/>
            <pc:sldMk cId="491706548" sldId="355"/>
            <ac:spMk id="8" creationId="{32CEAB6A-CE7C-862A-42E1-D86D8C4198B3}"/>
          </ac:spMkLst>
        </pc:spChg>
      </pc:sldChg>
      <pc:sldChg chg="del">
        <pc:chgData name="Michael Hill" userId="41dba03d-e58d-4389-9894-554c10310ba4" providerId="ADAL" clId="{EF23FE1D-A042-481E-AFD7-2A9FB0847F54}" dt="2025-09-10T20:05:14.938" v="550" actId="47"/>
        <pc:sldMkLst>
          <pc:docMk/>
          <pc:sldMk cId="3031827839" sldId="373"/>
        </pc:sldMkLst>
      </pc:sldChg>
      <pc:sldChg chg="addSp modSp mod ord">
        <pc:chgData name="Michael Hill" userId="41dba03d-e58d-4389-9894-554c10310ba4" providerId="ADAL" clId="{EF23FE1D-A042-481E-AFD7-2A9FB0847F54}" dt="2025-09-10T20:26:19.355" v="1623" actId="20577"/>
        <pc:sldMkLst>
          <pc:docMk/>
          <pc:sldMk cId="3841251151" sldId="374"/>
        </pc:sldMkLst>
        <pc:spChg chg="mod">
          <ac:chgData name="Michael Hill" userId="41dba03d-e58d-4389-9894-554c10310ba4" providerId="ADAL" clId="{EF23FE1D-A042-481E-AFD7-2A9FB0847F54}" dt="2025-09-10T20:24:38.923" v="1453" actId="1076"/>
          <ac:spMkLst>
            <pc:docMk/>
            <pc:sldMk cId="3841251151" sldId="374"/>
            <ac:spMk id="2" creationId="{72613787-7D89-1DB3-7D85-EC68987B69B9}"/>
          </ac:spMkLst>
        </pc:spChg>
        <pc:spChg chg="mod">
          <ac:chgData name="Michael Hill" userId="41dba03d-e58d-4389-9894-554c10310ba4" providerId="ADAL" clId="{EF23FE1D-A042-481E-AFD7-2A9FB0847F54}" dt="2025-09-10T20:21:41.800" v="1438" actId="20577"/>
          <ac:spMkLst>
            <pc:docMk/>
            <pc:sldMk cId="3841251151" sldId="374"/>
            <ac:spMk id="5" creationId="{BB673A72-1868-7786-DBFE-E030CCB75135}"/>
          </ac:spMkLst>
        </pc:spChg>
        <pc:spChg chg="mod">
          <ac:chgData name="Michael Hill" userId="41dba03d-e58d-4389-9894-554c10310ba4" providerId="ADAL" clId="{EF23FE1D-A042-481E-AFD7-2A9FB0847F54}" dt="2025-09-10T20:26:19.355" v="1623" actId="20577"/>
          <ac:spMkLst>
            <pc:docMk/>
            <pc:sldMk cId="3841251151" sldId="374"/>
            <ac:spMk id="8" creationId="{B2991A9B-29C9-EBA9-E22E-8F62762FB84E}"/>
          </ac:spMkLst>
        </pc:spChg>
        <pc:spChg chg="add mod">
          <ac:chgData name="Michael Hill" userId="41dba03d-e58d-4389-9894-554c10310ba4" providerId="ADAL" clId="{EF23FE1D-A042-481E-AFD7-2A9FB0847F54}" dt="2025-09-10T20:26:01.072" v="1588" actId="1076"/>
          <ac:spMkLst>
            <pc:docMk/>
            <pc:sldMk cId="3841251151" sldId="374"/>
            <ac:spMk id="16" creationId="{5ACD0BE2-2166-6AD2-F09C-04EDC643BB2F}"/>
          </ac:spMkLst>
        </pc:spChg>
        <pc:picChg chg="add mod">
          <ac:chgData name="Michael Hill" userId="41dba03d-e58d-4389-9894-554c10310ba4" providerId="ADAL" clId="{EF23FE1D-A042-481E-AFD7-2A9FB0847F54}" dt="2025-09-10T20:24:36.431" v="1452" actId="1076"/>
          <ac:picMkLst>
            <pc:docMk/>
            <pc:sldMk cId="3841251151" sldId="374"/>
            <ac:picMk id="13" creationId="{6EFF8A62-12B0-5364-FE9D-02FA3CEECB76}"/>
          </ac:picMkLst>
        </pc:picChg>
        <pc:picChg chg="add mod">
          <ac:chgData name="Michael Hill" userId="41dba03d-e58d-4389-9894-554c10310ba4" providerId="ADAL" clId="{EF23FE1D-A042-481E-AFD7-2A9FB0847F54}" dt="2025-09-10T20:25:35.678" v="1552" actId="1076"/>
          <ac:picMkLst>
            <pc:docMk/>
            <pc:sldMk cId="3841251151" sldId="374"/>
            <ac:picMk id="15" creationId="{E9AA4193-4913-709C-A138-7C6374A7BA05}"/>
          </ac:picMkLst>
        </pc:picChg>
      </pc:sldChg>
      <pc:sldChg chg="del">
        <pc:chgData name="Michael Hill" userId="41dba03d-e58d-4389-9894-554c10310ba4" providerId="ADAL" clId="{EF23FE1D-A042-481E-AFD7-2A9FB0847F54}" dt="2025-09-10T20:05:20.063" v="551" actId="47"/>
        <pc:sldMkLst>
          <pc:docMk/>
          <pc:sldMk cId="614635405" sldId="375"/>
        </pc:sldMkLst>
      </pc:sldChg>
      <pc:sldChg chg="del">
        <pc:chgData name="Michael Hill" userId="41dba03d-e58d-4389-9894-554c10310ba4" providerId="ADAL" clId="{EF23FE1D-A042-481E-AFD7-2A9FB0847F54}" dt="2025-09-10T20:05:20.063" v="551" actId="47"/>
        <pc:sldMkLst>
          <pc:docMk/>
          <pc:sldMk cId="4150110893" sldId="376"/>
        </pc:sldMkLst>
      </pc:sldChg>
      <pc:sldChg chg="del">
        <pc:chgData name="Michael Hill" userId="41dba03d-e58d-4389-9894-554c10310ba4" providerId="ADAL" clId="{EF23FE1D-A042-481E-AFD7-2A9FB0847F54}" dt="2025-09-10T20:05:20.063" v="551" actId="47"/>
        <pc:sldMkLst>
          <pc:docMk/>
          <pc:sldMk cId="928948170" sldId="377"/>
        </pc:sldMkLst>
      </pc:sldChg>
      <pc:sldChg chg="del">
        <pc:chgData name="Michael Hill" userId="41dba03d-e58d-4389-9894-554c10310ba4" providerId="ADAL" clId="{EF23FE1D-A042-481E-AFD7-2A9FB0847F54}" dt="2025-09-10T20:05:20.063" v="551" actId="47"/>
        <pc:sldMkLst>
          <pc:docMk/>
          <pc:sldMk cId="301769935" sldId="378"/>
        </pc:sldMkLst>
      </pc:sldChg>
      <pc:sldChg chg="del">
        <pc:chgData name="Michael Hill" userId="41dba03d-e58d-4389-9894-554c10310ba4" providerId="ADAL" clId="{EF23FE1D-A042-481E-AFD7-2A9FB0847F54}" dt="2025-09-10T20:05:20.063" v="551" actId="47"/>
        <pc:sldMkLst>
          <pc:docMk/>
          <pc:sldMk cId="2667846711" sldId="379"/>
        </pc:sldMkLst>
      </pc:sldChg>
      <pc:sldChg chg="del">
        <pc:chgData name="Michael Hill" userId="41dba03d-e58d-4389-9894-554c10310ba4" providerId="ADAL" clId="{EF23FE1D-A042-481E-AFD7-2A9FB0847F54}" dt="2025-09-10T20:05:20.063" v="551" actId="47"/>
        <pc:sldMkLst>
          <pc:docMk/>
          <pc:sldMk cId="315652320" sldId="380"/>
        </pc:sldMkLst>
      </pc:sldChg>
      <pc:sldChg chg="del">
        <pc:chgData name="Michael Hill" userId="41dba03d-e58d-4389-9894-554c10310ba4" providerId="ADAL" clId="{EF23FE1D-A042-481E-AFD7-2A9FB0847F54}" dt="2025-09-10T20:05:20.063" v="551" actId="47"/>
        <pc:sldMkLst>
          <pc:docMk/>
          <pc:sldMk cId="3828883416" sldId="381"/>
        </pc:sldMkLst>
      </pc:sldChg>
      <pc:sldChg chg="del">
        <pc:chgData name="Michael Hill" userId="41dba03d-e58d-4389-9894-554c10310ba4" providerId="ADAL" clId="{EF23FE1D-A042-481E-AFD7-2A9FB0847F54}" dt="2025-09-10T20:05:20.063" v="551" actId="47"/>
        <pc:sldMkLst>
          <pc:docMk/>
          <pc:sldMk cId="4062425200" sldId="382"/>
        </pc:sldMkLst>
      </pc:sldChg>
      <pc:sldChg chg="del">
        <pc:chgData name="Michael Hill" userId="41dba03d-e58d-4389-9894-554c10310ba4" providerId="ADAL" clId="{EF23FE1D-A042-481E-AFD7-2A9FB0847F54}" dt="2025-09-10T20:05:20.063" v="551" actId="47"/>
        <pc:sldMkLst>
          <pc:docMk/>
          <pc:sldMk cId="2953819494" sldId="383"/>
        </pc:sldMkLst>
      </pc:sldChg>
      <pc:sldChg chg="del">
        <pc:chgData name="Michael Hill" userId="41dba03d-e58d-4389-9894-554c10310ba4" providerId="ADAL" clId="{EF23FE1D-A042-481E-AFD7-2A9FB0847F54}" dt="2025-09-10T20:05:21.260" v="552" actId="47"/>
        <pc:sldMkLst>
          <pc:docMk/>
          <pc:sldMk cId="3082214162" sldId="384"/>
        </pc:sldMkLst>
      </pc:sldChg>
      <pc:sldChg chg="del">
        <pc:chgData name="Michael Hill" userId="41dba03d-e58d-4389-9894-554c10310ba4" providerId="ADAL" clId="{EF23FE1D-A042-481E-AFD7-2A9FB0847F54}" dt="2025-09-10T20:05:24.580" v="553" actId="47"/>
        <pc:sldMkLst>
          <pc:docMk/>
          <pc:sldMk cId="2552313922" sldId="385"/>
        </pc:sldMkLst>
      </pc:sldChg>
      <pc:sldChg chg="del">
        <pc:chgData name="Michael Hill" userId="41dba03d-e58d-4389-9894-554c10310ba4" providerId="ADAL" clId="{EF23FE1D-A042-481E-AFD7-2A9FB0847F54}" dt="2025-09-10T20:05:24.580" v="553" actId="47"/>
        <pc:sldMkLst>
          <pc:docMk/>
          <pc:sldMk cId="1736841145" sldId="386"/>
        </pc:sldMkLst>
      </pc:sldChg>
      <pc:sldChg chg="del">
        <pc:chgData name="Michael Hill" userId="41dba03d-e58d-4389-9894-554c10310ba4" providerId="ADAL" clId="{EF23FE1D-A042-481E-AFD7-2A9FB0847F54}" dt="2025-09-10T20:05:24.580" v="553" actId="47"/>
        <pc:sldMkLst>
          <pc:docMk/>
          <pc:sldMk cId="3181395027" sldId="387"/>
        </pc:sldMkLst>
      </pc:sldChg>
      <pc:sldChg chg="del">
        <pc:chgData name="Michael Hill" userId="41dba03d-e58d-4389-9894-554c10310ba4" providerId="ADAL" clId="{EF23FE1D-A042-481E-AFD7-2A9FB0847F54}" dt="2025-09-10T20:05:24.580" v="553" actId="47"/>
        <pc:sldMkLst>
          <pc:docMk/>
          <pc:sldMk cId="1598721903" sldId="388"/>
        </pc:sldMkLst>
      </pc:sldChg>
      <pc:sldChg chg="addSp modSp mod">
        <pc:chgData name="Michael Hill" userId="41dba03d-e58d-4389-9894-554c10310ba4" providerId="ADAL" clId="{EF23FE1D-A042-481E-AFD7-2A9FB0847F54}" dt="2025-09-10T20:18:07.978" v="1103" actId="14100"/>
        <pc:sldMkLst>
          <pc:docMk/>
          <pc:sldMk cId="1392675425" sldId="389"/>
        </pc:sldMkLst>
        <pc:spChg chg="mod">
          <ac:chgData name="Michael Hill" userId="41dba03d-e58d-4389-9894-554c10310ba4" providerId="ADAL" clId="{EF23FE1D-A042-481E-AFD7-2A9FB0847F54}" dt="2025-09-10T20:05:35.115" v="566" actId="20577"/>
          <ac:spMkLst>
            <pc:docMk/>
            <pc:sldMk cId="1392675425" sldId="389"/>
            <ac:spMk id="5" creationId="{2B59C298-963B-DD14-1114-B01AD6003A70}"/>
          </ac:spMkLst>
        </pc:spChg>
        <pc:spChg chg="mod">
          <ac:chgData name="Michael Hill" userId="41dba03d-e58d-4389-9894-554c10310ba4" providerId="ADAL" clId="{EF23FE1D-A042-481E-AFD7-2A9FB0847F54}" dt="2025-09-10T20:11:38.325" v="907" actId="20577"/>
          <ac:spMkLst>
            <pc:docMk/>
            <pc:sldMk cId="1392675425" sldId="389"/>
            <ac:spMk id="8" creationId="{941179C9-1308-3B5F-9F0E-E078FE438C9B}"/>
          </ac:spMkLst>
        </pc:spChg>
        <pc:picChg chg="add mod">
          <ac:chgData name="Michael Hill" userId="41dba03d-e58d-4389-9894-554c10310ba4" providerId="ADAL" clId="{EF23FE1D-A042-481E-AFD7-2A9FB0847F54}" dt="2025-09-10T20:18:07.978" v="1103" actId="14100"/>
          <ac:picMkLst>
            <pc:docMk/>
            <pc:sldMk cId="1392675425" sldId="389"/>
            <ac:picMk id="3" creationId="{29BF1ABF-F283-A120-77A4-78D8A7C647D9}"/>
          </ac:picMkLst>
        </pc:picChg>
      </pc:sldChg>
      <pc:sldChg chg="addSp delSp modSp add mod">
        <pc:chgData name="Michael Hill" userId="41dba03d-e58d-4389-9894-554c10310ba4" providerId="ADAL" clId="{EF23FE1D-A042-481E-AFD7-2A9FB0847F54}" dt="2025-09-10T20:21:26.555" v="1425" actId="20577"/>
        <pc:sldMkLst>
          <pc:docMk/>
          <pc:sldMk cId="591541927" sldId="390"/>
        </pc:sldMkLst>
        <pc:spChg chg="mod">
          <ac:chgData name="Michael Hill" userId="41dba03d-e58d-4389-9894-554c10310ba4" providerId="ADAL" clId="{EF23FE1D-A042-481E-AFD7-2A9FB0847F54}" dt="2025-09-10T20:21:26.555" v="1425" actId="20577"/>
          <ac:spMkLst>
            <pc:docMk/>
            <pc:sldMk cId="591541927" sldId="390"/>
            <ac:spMk id="8" creationId="{3867F8E8-B018-1094-7318-A39BDFAE0548}"/>
          </ac:spMkLst>
        </pc:spChg>
        <pc:picChg chg="add del mod">
          <ac:chgData name="Michael Hill" userId="41dba03d-e58d-4389-9894-554c10310ba4" providerId="ADAL" clId="{EF23FE1D-A042-481E-AFD7-2A9FB0847F54}" dt="2025-09-10T20:17:59.736" v="1099" actId="21"/>
          <ac:picMkLst>
            <pc:docMk/>
            <pc:sldMk cId="591541927" sldId="390"/>
            <ac:picMk id="3" creationId="{29BF1ABF-F283-A120-77A4-78D8A7C647D9}"/>
          </ac:picMkLst>
        </pc:picChg>
        <pc:picChg chg="add mod">
          <ac:chgData name="Michael Hill" userId="41dba03d-e58d-4389-9894-554c10310ba4" providerId="ADAL" clId="{EF23FE1D-A042-481E-AFD7-2A9FB0847F54}" dt="2025-09-10T20:18:46.241" v="1108"/>
          <ac:picMkLst>
            <pc:docMk/>
            <pc:sldMk cId="591541927" sldId="390"/>
            <ac:picMk id="10" creationId="{4B036E89-D6F4-5D53-C565-5DD7F558D32B}"/>
          </ac:picMkLst>
        </pc:picChg>
      </pc:sldChg>
      <pc:sldChg chg="del">
        <pc:chgData name="Michael Hill" userId="41dba03d-e58d-4389-9894-554c10310ba4" providerId="ADAL" clId="{EF23FE1D-A042-481E-AFD7-2A9FB0847F54}" dt="2025-09-10T20:05:20.063" v="551" actId="47"/>
        <pc:sldMkLst>
          <pc:docMk/>
          <pc:sldMk cId="3212493249" sldId="390"/>
        </pc:sldMkLst>
      </pc:sldChg>
      <pc:sldChg chg="modSp add mod ord">
        <pc:chgData name="Michael Hill" userId="41dba03d-e58d-4389-9894-554c10310ba4" providerId="ADAL" clId="{EF23FE1D-A042-481E-AFD7-2A9FB0847F54}" dt="2025-09-10T20:27:37.450" v="1908" actId="20577"/>
        <pc:sldMkLst>
          <pc:docMk/>
          <pc:sldMk cId="445849447" sldId="391"/>
        </pc:sldMkLst>
        <pc:spChg chg="mod">
          <ac:chgData name="Michael Hill" userId="41dba03d-e58d-4389-9894-554c10310ba4" providerId="ADAL" clId="{EF23FE1D-A042-481E-AFD7-2A9FB0847F54}" dt="2025-09-10T20:26:41.053" v="1641" actId="1076"/>
          <ac:spMkLst>
            <pc:docMk/>
            <pc:sldMk cId="445849447" sldId="391"/>
            <ac:spMk id="5" creationId="{BCD63605-FE55-E94E-8454-280A4C60A5C8}"/>
          </ac:spMkLst>
        </pc:spChg>
        <pc:spChg chg="mod">
          <ac:chgData name="Michael Hill" userId="41dba03d-e58d-4389-9894-554c10310ba4" providerId="ADAL" clId="{EF23FE1D-A042-481E-AFD7-2A9FB0847F54}" dt="2025-09-10T20:27:37.450" v="1908" actId="20577"/>
          <ac:spMkLst>
            <pc:docMk/>
            <pc:sldMk cId="445849447" sldId="391"/>
            <ac:spMk id="8" creationId="{4719B8E8-6B97-6C05-61B3-39B6DA4D46D1}"/>
          </ac:spMkLst>
        </pc:spChg>
      </pc:sldChg>
      <pc:sldChg chg="del">
        <pc:chgData name="Michael Hill" userId="41dba03d-e58d-4389-9894-554c10310ba4" providerId="ADAL" clId="{EF23FE1D-A042-481E-AFD7-2A9FB0847F54}" dt="2025-09-10T20:05:20.063" v="551" actId="47"/>
        <pc:sldMkLst>
          <pc:docMk/>
          <pc:sldMk cId="1167209474" sldId="391"/>
        </pc:sldMkLst>
      </pc:sldChg>
      <pc:sldChg chg="modSp add mod">
        <pc:chgData name="Michael Hill" userId="41dba03d-e58d-4389-9894-554c10310ba4" providerId="ADAL" clId="{EF23FE1D-A042-481E-AFD7-2A9FB0847F54}" dt="2025-09-10T20:28:20.901" v="2102" actId="20577"/>
        <pc:sldMkLst>
          <pc:docMk/>
          <pc:sldMk cId="457788744" sldId="392"/>
        </pc:sldMkLst>
        <pc:spChg chg="mod">
          <ac:chgData name="Michael Hill" userId="41dba03d-e58d-4389-9894-554c10310ba4" providerId="ADAL" clId="{EF23FE1D-A042-481E-AFD7-2A9FB0847F54}" dt="2025-09-10T20:28:20.901" v="2102" actId="20577"/>
          <ac:spMkLst>
            <pc:docMk/>
            <pc:sldMk cId="457788744" sldId="392"/>
            <ac:spMk id="8" creationId="{E94E5EA0-80E4-F0C0-2670-47F13DC2B058}"/>
          </ac:spMkLst>
        </pc:spChg>
      </pc:sldChg>
      <pc:sldChg chg="del">
        <pc:chgData name="Michael Hill" userId="41dba03d-e58d-4389-9894-554c10310ba4" providerId="ADAL" clId="{EF23FE1D-A042-481E-AFD7-2A9FB0847F54}" dt="2025-09-10T20:05:20.063" v="551" actId="47"/>
        <pc:sldMkLst>
          <pc:docMk/>
          <pc:sldMk cId="4068063531" sldId="392"/>
        </pc:sldMkLst>
      </pc:sldChg>
      <pc:sldChg chg="addSp modSp add mod">
        <pc:chgData name="Michael Hill" userId="41dba03d-e58d-4389-9894-554c10310ba4" providerId="ADAL" clId="{EF23FE1D-A042-481E-AFD7-2A9FB0847F54}" dt="2025-09-10T20:31:18.059" v="2532" actId="1076"/>
        <pc:sldMkLst>
          <pc:docMk/>
          <pc:sldMk cId="2126002080" sldId="393"/>
        </pc:sldMkLst>
        <pc:spChg chg="mod">
          <ac:chgData name="Michael Hill" userId="41dba03d-e58d-4389-9894-554c10310ba4" providerId="ADAL" clId="{EF23FE1D-A042-481E-AFD7-2A9FB0847F54}" dt="2025-09-10T20:30:00.119" v="2391" actId="5793"/>
          <ac:spMkLst>
            <pc:docMk/>
            <pc:sldMk cId="2126002080" sldId="393"/>
            <ac:spMk id="8" creationId="{34ACC4F0-8D47-2DF5-D6A4-D2124110C16D}"/>
          </ac:spMkLst>
        </pc:spChg>
        <pc:picChg chg="add mod">
          <ac:chgData name="Michael Hill" userId="41dba03d-e58d-4389-9894-554c10310ba4" providerId="ADAL" clId="{EF23FE1D-A042-481E-AFD7-2A9FB0847F54}" dt="2025-09-10T20:31:18.059" v="2532" actId="1076"/>
          <ac:picMkLst>
            <pc:docMk/>
            <pc:sldMk cId="2126002080" sldId="393"/>
            <ac:picMk id="3" creationId="{FFB9DF78-8502-BDD2-DC12-BB27493E78E4}"/>
          </ac:picMkLst>
        </pc:picChg>
      </pc:sldChg>
      <pc:sldChg chg="modSp add mod">
        <pc:chgData name="Michael Hill" userId="41dba03d-e58d-4389-9894-554c10310ba4" providerId="ADAL" clId="{EF23FE1D-A042-481E-AFD7-2A9FB0847F54}" dt="2025-09-10T20:34:33.433" v="3062" actId="20577"/>
        <pc:sldMkLst>
          <pc:docMk/>
          <pc:sldMk cId="3457535434" sldId="394"/>
        </pc:sldMkLst>
        <pc:spChg chg="mod">
          <ac:chgData name="Michael Hill" userId="41dba03d-e58d-4389-9894-554c10310ba4" providerId="ADAL" clId="{EF23FE1D-A042-481E-AFD7-2A9FB0847F54}" dt="2025-09-10T20:34:33.433" v="3062" actId="20577"/>
          <ac:spMkLst>
            <pc:docMk/>
            <pc:sldMk cId="3457535434" sldId="394"/>
            <ac:spMk id="8" creationId="{017349D6-1F58-3996-427E-7892EF61CCD1}"/>
          </ac:spMkLst>
        </pc:spChg>
      </pc:sldChg>
      <pc:sldChg chg="delSp modSp add mod ord">
        <pc:chgData name="Michael Hill" userId="41dba03d-e58d-4389-9894-554c10310ba4" providerId="ADAL" clId="{EF23FE1D-A042-481E-AFD7-2A9FB0847F54}" dt="2025-09-10T20:47:05.313" v="3254" actId="20577"/>
        <pc:sldMkLst>
          <pc:docMk/>
          <pc:sldMk cId="2433276207" sldId="395"/>
        </pc:sldMkLst>
        <pc:spChg chg="mod">
          <ac:chgData name="Michael Hill" userId="41dba03d-e58d-4389-9894-554c10310ba4" providerId="ADAL" clId="{EF23FE1D-A042-481E-AFD7-2A9FB0847F54}" dt="2025-09-10T20:45:47.607" v="3082" actId="404"/>
          <ac:spMkLst>
            <pc:docMk/>
            <pc:sldMk cId="2433276207" sldId="395"/>
            <ac:spMk id="2" creationId="{FADFC960-A777-DAA4-825D-528AAC47EA19}"/>
          </ac:spMkLst>
        </pc:spChg>
        <pc:spChg chg="mod">
          <ac:chgData name="Michael Hill" userId="41dba03d-e58d-4389-9894-554c10310ba4" providerId="ADAL" clId="{EF23FE1D-A042-481E-AFD7-2A9FB0847F54}" dt="2025-09-10T20:47:05.313" v="3254" actId="20577"/>
          <ac:spMkLst>
            <pc:docMk/>
            <pc:sldMk cId="2433276207" sldId="395"/>
            <ac:spMk id="5" creationId="{831907E6-0623-0738-4C1F-D729BD359916}"/>
          </ac:spMkLst>
        </pc:spChg>
        <pc:spChg chg="mod">
          <ac:chgData name="Michael Hill" userId="41dba03d-e58d-4389-9894-554c10310ba4" providerId="ADAL" clId="{EF23FE1D-A042-481E-AFD7-2A9FB0847F54}" dt="2025-09-10T20:36:00.428" v="3071" actId="20577"/>
          <ac:spMkLst>
            <pc:docMk/>
            <pc:sldMk cId="2433276207" sldId="395"/>
            <ac:spMk id="8" creationId="{97C87998-EA9B-64DA-3676-F35AAA15B558}"/>
          </ac:spMkLst>
        </pc:spChg>
        <pc:spChg chg="del">
          <ac:chgData name="Michael Hill" userId="41dba03d-e58d-4389-9894-554c10310ba4" providerId="ADAL" clId="{EF23FE1D-A042-481E-AFD7-2A9FB0847F54}" dt="2025-09-10T20:45:28.833" v="3078" actId="478"/>
          <ac:spMkLst>
            <pc:docMk/>
            <pc:sldMk cId="2433276207" sldId="395"/>
            <ac:spMk id="16" creationId="{F3CE7C2D-BE40-0CA8-2D0E-73903A63E40A}"/>
          </ac:spMkLst>
        </pc:spChg>
        <pc:picChg chg="del">
          <ac:chgData name="Michael Hill" userId="41dba03d-e58d-4389-9894-554c10310ba4" providerId="ADAL" clId="{EF23FE1D-A042-481E-AFD7-2A9FB0847F54}" dt="2025-09-10T20:45:26.587" v="3077" actId="478"/>
          <ac:picMkLst>
            <pc:docMk/>
            <pc:sldMk cId="2433276207" sldId="395"/>
            <ac:picMk id="13" creationId="{5692E29B-5BAB-814D-4E74-EA72C4A79041}"/>
          </ac:picMkLst>
        </pc:picChg>
        <pc:picChg chg="del">
          <ac:chgData name="Michael Hill" userId="41dba03d-e58d-4389-9894-554c10310ba4" providerId="ADAL" clId="{EF23FE1D-A042-481E-AFD7-2A9FB0847F54}" dt="2025-09-10T20:45:23.699" v="3076" actId="478"/>
          <ac:picMkLst>
            <pc:docMk/>
            <pc:sldMk cId="2433276207" sldId="395"/>
            <ac:picMk id="15" creationId="{BDEA021E-1AC4-56FA-3440-D3F95B66A773}"/>
          </ac:picMkLst>
        </pc:picChg>
      </pc:sldChg>
      <pc:sldChg chg="modSp add mod">
        <pc:chgData name="Michael Hill" userId="41dba03d-e58d-4389-9894-554c10310ba4" providerId="ADAL" clId="{EF23FE1D-A042-481E-AFD7-2A9FB0847F54}" dt="2025-09-10T20:47:08.447" v="3260" actId="20577"/>
        <pc:sldMkLst>
          <pc:docMk/>
          <pc:sldMk cId="2684314339" sldId="396"/>
        </pc:sldMkLst>
        <pc:spChg chg="mod">
          <ac:chgData name="Michael Hill" userId="41dba03d-e58d-4389-9894-554c10310ba4" providerId="ADAL" clId="{EF23FE1D-A042-481E-AFD7-2A9FB0847F54}" dt="2025-09-10T20:47:08.447" v="3260" actId="20577"/>
          <ac:spMkLst>
            <pc:docMk/>
            <pc:sldMk cId="2684314339" sldId="396"/>
            <ac:spMk id="5" creationId="{4C8FCB50-29AB-C74D-9B31-8C39BA7B4D91}"/>
          </ac:spMkLst>
        </pc:spChg>
        <pc:spChg chg="mod">
          <ac:chgData name="Michael Hill" userId="41dba03d-e58d-4389-9894-554c10310ba4" providerId="ADAL" clId="{EF23FE1D-A042-481E-AFD7-2A9FB0847F54}" dt="2025-09-10T20:46:38.931" v="3178" actId="20577"/>
          <ac:spMkLst>
            <pc:docMk/>
            <pc:sldMk cId="2684314339" sldId="396"/>
            <ac:spMk id="8" creationId="{6AE7A0E0-DB41-F11A-E295-C1804C068D27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C0EF95B-9744-42BF-8E95-B5A640A352E6}" type="datetimeFigureOut">
              <a:rPr lang="en-US" smtClean="0"/>
              <a:t>9/10/2025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E23B401-C566-4517-ADD4-C67058331A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892700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87187A-54B1-63BB-0C3C-8EF4407A28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E8374D3-5CAC-73C3-D477-B9339FC26AC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B18F993-B5C9-DF5C-9651-2609B9AF82B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674EC4-B1EC-421C-F984-FBF90B88A52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9DB48C-FCC8-4682-A5C6-34BDEF33D275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710617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CC6A4B-E724-C642-63ED-9C1381B808B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085E653-4903-1005-D15B-66DB874D276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A04A978-A4B2-A67F-C69F-38ADC7DB4D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CFA067-BC5A-4095-A3A5-99A1BAFE9208}" type="datetimeFigureOut">
              <a:rPr lang="en-US" smtClean="0"/>
              <a:t>9/10/2025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E4910B7-42B2-3D3D-3AE4-AC7E6C388C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0F21657-9CFD-95BE-EEE3-E1B47D77D8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788BB-6672-4C27-B0EA-4C0AD0E80F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22728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400003-439B-FA69-F591-6D66E27419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C20904-0912-32D7-F6E6-31372E4888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1C3E7E8-F851-BEB7-2C68-8FE1EF6742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CFA067-BC5A-4095-A3A5-99A1BAFE9208}" type="datetimeFigureOut">
              <a:rPr lang="en-US" smtClean="0"/>
              <a:t>9/10/2025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ABAE2CA-7781-6E95-12BA-557F775A97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F9952B-F381-1189-2020-9A14F470CC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788BB-6672-4C27-B0EA-4C0AD0E80F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763911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A9F060-3D96-5480-3C88-EE775B82FB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93569D8-9209-8B7C-1538-E818415FF65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F66B1C-5056-EDDF-CD36-E7BFD2F437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CFA067-BC5A-4095-A3A5-99A1BAFE9208}" type="datetimeFigureOut">
              <a:rPr lang="en-US" smtClean="0"/>
              <a:t>9/10/2025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7CF8CB3-3858-3C51-AA38-3F86C09748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6CEA923-CF31-8772-A331-247B9144D1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788BB-6672-4C27-B0EA-4C0AD0E80F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20566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5F25B0-376D-3011-4FDF-D4CA713D7E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D71C86-3E65-FA4B-6F6C-0BB7AA39003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BFE646B-5AE1-A23D-3D1F-474544BF3B3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5B279F2-41EE-1489-59DC-32CD90629E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CFA067-BC5A-4095-A3A5-99A1BAFE9208}" type="datetimeFigureOut">
              <a:rPr lang="en-US" smtClean="0"/>
              <a:t>9/10/2025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59EC4E9-67EE-D095-37A7-39EFE82D19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97B2442-8F9C-AC5E-9546-BDE753C186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788BB-6672-4C27-B0EA-4C0AD0E80F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994105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9C8DBA-2489-9EF4-F45E-238BC26EF7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3D34AAF-B93F-48B6-1B8B-FD3E959FB93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0D8698B-3528-B8DC-27B8-D49145D6048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C9008AA-A42D-2259-0D36-908024A20B9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F8A62E1-25E1-7552-ABA8-BE7F2A3B1B2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797670D-8F54-733D-3639-1B7CCE4C11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CFA067-BC5A-4095-A3A5-99A1BAFE9208}" type="datetimeFigureOut">
              <a:rPr lang="en-US" smtClean="0"/>
              <a:t>9/10/2025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B3C6C20-7A45-CC6A-CA55-61F7CCF3BF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DB7766C-30F5-1A8E-58AF-CDC986CF86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788BB-6672-4C27-B0EA-4C0AD0E80F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457612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3B690D-7611-3967-E6F3-81F032CFF7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91D4BA6-7CE7-229C-2BD5-FECCA2886F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CFA067-BC5A-4095-A3A5-99A1BAFE9208}" type="datetimeFigureOut">
              <a:rPr lang="en-US" smtClean="0"/>
              <a:t>9/10/2025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1CA691A-621C-6EB1-3EB8-CA9FF47FB9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A257F05-B410-F8DD-455C-490CEB149F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788BB-6672-4C27-B0EA-4C0AD0E80F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156687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4709F58-5A85-92F4-B06D-2164303344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CFA067-BC5A-4095-A3A5-99A1BAFE9208}" type="datetimeFigureOut">
              <a:rPr lang="en-US" smtClean="0"/>
              <a:t>9/10/2025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B9B9967-5360-F0CB-62AE-C03CEF75ED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E5E68E6-84C0-1723-6611-61380FA19F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788BB-6672-4C27-B0EA-4C0AD0E80F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795552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8855B2-ECD6-C08F-72AD-183650C665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896BA6-2739-2BD7-969A-4113A51196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1886298-57FD-A8A8-D424-73178F2DB43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FD784E3-D576-8AA7-A98D-17AA30F763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CFA067-BC5A-4095-A3A5-99A1BAFE9208}" type="datetimeFigureOut">
              <a:rPr lang="en-US" smtClean="0"/>
              <a:t>9/10/2025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2948EE1-5288-E1AE-89F1-37B64F23E5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5C75274-EEF3-4830-9978-53BE36B7A2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788BB-6672-4C27-B0EA-4C0AD0E80F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27011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4332C3-BAF4-D846-43C1-525BE354EB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972DC9A-2E8B-6C73-166E-961BCED0006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2CE3A54-E42B-7858-93B4-F1A981487B1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72C60C9-5A10-7256-4190-5DE6C1C300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CFA067-BC5A-4095-A3A5-99A1BAFE9208}" type="datetimeFigureOut">
              <a:rPr lang="en-US" smtClean="0"/>
              <a:t>9/10/2025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E52744C-0DE9-DCDB-4998-7A3221F15C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96D5596-7365-792E-D0E3-4ED3B5E7D4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788BB-6672-4C27-B0EA-4C0AD0E80F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505526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0A8605-B3B6-D788-279D-476906E34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4AD9E01-2C5E-0FD4-BF7C-54659537D75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81685CA-CEBB-6B85-90D4-1BEF716FCB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CFA067-BC5A-4095-A3A5-99A1BAFE9208}" type="datetimeFigureOut">
              <a:rPr lang="en-US" smtClean="0"/>
              <a:t>9/10/2025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5B0A526-A1AA-3BC7-DC9D-B44EBC07B0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AED0B1-5EB5-A414-75E8-6BA511C07E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788BB-6672-4C27-B0EA-4C0AD0E80F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125677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9BD8E7E-5301-E447-23C8-B8B5D2932FD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2336805-717E-9F25-0794-88BD42C6E81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03C3FF-BEC2-31C8-6723-85EC312761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CFA067-BC5A-4095-A3A5-99A1BAFE9208}" type="datetimeFigureOut">
              <a:rPr lang="en-US" smtClean="0"/>
              <a:t>9/10/2025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3DA1747-0799-AAD2-1377-F19D1A5E76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FCF77C4-38FB-B4D4-348D-9D2957422C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788BB-6672-4C27-B0EA-4C0AD0E80F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81716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CA3BEBB-B682-7839-B2B4-500CE17CB2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8BD3092-A078-5BEF-361E-CB3FDD45764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044A81F-9B16-8EEC-9FE4-9E9D0C8E874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CFA067-BC5A-4095-A3A5-99A1BAFE9208}" type="datetimeFigureOut">
              <a:rPr lang="en-US" smtClean="0"/>
              <a:t>9/10/2025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EB43794-F45F-30BE-BC6F-DDF9A70C2AB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82708D-8AD6-9D50-70CF-8FFDD3AB7B7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A0788BB-6672-4C27-B0EA-4C0AD0E80F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88982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2664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Oval 6">
            <a:extLst>
              <a:ext uri="{FF2B5EF4-FFF2-40B4-BE49-F238E27FC236}">
                <a16:creationId xmlns:a16="http://schemas.microsoft.com/office/drawing/2014/main" id="{9BBF4B62-D7BF-1C6A-40E3-7B807FA87977}"/>
              </a:ext>
            </a:extLst>
          </p:cNvPr>
          <p:cNvSpPr/>
          <p:nvPr/>
        </p:nvSpPr>
        <p:spPr>
          <a:xfrm>
            <a:off x="4713768" y="2110368"/>
            <a:ext cx="2565990" cy="2565990"/>
          </a:xfrm>
          <a:prstGeom prst="ellipse">
            <a:avLst/>
          </a:prstGeom>
          <a:noFill/>
          <a:ln w="101600">
            <a:solidFill>
              <a:srgbClr val="274F3F"/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2B883CE-936E-CB73-2B3E-56A618536A26}"/>
              </a:ext>
            </a:extLst>
          </p:cNvPr>
          <p:cNvSpPr/>
          <p:nvPr/>
        </p:nvSpPr>
        <p:spPr>
          <a:xfrm>
            <a:off x="895936" y="1574232"/>
            <a:ext cx="5652932" cy="2301533"/>
          </a:xfrm>
          <a:prstGeom prst="rect">
            <a:avLst/>
          </a:prstGeom>
          <a:solidFill>
            <a:srgbClr val="326648"/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20541717" lon="20311593" rev="275070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0" dirty="0">
                <a:latin typeface="Bahnschrift SemiBold" panose="020B0502040204020203" pitchFamily="34" charset="0"/>
              </a:rPr>
              <a:t>TOPIC B2:</a:t>
            </a:r>
          </a:p>
          <a:p>
            <a:pPr algn="ctr"/>
            <a:r>
              <a:rPr lang="en-US" sz="6000" dirty="0">
                <a:latin typeface="Bahnschrift SemiBold" panose="020B0502040204020203" pitchFamily="34" charset="0"/>
              </a:rPr>
              <a:t>PROGRAMMING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8C18ECD-1A29-4735-FBF9-2230E3FED94F}"/>
              </a:ext>
            </a:extLst>
          </p:cNvPr>
          <p:cNvSpPr/>
          <p:nvPr/>
        </p:nvSpPr>
        <p:spPr>
          <a:xfrm>
            <a:off x="6890905" y="2714847"/>
            <a:ext cx="4206685" cy="1160918"/>
          </a:xfrm>
          <a:prstGeom prst="rect">
            <a:avLst/>
          </a:prstGeom>
          <a:solidFill>
            <a:srgbClr val="326648"/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20788650" lon="1192990" rev="21395644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800" dirty="0">
                <a:latin typeface="Bahnschrift SemiBold" panose="020B0502040204020203" pitchFamily="34" charset="0"/>
              </a:rPr>
              <a:t>LESSON B2-10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45BB639-AC69-FE40-4352-5D3077A94591}"/>
              </a:ext>
            </a:extLst>
          </p:cNvPr>
          <p:cNvSpPr/>
          <p:nvPr/>
        </p:nvSpPr>
        <p:spPr>
          <a:xfrm>
            <a:off x="2590800" y="3692233"/>
            <a:ext cx="7680731" cy="984125"/>
          </a:xfrm>
          <a:prstGeom prst="rect">
            <a:avLst/>
          </a:prstGeom>
          <a:solidFill>
            <a:srgbClr val="326648"/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Relaxed">
              <a:rot lat="20129102" lon="991603" rev="21178860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800" dirty="0">
                <a:latin typeface="Bahnschrift SemiBold" panose="020B0502040204020203" pitchFamily="34" charset="0"/>
              </a:rPr>
              <a:t>SEARCHING ALGORITHMS</a:t>
            </a:r>
          </a:p>
        </p:txBody>
      </p:sp>
    </p:spTree>
    <p:extLst>
      <p:ext uri="{BB962C8B-B14F-4D97-AF65-F5344CB8AC3E}">
        <p14:creationId xmlns:p14="http://schemas.microsoft.com/office/powerpoint/2010/main" val="187884843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2664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6950A9E-999F-1BB1-2C00-779227746E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Oval 11">
            <a:extLst>
              <a:ext uri="{FF2B5EF4-FFF2-40B4-BE49-F238E27FC236}">
                <a16:creationId xmlns:a16="http://schemas.microsoft.com/office/drawing/2014/main" id="{86893419-8B7B-38C3-2D89-D4BB95E0AB27}"/>
              </a:ext>
            </a:extLst>
          </p:cNvPr>
          <p:cNvSpPr/>
          <p:nvPr/>
        </p:nvSpPr>
        <p:spPr>
          <a:xfrm>
            <a:off x="6199068" y="1783144"/>
            <a:ext cx="1253064" cy="1253064"/>
          </a:xfrm>
          <a:prstGeom prst="ellipse">
            <a:avLst/>
          </a:prstGeom>
          <a:noFill/>
          <a:ln w="101600">
            <a:solidFill>
              <a:srgbClr val="274F3F"/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2D4645F-350F-77B1-036C-D01223EB808D}"/>
              </a:ext>
            </a:extLst>
          </p:cNvPr>
          <p:cNvSpPr/>
          <p:nvPr/>
        </p:nvSpPr>
        <p:spPr>
          <a:xfrm>
            <a:off x="6881567" y="1777234"/>
            <a:ext cx="4516539" cy="2255680"/>
          </a:xfrm>
          <a:prstGeom prst="rect">
            <a:avLst/>
          </a:prstGeom>
          <a:solidFill>
            <a:srgbClr val="326648"/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21072296" lon="587304" rev="21567845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atin typeface="Bahnschrift" panose="020B0502040204020203" pitchFamily="34" charset="0"/>
              </a:rPr>
              <a:t>Have a way to take notes and a way to write code available for this lesson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39CF6B3F-1F6D-7800-03EB-3D197914A30A}"/>
              </a:ext>
            </a:extLst>
          </p:cNvPr>
          <p:cNvSpPr/>
          <p:nvPr/>
        </p:nvSpPr>
        <p:spPr>
          <a:xfrm>
            <a:off x="255923" y="3717853"/>
            <a:ext cx="2019444" cy="2019444"/>
          </a:xfrm>
          <a:prstGeom prst="ellipse">
            <a:avLst/>
          </a:prstGeom>
          <a:noFill/>
          <a:ln w="101600">
            <a:solidFill>
              <a:srgbClr val="274F3F"/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E03133FC-E875-8442-9063-C305CC0BFB20}"/>
              </a:ext>
            </a:extLst>
          </p:cNvPr>
          <p:cNvSpPr/>
          <p:nvPr/>
        </p:nvSpPr>
        <p:spPr>
          <a:xfrm>
            <a:off x="4101365" y="311889"/>
            <a:ext cx="1253064" cy="1253064"/>
          </a:xfrm>
          <a:prstGeom prst="ellipse">
            <a:avLst/>
          </a:prstGeom>
          <a:noFill/>
          <a:ln w="101600">
            <a:solidFill>
              <a:srgbClr val="274F3F"/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D7671A2-401B-58C3-4049-2F9F2E07BD91}"/>
              </a:ext>
            </a:extLst>
          </p:cNvPr>
          <p:cNvSpPr/>
          <p:nvPr/>
        </p:nvSpPr>
        <p:spPr>
          <a:xfrm>
            <a:off x="1060728" y="1213429"/>
            <a:ext cx="4516539" cy="5391671"/>
          </a:xfrm>
          <a:prstGeom prst="rect">
            <a:avLst/>
          </a:prstGeom>
          <a:solidFill>
            <a:srgbClr val="326648"/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74709" lon="21590731" rev="60000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US" sz="2800" dirty="0">
                <a:latin typeface="Bahnschrift" panose="020B0502040204020203" pitchFamily="34" charset="0"/>
              </a:rPr>
              <a:t>Warm-up Question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US" sz="2800" dirty="0">
                <a:latin typeface="Bahnschrift" panose="020B0502040204020203" pitchFamily="34" charset="0"/>
              </a:rPr>
              <a:t>Linear Search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US" sz="2800" dirty="0">
                <a:latin typeface="Bahnschrift" panose="020B0502040204020203" pitchFamily="34" charset="0"/>
              </a:rPr>
              <a:t>Binary Search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2468F18-96E8-0BDE-DEDF-19E7735BE1E6}"/>
              </a:ext>
            </a:extLst>
          </p:cNvPr>
          <p:cNvSpPr/>
          <p:nvPr/>
        </p:nvSpPr>
        <p:spPr>
          <a:xfrm>
            <a:off x="6598031" y="1564953"/>
            <a:ext cx="1708202" cy="632442"/>
          </a:xfrm>
          <a:prstGeom prst="rect">
            <a:avLst/>
          </a:prstGeom>
          <a:solidFill>
            <a:schemeClr val="accent5">
              <a:lumMod val="75000"/>
            </a:schemeClr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Relaxed">
              <a:rot lat="20129102" lon="991603" rev="21178860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latin typeface="Bahnschrift SemiBold" panose="020B0502040204020203" pitchFamily="34" charset="0"/>
              </a:rPr>
              <a:t>NOTE!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FCD8CB0-8A02-BF4E-6CF1-A22B96E02C67}"/>
              </a:ext>
            </a:extLst>
          </p:cNvPr>
          <p:cNvSpPr/>
          <p:nvPr/>
        </p:nvSpPr>
        <p:spPr>
          <a:xfrm>
            <a:off x="1824466" y="252900"/>
            <a:ext cx="2903431" cy="928577"/>
          </a:xfrm>
          <a:prstGeom prst="rect">
            <a:avLst/>
          </a:prstGeom>
          <a:solidFill>
            <a:srgbClr val="326648"/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20788650" lon="1192990" rev="21395644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800" dirty="0">
                <a:latin typeface="Bahnschrift SemiBold" panose="020B0502040204020203" pitchFamily="34" charset="0"/>
              </a:rPr>
              <a:t>AGENDA</a:t>
            </a:r>
          </a:p>
        </p:txBody>
      </p:sp>
    </p:spTree>
    <p:extLst>
      <p:ext uri="{BB962C8B-B14F-4D97-AF65-F5344CB8AC3E}">
        <p14:creationId xmlns:p14="http://schemas.microsoft.com/office/powerpoint/2010/main" val="85412210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2664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4DF31C7-9D62-34F3-51FF-D499D2944E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Oval 20">
            <a:extLst>
              <a:ext uri="{FF2B5EF4-FFF2-40B4-BE49-F238E27FC236}">
                <a16:creationId xmlns:a16="http://schemas.microsoft.com/office/drawing/2014/main" id="{CA8483F3-9D91-69C6-DAE4-E819F0292C96}"/>
              </a:ext>
            </a:extLst>
          </p:cNvPr>
          <p:cNvSpPr/>
          <p:nvPr/>
        </p:nvSpPr>
        <p:spPr>
          <a:xfrm>
            <a:off x="9605200" y="3896291"/>
            <a:ext cx="1497660" cy="1497660"/>
          </a:xfrm>
          <a:prstGeom prst="ellipse">
            <a:avLst/>
          </a:prstGeom>
          <a:noFill/>
          <a:ln w="101600">
            <a:solidFill>
              <a:srgbClr val="274F3F"/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0" name="Picture 19" descr="A close up of fire&#10;&#10;AI-generated content may be incorrect.">
            <a:extLst>
              <a:ext uri="{FF2B5EF4-FFF2-40B4-BE49-F238E27FC236}">
                <a16:creationId xmlns:a16="http://schemas.microsoft.com/office/drawing/2014/main" id="{9103A45C-BE5A-478E-4718-72C97F147BDD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prstClr val="black"/>
              <a:schemeClr val="accent6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475"/>
          <a:stretch>
            <a:fillRect/>
          </a:stretch>
        </p:blipFill>
        <p:spPr>
          <a:xfrm>
            <a:off x="4556237" y="-1564556"/>
            <a:ext cx="6748129" cy="3830500"/>
          </a:xfrm>
          <a:prstGeom prst="rect">
            <a:avLst/>
          </a:prstGeom>
        </p:spPr>
      </p:pic>
      <p:pic>
        <p:nvPicPr>
          <p:cNvPr id="19" name="Picture 18" descr="A close up of fire&#10;&#10;AI-generated content may be incorrect.">
            <a:extLst>
              <a:ext uri="{FF2B5EF4-FFF2-40B4-BE49-F238E27FC236}">
                <a16:creationId xmlns:a16="http://schemas.microsoft.com/office/drawing/2014/main" id="{59044FD4-E5CB-7F72-D4E0-B3FF57F10D64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prstClr val="black"/>
              <a:schemeClr val="accent6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475"/>
          <a:stretch>
            <a:fillRect/>
          </a:stretch>
        </p:blipFill>
        <p:spPr>
          <a:xfrm>
            <a:off x="200024" y="-1477760"/>
            <a:ext cx="6748129" cy="3830500"/>
          </a:xfrm>
          <a:prstGeom prst="rect">
            <a:avLst/>
          </a:prstGeom>
        </p:spPr>
      </p:pic>
      <p:sp>
        <p:nvSpPr>
          <p:cNvPr id="12" name="Oval 11">
            <a:extLst>
              <a:ext uri="{FF2B5EF4-FFF2-40B4-BE49-F238E27FC236}">
                <a16:creationId xmlns:a16="http://schemas.microsoft.com/office/drawing/2014/main" id="{1FB06C32-785C-D086-3043-42F7FBD0932E}"/>
              </a:ext>
            </a:extLst>
          </p:cNvPr>
          <p:cNvSpPr/>
          <p:nvPr/>
        </p:nvSpPr>
        <p:spPr>
          <a:xfrm>
            <a:off x="6199068" y="1783144"/>
            <a:ext cx="1253064" cy="1253064"/>
          </a:xfrm>
          <a:prstGeom prst="ellipse">
            <a:avLst/>
          </a:prstGeom>
          <a:noFill/>
          <a:ln w="101600">
            <a:solidFill>
              <a:srgbClr val="274F3F"/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6ADCA5AE-052C-5076-411F-06E5A022CDA7}"/>
              </a:ext>
            </a:extLst>
          </p:cNvPr>
          <p:cNvSpPr/>
          <p:nvPr/>
        </p:nvSpPr>
        <p:spPr>
          <a:xfrm>
            <a:off x="358687" y="2026486"/>
            <a:ext cx="2019444" cy="2019444"/>
          </a:xfrm>
          <a:prstGeom prst="ellipse">
            <a:avLst/>
          </a:prstGeom>
          <a:noFill/>
          <a:ln w="101600">
            <a:solidFill>
              <a:srgbClr val="274F3F"/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A3C7B8BA-8B31-7B2C-E2AB-60712C1F61E8}"/>
              </a:ext>
            </a:extLst>
          </p:cNvPr>
          <p:cNvSpPr/>
          <p:nvPr/>
        </p:nvSpPr>
        <p:spPr>
          <a:xfrm>
            <a:off x="9978799" y="1099676"/>
            <a:ext cx="1253064" cy="1253064"/>
          </a:xfrm>
          <a:prstGeom prst="ellipse">
            <a:avLst/>
          </a:prstGeom>
          <a:noFill/>
          <a:ln w="101600">
            <a:solidFill>
              <a:srgbClr val="274F3F"/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D3B4A7A-A70B-0C4A-C7FF-462ADF36D440}"/>
              </a:ext>
            </a:extLst>
          </p:cNvPr>
          <p:cNvSpPr/>
          <p:nvPr/>
        </p:nvSpPr>
        <p:spPr>
          <a:xfrm>
            <a:off x="1089140" y="1246841"/>
            <a:ext cx="9808033" cy="3830500"/>
          </a:xfrm>
          <a:prstGeom prst="rect">
            <a:avLst/>
          </a:prstGeom>
          <a:solidFill>
            <a:srgbClr val="326648"/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HeroicExtremeRightFacing">
              <a:rot lat="21346875" lon="21280510" rev="119997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457200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Create algorithms for the following Big-O complexities:</a:t>
            </a:r>
          </a:p>
          <a:p>
            <a:pPr marL="914400" lvl="1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O(n)</a:t>
            </a:r>
          </a:p>
          <a:p>
            <a:pPr marL="914400" lvl="1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O(n</a:t>
            </a:r>
            <a:r>
              <a:rPr lang="en-US" sz="2800" baseline="30000" dirty="0">
                <a:solidFill>
                  <a:schemeClr val="bg1"/>
                </a:solidFill>
                <a:latin typeface="Bahnschrift" panose="020B0502040204020203" pitchFamily="34" charset="0"/>
              </a:rPr>
              <a:t>2</a:t>
            </a: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)</a:t>
            </a:r>
          </a:p>
          <a:p>
            <a:pPr marL="914400" lvl="1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O(1)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050233D-41DE-6588-7EB0-97A3A19FFCB8}"/>
              </a:ext>
            </a:extLst>
          </p:cNvPr>
          <p:cNvSpPr/>
          <p:nvPr/>
        </p:nvSpPr>
        <p:spPr>
          <a:xfrm>
            <a:off x="1989751" y="65791"/>
            <a:ext cx="7581804" cy="928577"/>
          </a:xfrm>
          <a:prstGeom prst="rect">
            <a:avLst/>
          </a:prstGeom>
          <a:solidFill>
            <a:srgbClr val="326648"/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Relaxed"/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800" dirty="0">
                <a:latin typeface="Bahnschrift SemiBold" panose="020B0502040204020203" pitchFamily="34" charset="0"/>
              </a:rPr>
              <a:t>THE WARM UP QUESTION</a:t>
            </a:r>
          </a:p>
        </p:txBody>
      </p:sp>
      <p:pic>
        <p:nvPicPr>
          <p:cNvPr id="15" name="Picture 14" descr="A close up of fire&#10;&#10;AI-generated content may be incorrect.">
            <a:extLst>
              <a:ext uri="{FF2B5EF4-FFF2-40B4-BE49-F238E27FC236}">
                <a16:creationId xmlns:a16="http://schemas.microsoft.com/office/drawing/2014/main" id="{0572BAA1-AB30-2A31-99DA-E2636EF78735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prstClr val="black"/>
              <a:schemeClr val="accent6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475"/>
          <a:stretch>
            <a:fillRect/>
          </a:stretch>
        </p:blipFill>
        <p:spPr>
          <a:xfrm>
            <a:off x="-1297170" y="4306188"/>
            <a:ext cx="6748129" cy="3830500"/>
          </a:xfrm>
          <a:prstGeom prst="rect">
            <a:avLst/>
          </a:prstGeom>
        </p:spPr>
      </p:pic>
      <p:pic>
        <p:nvPicPr>
          <p:cNvPr id="17" name="Picture 16" descr="A close up of fire&#10;&#10;AI-generated content may be incorrect.">
            <a:extLst>
              <a:ext uri="{FF2B5EF4-FFF2-40B4-BE49-F238E27FC236}">
                <a16:creationId xmlns:a16="http://schemas.microsoft.com/office/drawing/2014/main" id="{F9670370-72F4-78E6-7DE3-64A5614A0062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prstClr val="black"/>
              <a:schemeClr val="accent6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475"/>
          <a:stretch>
            <a:fillRect/>
          </a:stretch>
        </p:blipFill>
        <p:spPr>
          <a:xfrm>
            <a:off x="3605901" y="4306188"/>
            <a:ext cx="6748129" cy="3830500"/>
          </a:xfrm>
          <a:prstGeom prst="rect">
            <a:avLst/>
          </a:prstGeom>
        </p:spPr>
      </p:pic>
      <p:pic>
        <p:nvPicPr>
          <p:cNvPr id="18" name="Picture 17" descr="A close up of fire&#10;&#10;AI-generated content may be incorrect.">
            <a:extLst>
              <a:ext uri="{FF2B5EF4-FFF2-40B4-BE49-F238E27FC236}">
                <a16:creationId xmlns:a16="http://schemas.microsoft.com/office/drawing/2014/main" id="{21F28121-5FF8-B768-E483-38897AA8B765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prstClr val="black"/>
              <a:schemeClr val="accent6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475"/>
          <a:stretch>
            <a:fillRect/>
          </a:stretch>
        </p:blipFill>
        <p:spPr>
          <a:xfrm>
            <a:off x="8435162" y="4306188"/>
            <a:ext cx="6748129" cy="3830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059428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2664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3386392-143E-AF29-937D-6BD2CAAB1A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Oval 20">
            <a:extLst>
              <a:ext uri="{FF2B5EF4-FFF2-40B4-BE49-F238E27FC236}">
                <a16:creationId xmlns:a16="http://schemas.microsoft.com/office/drawing/2014/main" id="{4E6D3C1D-2FC9-5A8F-0680-C3AF2E643DB5}"/>
              </a:ext>
            </a:extLst>
          </p:cNvPr>
          <p:cNvSpPr/>
          <p:nvPr/>
        </p:nvSpPr>
        <p:spPr>
          <a:xfrm>
            <a:off x="9605200" y="3896291"/>
            <a:ext cx="1497660" cy="1497660"/>
          </a:xfrm>
          <a:prstGeom prst="ellipse">
            <a:avLst/>
          </a:prstGeom>
          <a:noFill/>
          <a:ln w="101600">
            <a:solidFill>
              <a:srgbClr val="274F3F"/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08A1CF06-772E-FF2C-3839-78AAEFA0A11B}"/>
              </a:ext>
            </a:extLst>
          </p:cNvPr>
          <p:cNvSpPr/>
          <p:nvPr/>
        </p:nvSpPr>
        <p:spPr>
          <a:xfrm>
            <a:off x="6157610" y="1363072"/>
            <a:ext cx="1253064" cy="1253064"/>
          </a:xfrm>
          <a:prstGeom prst="ellipse">
            <a:avLst/>
          </a:prstGeom>
          <a:noFill/>
          <a:ln w="101600">
            <a:solidFill>
              <a:srgbClr val="274F3F"/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477F076D-4943-0214-F6EE-FF302EBEC62C}"/>
              </a:ext>
            </a:extLst>
          </p:cNvPr>
          <p:cNvSpPr/>
          <p:nvPr/>
        </p:nvSpPr>
        <p:spPr>
          <a:xfrm>
            <a:off x="1183710" y="1780701"/>
            <a:ext cx="2019444" cy="2019444"/>
          </a:xfrm>
          <a:prstGeom prst="ellipse">
            <a:avLst/>
          </a:prstGeom>
          <a:noFill/>
          <a:ln w="101600">
            <a:solidFill>
              <a:srgbClr val="274F3F"/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B292782C-EA7B-F0D2-017B-9D6E5AEE03FA}"/>
              </a:ext>
            </a:extLst>
          </p:cNvPr>
          <p:cNvSpPr/>
          <p:nvPr/>
        </p:nvSpPr>
        <p:spPr>
          <a:xfrm>
            <a:off x="9978799" y="1099676"/>
            <a:ext cx="1253064" cy="1253064"/>
          </a:xfrm>
          <a:prstGeom prst="ellipse">
            <a:avLst/>
          </a:prstGeom>
          <a:noFill/>
          <a:ln w="101600">
            <a:solidFill>
              <a:srgbClr val="274F3F"/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0" name="Picture 19" descr="A close up of fire&#10;&#10;AI-generated content may be incorrect.">
            <a:extLst>
              <a:ext uri="{FF2B5EF4-FFF2-40B4-BE49-F238E27FC236}">
                <a16:creationId xmlns:a16="http://schemas.microsoft.com/office/drawing/2014/main" id="{8864B057-355B-8306-248E-60E16CA7C11B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prstClr val="black"/>
              <a:schemeClr val="accent6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475"/>
          <a:stretch>
            <a:fillRect/>
          </a:stretch>
        </p:blipFill>
        <p:spPr>
          <a:xfrm>
            <a:off x="4556237" y="-1564556"/>
            <a:ext cx="6748129" cy="3830500"/>
          </a:xfrm>
          <a:prstGeom prst="rect">
            <a:avLst/>
          </a:prstGeom>
        </p:spPr>
      </p:pic>
      <p:pic>
        <p:nvPicPr>
          <p:cNvPr id="19" name="Picture 18" descr="A close up of fire&#10;&#10;AI-generated content may be incorrect.">
            <a:extLst>
              <a:ext uri="{FF2B5EF4-FFF2-40B4-BE49-F238E27FC236}">
                <a16:creationId xmlns:a16="http://schemas.microsoft.com/office/drawing/2014/main" id="{7FCFCCE3-C51B-5BE3-133A-CC40A8792F61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prstClr val="black"/>
              <a:schemeClr val="accent6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475"/>
          <a:stretch>
            <a:fillRect/>
          </a:stretch>
        </p:blipFill>
        <p:spPr>
          <a:xfrm>
            <a:off x="200024" y="-1477760"/>
            <a:ext cx="6748129" cy="383050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9F7FEA21-E6C0-9AC9-9EB8-E7528ED5B6C8}"/>
              </a:ext>
            </a:extLst>
          </p:cNvPr>
          <p:cNvSpPr/>
          <p:nvPr/>
        </p:nvSpPr>
        <p:spPr>
          <a:xfrm>
            <a:off x="1989751" y="65791"/>
            <a:ext cx="7581804" cy="928577"/>
          </a:xfrm>
          <a:prstGeom prst="rect">
            <a:avLst/>
          </a:prstGeom>
          <a:solidFill>
            <a:srgbClr val="326648"/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Relaxed"/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800" dirty="0">
                <a:latin typeface="Bahnschrift SemiBold" panose="020B0502040204020203" pitchFamily="34" charset="0"/>
              </a:rPr>
              <a:t>THE WARM UP ANSWER</a:t>
            </a:r>
          </a:p>
        </p:txBody>
      </p:sp>
      <p:pic>
        <p:nvPicPr>
          <p:cNvPr id="15" name="Picture 14" descr="A close up of fire&#10;&#10;AI-generated content may be incorrect.">
            <a:extLst>
              <a:ext uri="{FF2B5EF4-FFF2-40B4-BE49-F238E27FC236}">
                <a16:creationId xmlns:a16="http://schemas.microsoft.com/office/drawing/2014/main" id="{6D6FC8A7-837D-0C82-0508-398DDF1DB91E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prstClr val="black"/>
              <a:schemeClr val="accent6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475"/>
          <a:stretch>
            <a:fillRect/>
          </a:stretch>
        </p:blipFill>
        <p:spPr>
          <a:xfrm>
            <a:off x="-1297170" y="4306188"/>
            <a:ext cx="6748129" cy="3830500"/>
          </a:xfrm>
          <a:prstGeom prst="rect">
            <a:avLst/>
          </a:prstGeom>
        </p:spPr>
      </p:pic>
      <p:pic>
        <p:nvPicPr>
          <p:cNvPr id="17" name="Picture 16" descr="A close up of fire&#10;&#10;AI-generated content may be incorrect.">
            <a:extLst>
              <a:ext uri="{FF2B5EF4-FFF2-40B4-BE49-F238E27FC236}">
                <a16:creationId xmlns:a16="http://schemas.microsoft.com/office/drawing/2014/main" id="{D3612398-5230-03BA-7AB5-DC74EB9BDE04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prstClr val="black"/>
              <a:schemeClr val="accent6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475"/>
          <a:stretch>
            <a:fillRect/>
          </a:stretch>
        </p:blipFill>
        <p:spPr>
          <a:xfrm>
            <a:off x="3605901" y="4306188"/>
            <a:ext cx="6748129" cy="3830500"/>
          </a:xfrm>
          <a:prstGeom prst="rect">
            <a:avLst/>
          </a:prstGeom>
        </p:spPr>
      </p:pic>
      <p:pic>
        <p:nvPicPr>
          <p:cNvPr id="18" name="Picture 17" descr="A close up of fire&#10;&#10;AI-generated content may be incorrect.">
            <a:extLst>
              <a:ext uri="{FF2B5EF4-FFF2-40B4-BE49-F238E27FC236}">
                <a16:creationId xmlns:a16="http://schemas.microsoft.com/office/drawing/2014/main" id="{648B85D8-8113-F692-CDA7-CA2CB6F41109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prstClr val="black"/>
              <a:schemeClr val="accent6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475"/>
          <a:stretch>
            <a:fillRect/>
          </a:stretch>
        </p:blipFill>
        <p:spPr>
          <a:xfrm>
            <a:off x="8435162" y="4306188"/>
            <a:ext cx="6748129" cy="3830500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ECD81634-986F-4974-A0A9-4D21FA765446}"/>
              </a:ext>
            </a:extLst>
          </p:cNvPr>
          <p:cNvSpPr/>
          <p:nvPr/>
        </p:nvSpPr>
        <p:spPr>
          <a:xfrm>
            <a:off x="618767" y="1537358"/>
            <a:ext cx="10821545" cy="4169047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 w="38100">
            <a:solidFill>
              <a:srgbClr val="326648"/>
            </a:solidFill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69195" lon="290748" rev="21540000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buNone/>
            </a:pPr>
            <a:r>
              <a:rPr lang="pt-BR" sz="2000" dirty="0">
                <a:solidFill>
                  <a:srgbClr val="A8AFBE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n = </a:t>
            </a:r>
            <a:r>
              <a:rPr lang="pt-BR" sz="2000" dirty="0">
                <a:solidFill>
                  <a:srgbClr val="6897BB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10</a:t>
            </a:r>
            <a:br>
              <a:rPr lang="pt-BR" sz="2000" dirty="0">
                <a:solidFill>
                  <a:srgbClr val="6897BB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</a:br>
            <a:r>
              <a:rPr lang="pt-BR" sz="2000" dirty="0">
                <a:solidFill>
                  <a:srgbClr val="808080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#O(n)</a:t>
            </a:r>
            <a:br>
              <a:rPr lang="pt-BR" sz="2000" dirty="0">
                <a:solidFill>
                  <a:srgbClr val="808080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</a:br>
            <a:r>
              <a:rPr lang="pt-BR" sz="2000" dirty="0">
                <a:solidFill>
                  <a:srgbClr val="CC844F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for </a:t>
            </a:r>
            <a:r>
              <a:rPr lang="pt-BR" sz="2000" dirty="0">
                <a:solidFill>
                  <a:srgbClr val="A8AFBE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i </a:t>
            </a:r>
            <a:r>
              <a:rPr lang="pt-BR" sz="2000" dirty="0">
                <a:solidFill>
                  <a:srgbClr val="CC844F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in </a:t>
            </a:r>
            <a:r>
              <a:rPr lang="pt-BR" sz="2000" dirty="0">
                <a:solidFill>
                  <a:srgbClr val="8888C6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range</a:t>
            </a:r>
            <a:r>
              <a:rPr lang="pt-BR" sz="2000" dirty="0">
                <a:solidFill>
                  <a:srgbClr val="A8AFBE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(n):</a:t>
            </a:r>
            <a:br>
              <a:rPr lang="pt-BR" sz="2000" dirty="0">
                <a:solidFill>
                  <a:srgbClr val="A8AFBE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</a:br>
            <a:r>
              <a:rPr lang="pt-BR" sz="2000" dirty="0">
                <a:solidFill>
                  <a:srgbClr val="A8AFBE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    </a:t>
            </a:r>
            <a:r>
              <a:rPr lang="pt-BR" sz="2000" dirty="0">
                <a:solidFill>
                  <a:srgbClr val="8888C6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print</a:t>
            </a:r>
            <a:r>
              <a:rPr lang="pt-BR" sz="2000" dirty="0">
                <a:solidFill>
                  <a:srgbClr val="A8AFBE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(i)</a:t>
            </a:r>
            <a:br>
              <a:rPr lang="pt-BR" sz="2000" dirty="0">
                <a:solidFill>
                  <a:srgbClr val="A8AFBE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</a:br>
            <a:br>
              <a:rPr lang="pt-BR" sz="2000" dirty="0">
                <a:solidFill>
                  <a:srgbClr val="A8AFBE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</a:br>
            <a:r>
              <a:rPr lang="pt-BR" sz="2000" dirty="0">
                <a:solidFill>
                  <a:srgbClr val="808080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#O(n^2)</a:t>
            </a:r>
            <a:br>
              <a:rPr lang="pt-BR" sz="2000" dirty="0">
                <a:solidFill>
                  <a:srgbClr val="808080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</a:br>
            <a:r>
              <a:rPr lang="pt-BR" sz="2000" dirty="0">
                <a:solidFill>
                  <a:srgbClr val="CC844F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for </a:t>
            </a:r>
            <a:r>
              <a:rPr lang="pt-BR" sz="2000" dirty="0">
                <a:solidFill>
                  <a:srgbClr val="A8AFBE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i </a:t>
            </a:r>
            <a:r>
              <a:rPr lang="pt-BR" sz="2000" dirty="0">
                <a:solidFill>
                  <a:srgbClr val="CC844F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in </a:t>
            </a:r>
            <a:r>
              <a:rPr lang="pt-BR" sz="2000" dirty="0">
                <a:solidFill>
                  <a:srgbClr val="8888C6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range</a:t>
            </a:r>
            <a:r>
              <a:rPr lang="pt-BR" sz="2000" dirty="0">
                <a:solidFill>
                  <a:srgbClr val="A8AFBE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(n):</a:t>
            </a:r>
            <a:br>
              <a:rPr lang="pt-BR" sz="2000" dirty="0">
                <a:solidFill>
                  <a:srgbClr val="A8AFBE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</a:br>
            <a:r>
              <a:rPr lang="pt-BR" sz="2000" dirty="0">
                <a:solidFill>
                  <a:srgbClr val="A8AFBE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    </a:t>
            </a:r>
            <a:r>
              <a:rPr lang="pt-BR" sz="2000" dirty="0">
                <a:solidFill>
                  <a:srgbClr val="CC844F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for </a:t>
            </a:r>
            <a:r>
              <a:rPr lang="pt-BR" sz="2000" dirty="0">
                <a:solidFill>
                  <a:srgbClr val="A8AFBE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j </a:t>
            </a:r>
            <a:r>
              <a:rPr lang="pt-BR" sz="2000" dirty="0">
                <a:solidFill>
                  <a:srgbClr val="CC844F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in </a:t>
            </a:r>
            <a:r>
              <a:rPr lang="pt-BR" sz="2000" dirty="0">
                <a:solidFill>
                  <a:srgbClr val="8888C6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range</a:t>
            </a:r>
            <a:r>
              <a:rPr lang="pt-BR" sz="2000" dirty="0">
                <a:solidFill>
                  <a:srgbClr val="A8AFBE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(n):</a:t>
            </a:r>
            <a:br>
              <a:rPr lang="pt-BR" sz="2000" dirty="0">
                <a:solidFill>
                  <a:srgbClr val="A8AFBE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</a:br>
            <a:r>
              <a:rPr lang="pt-BR" sz="2000" dirty="0">
                <a:solidFill>
                  <a:srgbClr val="A8AFBE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        </a:t>
            </a:r>
            <a:r>
              <a:rPr lang="pt-BR" sz="2000" dirty="0">
                <a:solidFill>
                  <a:srgbClr val="8888C6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print</a:t>
            </a:r>
            <a:r>
              <a:rPr lang="pt-BR" sz="2000" dirty="0">
                <a:solidFill>
                  <a:srgbClr val="A8AFBE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(i</a:t>
            </a:r>
            <a:r>
              <a:rPr lang="pt-BR" sz="2000" dirty="0">
                <a:solidFill>
                  <a:srgbClr val="CC7832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, </a:t>
            </a:r>
            <a:r>
              <a:rPr lang="pt-BR" sz="2000" dirty="0">
                <a:solidFill>
                  <a:srgbClr val="A8AFBE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j)</a:t>
            </a:r>
            <a:br>
              <a:rPr lang="pt-BR" sz="2000" dirty="0">
                <a:solidFill>
                  <a:srgbClr val="A8AFBE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</a:br>
            <a:br>
              <a:rPr lang="pt-BR" sz="2000" dirty="0">
                <a:solidFill>
                  <a:srgbClr val="A8AFBE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</a:br>
            <a:r>
              <a:rPr lang="pt-BR" sz="2000" dirty="0">
                <a:solidFill>
                  <a:srgbClr val="808080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#O(1)</a:t>
            </a:r>
            <a:br>
              <a:rPr lang="pt-BR" sz="2000" dirty="0">
                <a:solidFill>
                  <a:srgbClr val="808080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</a:br>
            <a:r>
              <a:rPr lang="pt-BR" sz="2000" dirty="0">
                <a:solidFill>
                  <a:srgbClr val="8888C6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print</a:t>
            </a:r>
            <a:r>
              <a:rPr lang="pt-BR" sz="2000" dirty="0">
                <a:solidFill>
                  <a:srgbClr val="A8AFBE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(n)</a:t>
            </a:r>
          </a:p>
        </p:txBody>
      </p:sp>
    </p:spTree>
    <p:extLst>
      <p:ext uri="{BB962C8B-B14F-4D97-AF65-F5344CB8AC3E}">
        <p14:creationId xmlns:p14="http://schemas.microsoft.com/office/powerpoint/2010/main" val="209812801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2664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34FA2EC-9EF9-3D22-D37A-D2C33F0B4A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07BC2747-FB23-B074-583B-05DEE5E0EE0E}"/>
              </a:ext>
            </a:extLst>
          </p:cNvPr>
          <p:cNvSpPr/>
          <p:nvPr/>
        </p:nvSpPr>
        <p:spPr>
          <a:xfrm>
            <a:off x="11112929" y="2956491"/>
            <a:ext cx="832924" cy="832924"/>
          </a:xfrm>
          <a:prstGeom prst="ellipse">
            <a:avLst/>
          </a:prstGeom>
          <a:noFill/>
          <a:ln w="101600">
            <a:solidFill>
              <a:srgbClr val="274F3F"/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52017C27-92C2-299E-6755-D147C70435F2}"/>
              </a:ext>
            </a:extLst>
          </p:cNvPr>
          <p:cNvSpPr/>
          <p:nvPr/>
        </p:nvSpPr>
        <p:spPr>
          <a:xfrm>
            <a:off x="5801459" y="517213"/>
            <a:ext cx="1253064" cy="1253064"/>
          </a:xfrm>
          <a:prstGeom prst="ellipse">
            <a:avLst/>
          </a:prstGeom>
          <a:noFill/>
          <a:ln w="101600">
            <a:solidFill>
              <a:srgbClr val="274F3F"/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1FE46BAD-1368-1BD0-D12A-151BCA712580}"/>
              </a:ext>
            </a:extLst>
          </p:cNvPr>
          <p:cNvSpPr/>
          <p:nvPr/>
        </p:nvSpPr>
        <p:spPr>
          <a:xfrm>
            <a:off x="255923" y="3717853"/>
            <a:ext cx="2019444" cy="2019444"/>
          </a:xfrm>
          <a:prstGeom prst="ellipse">
            <a:avLst/>
          </a:prstGeom>
          <a:noFill/>
          <a:ln w="101600">
            <a:solidFill>
              <a:srgbClr val="274F3F"/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B86EDE8F-DB6A-6B58-4BF7-E9F7319EADD3}"/>
              </a:ext>
            </a:extLst>
          </p:cNvPr>
          <p:cNvSpPr/>
          <p:nvPr/>
        </p:nvSpPr>
        <p:spPr>
          <a:xfrm>
            <a:off x="4101365" y="311889"/>
            <a:ext cx="1253064" cy="1253064"/>
          </a:xfrm>
          <a:prstGeom prst="ellipse">
            <a:avLst/>
          </a:prstGeom>
          <a:noFill/>
          <a:ln w="101600">
            <a:solidFill>
              <a:srgbClr val="274F3F"/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B975E50-7FB3-B06D-773B-3642E1C38505}"/>
              </a:ext>
            </a:extLst>
          </p:cNvPr>
          <p:cNvSpPr/>
          <p:nvPr/>
        </p:nvSpPr>
        <p:spPr>
          <a:xfrm>
            <a:off x="421105" y="1212852"/>
            <a:ext cx="6777399" cy="5391671"/>
          </a:xfrm>
          <a:prstGeom prst="rect">
            <a:avLst/>
          </a:prstGeom>
          <a:solidFill>
            <a:srgbClr val="326648"/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74709" lon="21590731" rev="60000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457200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Searching algorithms are used to find specific items in data structures</a:t>
            </a:r>
          </a:p>
          <a:p>
            <a:pPr marL="457200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Some examples of this are:</a:t>
            </a:r>
          </a:p>
          <a:p>
            <a:pPr marL="914400" lvl="1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Finding items in a database</a:t>
            </a:r>
          </a:p>
          <a:p>
            <a:pPr marL="914400" lvl="1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Finding words in a document or webpage</a:t>
            </a:r>
          </a:p>
          <a:p>
            <a:pPr marL="914400" lvl="1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Finding webpages in a search engine</a:t>
            </a:r>
          </a:p>
          <a:p>
            <a:pPr marL="457200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For today, our goal is to find a specific item inside of a list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CDAAC60-09A2-5F2C-0295-0B8557A1C1F2}"/>
              </a:ext>
            </a:extLst>
          </p:cNvPr>
          <p:cNvSpPr/>
          <p:nvPr/>
        </p:nvSpPr>
        <p:spPr>
          <a:xfrm>
            <a:off x="-250972" y="142543"/>
            <a:ext cx="6745440" cy="722489"/>
          </a:xfrm>
          <a:prstGeom prst="rect">
            <a:avLst/>
          </a:prstGeom>
          <a:solidFill>
            <a:srgbClr val="326648"/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20788650" lon="1192990" rev="21395644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400" dirty="0">
                <a:latin typeface="Bahnschrift SemiBold" panose="020B0502040204020203" pitchFamily="34" charset="0"/>
              </a:rPr>
              <a:t>SEARCHING ALGORITHMS</a:t>
            </a:r>
          </a:p>
        </p:txBody>
      </p:sp>
    </p:spTree>
    <p:extLst>
      <p:ext uri="{BB962C8B-B14F-4D97-AF65-F5344CB8AC3E}">
        <p14:creationId xmlns:p14="http://schemas.microsoft.com/office/powerpoint/2010/main" val="20752082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2664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375C8E9-B0D2-DBCD-38C1-72049E6FAD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F56A7A19-2A9B-63F3-F494-CA4CDF8226B2}"/>
              </a:ext>
            </a:extLst>
          </p:cNvPr>
          <p:cNvSpPr/>
          <p:nvPr/>
        </p:nvSpPr>
        <p:spPr>
          <a:xfrm>
            <a:off x="11112929" y="2956491"/>
            <a:ext cx="832924" cy="832924"/>
          </a:xfrm>
          <a:prstGeom prst="ellipse">
            <a:avLst/>
          </a:prstGeom>
          <a:noFill/>
          <a:ln w="101600">
            <a:solidFill>
              <a:srgbClr val="274F3F"/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D7A86186-F17C-EAC9-B19A-D6B85BCA57AB}"/>
              </a:ext>
            </a:extLst>
          </p:cNvPr>
          <p:cNvSpPr/>
          <p:nvPr/>
        </p:nvSpPr>
        <p:spPr>
          <a:xfrm>
            <a:off x="5801459" y="517213"/>
            <a:ext cx="1253064" cy="1253064"/>
          </a:xfrm>
          <a:prstGeom prst="ellipse">
            <a:avLst/>
          </a:prstGeom>
          <a:noFill/>
          <a:ln w="101600">
            <a:solidFill>
              <a:srgbClr val="274F3F"/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D5A8371C-55E7-5DD6-558B-2B6D7D4117EC}"/>
              </a:ext>
            </a:extLst>
          </p:cNvPr>
          <p:cNvSpPr/>
          <p:nvPr/>
        </p:nvSpPr>
        <p:spPr>
          <a:xfrm>
            <a:off x="255923" y="3717853"/>
            <a:ext cx="2019444" cy="2019444"/>
          </a:xfrm>
          <a:prstGeom prst="ellipse">
            <a:avLst/>
          </a:prstGeom>
          <a:noFill/>
          <a:ln w="101600">
            <a:solidFill>
              <a:srgbClr val="274F3F"/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AE6EC011-9425-AB09-2D21-1CE18FB467AE}"/>
              </a:ext>
            </a:extLst>
          </p:cNvPr>
          <p:cNvSpPr/>
          <p:nvPr/>
        </p:nvSpPr>
        <p:spPr>
          <a:xfrm>
            <a:off x="4101365" y="311889"/>
            <a:ext cx="1253064" cy="1253064"/>
          </a:xfrm>
          <a:prstGeom prst="ellipse">
            <a:avLst/>
          </a:prstGeom>
          <a:noFill/>
          <a:ln w="101600">
            <a:solidFill>
              <a:srgbClr val="274F3F"/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41179C9-1308-3B5F-9F0E-E078FE438C9B}"/>
              </a:ext>
            </a:extLst>
          </p:cNvPr>
          <p:cNvSpPr/>
          <p:nvPr/>
        </p:nvSpPr>
        <p:spPr>
          <a:xfrm>
            <a:off x="421105" y="1212852"/>
            <a:ext cx="11417603" cy="5391671"/>
          </a:xfrm>
          <a:prstGeom prst="rect">
            <a:avLst/>
          </a:prstGeom>
          <a:solidFill>
            <a:srgbClr val="326648"/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74709" lon="21590731" rev="60000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457200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The linear search, also known as the sequential search, is the most simple type of search</a:t>
            </a:r>
          </a:p>
          <a:p>
            <a:pPr marL="457200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A linear search traverses the data structure from beginning to end, looking for a specific item</a:t>
            </a:r>
          </a:p>
          <a:p>
            <a:pPr marL="457200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What’s the best case scenario for this algorithm?</a:t>
            </a:r>
          </a:p>
          <a:p>
            <a:pPr marL="457200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What’s the worst case scenario for this algorithm?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B59C298-963B-DD14-1114-B01AD6003A70}"/>
              </a:ext>
            </a:extLst>
          </p:cNvPr>
          <p:cNvSpPr/>
          <p:nvPr/>
        </p:nvSpPr>
        <p:spPr>
          <a:xfrm>
            <a:off x="-255404" y="142543"/>
            <a:ext cx="6847805" cy="722489"/>
          </a:xfrm>
          <a:prstGeom prst="rect">
            <a:avLst/>
          </a:prstGeom>
          <a:solidFill>
            <a:srgbClr val="326648"/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20788650" lon="1192990" rev="21395644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400" dirty="0">
                <a:latin typeface="Bahnschrift SemiBold" panose="020B0502040204020203" pitchFamily="34" charset="0"/>
              </a:rPr>
              <a:t>LINEAR SEARCH</a:t>
            </a:r>
          </a:p>
        </p:txBody>
      </p:sp>
      <p:pic>
        <p:nvPicPr>
          <p:cNvPr id="3" name="Picture 2" descr="A screenshot of a computer&#10;&#10;AI-generated content may be incorrect.">
            <a:extLst>
              <a:ext uri="{FF2B5EF4-FFF2-40B4-BE49-F238E27FC236}">
                <a16:creationId xmlns:a16="http://schemas.microsoft.com/office/drawing/2014/main" id="{29BF1ABF-F283-A120-77A4-78D8A7C647D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76436" y="4429440"/>
            <a:ext cx="3283145" cy="21750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267542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2664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C23994F-34DC-D01B-AA83-0BE97FD34A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FC83189C-BCB4-9ADA-FECC-B57CAABE2EB8}"/>
              </a:ext>
            </a:extLst>
          </p:cNvPr>
          <p:cNvSpPr/>
          <p:nvPr/>
        </p:nvSpPr>
        <p:spPr>
          <a:xfrm>
            <a:off x="11112929" y="2956491"/>
            <a:ext cx="832924" cy="832924"/>
          </a:xfrm>
          <a:prstGeom prst="ellipse">
            <a:avLst/>
          </a:prstGeom>
          <a:noFill/>
          <a:ln w="101600">
            <a:solidFill>
              <a:srgbClr val="274F3F"/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6964267C-0DC1-328A-A1EF-C2CFB37B9156}"/>
              </a:ext>
            </a:extLst>
          </p:cNvPr>
          <p:cNvSpPr/>
          <p:nvPr/>
        </p:nvSpPr>
        <p:spPr>
          <a:xfrm>
            <a:off x="5801459" y="517213"/>
            <a:ext cx="1253064" cy="1253064"/>
          </a:xfrm>
          <a:prstGeom prst="ellipse">
            <a:avLst/>
          </a:prstGeom>
          <a:noFill/>
          <a:ln w="101600">
            <a:solidFill>
              <a:srgbClr val="274F3F"/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E2923AC8-31F6-00D5-7C26-22E66C75191F}"/>
              </a:ext>
            </a:extLst>
          </p:cNvPr>
          <p:cNvSpPr/>
          <p:nvPr/>
        </p:nvSpPr>
        <p:spPr>
          <a:xfrm>
            <a:off x="255923" y="3717853"/>
            <a:ext cx="2019444" cy="2019444"/>
          </a:xfrm>
          <a:prstGeom prst="ellipse">
            <a:avLst/>
          </a:prstGeom>
          <a:noFill/>
          <a:ln w="101600">
            <a:solidFill>
              <a:srgbClr val="274F3F"/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83AAA536-1CB0-AFB2-EC89-2623558F1EEE}"/>
              </a:ext>
            </a:extLst>
          </p:cNvPr>
          <p:cNvSpPr/>
          <p:nvPr/>
        </p:nvSpPr>
        <p:spPr>
          <a:xfrm>
            <a:off x="4101365" y="311889"/>
            <a:ext cx="1253064" cy="1253064"/>
          </a:xfrm>
          <a:prstGeom prst="ellipse">
            <a:avLst/>
          </a:prstGeom>
          <a:noFill/>
          <a:ln w="101600">
            <a:solidFill>
              <a:srgbClr val="274F3F"/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867F8E8-B018-1094-7318-A39BDFAE0548}"/>
              </a:ext>
            </a:extLst>
          </p:cNvPr>
          <p:cNvSpPr/>
          <p:nvPr/>
        </p:nvSpPr>
        <p:spPr>
          <a:xfrm>
            <a:off x="421105" y="1212852"/>
            <a:ext cx="11417603" cy="5391671"/>
          </a:xfrm>
          <a:prstGeom prst="rect">
            <a:avLst/>
          </a:prstGeom>
          <a:solidFill>
            <a:srgbClr val="326648"/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74709" lon="21590731" rev="60000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457200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To implement a linear search using a list, we can use a for loop</a:t>
            </a:r>
          </a:p>
          <a:p>
            <a:pPr marL="914400" lvl="1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We’ll also need a key variable, being the item we’re searching for</a:t>
            </a:r>
          </a:p>
          <a:p>
            <a:pPr marL="457200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First, we compare the element stored at index 0 on the list to see if it matches</a:t>
            </a:r>
          </a:p>
          <a:p>
            <a:pPr marL="914400" lvl="1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If the element at 0 is the same as the key, we return that we found the value in the list at location 0</a:t>
            </a:r>
          </a:p>
          <a:p>
            <a:pPr marL="914400" lvl="1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If not, we check the next element until we get to the end of the list</a:t>
            </a:r>
          </a:p>
          <a:p>
            <a:pPr marL="914400" lvl="1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endParaRPr lang="en-US" sz="2800" dirty="0">
              <a:solidFill>
                <a:schemeClr val="bg1"/>
              </a:solidFill>
              <a:latin typeface="Bahnschrift" panose="020B0502040204020203" pitchFamily="34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ED2F696-9531-D9E9-FBCE-B34334DE9FE3}"/>
              </a:ext>
            </a:extLst>
          </p:cNvPr>
          <p:cNvSpPr/>
          <p:nvPr/>
        </p:nvSpPr>
        <p:spPr>
          <a:xfrm>
            <a:off x="-255404" y="142543"/>
            <a:ext cx="6847805" cy="722489"/>
          </a:xfrm>
          <a:prstGeom prst="rect">
            <a:avLst/>
          </a:prstGeom>
          <a:solidFill>
            <a:srgbClr val="326648"/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20788650" lon="1192990" rev="21395644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400" dirty="0">
                <a:latin typeface="Bahnschrift SemiBold" panose="020B0502040204020203" pitchFamily="34" charset="0"/>
              </a:rPr>
              <a:t>LINEAR SEARCH</a:t>
            </a:r>
          </a:p>
        </p:txBody>
      </p:sp>
    </p:spTree>
    <p:extLst>
      <p:ext uri="{BB962C8B-B14F-4D97-AF65-F5344CB8AC3E}">
        <p14:creationId xmlns:p14="http://schemas.microsoft.com/office/powerpoint/2010/main" val="59154192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2664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9095381-BB99-055E-C93F-5022E11353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5DBAFEFB-27FF-8A80-AB55-3EDB5EC00097}"/>
              </a:ext>
            </a:extLst>
          </p:cNvPr>
          <p:cNvSpPr/>
          <p:nvPr/>
        </p:nvSpPr>
        <p:spPr>
          <a:xfrm>
            <a:off x="11112929" y="2956491"/>
            <a:ext cx="832924" cy="832924"/>
          </a:xfrm>
          <a:prstGeom prst="ellipse">
            <a:avLst/>
          </a:prstGeom>
          <a:noFill/>
          <a:ln w="101600">
            <a:solidFill>
              <a:srgbClr val="274F3F"/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BA19658B-8C3E-AF32-696D-356B70660284}"/>
              </a:ext>
            </a:extLst>
          </p:cNvPr>
          <p:cNvSpPr/>
          <p:nvPr/>
        </p:nvSpPr>
        <p:spPr>
          <a:xfrm>
            <a:off x="5801459" y="517213"/>
            <a:ext cx="1253064" cy="1253064"/>
          </a:xfrm>
          <a:prstGeom prst="ellipse">
            <a:avLst/>
          </a:prstGeom>
          <a:noFill/>
          <a:ln w="101600">
            <a:solidFill>
              <a:srgbClr val="274F3F"/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1DC54D57-AF99-09C2-B129-C85FD439F10E}"/>
              </a:ext>
            </a:extLst>
          </p:cNvPr>
          <p:cNvSpPr/>
          <p:nvPr/>
        </p:nvSpPr>
        <p:spPr>
          <a:xfrm>
            <a:off x="255923" y="3717853"/>
            <a:ext cx="2019444" cy="2019444"/>
          </a:xfrm>
          <a:prstGeom prst="ellipse">
            <a:avLst/>
          </a:prstGeom>
          <a:noFill/>
          <a:ln w="101600">
            <a:solidFill>
              <a:srgbClr val="274F3F"/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23A61829-7834-1DDA-C777-ACCF4E208548}"/>
              </a:ext>
            </a:extLst>
          </p:cNvPr>
          <p:cNvSpPr/>
          <p:nvPr/>
        </p:nvSpPr>
        <p:spPr>
          <a:xfrm>
            <a:off x="4101365" y="311889"/>
            <a:ext cx="1253064" cy="1253064"/>
          </a:xfrm>
          <a:prstGeom prst="ellipse">
            <a:avLst/>
          </a:prstGeom>
          <a:noFill/>
          <a:ln w="101600">
            <a:solidFill>
              <a:srgbClr val="274F3F"/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2991A9B-29C9-EBA9-E22E-8F62762FB84E}"/>
              </a:ext>
            </a:extLst>
          </p:cNvPr>
          <p:cNvSpPr/>
          <p:nvPr/>
        </p:nvSpPr>
        <p:spPr>
          <a:xfrm>
            <a:off x="421106" y="1212853"/>
            <a:ext cx="11431458" cy="1571912"/>
          </a:xfrm>
          <a:prstGeom prst="rect">
            <a:avLst/>
          </a:prstGeom>
          <a:solidFill>
            <a:srgbClr val="326648"/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74709" lon="21590731" rev="60000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457200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The code below is a simple linear search algorithm</a:t>
            </a:r>
          </a:p>
          <a:p>
            <a:pPr marL="457200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What’s it’s Big-O complexity in terms of time? What about space?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B673A72-1868-7786-DBFE-E030CCB75135}"/>
              </a:ext>
            </a:extLst>
          </p:cNvPr>
          <p:cNvSpPr/>
          <p:nvPr/>
        </p:nvSpPr>
        <p:spPr>
          <a:xfrm>
            <a:off x="-72932" y="142543"/>
            <a:ext cx="4968065" cy="722489"/>
          </a:xfrm>
          <a:prstGeom prst="rect">
            <a:avLst/>
          </a:prstGeom>
          <a:solidFill>
            <a:srgbClr val="326648"/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20788650" lon="1192990" rev="21395644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400" dirty="0">
                <a:latin typeface="Bahnschrift SemiBold" panose="020B0502040204020203" pitchFamily="34" charset="0"/>
              </a:rPr>
              <a:t>LINEAR SEARCH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2613787-7D89-1DB3-7D85-EC68987B69B9}"/>
              </a:ext>
            </a:extLst>
          </p:cNvPr>
          <p:cNvSpPr/>
          <p:nvPr/>
        </p:nvSpPr>
        <p:spPr>
          <a:xfrm>
            <a:off x="4511185" y="2671241"/>
            <a:ext cx="6737666" cy="3260067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 w="38100">
            <a:solidFill>
              <a:srgbClr val="326648"/>
            </a:solidFill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69195" lon="290748" rev="21540000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buNone/>
            </a:pPr>
            <a:r>
              <a:rPr lang="en-US" sz="1800" dirty="0" err="1">
                <a:solidFill>
                  <a:srgbClr val="A8AFBE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nums</a:t>
            </a:r>
            <a:r>
              <a:rPr lang="en-US" sz="1800" dirty="0">
                <a:solidFill>
                  <a:srgbClr val="A8AFBE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 = [</a:t>
            </a:r>
            <a:r>
              <a:rPr lang="en-US" sz="1800" dirty="0">
                <a:solidFill>
                  <a:srgbClr val="6897BB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3</a:t>
            </a:r>
            <a:r>
              <a:rPr lang="en-US" sz="1800" dirty="0">
                <a:solidFill>
                  <a:srgbClr val="CC7832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, </a:t>
            </a:r>
            <a:r>
              <a:rPr lang="en-US" sz="1800" dirty="0">
                <a:solidFill>
                  <a:srgbClr val="6897BB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21</a:t>
            </a:r>
            <a:r>
              <a:rPr lang="en-US" sz="1800" dirty="0">
                <a:solidFill>
                  <a:srgbClr val="CC7832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, </a:t>
            </a:r>
            <a:r>
              <a:rPr lang="en-US" sz="1800" dirty="0">
                <a:solidFill>
                  <a:srgbClr val="6897BB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0</a:t>
            </a:r>
            <a:r>
              <a:rPr lang="en-US" sz="1800" dirty="0">
                <a:solidFill>
                  <a:srgbClr val="CC7832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, </a:t>
            </a:r>
            <a:r>
              <a:rPr lang="en-US" sz="1800" dirty="0">
                <a:solidFill>
                  <a:srgbClr val="6897BB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9</a:t>
            </a:r>
            <a:r>
              <a:rPr lang="en-US" sz="1800" dirty="0">
                <a:solidFill>
                  <a:srgbClr val="CC7832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, </a:t>
            </a:r>
            <a:r>
              <a:rPr lang="en-US" sz="1800" dirty="0">
                <a:solidFill>
                  <a:srgbClr val="6897BB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4</a:t>
            </a:r>
            <a:r>
              <a:rPr lang="en-US" sz="1800" dirty="0">
                <a:solidFill>
                  <a:srgbClr val="CC7832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, </a:t>
            </a:r>
            <a:r>
              <a:rPr lang="en-US" sz="1800" dirty="0">
                <a:solidFill>
                  <a:srgbClr val="6897BB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42</a:t>
            </a:r>
            <a:r>
              <a:rPr lang="en-US" sz="1800" dirty="0">
                <a:solidFill>
                  <a:srgbClr val="CC7832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, </a:t>
            </a:r>
            <a:r>
              <a:rPr lang="en-US" sz="1800" dirty="0">
                <a:solidFill>
                  <a:srgbClr val="6897BB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49</a:t>
            </a:r>
            <a:r>
              <a:rPr lang="en-US" sz="1800" dirty="0">
                <a:solidFill>
                  <a:srgbClr val="CC7832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, </a:t>
            </a:r>
            <a:r>
              <a:rPr lang="en-US" sz="1800" dirty="0">
                <a:solidFill>
                  <a:srgbClr val="6897BB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10</a:t>
            </a:r>
            <a:r>
              <a:rPr lang="en-US" sz="1800" dirty="0">
                <a:solidFill>
                  <a:srgbClr val="A8AFBE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]</a:t>
            </a:r>
            <a:br>
              <a:rPr lang="en-US" sz="1800" dirty="0">
                <a:solidFill>
                  <a:srgbClr val="A8AFBE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</a:br>
            <a:r>
              <a:rPr lang="en-US" sz="1800" dirty="0">
                <a:solidFill>
                  <a:srgbClr val="A8AFBE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key = </a:t>
            </a:r>
            <a:r>
              <a:rPr lang="en-US" sz="1800" dirty="0">
                <a:solidFill>
                  <a:srgbClr val="6897BB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9</a:t>
            </a:r>
            <a:br>
              <a:rPr lang="en-US" sz="1800" dirty="0">
                <a:solidFill>
                  <a:srgbClr val="6897BB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</a:br>
            <a:r>
              <a:rPr lang="en-US" sz="1800" dirty="0">
                <a:solidFill>
                  <a:srgbClr val="A8AFBE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position = -</a:t>
            </a:r>
            <a:r>
              <a:rPr lang="en-US" sz="1800" dirty="0">
                <a:solidFill>
                  <a:srgbClr val="6897BB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1</a:t>
            </a:r>
            <a:br>
              <a:rPr lang="en-US" sz="1800" dirty="0">
                <a:solidFill>
                  <a:srgbClr val="6897BB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</a:br>
            <a:r>
              <a:rPr lang="en-US" sz="1800" dirty="0">
                <a:solidFill>
                  <a:srgbClr val="CC844F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for </a:t>
            </a:r>
            <a:r>
              <a:rPr lang="en-US" sz="1800" dirty="0" err="1">
                <a:solidFill>
                  <a:srgbClr val="A8AFBE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i</a:t>
            </a:r>
            <a:r>
              <a:rPr lang="en-US" sz="1800" dirty="0">
                <a:solidFill>
                  <a:srgbClr val="A8AFBE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800" dirty="0">
                <a:solidFill>
                  <a:srgbClr val="CC844F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in </a:t>
            </a:r>
            <a:r>
              <a:rPr lang="en-US" sz="1800" dirty="0">
                <a:solidFill>
                  <a:srgbClr val="8888C6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range</a:t>
            </a:r>
            <a:r>
              <a:rPr lang="en-US" sz="1800" dirty="0">
                <a:solidFill>
                  <a:srgbClr val="A8AFBE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(</a:t>
            </a:r>
            <a:r>
              <a:rPr lang="en-US" sz="1800" dirty="0">
                <a:solidFill>
                  <a:srgbClr val="6897BB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0</a:t>
            </a:r>
            <a:r>
              <a:rPr lang="en-US" sz="1800" dirty="0">
                <a:solidFill>
                  <a:srgbClr val="CC7832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, </a:t>
            </a:r>
            <a:r>
              <a:rPr lang="en-US" sz="1800" dirty="0" err="1">
                <a:solidFill>
                  <a:srgbClr val="8888C6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len</a:t>
            </a:r>
            <a:r>
              <a:rPr lang="en-US" sz="1800" dirty="0">
                <a:solidFill>
                  <a:srgbClr val="A8AFBE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(</a:t>
            </a:r>
            <a:r>
              <a:rPr lang="en-US" sz="1800" dirty="0" err="1">
                <a:solidFill>
                  <a:srgbClr val="A8AFBE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nums</a:t>
            </a:r>
            <a:r>
              <a:rPr lang="en-US" sz="1800" dirty="0">
                <a:solidFill>
                  <a:srgbClr val="A8AFBE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)):</a:t>
            </a:r>
            <a:br>
              <a:rPr lang="en-US" sz="1800" dirty="0">
                <a:solidFill>
                  <a:srgbClr val="A8AFBE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</a:br>
            <a:r>
              <a:rPr lang="en-US" sz="1800" dirty="0">
                <a:solidFill>
                  <a:srgbClr val="A8AFBE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    </a:t>
            </a:r>
            <a:r>
              <a:rPr lang="en-US" sz="1800" dirty="0">
                <a:solidFill>
                  <a:srgbClr val="CC844F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if </a:t>
            </a:r>
            <a:r>
              <a:rPr lang="en-US" sz="1800" dirty="0">
                <a:solidFill>
                  <a:srgbClr val="A8AFBE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key == </a:t>
            </a:r>
            <a:r>
              <a:rPr lang="en-US" sz="1800" dirty="0" err="1">
                <a:solidFill>
                  <a:srgbClr val="A8AFBE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nums</a:t>
            </a:r>
            <a:r>
              <a:rPr lang="en-US" sz="1800" dirty="0">
                <a:solidFill>
                  <a:srgbClr val="A8AFBE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[</a:t>
            </a:r>
            <a:r>
              <a:rPr lang="en-US" sz="1800" dirty="0" err="1">
                <a:solidFill>
                  <a:srgbClr val="A8AFBE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i</a:t>
            </a:r>
            <a:r>
              <a:rPr lang="en-US" sz="1800" dirty="0">
                <a:solidFill>
                  <a:srgbClr val="A8AFBE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]:</a:t>
            </a:r>
            <a:br>
              <a:rPr lang="en-US" sz="1800" dirty="0">
                <a:solidFill>
                  <a:srgbClr val="A8AFBE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</a:br>
            <a:r>
              <a:rPr lang="en-US" sz="1800" dirty="0">
                <a:solidFill>
                  <a:srgbClr val="A8AFBE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        position = </a:t>
            </a:r>
            <a:r>
              <a:rPr lang="en-US" sz="1800" dirty="0" err="1">
                <a:solidFill>
                  <a:srgbClr val="A8AFBE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i</a:t>
            </a:r>
            <a:br>
              <a:rPr lang="en-US" sz="1800" dirty="0">
                <a:solidFill>
                  <a:srgbClr val="A8AFBE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</a:br>
            <a:br>
              <a:rPr lang="en-US" sz="1800" dirty="0">
                <a:solidFill>
                  <a:srgbClr val="A8AFBE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</a:br>
            <a:r>
              <a:rPr lang="en-US" sz="1800" dirty="0">
                <a:solidFill>
                  <a:srgbClr val="CC844F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if </a:t>
            </a:r>
            <a:r>
              <a:rPr lang="en-US" sz="1800" dirty="0">
                <a:solidFill>
                  <a:srgbClr val="A8AFBE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position != -</a:t>
            </a:r>
            <a:r>
              <a:rPr lang="en-US" sz="1800" dirty="0">
                <a:solidFill>
                  <a:srgbClr val="6897BB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1</a:t>
            </a:r>
            <a:r>
              <a:rPr lang="en-US" sz="1800" dirty="0">
                <a:solidFill>
                  <a:srgbClr val="A8AFBE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:</a:t>
            </a:r>
            <a:br>
              <a:rPr lang="en-US" sz="1800" dirty="0">
                <a:solidFill>
                  <a:srgbClr val="A8AFBE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</a:br>
            <a:r>
              <a:rPr lang="en-US" sz="1800" dirty="0">
                <a:solidFill>
                  <a:srgbClr val="A8AFBE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    </a:t>
            </a:r>
            <a:r>
              <a:rPr lang="en-US" sz="1800" dirty="0">
                <a:solidFill>
                  <a:srgbClr val="8888C6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print</a:t>
            </a:r>
            <a:r>
              <a:rPr lang="en-US" sz="1800" dirty="0">
                <a:solidFill>
                  <a:srgbClr val="A8AFBE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(</a:t>
            </a:r>
            <a:r>
              <a:rPr lang="en-US" sz="1800" dirty="0">
                <a:solidFill>
                  <a:srgbClr val="75AA5F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"element found at index "</a:t>
            </a:r>
            <a:r>
              <a:rPr lang="en-US" sz="1800" dirty="0">
                <a:solidFill>
                  <a:srgbClr val="CC7832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, </a:t>
            </a:r>
            <a:r>
              <a:rPr lang="en-US" sz="1800" dirty="0">
                <a:solidFill>
                  <a:srgbClr val="A8AFBE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position)</a:t>
            </a:r>
            <a:br>
              <a:rPr lang="en-US" sz="1800" dirty="0">
                <a:solidFill>
                  <a:srgbClr val="A8AFBE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</a:br>
            <a:r>
              <a:rPr lang="en-US" sz="1800" dirty="0">
                <a:solidFill>
                  <a:srgbClr val="CC844F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else</a:t>
            </a:r>
            <a:r>
              <a:rPr lang="en-US" sz="1800" dirty="0">
                <a:solidFill>
                  <a:srgbClr val="A8AFBE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:</a:t>
            </a:r>
            <a:br>
              <a:rPr lang="en-US" sz="1800" dirty="0">
                <a:solidFill>
                  <a:srgbClr val="A8AFBE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</a:br>
            <a:r>
              <a:rPr lang="en-US" sz="1800" dirty="0">
                <a:solidFill>
                  <a:srgbClr val="A8AFBE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    </a:t>
            </a:r>
            <a:r>
              <a:rPr lang="en-US" sz="1800" dirty="0">
                <a:solidFill>
                  <a:srgbClr val="8888C6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print</a:t>
            </a:r>
            <a:r>
              <a:rPr lang="en-US" sz="1800" dirty="0">
                <a:solidFill>
                  <a:srgbClr val="A8AFBE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(</a:t>
            </a:r>
            <a:r>
              <a:rPr lang="en-US" sz="1800" dirty="0">
                <a:solidFill>
                  <a:srgbClr val="75AA5F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"element was not found"</a:t>
            </a:r>
            <a:r>
              <a:rPr lang="en-US" sz="1800" dirty="0">
                <a:solidFill>
                  <a:srgbClr val="A8AFBE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)</a:t>
            </a:r>
          </a:p>
        </p:txBody>
      </p:sp>
      <p:pic>
        <p:nvPicPr>
          <p:cNvPr id="13" name="Picture 12" descr="Cartoon blue cartoon animal with pink ears&#10;&#10;AI-generated content may be incorrect.">
            <a:extLst>
              <a:ext uri="{FF2B5EF4-FFF2-40B4-BE49-F238E27FC236}">
                <a16:creationId xmlns:a16="http://schemas.microsoft.com/office/drawing/2014/main" id="{6EFF8A62-12B0-5364-FE9D-02FA3CEECB7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8749" y="2556164"/>
            <a:ext cx="4073235" cy="4073235"/>
          </a:xfrm>
          <a:prstGeom prst="rect">
            <a:avLst/>
          </a:prstGeom>
        </p:spPr>
      </p:pic>
      <p:pic>
        <p:nvPicPr>
          <p:cNvPr id="15" name="Picture 14" descr="A red and white sign with white text&#10;&#10;AI-generated content may be incorrect.">
            <a:extLst>
              <a:ext uri="{FF2B5EF4-FFF2-40B4-BE49-F238E27FC236}">
                <a16:creationId xmlns:a16="http://schemas.microsoft.com/office/drawing/2014/main" id="{E9AA4193-4913-709C-A138-7C6374A7BA0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16939" y="4479852"/>
            <a:ext cx="2190533" cy="2190533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5ACD0BE2-2166-6AD2-F09C-04EDC643BB2F}"/>
              </a:ext>
            </a:extLst>
          </p:cNvPr>
          <p:cNvSpPr txBox="1"/>
          <p:nvPr/>
        </p:nvSpPr>
        <p:spPr>
          <a:xfrm>
            <a:off x="2063491" y="5414131"/>
            <a:ext cx="146165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Property of Will Stancil</a:t>
            </a:r>
          </a:p>
        </p:txBody>
      </p:sp>
    </p:spTree>
    <p:extLst>
      <p:ext uri="{BB962C8B-B14F-4D97-AF65-F5344CB8AC3E}">
        <p14:creationId xmlns:p14="http://schemas.microsoft.com/office/powerpoint/2010/main" val="384125115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2664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B660FE9-B2A5-624D-56C1-6A223C2148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B92EC5D3-7B66-7EBA-6357-359F12B386C5}"/>
              </a:ext>
            </a:extLst>
          </p:cNvPr>
          <p:cNvSpPr/>
          <p:nvPr/>
        </p:nvSpPr>
        <p:spPr>
          <a:xfrm>
            <a:off x="11112929" y="2956491"/>
            <a:ext cx="832924" cy="832924"/>
          </a:xfrm>
          <a:prstGeom prst="ellipse">
            <a:avLst/>
          </a:prstGeom>
          <a:noFill/>
          <a:ln w="101600">
            <a:solidFill>
              <a:srgbClr val="274F3F"/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D3F75B04-E1D0-A391-32C5-F830DD15DC1B}"/>
              </a:ext>
            </a:extLst>
          </p:cNvPr>
          <p:cNvSpPr/>
          <p:nvPr/>
        </p:nvSpPr>
        <p:spPr>
          <a:xfrm>
            <a:off x="5801459" y="517213"/>
            <a:ext cx="1253064" cy="1253064"/>
          </a:xfrm>
          <a:prstGeom prst="ellipse">
            <a:avLst/>
          </a:prstGeom>
          <a:noFill/>
          <a:ln w="101600">
            <a:solidFill>
              <a:srgbClr val="274F3F"/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9A90FE20-4686-57A1-E117-2A01A1AE2F0F}"/>
              </a:ext>
            </a:extLst>
          </p:cNvPr>
          <p:cNvSpPr/>
          <p:nvPr/>
        </p:nvSpPr>
        <p:spPr>
          <a:xfrm>
            <a:off x="255923" y="3717853"/>
            <a:ext cx="2019444" cy="2019444"/>
          </a:xfrm>
          <a:prstGeom prst="ellipse">
            <a:avLst/>
          </a:prstGeom>
          <a:noFill/>
          <a:ln w="101600">
            <a:solidFill>
              <a:srgbClr val="274F3F"/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36A83B87-4293-DD04-E727-958AB59EB74C}"/>
              </a:ext>
            </a:extLst>
          </p:cNvPr>
          <p:cNvSpPr/>
          <p:nvPr/>
        </p:nvSpPr>
        <p:spPr>
          <a:xfrm>
            <a:off x="4101365" y="311889"/>
            <a:ext cx="1253064" cy="1253064"/>
          </a:xfrm>
          <a:prstGeom prst="ellipse">
            <a:avLst/>
          </a:prstGeom>
          <a:noFill/>
          <a:ln w="101600">
            <a:solidFill>
              <a:srgbClr val="274F3F"/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719B8E8-6B97-6C05-61B3-39B6DA4D46D1}"/>
              </a:ext>
            </a:extLst>
          </p:cNvPr>
          <p:cNvSpPr/>
          <p:nvPr/>
        </p:nvSpPr>
        <p:spPr>
          <a:xfrm>
            <a:off x="421105" y="1212852"/>
            <a:ext cx="11417603" cy="5391671"/>
          </a:xfrm>
          <a:prstGeom prst="rect">
            <a:avLst/>
          </a:prstGeom>
          <a:solidFill>
            <a:srgbClr val="326648"/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74709" lon="21590731" rev="60000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457200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Unfortunately, this linear search isn’t a particularly efficient algorithm</a:t>
            </a:r>
          </a:p>
          <a:p>
            <a:pPr marL="914400" lvl="1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If you have a large dataset, it could take forever to run on</a:t>
            </a:r>
          </a:p>
          <a:p>
            <a:pPr marL="1371600" lvl="2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I mean, how many webpages are on Google? It would take forever to check all of those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CD63605-FE55-E94E-8454-280A4C60A5C8}"/>
              </a:ext>
            </a:extLst>
          </p:cNvPr>
          <p:cNvSpPr/>
          <p:nvPr/>
        </p:nvSpPr>
        <p:spPr>
          <a:xfrm>
            <a:off x="-54513" y="142543"/>
            <a:ext cx="4917459" cy="722489"/>
          </a:xfrm>
          <a:prstGeom prst="rect">
            <a:avLst/>
          </a:prstGeom>
          <a:solidFill>
            <a:srgbClr val="326648"/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20788650" lon="1192990" rev="21395644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400" dirty="0">
                <a:latin typeface="Bahnschrift SemiBold" panose="020B0502040204020203" pitchFamily="34" charset="0"/>
              </a:rPr>
              <a:t>BINARY SEARCH</a:t>
            </a:r>
          </a:p>
        </p:txBody>
      </p:sp>
    </p:spTree>
    <p:extLst>
      <p:ext uri="{BB962C8B-B14F-4D97-AF65-F5344CB8AC3E}">
        <p14:creationId xmlns:p14="http://schemas.microsoft.com/office/powerpoint/2010/main" val="44584944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2664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DA8BD35-149F-EEFF-63CC-351A4BF1AB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35FB95D6-CA77-BC36-2C3F-D2E92F507B3A}"/>
              </a:ext>
            </a:extLst>
          </p:cNvPr>
          <p:cNvSpPr/>
          <p:nvPr/>
        </p:nvSpPr>
        <p:spPr>
          <a:xfrm>
            <a:off x="11112929" y="2956491"/>
            <a:ext cx="832924" cy="832924"/>
          </a:xfrm>
          <a:prstGeom prst="ellipse">
            <a:avLst/>
          </a:prstGeom>
          <a:noFill/>
          <a:ln w="101600">
            <a:solidFill>
              <a:srgbClr val="274F3F"/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DFB9BCEC-C152-6A53-0210-B19777571AE4}"/>
              </a:ext>
            </a:extLst>
          </p:cNvPr>
          <p:cNvSpPr/>
          <p:nvPr/>
        </p:nvSpPr>
        <p:spPr>
          <a:xfrm>
            <a:off x="5801459" y="517213"/>
            <a:ext cx="1253064" cy="1253064"/>
          </a:xfrm>
          <a:prstGeom prst="ellipse">
            <a:avLst/>
          </a:prstGeom>
          <a:noFill/>
          <a:ln w="101600">
            <a:solidFill>
              <a:srgbClr val="274F3F"/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08610001-27B9-A1A6-ECC2-D53793CFEC34}"/>
              </a:ext>
            </a:extLst>
          </p:cNvPr>
          <p:cNvSpPr/>
          <p:nvPr/>
        </p:nvSpPr>
        <p:spPr>
          <a:xfrm>
            <a:off x="255923" y="3717853"/>
            <a:ext cx="2019444" cy="2019444"/>
          </a:xfrm>
          <a:prstGeom prst="ellipse">
            <a:avLst/>
          </a:prstGeom>
          <a:noFill/>
          <a:ln w="101600">
            <a:solidFill>
              <a:srgbClr val="274F3F"/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17C0B23D-5945-21EB-CF89-19701AB238A7}"/>
              </a:ext>
            </a:extLst>
          </p:cNvPr>
          <p:cNvSpPr/>
          <p:nvPr/>
        </p:nvSpPr>
        <p:spPr>
          <a:xfrm>
            <a:off x="4101365" y="311889"/>
            <a:ext cx="1253064" cy="1253064"/>
          </a:xfrm>
          <a:prstGeom prst="ellipse">
            <a:avLst/>
          </a:prstGeom>
          <a:noFill/>
          <a:ln w="101600">
            <a:solidFill>
              <a:srgbClr val="274F3F"/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94E5EA0-80E4-F0C0-2670-47F13DC2B058}"/>
              </a:ext>
            </a:extLst>
          </p:cNvPr>
          <p:cNvSpPr/>
          <p:nvPr/>
        </p:nvSpPr>
        <p:spPr>
          <a:xfrm>
            <a:off x="421105" y="1212852"/>
            <a:ext cx="11417603" cy="5391671"/>
          </a:xfrm>
          <a:prstGeom prst="rect">
            <a:avLst/>
          </a:prstGeom>
          <a:solidFill>
            <a:srgbClr val="326648"/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74709" lon="21590731" rev="60000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457200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So, we have the binary search</a:t>
            </a:r>
          </a:p>
          <a:p>
            <a:pPr marL="457200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Binary search reduces the number of items to search by half every time, making it much more efficient</a:t>
            </a:r>
          </a:p>
          <a:p>
            <a:pPr marL="457200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But, the downside, is that the list </a:t>
            </a:r>
            <a:r>
              <a:rPr lang="en-US" sz="2800" i="1" dirty="0">
                <a:solidFill>
                  <a:schemeClr val="bg1"/>
                </a:solidFill>
                <a:latin typeface="Bahnschrift" panose="020B0502040204020203" pitchFamily="34" charset="0"/>
              </a:rPr>
              <a:t>must </a:t>
            </a: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be sorted 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558CE3F-5CFF-C6A0-AAB8-DD871C8BC278}"/>
              </a:ext>
            </a:extLst>
          </p:cNvPr>
          <p:cNvSpPr/>
          <p:nvPr/>
        </p:nvSpPr>
        <p:spPr>
          <a:xfrm>
            <a:off x="-54513" y="142543"/>
            <a:ext cx="4917459" cy="722489"/>
          </a:xfrm>
          <a:prstGeom prst="rect">
            <a:avLst/>
          </a:prstGeom>
          <a:solidFill>
            <a:srgbClr val="326648"/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20788650" lon="1192990" rev="21395644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400" dirty="0">
                <a:latin typeface="Bahnschrift SemiBold" panose="020B0502040204020203" pitchFamily="34" charset="0"/>
              </a:rPr>
              <a:t>BINARY SEARCH</a:t>
            </a:r>
          </a:p>
        </p:txBody>
      </p:sp>
    </p:spTree>
    <p:extLst>
      <p:ext uri="{BB962C8B-B14F-4D97-AF65-F5344CB8AC3E}">
        <p14:creationId xmlns:p14="http://schemas.microsoft.com/office/powerpoint/2010/main" val="45778874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2664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9D238B9-4402-BE27-A978-B7F122D32E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B9A4F277-6979-C523-66E7-E7DE41F8443B}"/>
              </a:ext>
            </a:extLst>
          </p:cNvPr>
          <p:cNvSpPr/>
          <p:nvPr/>
        </p:nvSpPr>
        <p:spPr>
          <a:xfrm>
            <a:off x="11112929" y="2956491"/>
            <a:ext cx="832924" cy="832924"/>
          </a:xfrm>
          <a:prstGeom prst="ellipse">
            <a:avLst/>
          </a:prstGeom>
          <a:noFill/>
          <a:ln w="101600">
            <a:solidFill>
              <a:srgbClr val="274F3F"/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5BB5F16C-9B75-1E9F-8365-0C63D2EB6188}"/>
              </a:ext>
            </a:extLst>
          </p:cNvPr>
          <p:cNvSpPr/>
          <p:nvPr/>
        </p:nvSpPr>
        <p:spPr>
          <a:xfrm>
            <a:off x="5801459" y="517213"/>
            <a:ext cx="1253064" cy="1253064"/>
          </a:xfrm>
          <a:prstGeom prst="ellipse">
            <a:avLst/>
          </a:prstGeom>
          <a:noFill/>
          <a:ln w="101600">
            <a:solidFill>
              <a:srgbClr val="274F3F"/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FBC4DF2C-86E1-7C6C-CA2A-8D40529AA99C}"/>
              </a:ext>
            </a:extLst>
          </p:cNvPr>
          <p:cNvSpPr/>
          <p:nvPr/>
        </p:nvSpPr>
        <p:spPr>
          <a:xfrm>
            <a:off x="255923" y="3717853"/>
            <a:ext cx="2019444" cy="2019444"/>
          </a:xfrm>
          <a:prstGeom prst="ellipse">
            <a:avLst/>
          </a:prstGeom>
          <a:noFill/>
          <a:ln w="101600">
            <a:solidFill>
              <a:srgbClr val="274F3F"/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DFB4CA43-9EF1-9DB5-67B0-A16B2221A236}"/>
              </a:ext>
            </a:extLst>
          </p:cNvPr>
          <p:cNvSpPr/>
          <p:nvPr/>
        </p:nvSpPr>
        <p:spPr>
          <a:xfrm>
            <a:off x="4101365" y="311889"/>
            <a:ext cx="1253064" cy="1253064"/>
          </a:xfrm>
          <a:prstGeom prst="ellipse">
            <a:avLst/>
          </a:prstGeom>
          <a:noFill/>
          <a:ln w="101600">
            <a:solidFill>
              <a:srgbClr val="274F3F"/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4ACC4F0-8D47-2DF5-D6A4-D2124110C16D}"/>
              </a:ext>
            </a:extLst>
          </p:cNvPr>
          <p:cNvSpPr/>
          <p:nvPr/>
        </p:nvSpPr>
        <p:spPr>
          <a:xfrm>
            <a:off x="421105" y="1212852"/>
            <a:ext cx="11417603" cy="5391671"/>
          </a:xfrm>
          <a:prstGeom prst="rect">
            <a:avLst/>
          </a:prstGeom>
          <a:solidFill>
            <a:srgbClr val="326648"/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74709" lon="21590731" rev="60000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457200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For the binary search we do need more variables</a:t>
            </a:r>
          </a:p>
          <a:p>
            <a:pPr marL="457200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A variable called lower to store the lower boundary index</a:t>
            </a:r>
          </a:p>
          <a:p>
            <a:pPr marL="457200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A variable called upper to store the higher boundary index</a:t>
            </a:r>
          </a:p>
          <a:p>
            <a:pPr marL="457200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A variable called mid that stores the result of (lower + upper)/2</a:t>
            </a:r>
          </a:p>
          <a:p>
            <a:pPr>
              <a:spcBef>
                <a:spcPts val="1200"/>
              </a:spcBef>
            </a:pPr>
            <a:endParaRPr lang="en-US" sz="2800" dirty="0">
              <a:solidFill>
                <a:schemeClr val="bg1"/>
              </a:solidFill>
              <a:latin typeface="Bahnschrift" panose="020B0502040204020203" pitchFamily="34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E0EE95A-5CFD-8AF4-09BE-385CA74960AA}"/>
              </a:ext>
            </a:extLst>
          </p:cNvPr>
          <p:cNvSpPr/>
          <p:nvPr/>
        </p:nvSpPr>
        <p:spPr>
          <a:xfrm>
            <a:off x="-54513" y="142543"/>
            <a:ext cx="4917459" cy="722489"/>
          </a:xfrm>
          <a:prstGeom prst="rect">
            <a:avLst/>
          </a:prstGeom>
          <a:solidFill>
            <a:srgbClr val="326648"/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20788650" lon="1192990" rev="21395644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400" dirty="0">
                <a:latin typeface="Bahnschrift SemiBold" panose="020B0502040204020203" pitchFamily="34" charset="0"/>
              </a:rPr>
              <a:t>BINARY SEARCH</a:t>
            </a:r>
          </a:p>
        </p:txBody>
      </p:sp>
      <p:pic>
        <p:nvPicPr>
          <p:cNvPr id="3" name="Picture 2" descr="A diagram of a number&#10;&#10;AI-generated content may be incorrect.">
            <a:extLst>
              <a:ext uri="{FF2B5EF4-FFF2-40B4-BE49-F238E27FC236}">
                <a16:creationId xmlns:a16="http://schemas.microsoft.com/office/drawing/2014/main" id="{FFB9DF78-8502-BDD2-DC12-BB27493E78E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44034" y="3774336"/>
            <a:ext cx="4514850" cy="27717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600208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2664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2C849D6-FE17-465A-54C2-82C324956E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423D0232-DFC6-C427-D6A7-B8C1631E867E}"/>
              </a:ext>
            </a:extLst>
          </p:cNvPr>
          <p:cNvSpPr/>
          <p:nvPr/>
        </p:nvSpPr>
        <p:spPr>
          <a:xfrm>
            <a:off x="11112929" y="2956491"/>
            <a:ext cx="832924" cy="832924"/>
          </a:xfrm>
          <a:prstGeom prst="ellipse">
            <a:avLst/>
          </a:prstGeom>
          <a:noFill/>
          <a:ln w="101600">
            <a:solidFill>
              <a:srgbClr val="274F3F"/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8B1B75FB-8DAA-0F7B-1C21-1B189665B02B}"/>
              </a:ext>
            </a:extLst>
          </p:cNvPr>
          <p:cNvSpPr/>
          <p:nvPr/>
        </p:nvSpPr>
        <p:spPr>
          <a:xfrm>
            <a:off x="5801459" y="517213"/>
            <a:ext cx="1253064" cy="1253064"/>
          </a:xfrm>
          <a:prstGeom prst="ellipse">
            <a:avLst/>
          </a:prstGeom>
          <a:noFill/>
          <a:ln w="101600">
            <a:solidFill>
              <a:srgbClr val="274F3F"/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1F9B31EE-C7B2-80D9-2833-C5E2A2BDADEF}"/>
              </a:ext>
            </a:extLst>
          </p:cNvPr>
          <p:cNvSpPr/>
          <p:nvPr/>
        </p:nvSpPr>
        <p:spPr>
          <a:xfrm>
            <a:off x="255923" y="3717853"/>
            <a:ext cx="2019444" cy="2019444"/>
          </a:xfrm>
          <a:prstGeom prst="ellipse">
            <a:avLst/>
          </a:prstGeom>
          <a:noFill/>
          <a:ln w="101600">
            <a:solidFill>
              <a:srgbClr val="274F3F"/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BF81C220-8232-930D-67A0-20928885246A}"/>
              </a:ext>
            </a:extLst>
          </p:cNvPr>
          <p:cNvSpPr/>
          <p:nvPr/>
        </p:nvSpPr>
        <p:spPr>
          <a:xfrm>
            <a:off x="4101365" y="311889"/>
            <a:ext cx="1253064" cy="1253064"/>
          </a:xfrm>
          <a:prstGeom prst="ellipse">
            <a:avLst/>
          </a:prstGeom>
          <a:noFill/>
          <a:ln w="101600">
            <a:solidFill>
              <a:srgbClr val="274F3F"/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17349D6-1F58-3996-427E-7892EF61CCD1}"/>
              </a:ext>
            </a:extLst>
          </p:cNvPr>
          <p:cNvSpPr/>
          <p:nvPr/>
        </p:nvSpPr>
        <p:spPr>
          <a:xfrm>
            <a:off x="421105" y="1212852"/>
            <a:ext cx="11417603" cy="5391671"/>
          </a:xfrm>
          <a:prstGeom prst="rect">
            <a:avLst/>
          </a:prstGeom>
          <a:solidFill>
            <a:srgbClr val="326648"/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74709" lon="21590731" rev="60000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457200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The algorithm is as follows:</a:t>
            </a:r>
          </a:p>
          <a:p>
            <a:pPr marL="914400" lvl="1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Compare the value at the mid index to the key</a:t>
            </a:r>
          </a:p>
          <a:p>
            <a:pPr marL="1371600" lvl="2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If that value is the key, you can return the index</a:t>
            </a:r>
          </a:p>
          <a:p>
            <a:pPr marL="1371600" lvl="2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But, if it’s not:</a:t>
            </a:r>
          </a:p>
          <a:p>
            <a:pPr marL="1828800" lvl="3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If the value is smaller than the key, we can disregard the left half of the list, changing the lower variable to mid + 1</a:t>
            </a:r>
          </a:p>
          <a:p>
            <a:pPr marL="1828800" lvl="3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If the value is larger than the key, we can disregard the right half of the list, changing the upper variable to mid – 1</a:t>
            </a:r>
          </a:p>
          <a:p>
            <a:pPr marL="914400" lvl="1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We then rinse and repeat until the value is the key, or the upper and lower values are the same, and then we return -1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A9A8915-8B18-DC1A-FDBC-5E88BFFEC3C9}"/>
              </a:ext>
            </a:extLst>
          </p:cNvPr>
          <p:cNvSpPr/>
          <p:nvPr/>
        </p:nvSpPr>
        <p:spPr>
          <a:xfrm>
            <a:off x="-54513" y="142543"/>
            <a:ext cx="4917459" cy="722489"/>
          </a:xfrm>
          <a:prstGeom prst="rect">
            <a:avLst/>
          </a:prstGeom>
          <a:solidFill>
            <a:srgbClr val="326648"/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20788650" lon="1192990" rev="21395644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400" dirty="0">
                <a:latin typeface="Bahnschrift SemiBold" panose="020B0502040204020203" pitchFamily="34" charset="0"/>
              </a:rPr>
              <a:t>BINARY SEARCH</a:t>
            </a:r>
          </a:p>
        </p:txBody>
      </p:sp>
    </p:spTree>
    <p:extLst>
      <p:ext uri="{BB962C8B-B14F-4D97-AF65-F5344CB8AC3E}">
        <p14:creationId xmlns:p14="http://schemas.microsoft.com/office/powerpoint/2010/main" val="345753543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2664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922A401-605D-B347-FDE4-5B83D179D1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267DD83C-5BA9-710B-2626-DBA684014BC4}"/>
              </a:ext>
            </a:extLst>
          </p:cNvPr>
          <p:cNvSpPr/>
          <p:nvPr/>
        </p:nvSpPr>
        <p:spPr>
          <a:xfrm>
            <a:off x="11112929" y="2956491"/>
            <a:ext cx="832924" cy="832924"/>
          </a:xfrm>
          <a:prstGeom prst="ellipse">
            <a:avLst/>
          </a:prstGeom>
          <a:noFill/>
          <a:ln w="101600">
            <a:solidFill>
              <a:srgbClr val="274F3F"/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1CD72F2F-3788-28A1-1FA5-F4715640AB59}"/>
              </a:ext>
            </a:extLst>
          </p:cNvPr>
          <p:cNvSpPr/>
          <p:nvPr/>
        </p:nvSpPr>
        <p:spPr>
          <a:xfrm>
            <a:off x="5801459" y="517213"/>
            <a:ext cx="1253064" cy="1253064"/>
          </a:xfrm>
          <a:prstGeom prst="ellipse">
            <a:avLst/>
          </a:prstGeom>
          <a:noFill/>
          <a:ln w="101600">
            <a:solidFill>
              <a:srgbClr val="274F3F"/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346C8403-6064-E910-44AC-D28330B2F850}"/>
              </a:ext>
            </a:extLst>
          </p:cNvPr>
          <p:cNvSpPr/>
          <p:nvPr/>
        </p:nvSpPr>
        <p:spPr>
          <a:xfrm>
            <a:off x="255923" y="3717853"/>
            <a:ext cx="2019444" cy="2019444"/>
          </a:xfrm>
          <a:prstGeom prst="ellipse">
            <a:avLst/>
          </a:prstGeom>
          <a:noFill/>
          <a:ln w="101600">
            <a:solidFill>
              <a:srgbClr val="274F3F"/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FB72DF9C-B7F3-E4A6-F728-F4ECADE5C685}"/>
              </a:ext>
            </a:extLst>
          </p:cNvPr>
          <p:cNvSpPr/>
          <p:nvPr/>
        </p:nvSpPr>
        <p:spPr>
          <a:xfrm>
            <a:off x="4101365" y="311889"/>
            <a:ext cx="1253064" cy="1253064"/>
          </a:xfrm>
          <a:prstGeom prst="ellipse">
            <a:avLst/>
          </a:prstGeom>
          <a:noFill/>
          <a:ln w="101600">
            <a:solidFill>
              <a:srgbClr val="274F3F"/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7C87998-EA9B-64DA-3676-F35AAA15B558}"/>
              </a:ext>
            </a:extLst>
          </p:cNvPr>
          <p:cNvSpPr/>
          <p:nvPr/>
        </p:nvSpPr>
        <p:spPr>
          <a:xfrm>
            <a:off x="421106" y="1212853"/>
            <a:ext cx="11431458" cy="1571912"/>
          </a:xfrm>
          <a:prstGeom prst="rect">
            <a:avLst/>
          </a:prstGeom>
          <a:solidFill>
            <a:srgbClr val="326648"/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74709" lon="21590731" rev="60000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457200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The code below is a simple binary search algorithm</a:t>
            </a:r>
          </a:p>
          <a:p>
            <a:pPr marL="457200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What’s it’s Big-O complexity in terms of time? What about space?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31907E6-0623-0738-4C1F-D729BD359916}"/>
              </a:ext>
            </a:extLst>
          </p:cNvPr>
          <p:cNvSpPr/>
          <p:nvPr/>
        </p:nvSpPr>
        <p:spPr>
          <a:xfrm>
            <a:off x="-72932" y="142543"/>
            <a:ext cx="4968065" cy="722489"/>
          </a:xfrm>
          <a:prstGeom prst="rect">
            <a:avLst/>
          </a:prstGeom>
          <a:solidFill>
            <a:srgbClr val="326648"/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20788650" lon="1192990" rev="21395644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400" dirty="0">
                <a:latin typeface="Bahnschrift SemiBold" panose="020B0502040204020203" pitchFamily="34" charset="0"/>
              </a:rPr>
              <a:t>BINARY SEARCH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ADFC960-A777-DAA4-825D-528AAC47EA19}"/>
              </a:ext>
            </a:extLst>
          </p:cNvPr>
          <p:cNvSpPr/>
          <p:nvPr/>
        </p:nvSpPr>
        <p:spPr>
          <a:xfrm>
            <a:off x="547255" y="2671241"/>
            <a:ext cx="10701596" cy="404421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 w="38100">
            <a:solidFill>
              <a:srgbClr val="326648"/>
            </a:solidFill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69195" lon="290748" rev="21540000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buNone/>
            </a:pPr>
            <a:r>
              <a:rPr lang="en-US" sz="1400" dirty="0" err="1">
                <a:solidFill>
                  <a:srgbClr val="A8AFBE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nums</a:t>
            </a:r>
            <a:r>
              <a:rPr lang="en-US" sz="1400" dirty="0">
                <a:solidFill>
                  <a:srgbClr val="A8AFBE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 = [</a:t>
            </a:r>
            <a:r>
              <a:rPr lang="en-US" sz="1400" dirty="0">
                <a:solidFill>
                  <a:srgbClr val="6897BB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2</a:t>
            </a:r>
            <a:r>
              <a:rPr lang="en-US" sz="1400" dirty="0">
                <a:solidFill>
                  <a:srgbClr val="CC7832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, </a:t>
            </a:r>
            <a:r>
              <a:rPr lang="en-US" sz="1400" dirty="0">
                <a:solidFill>
                  <a:srgbClr val="6897BB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5</a:t>
            </a:r>
            <a:r>
              <a:rPr lang="en-US" sz="1400" dirty="0">
                <a:solidFill>
                  <a:srgbClr val="CC7832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, </a:t>
            </a:r>
            <a:r>
              <a:rPr lang="en-US" sz="1400" dirty="0">
                <a:solidFill>
                  <a:srgbClr val="6897BB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9</a:t>
            </a:r>
            <a:r>
              <a:rPr lang="en-US" sz="1400" dirty="0">
                <a:solidFill>
                  <a:srgbClr val="CC7832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, </a:t>
            </a:r>
            <a:r>
              <a:rPr lang="en-US" sz="1400" dirty="0">
                <a:solidFill>
                  <a:srgbClr val="6897BB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11</a:t>
            </a:r>
            <a:r>
              <a:rPr lang="en-US" sz="1400" dirty="0">
                <a:solidFill>
                  <a:srgbClr val="CC7832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, </a:t>
            </a:r>
            <a:r>
              <a:rPr lang="en-US" sz="1400" dirty="0">
                <a:solidFill>
                  <a:srgbClr val="6897BB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15</a:t>
            </a:r>
            <a:r>
              <a:rPr lang="en-US" sz="1400" dirty="0">
                <a:solidFill>
                  <a:srgbClr val="CC7832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, </a:t>
            </a:r>
            <a:r>
              <a:rPr lang="en-US" sz="1400" dirty="0">
                <a:solidFill>
                  <a:srgbClr val="6897BB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19</a:t>
            </a:r>
            <a:r>
              <a:rPr lang="en-US" sz="1400" dirty="0">
                <a:solidFill>
                  <a:srgbClr val="CC7832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, </a:t>
            </a:r>
            <a:r>
              <a:rPr lang="en-US" sz="1400" dirty="0">
                <a:solidFill>
                  <a:srgbClr val="6897BB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20</a:t>
            </a:r>
            <a:r>
              <a:rPr lang="en-US" sz="1400" dirty="0">
                <a:solidFill>
                  <a:srgbClr val="CC7832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, </a:t>
            </a:r>
            <a:r>
              <a:rPr lang="en-US" sz="1400" dirty="0">
                <a:solidFill>
                  <a:srgbClr val="6897BB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23</a:t>
            </a:r>
            <a:r>
              <a:rPr lang="en-US" sz="1400" dirty="0">
                <a:solidFill>
                  <a:srgbClr val="CC7832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, </a:t>
            </a:r>
            <a:r>
              <a:rPr lang="en-US" sz="1400" dirty="0">
                <a:solidFill>
                  <a:srgbClr val="6897BB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27</a:t>
            </a:r>
            <a:r>
              <a:rPr lang="en-US" sz="1400" dirty="0">
                <a:solidFill>
                  <a:srgbClr val="CC7832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, </a:t>
            </a:r>
            <a:r>
              <a:rPr lang="en-US" sz="1400" dirty="0">
                <a:solidFill>
                  <a:srgbClr val="6897BB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29</a:t>
            </a:r>
            <a:r>
              <a:rPr lang="en-US" sz="1400" dirty="0">
                <a:solidFill>
                  <a:srgbClr val="CC7832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, </a:t>
            </a:r>
            <a:r>
              <a:rPr lang="en-US" sz="1400" dirty="0">
                <a:solidFill>
                  <a:srgbClr val="6897BB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30</a:t>
            </a:r>
            <a:r>
              <a:rPr lang="en-US" sz="1400" dirty="0">
                <a:solidFill>
                  <a:srgbClr val="CC7832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, </a:t>
            </a:r>
            <a:r>
              <a:rPr lang="en-US" sz="1400" dirty="0">
                <a:solidFill>
                  <a:srgbClr val="6897BB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31</a:t>
            </a:r>
            <a:r>
              <a:rPr lang="en-US" sz="1400" dirty="0">
                <a:solidFill>
                  <a:srgbClr val="CC7832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, </a:t>
            </a:r>
            <a:r>
              <a:rPr lang="en-US" sz="1400" dirty="0">
                <a:solidFill>
                  <a:srgbClr val="6897BB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34</a:t>
            </a:r>
            <a:r>
              <a:rPr lang="en-US" sz="1400" dirty="0">
                <a:solidFill>
                  <a:srgbClr val="CC7832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, </a:t>
            </a:r>
            <a:r>
              <a:rPr lang="en-US" sz="1400" dirty="0">
                <a:solidFill>
                  <a:srgbClr val="6897BB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36</a:t>
            </a:r>
            <a:r>
              <a:rPr lang="en-US" sz="1400" dirty="0">
                <a:solidFill>
                  <a:srgbClr val="A8AFBE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]</a:t>
            </a:r>
            <a:br>
              <a:rPr lang="en-US" sz="1400" dirty="0">
                <a:solidFill>
                  <a:srgbClr val="A8AFBE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</a:br>
            <a:r>
              <a:rPr lang="en-US" sz="1400" dirty="0">
                <a:solidFill>
                  <a:srgbClr val="A8AFBE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key = </a:t>
            </a:r>
            <a:r>
              <a:rPr lang="en-US" sz="1400" dirty="0">
                <a:solidFill>
                  <a:srgbClr val="6897BB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11</a:t>
            </a:r>
            <a:br>
              <a:rPr lang="en-US" sz="1400" dirty="0">
                <a:solidFill>
                  <a:srgbClr val="6897BB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</a:br>
            <a:r>
              <a:rPr lang="en-US" sz="1400" dirty="0">
                <a:solidFill>
                  <a:srgbClr val="A8AFBE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found = </a:t>
            </a:r>
            <a:r>
              <a:rPr lang="en-US" sz="1400" dirty="0">
                <a:solidFill>
                  <a:srgbClr val="CC844F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False</a:t>
            </a:r>
            <a:br>
              <a:rPr lang="en-US" sz="1400" dirty="0">
                <a:solidFill>
                  <a:srgbClr val="CC844F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</a:br>
            <a:r>
              <a:rPr lang="en-US" sz="1400" dirty="0">
                <a:solidFill>
                  <a:srgbClr val="A8AFBE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lower = </a:t>
            </a:r>
            <a:r>
              <a:rPr lang="en-US" sz="1400" dirty="0">
                <a:solidFill>
                  <a:srgbClr val="6897BB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0</a:t>
            </a:r>
            <a:br>
              <a:rPr lang="en-US" sz="1400" dirty="0">
                <a:solidFill>
                  <a:srgbClr val="6897BB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</a:br>
            <a:r>
              <a:rPr lang="en-US" sz="1400" dirty="0">
                <a:solidFill>
                  <a:srgbClr val="A8AFBE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upper = </a:t>
            </a:r>
            <a:r>
              <a:rPr lang="en-US" sz="1400" dirty="0" err="1">
                <a:solidFill>
                  <a:srgbClr val="8888C6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len</a:t>
            </a:r>
            <a:r>
              <a:rPr lang="en-US" sz="1400" dirty="0">
                <a:solidFill>
                  <a:srgbClr val="A8AFBE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(</a:t>
            </a:r>
            <a:r>
              <a:rPr lang="en-US" sz="1400" dirty="0" err="1">
                <a:solidFill>
                  <a:srgbClr val="A8AFBE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nums</a:t>
            </a:r>
            <a:r>
              <a:rPr lang="en-US" sz="1400" dirty="0">
                <a:solidFill>
                  <a:srgbClr val="A8AFBE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)</a:t>
            </a:r>
            <a:br>
              <a:rPr lang="en-US" sz="1400" dirty="0">
                <a:solidFill>
                  <a:srgbClr val="A8AFBE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</a:br>
            <a:r>
              <a:rPr lang="en-US" sz="1400" dirty="0">
                <a:solidFill>
                  <a:srgbClr val="A8AFBE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mid = </a:t>
            </a:r>
            <a:r>
              <a:rPr lang="en-US" sz="1400" dirty="0">
                <a:solidFill>
                  <a:srgbClr val="6897BB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0</a:t>
            </a:r>
            <a:br>
              <a:rPr lang="en-US" sz="1400" dirty="0">
                <a:solidFill>
                  <a:srgbClr val="6897BB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</a:br>
            <a:r>
              <a:rPr lang="en-US" sz="1400" dirty="0">
                <a:solidFill>
                  <a:srgbClr val="CC844F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while </a:t>
            </a:r>
            <a:r>
              <a:rPr lang="en-US" sz="1400" dirty="0">
                <a:solidFill>
                  <a:srgbClr val="A8AFBE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lower &lt;= upper </a:t>
            </a:r>
            <a:r>
              <a:rPr lang="en-US" sz="1400" dirty="0">
                <a:solidFill>
                  <a:srgbClr val="CC844F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and </a:t>
            </a:r>
            <a:r>
              <a:rPr lang="en-US" sz="1400" dirty="0">
                <a:solidFill>
                  <a:srgbClr val="A8AFBE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found == </a:t>
            </a:r>
            <a:r>
              <a:rPr lang="en-US" sz="1400" dirty="0">
                <a:solidFill>
                  <a:srgbClr val="CC844F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False</a:t>
            </a:r>
            <a:r>
              <a:rPr lang="en-US" sz="1400" dirty="0">
                <a:solidFill>
                  <a:srgbClr val="A8AFBE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:</a:t>
            </a:r>
            <a:br>
              <a:rPr lang="en-US" sz="1400" dirty="0">
                <a:solidFill>
                  <a:srgbClr val="A8AFBE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</a:br>
            <a:r>
              <a:rPr lang="en-US" sz="1400" dirty="0">
                <a:solidFill>
                  <a:srgbClr val="A8AFBE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    mid = </a:t>
            </a:r>
            <a:r>
              <a:rPr lang="en-US" sz="1400" dirty="0">
                <a:solidFill>
                  <a:srgbClr val="8888C6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int</a:t>
            </a:r>
            <a:r>
              <a:rPr lang="en-US" sz="1400" dirty="0">
                <a:solidFill>
                  <a:srgbClr val="A8AFBE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((lower+ upper)/</a:t>
            </a:r>
            <a:r>
              <a:rPr lang="en-US" sz="1400" dirty="0">
                <a:solidFill>
                  <a:srgbClr val="6897BB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2</a:t>
            </a:r>
            <a:r>
              <a:rPr lang="en-US" sz="1400" dirty="0">
                <a:solidFill>
                  <a:srgbClr val="A8AFBE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)</a:t>
            </a:r>
            <a:br>
              <a:rPr lang="en-US" sz="1400" dirty="0">
                <a:solidFill>
                  <a:srgbClr val="A8AFBE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</a:br>
            <a:r>
              <a:rPr lang="en-US" sz="1400" dirty="0">
                <a:solidFill>
                  <a:srgbClr val="A8AFBE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    </a:t>
            </a:r>
            <a:r>
              <a:rPr lang="en-US" sz="1400" dirty="0">
                <a:solidFill>
                  <a:srgbClr val="CC844F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if </a:t>
            </a:r>
            <a:r>
              <a:rPr lang="en-US" sz="1400" dirty="0" err="1">
                <a:solidFill>
                  <a:srgbClr val="A8AFBE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nums</a:t>
            </a:r>
            <a:r>
              <a:rPr lang="en-US" sz="1400" dirty="0">
                <a:solidFill>
                  <a:srgbClr val="A8AFBE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[mid] == key:</a:t>
            </a:r>
            <a:br>
              <a:rPr lang="en-US" sz="1400" dirty="0">
                <a:solidFill>
                  <a:srgbClr val="A8AFBE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</a:br>
            <a:r>
              <a:rPr lang="en-US" sz="1400" dirty="0">
                <a:solidFill>
                  <a:srgbClr val="A8AFBE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        found = </a:t>
            </a:r>
            <a:r>
              <a:rPr lang="en-US" sz="1400" dirty="0">
                <a:solidFill>
                  <a:srgbClr val="CC844F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True</a:t>
            </a:r>
            <a:br>
              <a:rPr lang="en-US" sz="1400" dirty="0">
                <a:solidFill>
                  <a:srgbClr val="CC844F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</a:br>
            <a:r>
              <a:rPr lang="en-US" sz="1400" dirty="0">
                <a:solidFill>
                  <a:srgbClr val="CC844F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    </a:t>
            </a:r>
            <a:r>
              <a:rPr lang="en-US" sz="1400" dirty="0" err="1">
                <a:solidFill>
                  <a:srgbClr val="CC844F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elif</a:t>
            </a:r>
            <a:r>
              <a:rPr lang="en-US" sz="1400" dirty="0">
                <a:solidFill>
                  <a:srgbClr val="CC844F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400" dirty="0" err="1">
                <a:solidFill>
                  <a:srgbClr val="A8AFBE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nums</a:t>
            </a:r>
            <a:r>
              <a:rPr lang="en-US" sz="1400" dirty="0">
                <a:solidFill>
                  <a:srgbClr val="A8AFBE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[mid] &lt; key:</a:t>
            </a:r>
            <a:br>
              <a:rPr lang="en-US" sz="1400" dirty="0">
                <a:solidFill>
                  <a:srgbClr val="A8AFBE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</a:br>
            <a:r>
              <a:rPr lang="en-US" sz="1400" dirty="0">
                <a:solidFill>
                  <a:srgbClr val="A8AFBE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        lower = mid + </a:t>
            </a:r>
            <a:r>
              <a:rPr lang="en-US" sz="1400" dirty="0">
                <a:solidFill>
                  <a:srgbClr val="6897BB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1</a:t>
            </a:r>
            <a:br>
              <a:rPr lang="en-US" sz="1400" dirty="0">
                <a:solidFill>
                  <a:srgbClr val="6897BB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</a:br>
            <a:r>
              <a:rPr lang="en-US" sz="1400" dirty="0">
                <a:solidFill>
                  <a:srgbClr val="6897BB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    </a:t>
            </a:r>
            <a:r>
              <a:rPr lang="en-US" sz="1400" dirty="0">
                <a:solidFill>
                  <a:srgbClr val="CC844F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else</a:t>
            </a:r>
            <a:r>
              <a:rPr lang="en-US" sz="1400" dirty="0">
                <a:solidFill>
                  <a:srgbClr val="A8AFBE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:</a:t>
            </a:r>
            <a:br>
              <a:rPr lang="en-US" sz="1400" dirty="0">
                <a:solidFill>
                  <a:srgbClr val="A8AFBE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</a:br>
            <a:r>
              <a:rPr lang="en-US" sz="1400" dirty="0">
                <a:solidFill>
                  <a:srgbClr val="A8AFBE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        upper = mid - </a:t>
            </a:r>
            <a:r>
              <a:rPr lang="en-US" sz="1400" dirty="0">
                <a:solidFill>
                  <a:srgbClr val="6897BB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1</a:t>
            </a:r>
            <a:br>
              <a:rPr lang="en-US" sz="1400" dirty="0">
                <a:solidFill>
                  <a:srgbClr val="6897BB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</a:br>
            <a:r>
              <a:rPr lang="en-US" sz="1400" dirty="0">
                <a:solidFill>
                  <a:srgbClr val="CC844F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if </a:t>
            </a:r>
            <a:r>
              <a:rPr lang="en-US" sz="1400" dirty="0">
                <a:solidFill>
                  <a:srgbClr val="A8AFBE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found:</a:t>
            </a:r>
            <a:br>
              <a:rPr lang="en-US" sz="1400" dirty="0">
                <a:solidFill>
                  <a:srgbClr val="A8AFBE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</a:br>
            <a:r>
              <a:rPr lang="en-US" sz="1400" dirty="0">
                <a:solidFill>
                  <a:srgbClr val="A8AFBE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    </a:t>
            </a:r>
            <a:r>
              <a:rPr lang="en-US" sz="1400" dirty="0">
                <a:solidFill>
                  <a:srgbClr val="8888C6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print</a:t>
            </a:r>
            <a:r>
              <a:rPr lang="en-US" sz="1400" dirty="0">
                <a:solidFill>
                  <a:srgbClr val="A8AFBE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(</a:t>
            </a:r>
            <a:r>
              <a:rPr lang="en-US" sz="1400" dirty="0">
                <a:solidFill>
                  <a:srgbClr val="75AA5F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'The value was found at index'</a:t>
            </a:r>
            <a:r>
              <a:rPr lang="en-US" sz="1400" dirty="0">
                <a:solidFill>
                  <a:srgbClr val="CC7832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, </a:t>
            </a:r>
            <a:r>
              <a:rPr lang="en-US" sz="1400" dirty="0">
                <a:solidFill>
                  <a:srgbClr val="A8AFBE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mid)</a:t>
            </a:r>
            <a:br>
              <a:rPr lang="en-US" sz="1400" dirty="0">
                <a:solidFill>
                  <a:srgbClr val="A8AFBE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</a:br>
            <a:r>
              <a:rPr lang="en-US" sz="1400" dirty="0">
                <a:solidFill>
                  <a:srgbClr val="CC844F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else</a:t>
            </a:r>
            <a:r>
              <a:rPr lang="en-US" sz="1400" dirty="0">
                <a:solidFill>
                  <a:srgbClr val="A8AFBE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:</a:t>
            </a:r>
            <a:br>
              <a:rPr lang="en-US" sz="1400" dirty="0">
                <a:solidFill>
                  <a:srgbClr val="A8AFBE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</a:br>
            <a:r>
              <a:rPr lang="en-US" sz="1400" dirty="0">
                <a:solidFill>
                  <a:srgbClr val="A8AFBE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    </a:t>
            </a:r>
            <a:r>
              <a:rPr lang="en-US" sz="1400" dirty="0">
                <a:solidFill>
                  <a:srgbClr val="8888C6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print</a:t>
            </a:r>
            <a:r>
              <a:rPr lang="en-US" sz="1400" dirty="0">
                <a:solidFill>
                  <a:srgbClr val="A8AFBE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(</a:t>
            </a:r>
            <a:r>
              <a:rPr lang="en-US" sz="1400" dirty="0">
                <a:solidFill>
                  <a:srgbClr val="75AA5F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"The value was not found"</a:t>
            </a:r>
            <a:r>
              <a:rPr lang="en-US" sz="1400" dirty="0">
                <a:solidFill>
                  <a:srgbClr val="A8AFBE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)</a:t>
            </a:r>
          </a:p>
          <a:p>
            <a:pPr>
              <a:buNone/>
            </a:pPr>
            <a:endParaRPr lang="en-US" sz="1400" dirty="0">
              <a:solidFill>
                <a:srgbClr val="A8AFBE"/>
              </a:solidFill>
              <a:effectLst/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3327620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2664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CE1DC00-8288-EDE2-39E0-4A1BFC1771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7895D8C8-CDFD-C478-FF4F-8B1ECFA6A2BB}"/>
              </a:ext>
            </a:extLst>
          </p:cNvPr>
          <p:cNvSpPr/>
          <p:nvPr/>
        </p:nvSpPr>
        <p:spPr>
          <a:xfrm>
            <a:off x="11112929" y="2956491"/>
            <a:ext cx="832924" cy="832924"/>
          </a:xfrm>
          <a:prstGeom prst="ellipse">
            <a:avLst/>
          </a:prstGeom>
          <a:noFill/>
          <a:ln w="101600">
            <a:solidFill>
              <a:srgbClr val="274F3F"/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19CE7BB8-34C0-222B-0618-867CB0BF85B7}"/>
              </a:ext>
            </a:extLst>
          </p:cNvPr>
          <p:cNvSpPr/>
          <p:nvPr/>
        </p:nvSpPr>
        <p:spPr>
          <a:xfrm>
            <a:off x="5801459" y="517213"/>
            <a:ext cx="1253064" cy="1253064"/>
          </a:xfrm>
          <a:prstGeom prst="ellipse">
            <a:avLst/>
          </a:prstGeom>
          <a:noFill/>
          <a:ln w="101600">
            <a:solidFill>
              <a:srgbClr val="274F3F"/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FA3FFBCD-2539-6F5D-ECFB-3FE9B145BC31}"/>
              </a:ext>
            </a:extLst>
          </p:cNvPr>
          <p:cNvSpPr/>
          <p:nvPr/>
        </p:nvSpPr>
        <p:spPr>
          <a:xfrm>
            <a:off x="255923" y="3717853"/>
            <a:ext cx="2019444" cy="2019444"/>
          </a:xfrm>
          <a:prstGeom prst="ellipse">
            <a:avLst/>
          </a:prstGeom>
          <a:noFill/>
          <a:ln w="101600">
            <a:solidFill>
              <a:srgbClr val="274F3F"/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784991DC-E541-2350-50CC-7FEC4350245B}"/>
              </a:ext>
            </a:extLst>
          </p:cNvPr>
          <p:cNvSpPr/>
          <p:nvPr/>
        </p:nvSpPr>
        <p:spPr>
          <a:xfrm>
            <a:off x="4101365" y="311889"/>
            <a:ext cx="1253064" cy="1253064"/>
          </a:xfrm>
          <a:prstGeom prst="ellipse">
            <a:avLst/>
          </a:prstGeom>
          <a:noFill/>
          <a:ln w="101600">
            <a:solidFill>
              <a:srgbClr val="274F3F"/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AE7A0E0-DB41-F11A-E295-C1804C068D27}"/>
              </a:ext>
            </a:extLst>
          </p:cNvPr>
          <p:cNvSpPr/>
          <p:nvPr/>
        </p:nvSpPr>
        <p:spPr>
          <a:xfrm>
            <a:off x="421106" y="1212853"/>
            <a:ext cx="11431458" cy="1571912"/>
          </a:xfrm>
          <a:prstGeom prst="rect">
            <a:avLst/>
          </a:prstGeom>
          <a:solidFill>
            <a:srgbClr val="326648"/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74709" lon="21590731" rev="60000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457200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What’s the worst case for this algorithm? What about the best case for this algorithm?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C8FCB50-29AB-C74D-9B31-8C39BA7B4D91}"/>
              </a:ext>
            </a:extLst>
          </p:cNvPr>
          <p:cNvSpPr/>
          <p:nvPr/>
        </p:nvSpPr>
        <p:spPr>
          <a:xfrm>
            <a:off x="-72932" y="142543"/>
            <a:ext cx="4968065" cy="722489"/>
          </a:xfrm>
          <a:prstGeom prst="rect">
            <a:avLst/>
          </a:prstGeom>
          <a:solidFill>
            <a:srgbClr val="326648"/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20788650" lon="1192990" rev="21395644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400" dirty="0">
                <a:latin typeface="Bahnschrift SemiBold" panose="020B0502040204020203" pitchFamily="34" charset="0"/>
              </a:rPr>
              <a:t>BINARY SEARCH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B15F0D5-0695-A487-5F3F-46A92CDCA4F3}"/>
              </a:ext>
            </a:extLst>
          </p:cNvPr>
          <p:cNvSpPr/>
          <p:nvPr/>
        </p:nvSpPr>
        <p:spPr>
          <a:xfrm>
            <a:off x="547255" y="2671241"/>
            <a:ext cx="10701596" cy="404421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 w="38100">
            <a:solidFill>
              <a:srgbClr val="326648"/>
            </a:solidFill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69195" lon="290748" rev="21540000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buNone/>
            </a:pPr>
            <a:r>
              <a:rPr lang="en-US" sz="1400" dirty="0" err="1">
                <a:solidFill>
                  <a:srgbClr val="A8AFBE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nums</a:t>
            </a:r>
            <a:r>
              <a:rPr lang="en-US" sz="1400" dirty="0">
                <a:solidFill>
                  <a:srgbClr val="A8AFBE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 = [</a:t>
            </a:r>
            <a:r>
              <a:rPr lang="en-US" sz="1400" dirty="0">
                <a:solidFill>
                  <a:srgbClr val="6897BB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2</a:t>
            </a:r>
            <a:r>
              <a:rPr lang="en-US" sz="1400" dirty="0">
                <a:solidFill>
                  <a:srgbClr val="CC7832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, </a:t>
            </a:r>
            <a:r>
              <a:rPr lang="en-US" sz="1400" dirty="0">
                <a:solidFill>
                  <a:srgbClr val="6897BB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5</a:t>
            </a:r>
            <a:r>
              <a:rPr lang="en-US" sz="1400" dirty="0">
                <a:solidFill>
                  <a:srgbClr val="CC7832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, </a:t>
            </a:r>
            <a:r>
              <a:rPr lang="en-US" sz="1400" dirty="0">
                <a:solidFill>
                  <a:srgbClr val="6897BB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9</a:t>
            </a:r>
            <a:r>
              <a:rPr lang="en-US" sz="1400" dirty="0">
                <a:solidFill>
                  <a:srgbClr val="CC7832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, </a:t>
            </a:r>
            <a:r>
              <a:rPr lang="en-US" sz="1400" dirty="0">
                <a:solidFill>
                  <a:srgbClr val="6897BB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11</a:t>
            </a:r>
            <a:r>
              <a:rPr lang="en-US" sz="1400" dirty="0">
                <a:solidFill>
                  <a:srgbClr val="CC7832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, </a:t>
            </a:r>
            <a:r>
              <a:rPr lang="en-US" sz="1400" dirty="0">
                <a:solidFill>
                  <a:srgbClr val="6897BB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15</a:t>
            </a:r>
            <a:r>
              <a:rPr lang="en-US" sz="1400" dirty="0">
                <a:solidFill>
                  <a:srgbClr val="CC7832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, </a:t>
            </a:r>
            <a:r>
              <a:rPr lang="en-US" sz="1400" dirty="0">
                <a:solidFill>
                  <a:srgbClr val="6897BB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19</a:t>
            </a:r>
            <a:r>
              <a:rPr lang="en-US" sz="1400" dirty="0">
                <a:solidFill>
                  <a:srgbClr val="CC7832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, </a:t>
            </a:r>
            <a:r>
              <a:rPr lang="en-US" sz="1400" dirty="0">
                <a:solidFill>
                  <a:srgbClr val="6897BB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20</a:t>
            </a:r>
            <a:r>
              <a:rPr lang="en-US" sz="1400" dirty="0">
                <a:solidFill>
                  <a:srgbClr val="CC7832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, </a:t>
            </a:r>
            <a:r>
              <a:rPr lang="en-US" sz="1400" dirty="0">
                <a:solidFill>
                  <a:srgbClr val="6897BB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23</a:t>
            </a:r>
            <a:r>
              <a:rPr lang="en-US" sz="1400" dirty="0">
                <a:solidFill>
                  <a:srgbClr val="CC7832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, </a:t>
            </a:r>
            <a:r>
              <a:rPr lang="en-US" sz="1400" dirty="0">
                <a:solidFill>
                  <a:srgbClr val="6897BB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27</a:t>
            </a:r>
            <a:r>
              <a:rPr lang="en-US" sz="1400" dirty="0">
                <a:solidFill>
                  <a:srgbClr val="CC7832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, </a:t>
            </a:r>
            <a:r>
              <a:rPr lang="en-US" sz="1400" dirty="0">
                <a:solidFill>
                  <a:srgbClr val="6897BB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29</a:t>
            </a:r>
            <a:r>
              <a:rPr lang="en-US" sz="1400" dirty="0">
                <a:solidFill>
                  <a:srgbClr val="CC7832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, </a:t>
            </a:r>
            <a:r>
              <a:rPr lang="en-US" sz="1400" dirty="0">
                <a:solidFill>
                  <a:srgbClr val="6897BB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30</a:t>
            </a:r>
            <a:r>
              <a:rPr lang="en-US" sz="1400" dirty="0">
                <a:solidFill>
                  <a:srgbClr val="CC7832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, </a:t>
            </a:r>
            <a:r>
              <a:rPr lang="en-US" sz="1400" dirty="0">
                <a:solidFill>
                  <a:srgbClr val="6897BB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31</a:t>
            </a:r>
            <a:r>
              <a:rPr lang="en-US" sz="1400" dirty="0">
                <a:solidFill>
                  <a:srgbClr val="CC7832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, </a:t>
            </a:r>
            <a:r>
              <a:rPr lang="en-US" sz="1400" dirty="0">
                <a:solidFill>
                  <a:srgbClr val="6897BB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34</a:t>
            </a:r>
            <a:r>
              <a:rPr lang="en-US" sz="1400" dirty="0">
                <a:solidFill>
                  <a:srgbClr val="CC7832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, </a:t>
            </a:r>
            <a:r>
              <a:rPr lang="en-US" sz="1400" dirty="0">
                <a:solidFill>
                  <a:srgbClr val="6897BB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36</a:t>
            </a:r>
            <a:r>
              <a:rPr lang="en-US" sz="1400" dirty="0">
                <a:solidFill>
                  <a:srgbClr val="A8AFBE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]</a:t>
            </a:r>
            <a:br>
              <a:rPr lang="en-US" sz="1400" dirty="0">
                <a:solidFill>
                  <a:srgbClr val="A8AFBE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</a:br>
            <a:r>
              <a:rPr lang="en-US" sz="1400" dirty="0">
                <a:solidFill>
                  <a:srgbClr val="A8AFBE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key = </a:t>
            </a:r>
            <a:r>
              <a:rPr lang="en-US" sz="1400" dirty="0">
                <a:solidFill>
                  <a:srgbClr val="6897BB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11</a:t>
            </a:r>
            <a:br>
              <a:rPr lang="en-US" sz="1400" dirty="0">
                <a:solidFill>
                  <a:srgbClr val="6897BB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</a:br>
            <a:r>
              <a:rPr lang="en-US" sz="1400" dirty="0">
                <a:solidFill>
                  <a:srgbClr val="A8AFBE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found = </a:t>
            </a:r>
            <a:r>
              <a:rPr lang="en-US" sz="1400" dirty="0">
                <a:solidFill>
                  <a:srgbClr val="CC844F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False</a:t>
            </a:r>
            <a:br>
              <a:rPr lang="en-US" sz="1400" dirty="0">
                <a:solidFill>
                  <a:srgbClr val="CC844F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</a:br>
            <a:r>
              <a:rPr lang="en-US" sz="1400" dirty="0">
                <a:solidFill>
                  <a:srgbClr val="A8AFBE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lower = </a:t>
            </a:r>
            <a:r>
              <a:rPr lang="en-US" sz="1400" dirty="0">
                <a:solidFill>
                  <a:srgbClr val="6897BB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0</a:t>
            </a:r>
            <a:br>
              <a:rPr lang="en-US" sz="1400" dirty="0">
                <a:solidFill>
                  <a:srgbClr val="6897BB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</a:br>
            <a:r>
              <a:rPr lang="en-US" sz="1400" dirty="0">
                <a:solidFill>
                  <a:srgbClr val="A8AFBE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upper = </a:t>
            </a:r>
            <a:r>
              <a:rPr lang="en-US" sz="1400" dirty="0" err="1">
                <a:solidFill>
                  <a:srgbClr val="8888C6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len</a:t>
            </a:r>
            <a:r>
              <a:rPr lang="en-US" sz="1400" dirty="0">
                <a:solidFill>
                  <a:srgbClr val="A8AFBE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(</a:t>
            </a:r>
            <a:r>
              <a:rPr lang="en-US" sz="1400" dirty="0" err="1">
                <a:solidFill>
                  <a:srgbClr val="A8AFBE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nums</a:t>
            </a:r>
            <a:r>
              <a:rPr lang="en-US" sz="1400" dirty="0">
                <a:solidFill>
                  <a:srgbClr val="A8AFBE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)</a:t>
            </a:r>
            <a:br>
              <a:rPr lang="en-US" sz="1400" dirty="0">
                <a:solidFill>
                  <a:srgbClr val="A8AFBE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</a:br>
            <a:r>
              <a:rPr lang="en-US" sz="1400" dirty="0">
                <a:solidFill>
                  <a:srgbClr val="A8AFBE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mid = </a:t>
            </a:r>
            <a:r>
              <a:rPr lang="en-US" sz="1400" dirty="0">
                <a:solidFill>
                  <a:srgbClr val="6897BB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0</a:t>
            </a:r>
            <a:br>
              <a:rPr lang="en-US" sz="1400" dirty="0">
                <a:solidFill>
                  <a:srgbClr val="6897BB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</a:br>
            <a:r>
              <a:rPr lang="en-US" sz="1400" dirty="0">
                <a:solidFill>
                  <a:srgbClr val="CC844F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while </a:t>
            </a:r>
            <a:r>
              <a:rPr lang="en-US" sz="1400" dirty="0">
                <a:solidFill>
                  <a:srgbClr val="A8AFBE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lower &lt;= upper </a:t>
            </a:r>
            <a:r>
              <a:rPr lang="en-US" sz="1400" dirty="0">
                <a:solidFill>
                  <a:srgbClr val="CC844F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and </a:t>
            </a:r>
            <a:r>
              <a:rPr lang="en-US" sz="1400" dirty="0">
                <a:solidFill>
                  <a:srgbClr val="A8AFBE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found == </a:t>
            </a:r>
            <a:r>
              <a:rPr lang="en-US" sz="1400" dirty="0">
                <a:solidFill>
                  <a:srgbClr val="CC844F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False</a:t>
            </a:r>
            <a:r>
              <a:rPr lang="en-US" sz="1400" dirty="0">
                <a:solidFill>
                  <a:srgbClr val="A8AFBE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:</a:t>
            </a:r>
            <a:br>
              <a:rPr lang="en-US" sz="1400" dirty="0">
                <a:solidFill>
                  <a:srgbClr val="A8AFBE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</a:br>
            <a:r>
              <a:rPr lang="en-US" sz="1400" dirty="0">
                <a:solidFill>
                  <a:srgbClr val="A8AFBE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    mid = </a:t>
            </a:r>
            <a:r>
              <a:rPr lang="en-US" sz="1400" dirty="0">
                <a:solidFill>
                  <a:srgbClr val="8888C6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int</a:t>
            </a:r>
            <a:r>
              <a:rPr lang="en-US" sz="1400" dirty="0">
                <a:solidFill>
                  <a:srgbClr val="A8AFBE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((lower+ upper)/</a:t>
            </a:r>
            <a:r>
              <a:rPr lang="en-US" sz="1400" dirty="0">
                <a:solidFill>
                  <a:srgbClr val="6897BB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2</a:t>
            </a:r>
            <a:r>
              <a:rPr lang="en-US" sz="1400" dirty="0">
                <a:solidFill>
                  <a:srgbClr val="A8AFBE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)</a:t>
            </a:r>
            <a:br>
              <a:rPr lang="en-US" sz="1400" dirty="0">
                <a:solidFill>
                  <a:srgbClr val="A8AFBE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</a:br>
            <a:r>
              <a:rPr lang="en-US" sz="1400" dirty="0">
                <a:solidFill>
                  <a:srgbClr val="A8AFBE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    </a:t>
            </a:r>
            <a:r>
              <a:rPr lang="en-US" sz="1400" dirty="0">
                <a:solidFill>
                  <a:srgbClr val="CC844F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if </a:t>
            </a:r>
            <a:r>
              <a:rPr lang="en-US" sz="1400" dirty="0" err="1">
                <a:solidFill>
                  <a:srgbClr val="A8AFBE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nums</a:t>
            </a:r>
            <a:r>
              <a:rPr lang="en-US" sz="1400" dirty="0">
                <a:solidFill>
                  <a:srgbClr val="A8AFBE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[mid] == key:</a:t>
            </a:r>
            <a:br>
              <a:rPr lang="en-US" sz="1400" dirty="0">
                <a:solidFill>
                  <a:srgbClr val="A8AFBE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</a:br>
            <a:r>
              <a:rPr lang="en-US" sz="1400" dirty="0">
                <a:solidFill>
                  <a:srgbClr val="A8AFBE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        found = </a:t>
            </a:r>
            <a:r>
              <a:rPr lang="en-US" sz="1400" dirty="0">
                <a:solidFill>
                  <a:srgbClr val="CC844F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True</a:t>
            </a:r>
            <a:br>
              <a:rPr lang="en-US" sz="1400" dirty="0">
                <a:solidFill>
                  <a:srgbClr val="CC844F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</a:br>
            <a:r>
              <a:rPr lang="en-US" sz="1400" dirty="0">
                <a:solidFill>
                  <a:srgbClr val="CC844F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    </a:t>
            </a:r>
            <a:r>
              <a:rPr lang="en-US" sz="1400" dirty="0" err="1">
                <a:solidFill>
                  <a:srgbClr val="CC844F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elif</a:t>
            </a:r>
            <a:r>
              <a:rPr lang="en-US" sz="1400" dirty="0">
                <a:solidFill>
                  <a:srgbClr val="CC844F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400" dirty="0" err="1">
                <a:solidFill>
                  <a:srgbClr val="A8AFBE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nums</a:t>
            </a:r>
            <a:r>
              <a:rPr lang="en-US" sz="1400" dirty="0">
                <a:solidFill>
                  <a:srgbClr val="A8AFBE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[mid] &lt; key:</a:t>
            </a:r>
            <a:br>
              <a:rPr lang="en-US" sz="1400" dirty="0">
                <a:solidFill>
                  <a:srgbClr val="A8AFBE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</a:br>
            <a:r>
              <a:rPr lang="en-US" sz="1400" dirty="0">
                <a:solidFill>
                  <a:srgbClr val="A8AFBE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        lower = mid + </a:t>
            </a:r>
            <a:r>
              <a:rPr lang="en-US" sz="1400" dirty="0">
                <a:solidFill>
                  <a:srgbClr val="6897BB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1</a:t>
            </a:r>
            <a:br>
              <a:rPr lang="en-US" sz="1400" dirty="0">
                <a:solidFill>
                  <a:srgbClr val="6897BB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</a:br>
            <a:r>
              <a:rPr lang="en-US" sz="1400" dirty="0">
                <a:solidFill>
                  <a:srgbClr val="6897BB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    </a:t>
            </a:r>
            <a:r>
              <a:rPr lang="en-US" sz="1400" dirty="0">
                <a:solidFill>
                  <a:srgbClr val="CC844F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else</a:t>
            </a:r>
            <a:r>
              <a:rPr lang="en-US" sz="1400" dirty="0">
                <a:solidFill>
                  <a:srgbClr val="A8AFBE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:</a:t>
            </a:r>
            <a:br>
              <a:rPr lang="en-US" sz="1400" dirty="0">
                <a:solidFill>
                  <a:srgbClr val="A8AFBE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</a:br>
            <a:r>
              <a:rPr lang="en-US" sz="1400" dirty="0">
                <a:solidFill>
                  <a:srgbClr val="A8AFBE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        upper = mid - </a:t>
            </a:r>
            <a:r>
              <a:rPr lang="en-US" sz="1400" dirty="0">
                <a:solidFill>
                  <a:srgbClr val="6897BB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1</a:t>
            </a:r>
            <a:br>
              <a:rPr lang="en-US" sz="1400" dirty="0">
                <a:solidFill>
                  <a:srgbClr val="6897BB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</a:br>
            <a:r>
              <a:rPr lang="en-US" sz="1400" dirty="0">
                <a:solidFill>
                  <a:srgbClr val="CC844F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if </a:t>
            </a:r>
            <a:r>
              <a:rPr lang="en-US" sz="1400" dirty="0">
                <a:solidFill>
                  <a:srgbClr val="A8AFBE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found:</a:t>
            </a:r>
            <a:br>
              <a:rPr lang="en-US" sz="1400" dirty="0">
                <a:solidFill>
                  <a:srgbClr val="A8AFBE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</a:br>
            <a:r>
              <a:rPr lang="en-US" sz="1400" dirty="0">
                <a:solidFill>
                  <a:srgbClr val="A8AFBE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    </a:t>
            </a:r>
            <a:r>
              <a:rPr lang="en-US" sz="1400" dirty="0">
                <a:solidFill>
                  <a:srgbClr val="8888C6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print</a:t>
            </a:r>
            <a:r>
              <a:rPr lang="en-US" sz="1400" dirty="0">
                <a:solidFill>
                  <a:srgbClr val="A8AFBE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(</a:t>
            </a:r>
            <a:r>
              <a:rPr lang="en-US" sz="1400" dirty="0">
                <a:solidFill>
                  <a:srgbClr val="75AA5F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'The value was found at index'</a:t>
            </a:r>
            <a:r>
              <a:rPr lang="en-US" sz="1400" dirty="0">
                <a:solidFill>
                  <a:srgbClr val="CC7832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, </a:t>
            </a:r>
            <a:r>
              <a:rPr lang="en-US" sz="1400" dirty="0">
                <a:solidFill>
                  <a:srgbClr val="A8AFBE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mid)</a:t>
            </a:r>
            <a:br>
              <a:rPr lang="en-US" sz="1400" dirty="0">
                <a:solidFill>
                  <a:srgbClr val="A8AFBE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</a:br>
            <a:r>
              <a:rPr lang="en-US" sz="1400" dirty="0">
                <a:solidFill>
                  <a:srgbClr val="CC844F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else</a:t>
            </a:r>
            <a:r>
              <a:rPr lang="en-US" sz="1400" dirty="0">
                <a:solidFill>
                  <a:srgbClr val="A8AFBE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:</a:t>
            </a:r>
            <a:br>
              <a:rPr lang="en-US" sz="1400" dirty="0">
                <a:solidFill>
                  <a:srgbClr val="A8AFBE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</a:br>
            <a:r>
              <a:rPr lang="en-US" sz="1400" dirty="0">
                <a:solidFill>
                  <a:srgbClr val="A8AFBE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    </a:t>
            </a:r>
            <a:r>
              <a:rPr lang="en-US" sz="1400" dirty="0">
                <a:solidFill>
                  <a:srgbClr val="8888C6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print</a:t>
            </a:r>
            <a:r>
              <a:rPr lang="en-US" sz="1400" dirty="0">
                <a:solidFill>
                  <a:srgbClr val="A8AFBE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(</a:t>
            </a:r>
            <a:r>
              <a:rPr lang="en-US" sz="1400" dirty="0">
                <a:solidFill>
                  <a:srgbClr val="75AA5F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"The value was not found"</a:t>
            </a:r>
            <a:r>
              <a:rPr lang="en-US" sz="1400" dirty="0">
                <a:solidFill>
                  <a:srgbClr val="A8AFBE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)</a:t>
            </a:r>
          </a:p>
          <a:p>
            <a:pPr>
              <a:buNone/>
            </a:pPr>
            <a:endParaRPr lang="en-US" sz="1400" dirty="0">
              <a:solidFill>
                <a:srgbClr val="A8AFBE"/>
              </a:solidFill>
              <a:effectLst/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8431433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2664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CAFF432-3742-E8CF-89DA-84C94CDD29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Oval 11">
            <a:extLst>
              <a:ext uri="{FF2B5EF4-FFF2-40B4-BE49-F238E27FC236}">
                <a16:creationId xmlns:a16="http://schemas.microsoft.com/office/drawing/2014/main" id="{FCD3DCD2-C74C-95D3-8AE9-68F3C6AEDF40}"/>
              </a:ext>
            </a:extLst>
          </p:cNvPr>
          <p:cNvSpPr/>
          <p:nvPr/>
        </p:nvSpPr>
        <p:spPr>
          <a:xfrm>
            <a:off x="3181874" y="4727575"/>
            <a:ext cx="1253064" cy="1253064"/>
          </a:xfrm>
          <a:prstGeom prst="ellipse">
            <a:avLst/>
          </a:prstGeom>
          <a:noFill/>
          <a:ln w="101600">
            <a:solidFill>
              <a:srgbClr val="2A4C45"/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447092CD-4DF3-59F0-5AB9-E50FA41C4902}"/>
              </a:ext>
            </a:extLst>
          </p:cNvPr>
          <p:cNvSpPr/>
          <p:nvPr/>
        </p:nvSpPr>
        <p:spPr>
          <a:xfrm>
            <a:off x="215845" y="3717853"/>
            <a:ext cx="2019444" cy="2019444"/>
          </a:xfrm>
          <a:prstGeom prst="ellipse">
            <a:avLst/>
          </a:prstGeom>
          <a:noFill/>
          <a:ln w="101600">
            <a:solidFill>
              <a:srgbClr val="2A4C45"/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7CC3CAB5-3061-5F94-A88E-C0BDD9B048E5}"/>
              </a:ext>
            </a:extLst>
          </p:cNvPr>
          <p:cNvSpPr/>
          <p:nvPr/>
        </p:nvSpPr>
        <p:spPr>
          <a:xfrm>
            <a:off x="4061287" y="311889"/>
            <a:ext cx="1253064" cy="1253064"/>
          </a:xfrm>
          <a:prstGeom prst="ellipse">
            <a:avLst/>
          </a:prstGeom>
          <a:noFill/>
          <a:ln w="101600">
            <a:solidFill>
              <a:srgbClr val="2A4C45"/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2CEAB6A-CE7C-862A-42E1-D86D8C4198B3}"/>
              </a:ext>
            </a:extLst>
          </p:cNvPr>
          <p:cNvSpPr/>
          <p:nvPr/>
        </p:nvSpPr>
        <p:spPr>
          <a:xfrm>
            <a:off x="330518" y="1120703"/>
            <a:ext cx="4662651" cy="5486353"/>
          </a:xfrm>
          <a:prstGeom prst="rect">
            <a:avLst/>
          </a:prstGeom>
          <a:solidFill>
            <a:srgbClr val="326648"/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74709" lon="21590731" rev="60000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457200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Searching Algorithm</a:t>
            </a:r>
          </a:p>
          <a:p>
            <a:pPr marL="457200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Linear Search</a:t>
            </a:r>
          </a:p>
          <a:p>
            <a:pPr marL="457200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Sequential Search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6AFD995-70BC-6581-0161-071153C10586}"/>
              </a:ext>
            </a:extLst>
          </p:cNvPr>
          <p:cNvSpPr/>
          <p:nvPr/>
        </p:nvSpPr>
        <p:spPr>
          <a:xfrm>
            <a:off x="-297523" y="201730"/>
            <a:ext cx="6265695" cy="736691"/>
          </a:xfrm>
          <a:prstGeom prst="rect">
            <a:avLst/>
          </a:prstGeom>
          <a:solidFill>
            <a:srgbClr val="326648"/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20788650" lon="1192990" rev="21395644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400" dirty="0">
                <a:latin typeface="Bahnschrift SemiBold" panose="020B0502040204020203" pitchFamily="34" charset="0"/>
              </a:rPr>
              <a:t>VOCAB TO REMEMBER</a:t>
            </a:r>
          </a:p>
        </p:txBody>
      </p:sp>
      <p:pic>
        <p:nvPicPr>
          <p:cNvPr id="6" name="Picture 5" descr="A cartoon of a person with a large brain&#10;&#10;AI-generated content may be incorrect.">
            <a:extLst>
              <a:ext uri="{FF2B5EF4-FFF2-40B4-BE49-F238E27FC236}">
                <a16:creationId xmlns:a16="http://schemas.microsoft.com/office/drawing/2014/main" id="{ADD5DD30-FEB4-6F2F-CD56-BC8E3371E4F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1" r="788" b="909"/>
          <a:stretch>
            <a:fillRect/>
          </a:stretch>
        </p:blipFill>
        <p:spPr>
          <a:xfrm flipH="1">
            <a:off x="7198831" y="2629528"/>
            <a:ext cx="3767602" cy="33381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17065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221 0.025 L 0.00221 0.025 C 0.00169 0.01898 0.00091 0.01296 0.00052 0.00694 C 0.00013 -0.00255 0.00091 -0.01204 3.75E-6 -0.0213 C -0.00105 -0.03241 -0.00365 -0.04329 -0.00508 -0.0544 C -0.00834 -0.0794 -0.00912 -0.08843 -0.01693 -0.11759 C -0.02032 -0.13009 -0.02318 -0.14329 -0.02709 -0.15556 C -0.02878 -0.16088 -0.03034 -0.16643 -0.03217 -0.17153 C -0.03373 -0.17639 -0.03568 -0.18079 -0.03724 -0.18565 C -0.03881 -0.19097 -0.03959 -0.19699 -0.04167 -0.20162 C -0.04558 -0.20995 -0.06459 -0.24028 -0.06993 -0.24676 C -0.07709 -0.25579 -0.07813 -0.25255 -0.08568 -0.25694 C -0.0892 -0.2588 -0.09245 -0.26157 -0.09584 -0.26389 C -0.10651 -0.27083 -0.11407 -0.27569 -0.12461 -0.27986 C -0.13776 -0.28518 -0.16407 -0.29491 -0.16407 -0.29491 L -0.19336 -0.2919 C -0.19662 -0.29143 -0.19987 -0.2912 -0.203 -0.29005 C -0.21029 -0.28704 -0.22526 -0.27431 -0.22891 -0.26898 C -0.23125 -0.26551 -0.23321 -0.26181 -0.23568 -0.2588 C -0.23646 -0.25787 -0.23464 -0.26157 -0.23399 -0.26296 C -0.2319 -0.26759 -0.23021 -0.27268 -0.22787 -0.27685 C -0.22539 -0.28125 -0.22331 -0.28634 -0.22045 -0.29005 C -0.21185 -0.30046 -0.19558 -0.31319 -0.18607 -0.31991 C -0.17813 -0.32569 -0.17019 -0.33194 -0.16185 -0.33611 C -0.13646 -0.34838 -0.11081 -0.35833 -0.08516 -0.36921 C -0.07565 -0.37315 -0.06602 -0.37662 -0.05638 -0.38009 C -0.04089 -0.38588 -0.02592 -0.39074 -0.01016 -0.39421 C -0.00039 -0.3963 0.00937 -0.39745 0.01914 -0.39931 C 0.04739 -0.39815 0.07565 -0.39907 0.10377 -0.3963 C 0.10989 -0.3956 0.11588 -0.3919 0.12187 -0.38912 C 0.13255 -0.38449 0.14323 -0.37893 0.15403 -0.37407 C 0.2095 -0.34884 0.13476 -0.38449 0.19179 -0.35602 C 0.19687 -0.3537 0.20208 -0.35231 0.20703 -0.34907 C 0.21354 -0.34468 0.21966 -0.33796 0.22617 -0.3331 C 0.22838 -0.33148 0.23073 -0.33009 0.23294 -0.32801 C 0.23463 -0.32639 0.2358 -0.32384 0.2375 -0.32199 C 0.2388 -0.32037 0.24049 -0.31944 0.24192 -0.31806 C 0.24323 -0.31667 0.24453 -0.31528 0.24596 -0.31412 C 0.24427 -0.31806 0.24297 -0.32292 0.24088 -0.32593 C 0.22252 -0.35255 0.19974 -0.37014 0.17877 -0.38727 C 0.16562 -0.39792 0.15247 -0.4088 0.1388 -0.41736 C 0.0888 -0.44815 0.04114 -0.47222 -0.01185 -0.48148 C -0.07318 -0.49213 -0.27201 -0.4919 -0.30847 -0.49236 C -0.36537 -0.48704 -0.42266 -0.48796 -0.4793 -0.47639 C -0.48386 -0.47546 -0.56172 -0.44329 -0.59271 -0.43032 C -0.60052 -0.42708 -0.60834 -0.42268 -0.61641 -0.42037 C -0.64636 -0.41111 -0.68008 -0.40162 -0.70834 -0.38611 C -0.71993 -0.37986 -0.73203 -0.37546 -0.74323 -0.36713 C -0.76029 -0.35463 -0.77631 -0.33704 -0.79336 -0.32407 C -0.79636 -0.32176 -0.81472 -0.30833 -0.81927 -0.30301 C -0.85704 -0.25833 -0.7668 -0.34653 -0.85365 -0.26481 C -0.86133 -0.25764 -0.86901 -0.25069 -0.87683 -0.24375 C -0.88711 -0.23472 -0.89766 -0.22639 -0.90782 -0.21667 C -0.92592 -0.19931 -0.94493 -0.18495 -0.96198 -0.16458 L -0.98907 -0.13264 C -0.99519 -0.08843 -0.99245 -0.11667 -0.99245 -0.0463 " pathEditMode="relative" ptsTypes="AAAAAAAAAAAAAAAAAAAAAAAAAAAAAAAAAAAAAAAAAAAAAAAAAAAAAAAA">
                                      <p:cBhvr>
                                        <p:cTn id="6" dur="2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2664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C5BA6D2-661C-629D-3A0B-D8916DF3A8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Oval 11">
            <a:extLst>
              <a:ext uri="{FF2B5EF4-FFF2-40B4-BE49-F238E27FC236}">
                <a16:creationId xmlns:a16="http://schemas.microsoft.com/office/drawing/2014/main" id="{8B93D669-FD26-373F-CDBC-983ED72E17F3}"/>
              </a:ext>
            </a:extLst>
          </p:cNvPr>
          <p:cNvSpPr/>
          <p:nvPr/>
        </p:nvSpPr>
        <p:spPr>
          <a:xfrm>
            <a:off x="6199068" y="1783144"/>
            <a:ext cx="1253064" cy="1253064"/>
          </a:xfrm>
          <a:prstGeom prst="ellipse">
            <a:avLst/>
          </a:prstGeom>
          <a:noFill/>
          <a:ln w="101600">
            <a:solidFill>
              <a:srgbClr val="274F3F"/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F493F1B6-8034-6006-77FD-6E60A6700CC2}"/>
              </a:ext>
            </a:extLst>
          </p:cNvPr>
          <p:cNvSpPr/>
          <p:nvPr/>
        </p:nvSpPr>
        <p:spPr>
          <a:xfrm>
            <a:off x="255923" y="3717853"/>
            <a:ext cx="2019444" cy="2019444"/>
          </a:xfrm>
          <a:prstGeom prst="ellipse">
            <a:avLst/>
          </a:prstGeom>
          <a:noFill/>
          <a:ln w="101600">
            <a:solidFill>
              <a:srgbClr val="274F3F"/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73B445EE-DFCD-15A2-8253-548969370912}"/>
              </a:ext>
            </a:extLst>
          </p:cNvPr>
          <p:cNvSpPr/>
          <p:nvPr/>
        </p:nvSpPr>
        <p:spPr>
          <a:xfrm>
            <a:off x="4101365" y="311889"/>
            <a:ext cx="1253064" cy="1253064"/>
          </a:xfrm>
          <a:prstGeom prst="ellipse">
            <a:avLst/>
          </a:prstGeom>
          <a:noFill/>
          <a:ln w="101600">
            <a:solidFill>
              <a:srgbClr val="274F3F"/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D1FA388-F44C-0D62-E127-5DAA237B2FBA}"/>
              </a:ext>
            </a:extLst>
          </p:cNvPr>
          <p:cNvSpPr/>
          <p:nvPr/>
        </p:nvSpPr>
        <p:spPr>
          <a:xfrm>
            <a:off x="825243" y="1120703"/>
            <a:ext cx="10296411" cy="5550244"/>
          </a:xfrm>
          <a:prstGeom prst="rect">
            <a:avLst/>
          </a:prstGeom>
          <a:solidFill>
            <a:srgbClr val="326648"/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74709" lon="21590731" rev="60000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457200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Now, from memory, try and recreate both the sequential and linear </a:t>
            </a:r>
            <a:r>
              <a:rPr lang="en-US" sz="2800">
                <a:solidFill>
                  <a:schemeClr val="bg1"/>
                </a:solidFill>
                <a:latin typeface="Bahnschrift" panose="020B0502040204020203" pitchFamily="34" charset="0"/>
              </a:rPr>
              <a:t>search algorithms</a:t>
            </a:r>
          </a:p>
          <a:p>
            <a:pPr marL="457200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endParaRPr lang="en-US" sz="2800" dirty="0">
              <a:solidFill>
                <a:schemeClr val="bg1"/>
              </a:solidFill>
              <a:latin typeface="Bahnschrift" panose="020B0502040204020203" pitchFamily="34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A51E191-FB80-DD01-12DA-A63D6699BDF7}"/>
              </a:ext>
            </a:extLst>
          </p:cNvPr>
          <p:cNvSpPr/>
          <p:nvPr/>
        </p:nvSpPr>
        <p:spPr>
          <a:xfrm>
            <a:off x="0" y="72912"/>
            <a:ext cx="2019445" cy="928577"/>
          </a:xfrm>
          <a:prstGeom prst="rect">
            <a:avLst/>
          </a:prstGeom>
          <a:solidFill>
            <a:srgbClr val="326648"/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20788650" lon="1192990" rev="21395644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800" dirty="0">
                <a:latin typeface="Bahnschrift SemiBold" panose="020B0502040204020203" pitchFamily="34" charset="0"/>
              </a:rPr>
              <a:t>LAB</a:t>
            </a:r>
          </a:p>
        </p:txBody>
      </p:sp>
    </p:spTree>
    <p:extLst>
      <p:ext uri="{BB962C8B-B14F-4D97-AF65-F5344CB8AC3E}">
        <p14:creationId xmlns:p14="http://schemas.microsoft.com/office/powerpoint/2010/main" val="51062367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5495</TotalTime>
  <Words>1056</Words>
  <Application>Microsoft Office PowerPoint</Application>
  <PresentationFormat>Widescreen</PresentationFormat>
  <Paragraphs>75</Paragraphs>
  <Slides>16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3" baseType="lpstr">
      <vt:lpstr>Aptos</vt:lpstr>
      <vt:lpstr>Aptos Display</vt:lpstr>
      <vt:lpstr>Arial</vt:lpstr>
      <vt:lpstr>Bahnschrift</vt:lpstr>
      <vt:lpstr>Bahnschrift SemiBold</vt:lpstr>
      <vt:lpstr>Cascadia Code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Michael Hill</dc:creator>
  <cp:lastModifiedBy>Michael Hill</cp:lastModifiedBy>
  <cp:revision>9</cp:revision>
  <dcterms:created xsi:type="dcterms:W3CDTF">2025-08-11T14:07:39Z</dcterms:created>
  <dcterms:modified xsi:type="dcterms:W3CDTF">2025-09-10T20:48:48Z</dcterms:modified>
</cp:coreProperties>
</file>