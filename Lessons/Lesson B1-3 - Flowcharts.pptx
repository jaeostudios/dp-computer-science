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427" r:id="rId5"/>
    <p:sldId id="428" r:id="rId6"/>
    <p:sldId id="448" r:id="rId7"/>
    <p:sldId id="449" r:id="rId8"/>
    <p:sldId id="450" r:id="rId9"/>
    <p:sldId id="452" r:id="rId10"/>
    <p:sldId id="451" r:id="rId11"/>
    <p:sldId id="453" r:id="rId12"/>
    <p:sldId id="454" r:id="rId13"/>
    <p:sldId id="446" r:id="rId14"/>
    <p:sldId id="35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045BC7-E33E-4A08-9F93-8DF53F5F95B7}" v="17" dt="2025-10-03T17:41:53.344"/>
    <p1510:client id="{7A2A49D6-8A18-414E-96EE-20611C76AB90}" v="13" dt="2025-10-02T21:58:26.2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redo custSel addSld delSld modSld sldOrd">
      <pc:chgData name="Michael Hill" userId="41dba03d-e58d-4389-9894-554c10310ba4" providerId="ADAL" clId="{EF23FE1D-A042-481E-AFD7-2A9FB0847F54}" dt="2025-10-03T17:44:53.991" v="2157" actId="20577"/>
      <pc:docMkLst>
        <pc:docMk/>
      </pc:docMkLst>
      <pc:sldChg chg="modSp mod">
        <pc:chgData name="Michael Hill" userId="41dba03d-e58d-4389-9894-554c10310ba4" providerId="ADAL" clId="{EF23FE1D-A042-481E-AFD7-2A9FB0847F54}" dt="2025-10-03T17:44:53.991" v="2157" actId="20577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0-03T17:44:53.991" v="2157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0-03T17:44:51.679" v="2156" actId="20577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10-03T17:44:46.259" v="2143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0-03T17:44:46.259" v="2143" actId="20577"/>
          <ac:spMkLst>
            <pc:docMk/>
            <pc:sldMk cId="854122100" sldId="257"/>
            <ac:spMk id="8" creationId="{4D7671A2-401B-58C3-4049-2F9F2E07BD91}"/>
          </ac:spMkLst>
        </pc:spChg>
        <pc:spChg chg="mod">
          <ac:chgData name="Michael Hill" userId="41dba03d-e58d-4389-9894-554c10310ba4" providerId="ADAL" clId="{EF23FE1D-A042-481E-AFD7-2A9FB0847F54}" dt="2025-10-03T17:44:45.075" v="2138" actId="20577"/>
          <ac:spMkLst>
            <pc:docMk/>
            <pc:sldMk cId="854122100" sldId="257"/>
            <ac:spMk id="11" creationId="{B2D4645F-350F-77B1-036C-D01223EB808D}"/>
          </ac:spMkLst>
        </pc:spChg>
      </pc:sldChg>
      <pc:sldChg chg="modSp mod">
        <pc:chgData name="Michael Hill" userId="41dba03d-e58d-4389-9894-554c10310ba4" providerId="ADAL" clId="{EF23FE1D-A042-481E-AFD7-2A9FB0847F54}" dt="2025-10-02T22:29:32.510" v="210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10-02T22:29:32.510" v="210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5-10-02T22:49:09.901" v="2025" actId="2057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5-10-02T22:49:09.901" v="2025" actId="20577"/>
          <ac:spMkLst>
            <pc:docMk/>
            <pc:sldMk cId="491706548" sldId="355"/>
            <ac:spMk id="8" creationId="{32CEAB6A-CE7C-862A-42E1-D86D8C4198B3}"/>
          </ac:spMkLst>
        </pc:spChg>
      </pc:sldChg>
      <pc:sldChg chg="del">
        <pc:chgData name="Michael Hill" userId="41dba03d-e58d-4389-9894-554c10310ba4" providerId="ADAL" clId="{EF23FE1D-A042-481E-AFD7-2A9FB0847F54}" dt="2025-10-02T22:28:36.379" v="50" actId="47"/>
        <pc:sldMkLst>
          <pc:docMk/>
          <pc:sldMk cId="3941057527" sldId="400"/>
        </pc:sldMkLst>
      </pc:sldChg>
      <pc:sldChg chg="modSp mod">
        <pc:chgData name="Michael Hill" userId="41dba03d-e58d-4389-9894-554c10310ba4" providerId="ADAL" clId="{EF23FE1D-A042-481E-AFD7-2A9FB0847F54}" dt="2025-10-02T22:30:16.810" v="382" actId="403"/>
        <pc:sldMkLst>
          <pc:docMk/>
          <pc:sldMk cId="4217859482" sldId="427"/>
        </pc:sldMkLst>
        <pc:spChg chg="mod">
          <ac:chgData name="Michael Hill" userId="41dba03d-e58d-4389-9894-554c10310ba4" providerId="ADAL" clId="{EF23FE1D-A042-481E-AFD7-2A9FB0847F54}" dt="2025-10-02T22:30:16.810" v="382" actId="403"/>
          <ac:spMkLst>
            <pc:docMk/>
            <pc:sldMk cId="4217859482" sldId="427"/>
            <ac:spMk id="8" creationId="{D12E8945-8B7A-5FF6-41CB-3A36AA2FF6DA}"/>
          </ac:spMkLst>
        </pc:spChg>
      </pc:sldChg>
      <pc:sldChg chg="addSp delSp modSp mod">
        <pc:chgData name="Michael Hill" userId="41dba03d-e58d-4389-9894-554c10310ba4" providerId="ADAL" clId="{EF23FE1D-A042-481E-AFD7-2A9FB0847F54}" dt="2025-10-02T22:32:41.860" v="665" actId="1076"/>
        <pc:sldMkLst>
          <pc:docMk/>
          <pc:sldMk cId="382529306" sldId="428"/>
        </pc:sldMkLst>
        <pc:spChg chg="mod">
          <ac:chgData name="Michael Hill" userId="41dba03d-e58d-4389-9894-554c10310ba4" providerId="ADAL" clId="{EF23FE1D-A042-481E-AFD7-2A9FB0847F54}" dt="2025-10-02T22:30:33.101" v="394" actId="20577"/>
          <ac:spMkLst>
            <pc:docMk/>
            <pc:sldMk cId="382529306" sldId="428"/>
            <ac:spMk id="5" creationId="{C9A51895-9F56-8F74-763F-789F4C4EED1D}"/>
          </ac:spMkLst>
        </pc:spChg>
        <pc:spChg chg="mod">
          <ac:chgData name="Michael Hill" userId="41dba03d-e58d-4389-9894-554c10310ba4" providerId="ADAL" clId="{EF23FE1D-A042-481E-AFD7-2A9FB0847F54}" dt="2025-10-02T22:31:45.136" v="659" actId="14100"/>
          <ac:spMkLst>
            <pc:docMk/>
            <pc:sldMk cId="382529306" sldId="428"/>
            <ac:spMk id="8" creationId="{FC388EB5-D6C0-907D-64F9-21E4846E9D13}"/>
          </ac:spMkLst>
        </pc:spChg>
        <pc:picChg chg="add mod">
          <ac:chgData name="Michael Hill" userId="41dba03d-e58d-4389-9894-554c10310ba4" providerId="ADAL" clId="{EF23FE1D-A042-481E-AFD7-2A9FB0847F54}" dt="2025-10-02T22:32:41.860" v="665" actId="1076"/>
          <ac:picMkLst>
            <pc:docMk/>
            <pc:sldMk cId="382529306" sldId="428"/>
            <ac:picMk id="3" creationId="{5106DC23-C2C0-D93D-BAAB-7C343D071A62}"/>
          </ac:picMkLst>
        </pc:picChg>
        <pc:picChg chg="del">
          <ac:chgData name="Michael Hill" userId="41dba03d-e58d-4389-9894-554c10310ba4" providerId="ADAL" clId="{EF23FE1D-A042-481E-AFD7-2A9FB0847F54}" dt="2025-10-02T22:30:25.593" v="383" actId="478"/>
          <ac:picMkLst>
            <pc:docMk/>
            <pc:sldMk cId="382529306" sldId="428"/>
            <ac:picMk id="6" creationId="{ACED0A87-0C2F-37D7-C7CC-F4699A10EDD4}"/>
          </ac:picMkLst>
        </pc:picChg>
      </pc:sldChg>
      <pc:sldChg chg="addSp modSp mod">
        <pc:chgData name="Michael Hill" userId="41dba03d-e58d-4389-9894-554c10310ba4" providerId="ADAL" clId="{EF23FE1D-A042-481E-AFD7-2A9FB0847F54}" dt="2025-10-02T22:49:03.368" v="2014" actId="732"/>
        <pc:sldMkLst>
          <pc:docMk/>
          <pc:sldMk cId="155687819" sldId="446"/>
        </pc:sldMkLst>
        <pc:spChg chg="mod">
          <ac:chgData name="Michael Hill" userId="41dba03d-e58d-4389-9894-554c10310ba4" providerId="ADAL" clId="{EF23FE1D-A042-481E-AFD7-2A9FB0847F54}" dt="2025-10-02T22:46:09.235" v="1590" actId="14100"/>
          <ac:spMkLst>
            <pc:docMk/>
            <pc:sldMk cId="155687819" sldId="446"/>
            <ac:spMk id="5" creationId="{A438B139-4865-BF2F-9954-96AC6B99A7E6}"/>
          </ac:spMkLst>
        </pc:spChg>
        <pc:spChg chg="mod">
          <ac:chgData name="Michael Hill" userId="41dba03d-e58d-4389-9894-554c10310ba4" providerId="ADAL" clId="{EF23FE1D-A042-481E-AFD7-2A9FB0847F54}" dt="2025-10-02T22:48:57.590" v="2012" actId="14100"/>
          <ac:spMkLst>
            <pc:docMk/>
            <pc:sldMk cId="155687819" sldId="446"/>
            <ac:spMk id="8" creationId="{CEB9EEDC-31EE-6A4E-EE39-88E63DDA80FD}"/>
          </ac:spMkLst>
        </pc:spChg>
        <pc:picChg chg="add mod modCrop">
          <ac:chgData name="Michael Hill" userId="41dba03d-e58d-4389-9894-554c10310ba4" providerId="ADAL" clId="{EF23FE1D-A042-481E-AFD7-2A9FB0847F54}" dt="2025-10-02T22:49:03.368" v="2014" actId="732"/>
          <ac:picMkLst>
            <pc:docMk/>
            <pc:sldMk cId="155687819" sldId="446"/>
            <ac:picMk id="3" creationId="{5A387882-E783-5B6D-5A71-A30D750D7730}"/>
          </ac:picMkLst>
        </pc:picChg>
      </pc:sldChg>
      <pc:sldChg chg="addSp delSp modSp mod">
        <pc:chgData name="Michael Hill" userId="41dba03d-e58d-4389-9894-554c10310ba4" providerId="ADAL" clId="{EF23FE1D-A042-481E-AFD7-2A9FB0847F54}" dt="2025-10-02T22:36:59.914" v="734" actId="14861"/>
        <pc:sldMkLst>
          <pc:docMk/>
          <pc:sldMk cId="1903254872" sldId="448"/>
        </pc:sldMkLst>
        <pc:spChg chg="add mod">
          <ac:chgData name="Michael Hill" userId="41dba03d-e58d-4389-9894-554c10310ba4" providerId="ADAL" clId="{EF23FE1D-A042-481E-AFD7-2A9FB0847F54}" dt="2025-10-02T22:36:59.914" v="734" actId="14861"/>
          <ac:spMkLst>
            <pc:docMk/>
            <pc:sldMk cId="1903254872" sldId="448"/>
            <ac:spMk id="2" creationId="{06922B9E-DDAC-998E-08B0-8D7330B2C846}"/>
          </ac:spMkLst>
        </pc:spChg>
        <pc:spChg chg="mod">
          <ac:chgData name="Michael Hill" userId="41dba03d-e58d-4389-9894-554c10310ba4" providerId="ADAL" clId="{EF23FE1D-A042-481E-AFD7-2A9FB0847F54}" dt="2025-10-02T22:32:51.260" v="687" actId="14100"/>
          <ac:spMkLst>
            <pc:docMk/>
            <pc:sldMk cId="1903254872" sldId="448"/>
            <ac:spMk id="5" creationId="{C491282E-56A4-0B69-F185-BAFDE77AC7F7}"/>
          </ac:spMkLst>
        </pc:spChg>
        <pc:spChg chg="add mod">
          <ac:chgData name="Michael Hill" userId="41dba03d-e58d-4389-9894-554c10310ba4" providerId="ADAL" clId="{EF23FE1D-A042-481E-AFD7-2A9FB0847F54}" dt="2025-10-02T22:36:59.914" v="734" actId="14861"/>
          <ac:spMkLst>
            <pc:docMk/>
            <pc:sldMk cId="1903254872" sldId="448"/>
            <ac:spMk id="6" creationId="{C47C2560-3DB3-C55F-B999-3D63B6902ECA}"/>
          </ac:spMkLst>
        </pc:spChg>
        <pc:spChg chg="del">
          <ac:chgData name="Michael Hill" userId="41dba03d-e58d-4389-9894-554c10310ba4" providerId="ADAL" clId="{EF23FE1D-A042-481E-AFD7-2A9FB0847F54}" dt="2025-10-02T22:33:17.743" v="690" actId="478"/>
          <ac:spMkLst>
            <pc:docMk/>
            <pc:sldMk cId="1903254872" sldId="448"/>
            <ac:spMk id="8" creationId="{67BC9A68-6053-3080-419B-C9054F221145}"/>
          </ac:spMkLst>
        </pc:spChg>
        <pc:spChg chg="add del mod">
          <ac:chgData name="Michael Hill" userId="41dba03d-e58d-4389-9894-554c10310ba4" providerId="ADAL" clId="{EF23FE1D-A042-481E-AFD7-2A9FB0847F54}" dt="2025-10-02T22:34:18.200" v="708" actId="478"/>
          <ac:spMkLst>
            <pc:docMk/>
            <pc:sldMk cId="1903254872" sldId="448"/>
            <ac:spMk id="10" creationId="{A94EADF7-A5FF-15E4-C2B5-142D50930673}"/>
          </ac:spMkLst>
        </pc:spChg>
        <pc:spChg chg="add del mod">
          <ac:chgData name="Michael Hill" userId="41dba03d-e58d-4389-9894-554c10310ba4" providerId="ADAL" clId="{EF23FE1D-A042-481E-AFD7-2A9FB0847F54}" dt="2025-10-02T22:34:20.068" v="709" actId="478"/>
          <ac:spMkLst>
            <pc:docMk/>
            <pc:sldMk cId="1903254872" sldId="448"/>
            <ac:spMk id="11" creationId="{AE48A521-4F7E-427F-DE91-1E67D2D84159}"/>
          </ac:spMkLst>
        </pc:spChg>
        <pc:spChg chg="add del mod">
          <ac:chgData name="Michael Hill" userId="41dba03d-e58d-4389-9894-554c10310ba4" providerId="ADAL" clId="{EF23FE1D-A042-481E-AFD7-2A9FB0847F54}" dt="2025-10-02T22:34:13.048" v="704" actId="478"/>
          <ac:spMkLst>
            <pc:docMk/>
            <pc:sldMk cId="1903254872" sldId="448"/>
            <ac:spMk id="13" creationId="{1B37F784-E931-FE3C-6C0B-9D2E031F169C}"/>
          </ac:spMkLst>
        </pc:spChg>
        <pc:spChg chg="add del mod">
          <ac:chgData name="Michael Hill" userId="41dba03d-e58d-4389-9894-554c10310ba4" providerId="ADAL" clId="{EF23FE1D-A042-481E-AFD7-2A9FB0847F54}" dt="2025-10-02T22:34:11.120" v="703" actId="478"/>
          <ac:spMkLst>
            <pc:docMk/>
            <pc:sldMk cId="1903254872" sldId="448"/>
            <ac:spMk id="14" creationId="{91A16758-DE61-45FD-AF9D-9C2CA83ACA7C}"/>
          </ac:spMkLst>
        </pc:spChg>
        <pc:spChg chg="add del mod">
          <ac:chgData name="Michael Hill" userId="41dba03d-e58d-4389-9894-554c10310ba4" providerId="ADAL" clId="{EF23FE1D-A042-481E-AFD7-2A9FB0847F54}" dt="2025-10-02T22:34:21.440" v="710" actId="478"/>
          <ac:spMkLst>
            <pc:docMk/>
            <pc:sldMk cId="1903254872" sldId="448"/>
            <ac:spMk id="15" creationId="{BC7E1AB1-620E-5B7B-CA39-7170662DEBFB}"/>
          </ac:spMkLst>
        </pc:spChg>
        <pc:spChg chg="add mod">
          <ac:chgData name="Michael Hill" userId="41dba03d-e58d-4389-9894-554c10310ba4" providerId="ADAL" clId="{EF23FE1D-A042-481E-AFD7-2A9FB0847F54}" dt="2025-10-02T22:36:59.914" v="734" actId="14861"/>
          <ac:spMkLst>
            <pc:docMk/>
            <pc:sldMk cId="1903254872" sldId="448"/>
            <ac:spMk id="16" creationId="{42670374-ED0F-47AE-8755-3F2755DBD120}"/>
          </ac:spMkLst>
        </pc:spChg>
        <pc:spChg chg="add mod">
          <ac:chgData name="Michael Hill" userId="41dba03d-e58d-4389-9894-554c10310ba4" providerId="ADAL" clId="{EF23FE1D-A042-481E-AFD7-2A9FB0847F54}" dt="2025-10-02T22:36:59.914" v="734" actId="14861"/>
          <ac:spMkLst>
            <pc:docMk/>
            <pc:sldMk cId="1903254872" sldId="448"/>
            <ac:spMk id="17" creationId="{6DCE750B-4FFC-B2C1-99B3-605B51388DF3}"/>
          </ac:spMkLst>
        </pc:spChg>
        <pc:picChg chg="del">
          <ac:chgData name="Michael Hill" userId="41dba03d-e58d-4389-9894-554c10310ba4" providerId="ADAL" clId="{EF23FE1D-A042-481E-AFD7-2A9FB0847F54}" dt="2025-10-02T22:32:52.103" v="688" actId="478"/>
          <ac:picMkLst>
            <pc:docMk/>
            <pc:sldMk cId="1903254872" sldId="448"/>
            <ac:picMk id="3" creationId="{D3ECB09F-EA54-1FCC-721C-F3FA165C8BA4}"/>
          </ac:picMkLst>
        </pc:picChg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741512526" sldId="449"/>
        </pc:sldMkLst>
      </pc:sldChg>
      <pc:sldChg chg="addSp delSp modSp add mod ord">
        <pc:chgData name="Michael Hill" userId="41dba03d-e58d-4389-9894-554c10310ba4" providerId="ADAL" clId="{EF23FE1D-A042-481E-AFD7-2A9FB0847F54}" dt="2025-10-02T22:38:39.635" v="1046" actId="1076"/>
        <pc:sldMkLst>
          <pc:docMk/>
          <pc:sldMk cId="3185032503" sldId="449"/>
        </pc:sldMkLst>
        <pc:spChg chg="add mod">
          <ac:chgData name="Michael Hill" userId="41dba03d-e58d-4389-9894-554c10310ba4" providerId="ADAL" clId="{EF23FE1D-A042-481E-AFD7-2A9FB0847F54}" dt="2025-10-02T22:38:38.151" v="1045" actId="1076"/>
          <ac:spMkLst>
            <pc:docMk/>
            <pc:sldMk cId="3185032503" sldId="449"/>
            <ac:spMk id="2" creationId="{5954A6DD-594D-C32D-227C-BB4FE3029916}"/>
          </ac:spMkLst>
        </pc:spChg>
        <pc:spChg chg="add mod">
          <ac:chgData name="Michael Hill" userId="41dba03d-e58d-4389-9894-554c10310ba4" providerId="ADAL" clId="{EF23FE1D-A042-481E-AFD7-2A9FB0847F54}" dt="2025-10-02T22:38:35.518" v="1043" actId="1076"/>
          <ac:spMkLst>
            <pc:docMk/>
            <pc:sldMk cId="3185032503" sldId="449"/>
            <ac:spMk id="6" creationId="{87650666-A42A-FDB4-504D-678492C846AA}"/>
          </ac:spMkLst>
        </pc:spChg>
        <pc:spChg chg="mod">
          <ac:chgData name="Michael Hill" userId="41dba03d-e58d-4389-9894-554c10310ba4" providerId="ADAL" clId="{EF23FE1D-A042-481E-AFD7-2A9FB0847F54}" dt="2025-10-02T22:38:23.601" v="1040" actId="20577"/>
          <ac:spMkLst>
            <pc:docMk/>
            <pc:sldMk cId="3185032503" sldId="449"/>
            <ac:spMk id="8" creationId="{D3C3B5FE-D7DA-4745-35D9-A7B4C8E329D1}"/>
          </ac:spMkLst>
        </pc:spChg>
        <pc:spChg chg="add mod">
          <ac:chgData name="Michael Hill" userId="41dba03d-e58d-4389-9894-554c10310ba4" providerId="ADAL" clId="{EF23FE1D-A042-481E-AFD7-2A9FB0847F54}" dt="2025-10-02T22:38:39.635" v="1046" actId="1076"/>
          <ac:spMkLst>
            <pc:docMk/>
            <pc:sldMk cId="3185032503" sldId="449"/>
            <ac:spMk id="10" creationId="{B8FDE692-6018-9857-F5AE-CF4BD49A61E4}"/>
          </ac:spMkLst>
        </pc:spChg>
        <pc:spChg chg="add mod">
          <ac:chgData name="Michael Hill" userId="41dba03d-e58d-4389-9894-554c10310ba4" providerId="ADAL" clId="{EF23FE1D-A042-481E-AFD7-2A9FB0847F54}" dt="2025-10-02T22:38:36.771" v="1044" actId="1076"/>
          <ac:spMkLst>
            <pc:docMk/>
            <pc:sldMk cId="3185032503" sldId="449"/>
            <ac:spMk id="11" creationId="{BDF83527-E81E-368A-35AA-703C8B79DFCE}"/>
          </ac:spMkLst>
        </pc:spChg>
        <pc:picChg chg="del">
          <ac:chgData name="Michael Hill" userId="41dba03d-e58d-4389-9894-554c10310ba4" providerId="ADAL" clId="{EF23FE1D-A042-481E-AFD7-2A9FB0847F54}" dt="2025-10-02T22:38:26.527" v="1041" actId="478"/>
          <ac:picMkLst>
            <pc:docMk/>
            <pc:sldMk cId="3185032503" sldId="449"/>
            <ac:picMk id="3" creationId="{93C931C1-B53E-CF35-61A2-FD801D7A69E5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0-02T22:41:29.277" v="1334" actId="478"/>
        <pc:sldMkLst>
          <pc:docMk/>
          <pc:sldMk cId="403078246" sldId="450"/>
        </pc:sldMkLst>
        <pc:spChg chg="mod">
          <ac:chgData name="Michael Hill" userId="41dba03d-e58d-4389-9894-554c10310ba4" providerId="ADAL" clId="{EF23FE1D-A042-481E-AFD7-2A9FB0847F54}" dt="2025-10-02T22:39:35.137" v="1120" actId="1076"/>
          <ac:spMkLst>
            <pc:docMk/>
            <pc:sldMk cId="403078246" sldId="450"/>
            <ac:spMk id="2" creationId="{4214AA7B-4444-E312-7DEE-B93978ACCAF2}"/>
          </ac:spMkLst>
        </pc:spChg>
        <pc:spChg chg="add mod">
          <ac:chgData name="Michael Hill" userId="41dba03d-e58d-4389-9894-554c10310ba4" providerId="ADAL" clId="{EF23FE1D-A042-481E-AFD7-2A9FB0847F54}" dt="2025-10-02T22:39:26.978" v="1113" actId="1076"/>
          <ac:spMkLst>
            <pc:docMk/>
            <pc:sldMk cId="403078246" sldId="450"/>
            <ac:spMk id="3" creationId="{AD44C88B-B2E9-6DFC-4FA6-3A6C9FA85193}"/>
          </ac:spMkLst>
        </pc:spChg>
        <pc:spChg chg="mod">
          <ac:chgData name="Michael Hill" userId="41dba03d-e58d-4389-9894-554c10310ba4" providerId="ADAL" clId="{EF23FE1D-A042-481E-AFD7-2A9FB0847F54}" dt="2025-10-02T22:39:24.376" v="1111" actId="1076"/>
          <ac:spMkLst>
            <pc:docMk/>
            <pc:sldMk cId="403078246" sldId="450"/>
            <ac:spMk id="6" creationId="{EF937E42-10D2-F5A6-D90A-BE1B891043F6}"/>
          </ac:spMkLst>
        </pc:spChg>
        <pc:spChg chg="del mod">
          <ac:chgData name="Michael Hill" userId="41dba03d-e58d-4389-9894-554c10310ba4" providerId="ADAL" clId="{EF23FE1D-A042-481E-AFD7-2A9FB0847F54}" dt="2025-10-02T22:38:45.152" v="1049" actId="478"/>
          <ac:spMkLst>
            <pc:docMk/>
            <pc:sldMk cId="403078246" sldId="450"/>
            <ac:spMk id="8" creationId="{93D1B5E8-AE63-A69F-C7B4-4B1E34739173}"/>
          </ac:spMkLst>
        </pc:spChg>
        <pc:spChg chg="del">
          <ac:chgData name="Michael Hill" userId="41dba03d-e58d-4389-9894-554c10310ba4" providerId="ADAL" clId="{EF23FE1D-A042-481E-AFD7-2A9FB0847F54}" dt="2025-10-02T22:41:29.277" v="1334" actId="478"/>
          <ac:spMkLst>
            <pc:docMk/>
            <pc:sldMk cId="403078246" sldId="450"/>
            <ac:spMk id="10" creationId="{3C2DA896-72EC-DAD0-8A76-246CDB038B57}"/>
          </ac:spMkLst>
        </pc:spChg>
        <pc:spChg chg="mod">
          <ac:chgData name="Michael Hill" userId="41dba03d-e58d-4389-9894-554c10310ba4" providerId="ADAL" clId="{EF23FE1D-A042-481E-AFD7-2A9FB0847F54}" dt="2025-10-02T22:39:21.756" v="1109" actId="1076"/>
          <ac:spMkLst>
            <pc:docMk/>
            <pc:sldMk cId="403078246" sldId="450"/>
            <ac:spMk id="11" creationId="{0B5D1C4C-1A21-0458-BCB7-0F9BABFC1C8E}"/>
          </ac:spMkLst>
        </pc:spChg>
        <pc:spChg chg="add mod">
          <ac:chgData name="Michael Hill" userId="41dba03d-e58d-4389-9894-554c10310ba4" providerId="ADAL" clId="{EF23FE1D-A042-481E-AFD7-2A9FB0847F54}" dt="2025-10-02T22:40:07.625" v="1129" actId="1076"/>
          <ac:spMkLst>
            <pc:docMk/>
            <pc:sldMk cId="403078246" sldId="450"/>
            <ac:spMk id="13" creationId="{010ABE3A-37EC-23BA-2371-8EC6EB3F0A6D}"/>
          </ac:spMkLst>
        </pc:spChg>
        <pc:cxnChg chg="add mod">
          <ac:chgData name="Michael Hill" userId="41dba03d-e58d-4389-9894-554c10310ba4" providerId="ADAL" clId="{EF23FE1D-A042-481E-AFD7-2A9FB0847F54}" dt="2025-10-02T22:39:53.660" v="1122" actId="1582"/>
          <ac:cxnSpMkLst>
            <pc:docMk/>
            <pc:sldMk cId="403078246" sldId="450"/>
            <ac:cxnSpMk id="15" creationId="{6F4F6916-A6F6-BD22-6AD6-0DE04E7DD149}"/>
          </ac:cxnSpMkLst>
        </pc:cxnChg>
        <pc:cxnChg chg="add mod">
          <ac:chgData name="Michael Hill" userId="41dba03d-e58d-4389-9894-554c10310ba4" providerId="ADAL" clId="{EF23FE1D-A042-481E-AFD7-2A9FB0847F54}" dt="2025-10-02T22:39:58.121" v="1124" actId="1076"/>
          <ac:cxnSpMkLst>
            <pc:docMk/>
            <pc:sldMk cId="403078246" sldId="450"/>
            <ac:cxnSpMk id="16" creationId="{708D3706-DFCE-4E5F-7349-03480301636E}"/>
          </ac:cxnSpMkLst>
        </pc:cxnChg>
        <pc:cxnChg chg="add mod">
          <ac:chgData name="Michael Hill" userId="41dba03d-e58d-4389-9894-554c10310ba4" providerId="ADAL" clId="{EF23FE1D-A042-481E-AFD7-2A9FB0847F54}" dt="2025-10-02T22:40:02.408" v="1126" actId="1076"/>
          <ac:cxnSpMkLst>
            <pc:docMk/>
            <pc:sldMk cId="403078246" sldId="450"/>
            <ac:cxnSpMk id="17" creationId="{B28745CB-A3D5-2498-0192-D58245A78B0C}"/>
          </ac:cxnSpMkLst>
        </pc:cxnChg>
        <pc:cxnChg chg="add mod">
          <ac:chgData name="Michael Hill" userId="41dba03d-e58d-4389-9894-554c10310ba4" providerId="ADAL" clId="{EF23FE1D-A042-481E-AFD7-2A9FB0847F54}" dt="2025-10-02T22:40:05.565" v="1128" actId="1076"/>
          <ac:cxnSpMkLst>
            <pc:docMk/>
            <pc:sldMk cId="403078246" sldId="450"/>
            <ac:cxnSpMk id="18" creationId="{A1CF6612-B6D7-533B-AC86-D6AB2BE7FC80}"/>
          </ac:cxnSpMkLst>
        </pc:cxnChg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3631660517" sldId="450"/>
        </pc:sldMkLst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3213337167" sldId="451"/>
        </pc:sldMkLst>
      </pc:sldChg>
      <pc:sldChg chg="addSp delSp modSp add mod">
        <pc:chgData name="Michael Hill" userId="41dba03d-e58d-4389-9894-554c10310ba4" providerId="ADAL" clId="{EF23FE1D-A042-481E-AFD7-2A9FB0847F54}" dt="2025-10-02T22:42:59.496" v="1379" actId="14100"/>
        <pc:sldMkLst>
          <pc:docMk/>
          <pc:sldMk cId="3930145291" sldId="451"/>
        </pc:sldMkLst>
        <pc:spChg chg="del mod">
          <ac:chgData name="Michael Hill" userId="41dba03d-e58d-4389-9894-554c10310ba4" providerId="ADAL" clId="{EF23FE1D-A042-481E-AFD7-2A9FB0847F54}" dt="2025-10-02T22:41:54.488" v="1351" actId="478"/>
          <ac:spMkLst>
            <pc:docMk/>
            <pc:sldMk cId="3930145291" sldId="451"/>
            <ac:spMk id="2" creationId="{DCBB0478-05AA-3B1B-DBE2-9CE24C6CEE02}"/>
          </ac:spMkLst>
        </pc:spChg>
        <pc:spChg chg="mod">
          <ac:chgData name="Michael Hill" userId="41dba03d-e58d-4389-9894-554c10310ba4" providerId="ADAL" clId="{EF23FE1D-A042-481E-AFD7-2A9FB0847F54}" dt="2025-10-02T22:41:55.519" v="1352" actId="1076"/>
          <ac:spMkLst>
            <pc:docMk/>
            <pc:sldMk cId="3930145291" sldId="451"/>
            <ac:spMk id="3" creationId="{AC73F8F9-F09E-E12C-7881-972FF986BD29}"/>
          </ac:spMkLst>
        </pc:spChg>
        <pc:spChg chg="add mod">
          <ac:chgData name="Michael Hill" userId="41dba03d-e58d-4389-9894-554c10310ba4" providerId="ADAL" clId="{EF23FE1D-A042-481E-AFD7-2A9FB0847F54}" dt="2025-10-02T22:41:57.126" v="1353" actId="1076"/>
          <ac:spMkLst>
            <pc:docMk/>
            <pc:sldMk cId="3930145291" sldId="451"/>
            <ac:spMk id="8" creationId="{ADFA8B8E-86F2-BE06-706C-C1410D9963EB}"/>
          </ac:spMkLst>
        </pc:spChg>
        <pc:spChg chg="mod">
          <ac:chgData name="Michael Hill" userId="41dba03d-e58d-4389-9894-554c10310ba4" providerId="ADAL" clId="{EF23FE1D-A042-481E-AFD7-2A9FB0847F54}" dt="2025-10-02T22:41:39.899" v="1342" actId="1076"/>
          <ac:spMkLst>
            <pc:docMk/>
            <pc:sldMk cId="3930145291" sldId="451"/>
            <ac:spMk id="10" creationId="{919A0563-3EC2-8D2B-9B2D-F03D93C6B9CB}"/>
          </ac:spMkLst>
        </pc:spChg>
        <pc:spChg chg="add mod">
          <ac:chgData name="Michael Hill" userId="41dba03d-e58d-4389-9894-554c10310ba4" providerId="ADAL" clId="{EF23FE1D-A042-481E-AFD7-2A9FB0847F54}" dt="2025-10-02T22:42:27.342" v="1370" actId="20577"/>
          <ac:spMkLst>
            <pc:docMk/>
            <pc:sldMk cId="3930145291" sldId="451"/>
            <ac:spMk id="27" creationId="{FA1506DD-42CA-0AC8-D1FF-0F2BB5FE0520}"/>
          </ac:spMkLst>
        </pc:spChg>
        <pc:spChg chg="add mod">
          <ac:chgData name="Michael Hill" userId="41dba03d-e58d-4389-9894-554c10310ba4" providerId="ADAL" clId="{EF23FE1D-A042-481E-AFD7-2A9FB0847F54}" dt="2025-10-02T22:42:39.814" v="1377" actId="1076"/>
          <ac:spMkLst>
            <pc:docMk/>
            <pc:sldMk cId="3930145291" sldId="451"/>
            <ac:spMk id="28" creationId="{9B9DB50C-414E-FEEF-25E8-549CD0B5E956}"/>
          </ac:spMkLst>
        </pc:spChg>
        <pc:cxnChg chg="mod">
          <ac:chgData name="Michael Hill" userId="41dba03d-e58d-4389-9894-554c10310ba4" providerId="ADAL" clId="{EF23FE1D-A042-481E-AFD7-2A9FB0847F54}" dt="2025-10-02T22:42:00.861" v="1355" actId="14100"/>
          <ac:cxnSpMkLst>
            <pc:docMk/>
            <pc:sldMk cId="3930145291" sldId="451"/>
            <ac:cxnSpMk id="17" creationId="{9193D4E6-6ED8-E861-37CC-E787189BA5EB}"/>
          </ac:cxnSpMkLst>
        </pc:cxnChg>
        <pc:cxnChg chg="mod">
          <ac:chgData name="Michael Hill" userId="41dba03d-e58d-4389-9894-554c10310ba4" providerId="ADAL" clId="{EF23FE1D-A042-481E-AFD7-2A9FB0847F54}" dt="2025-10-02T22:42:03.986" v="1357" actId="14100"/>
          <ac:cxnSpMkLst>
            <pc:docMk/>
            <pc:sldMk cId="3930145291" sldId="451"/>
            <ac:cxnSpMk id="18" creationId="{7C8D27ED-30A6-CBCA-69BC-ACCCD2A5B2D2}"/>
          </ac:cxnSpMkLst>
        </pc:cxnChg>
        <pc:cxnChg chg="add mod">
          <ac:chgData name="Michael Hill" userId="41dba03d-e58d-4389-9894-554c10310ba4" providerId="ADAL" clId="{EF23FE1D-A042-481E-AFD7-2A9FB0847F54}" dt="2025-10-02T22:42:59.496" v="1379" actId="14100"/>
          <ac:cxnSpMkLst>
            <pc:docMk/>
            <pc:sldMk cId="3930145291" sldId="451"/>
            <ac:cxnSpMk id="20" creationId="{B7D2631E-06A7-4180-B6FC-2994EF9B8C4D}"/>
          </ac:cxnSpMkLst>
        </pc:cxnChg>
        <pc:cxnChg chg="add mod">
          <ac:chgData name="Michael Hill" userId="41dba03d-e58d-4389-9894-554c10310ba4" providerId="ADAL" clId="{EF23FE1D-A042-481E-AFD7-2A9FB0847F54}" dt="2025-10-02T22:42:57.214" v="1378" actId="14100"/>
          <ac:cxnSpMkLst>
            <pc:docMk/>
            <pc:sldMk cId="3930145291" sldId="451"/>
            <ac:cxnSpMk id="23" creationId="{57329A86-AFDD-6780-8DD7-7809E38C27DD}"/>
          </ac:cxnSpMkLst>
        </pc:cxnChg>
      </pc:sldChg>
      <pc:sldChg chg="modSp add mod ord">
        <pc:chgData name="Michael Hill" userId="41dba03d-e58d-4389-9894-554c10310ba4" providerId="ADAL" clId="{EF23FE1D-A042-481E-AFD7-2A9FB0847F54}" dt="2025-10-02T22:41:01.776" v="1332" actId="20577"/>
        <pc:sldMkLst>
          <pc:docMk/>
          <pc:sldMk cId="84444750" sldId="452"/>
        </pc:sldMkLst>
        <pc:spChg chg="mod">
          <ac:chgData name="Michael Hill" userId="41dba03d-e58d-4389-9894-554c10310ba4" providerId="ADAL" clId="{EF23FE1D-A042-481E-AFD7-2A9FB0847F54}" dt="2025-10-02T22:41:01.776" v="1332" actId="20577"/>
          <ac:spMkLst>
            <pc:docMk/>
            <pc:sldMk cId="84444750" sldId="452"/>
            <ac:spMk id="8" creationId="{70CEB92F-33B5-5B44-15F1-20192351D478}"/>
          </ac:spMkLst>
        </pc:spChg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1309843081" sldId="452"/>
        </pc:sldMkLst>
      </pc:sldChg>
      <pc:sldChg chg="modSp add mod ord">
        <pc:chgData name="Michael Hill" userId="41dba03d-e58d-4389-9894-554c10310ba4" providerId="ADAL" clId="{EF23FE1D-A042-481E-AFD7-2A9FB0847F54}" dt="2025-10-02T22:43:33.422" v="1516" actId="20577"/>
        <pc:sldMkLst>
          <pc:docMk/>
          <pc:sldMk cId="3608682845" sldId="453"/>
        </pc:sldMkLst>
        <pc:spChg chg="mod">
          <ac:chgData name="Michael Hill" userId="41dba03d-e58d-4389-9894-554c10310ba4" providerId="ADAL" clId="{EF23FE1D-A042-481E-AFD7-2A9FB0847F54}" dt="2025-10-02T22:43:33.422" v="1516" actId="20577"/>
          <ac:spMkLst>
            <pc:docMk/>
            <pc:sldMk cId="3608682845" sldId="453"/>
            <ac:spMk id="8" creationId="{49A4BF69-CA30-650D-49B2-D28A996C1FE0}"/>
          </ac:spMkLst>
        </pc:spChg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4212281669" sldId="453"/>
        </pc:sldMkLst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2096120349" sldId="454"/>
        </pc:sldMkLst>
      </pc:sldChg>
      <pc:sldChg chg="modSp add mod">
        <pc:chgData name="Michael Hill" userId="41dba03d-e58d-4389-9894-554c10310ba4" providerId="ADAL" clId="{EF23FE1D-A042-481E-AFD7-2A9FB0847F54}" dt="2025-10-02T22:44:12.066" v="1566" actId="20577"/>
        <pc:sldMkLst>
          <pc:docMk/>
          <pc:sldMk cId="2837972064" sldId="454"/>
        </pc:sldMkLst>
        <pc:spChg chg="mod">
          <ac:chgData name="Michael Hill" userId="41dba03d-e58d-4389-9894-554c10310ba4" providerId="ADAL" clId="{EF23FE1D-A042-481E-AFD7-2A9FB0847F54}" dt="2025-10-02T22:44:12.066" v="1566" actId="20577"/>
          <ac:spMkLst>
            <pc:docMk/>
            <pc:sldMk cId="2837972064" sldId="454"/>
            <ac:spMk id="8" creationId="{75DFEC38-BC56-FD6B-DE4E-0C073C921D69}"/>
          </ac:spMkLst>
        </pc:spChg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1468824312" sldId="455"/>
        </pc:sldMkLst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736311136" sldId="456"/>
        </pc:sldMkLst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1885271212" sldId="457"/>
        </pc:sldMkLst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1856158589" sldId="458"/>
        </pc:sldMkLst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2700425999" sldId="459"/>
        </pc:sldMkLst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1299574874" sldId="460"/>
        </pc:sldMkLst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964419580" sldId="461"/>
        </pc:sldMkLst>
      </pc:sldChg>
      <pc:sldChg chg="del">
        <pc:chgData name="Michael Hill" userId="41dba03d-e58d-4389-9894-554c10310ba4" providerId="ADAL" clId="{EF23FE1D-A042-481E-AFD7-2A9FB0847F54}" dt="2025-10-02T22:37:06.201" v="735" actId="47"/>
        <pc:sldMkLst>
          <pc:docMk/>
          <pc:sldMk cId="2855594587" sldId="4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405159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Bahnschrift SemiBold" panose="020B0502040204020203" pitchFamily="34" charset="0"/>
              </a:rPr>
              <a:t>LESSON B1-3</a:t>
            </a:r>
            <a:endParaRPr lang="en-US" sz="4800" dirty="0">
              <a:latin typeface="Bahnschrift SemiBold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4082934" y="3692233"/>
            <a:ext cx="4465320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FLOWCHARTS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Flowcharts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Flowchart Symbols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plain text algorithm for how you get ready for school in the morning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Snooze my alarm (x6)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Roll out of bed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Turn on the shower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Feed my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snorlax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Pokemon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Sleep (shower warms up)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 shower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Get Dressed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Pack Lunch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Leave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77615-EFF9-4FA2-C328-B8FB0B19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1895F04-90E0-19D4-D694-808C7F67C3A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8F18C0-8BDE-8703-F30C-7376AB89FFD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E1784C-161D-E703-76B5-637528A1768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96737B-54A4-D9CC-D9F7-B185372877D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388EB5-D6C0-907D-64F9-21E4846E9D13}"/>
              </a:ext>
            </a:extLst>
          </p:cNvPr>
          <p:cNvSpPr/>
          <p:nvPr/>
        </p:nvSpPr>
        <p:spPr>
          <a:xfrm>
            <a:off x="421106" y="1357745"/>
            <a:ext cx="641646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Flowcharts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are used to design algorithms and to describe them using diagrams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can be used to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Track variable changes,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Show execution flow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Determine the expected output of an algorithm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A51895-9F56-8F74-763F-789F4C4EED1D}"/>
              </a:ext>
            </a:extLst>
          </p:cNvPr>
          <p:cNvSpPr/>
          <p:nvPr/>
        </p:nvSpPr>
        <p:spPr>
          <a:xfrm>
            <a:off x="0" y="155968"/>
            <a:ext cx="37713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FLOWCHARTS</a:t>
            </a:r>
          </a:p>
        </p:txBody>
      </p:sp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5106DC23-C2C0-D93D-BAAB-7C343D071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599" y="1243012"/>
            <a:ext cx="451485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2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387FCF-24F9-949E-8A17-259635D0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8AC692C-E5C6-6105-C12D-B57D2FB7650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BB1B28-4039-1B3C-CBC7-5D02F2A01F2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9BA125-C227-815C-FED3-0F06FF4B538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159AA8-8B0C-4FD7-9AE6-EB2137135DD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91282E-56A4-0B69-F185-BAFDE77AC7F7}"/>
              </a:ext>
            </a:extLst>
          </p:cNvPr>
          <p:cNvSpPr/>
          <p:nvPr/>
        </p:nvSpPr>
        <p:spPr>
          <a:xfrm>
            <a:off x="0" y="155968"/>
            <a:ext cx="598516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FLOWCHART SYMBOLS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922B9E-DDAC-998E-08B0-8D7330B2C846}"/>
              </a:ext>
            </a:extLst>
          </p:cNvPr>
          <p:cNvSpPr/>
          <p:nvPr/>
        </p:nvSpPr>
        <p:spPr>
          <a:xfrm>
            <a:off x="3161415" y="2119388"/>
            <a:ext cx="1987358" cy="86395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C47C2560-3DB3-C55F-B999-3D63B6902ECA}"/>
              </a:ext>
            </a:extLst>
          </p:cNvPr>
          <p:cNvSpPr/>
          <p:nvPr/>
        </p:nvSpPr>
        <p:spPr>
          <a:xfrm>
            <a:off x="6462178" y="2119388"/>
            <a:ext cx="2590160" cy="1138090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or</a:t>
            </a:r>
          </a:p>
          <a:p>
            <a:pPr algn="ctr"/>
            <a:r>
              <a:rPr lang="en-US" dirty="0"/>
              <a:t>Output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42670374-ED0F-47AE-8755-3F2755DBD120}"/>
              </a:ext>
            </a:extLst>
          </p:cNvPr>
          <p:cNvSpPr/>
          <p:nvPr/>
        </p:nvSpPr>
        <p:spPr>
          <a:xfrm>
            <a:off x="2933449" y="3813028"/>
            <a:ext cx="3032840" cy="1816887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Decision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CE750B-4FFC-B2C1-99B3-605B51388DF3}"/>
              </a:ext>
            </a:extLst>
          </p:cNvPr>
          <p:cNvSpPr/>
          <p:nvPr/>
        </p:nvSpPr>
        <p:spPr>
          <a:xfrm>
            <a:off x="6763579" y="4134359"/>
            <a:ext cx="1987358" cy="8639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Terminator</a:t>
            </a:r>
          </a:p>
        </p:txBody>
      </p:sp>
    </p:spTree>
    <p:extLst>
      <p:ext uri="{BB962C8B-B14F-4D97-AF65-F5344CB8AC3E}">
        <p14:creationId xmlns:p14="http://schemas.microsoft.com/office/powerpoint/2010/main" val="190325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5F158-CC35-8CC7-1E44-91DC7C0D7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ECF997F-6E9D-4034-060B-8C45B61E103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12EDFE-B97C-7B9E-5A33-05578E50202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2F6F83-8EC2-7307-8648-595DD900FDE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94B4ED-A825-D4B0-6453-5091708AFC8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C3B5FE-D7DA-4745-35D9-A7B4C8E329D1}"/>
              </a:ext>
            </a:extLst>
          </p:cNvPr>
          <p:cNvSpPr/>
          <p:nvPr/>
        </p:nvSpPr>
        <p:spPr>
          <a:xfrm>
            <a:off x="421106" y="1357745"/>
            <a:ext cx="641646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look at the following problem: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Request the user input two numbers from the keyboard, then output their average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classify our events: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Input: two numbers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Output: average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Process: calculate the sum, then calculate the average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C3507-E5AD-36BF-CF08-7B03702E9C53}"/>
              </a:ext>
            </a:extLst>
          </p:cNvPr>
          <p:cNvSpPr/>
          <p:nvPr/>
        </p:nvSpPr>
        <p:spPr>
          <a:xfrm>
            <a:off x="0" y="155968"/>
            <a:ext cx="37713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FLOWCHARTS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54A6DD-594D-C32D-227C-BB4FE3029916}"/>
              </a:ext>
            </a:extLst>
          </p:cNvPr>
          <p:cNvSpPr/>
          <p:nvPr/>
        </p:nvSpPr>
        <p:spPr>
          <a:xfrm>
            <a:off x="7621219" y="3117178"/>
            <a:ext cx="1987358" cy="86395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7650666-A42A-FDB4-504D-678492C846AA}"/>
              </a:ext>
            </a:extLst>
          </p:cNvPr>
          <p:cNvSpPr/>
          <p:nvPr/>
        </p:nvSpPr>
        <p:spPr>
          <a:xfrm>
            <a:off x="7739608" y="878457"/>
            <a:ext cx="2590160" cy="1138090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or</a:t>
            </a:r>
          </a:p>
          <a:p>
            <a:pPr algn="ctr"/>
            <a:r>
              <a:rPr lang="en-US" dirty="0"/>
              <a:t>Output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B8FDE692-6018-9857-F5AE-CF4BD49A61E4}"/>
              </a:ext>
            </a:extLst>
          </p:cNvPr>
          <p:cNvSpPr/>
          <p:nvPr/>
        </p:nvSpPr>
        <p:spPr>
          <a:xfrm>
            <a:off x="8758483" y="4267546"/>
            <a:ext cx="3032840" cy="1816887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Decision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DF83527-E81E-368A-35AA-703C8B79DFCE}"/>
              </a:ext>
            </a:extLst>
          </p:cNvPr>
          <p:cNvSpPr/>
          <p:nvPr/>
        </p:nvSpPr>
        <p:spPr>
          <a:xfrm>
            <a:off x="9783536" y="2478360"/>
            <a:ext cx="1987358" cy="8639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Terminator</a:t>
            </a:r>
          </a:p>
        </p:txBody>
      </p:sp>
    </p:spTree>
    <p:extLst>
      <p:ext uri="{BB962C8B-B14F-4D97-AF65-F5344CB8AC3E}">
        <p14:creationId xmlns:p14="http://schemas.microsoft.com/office/powerpoint/2010/main" val="3185032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885D3-71DD-B8EF-6E73-A518248AB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390960F-5426-05A8-DAF7-1CB0A887636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6DA7F9-76D6-E09D-DA01-30A26BBA1AA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108F6E-DDF5-53DE-805A-FC5E47FDDDA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F461D5-E03A-7C23-80E3-74BF56EBAA4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4F0E4F-CB67-B7D3-E20C-108C1A1D43C4}"/>
              </a:ext>
            </a:extLst>
          </p:cNvPr>
          <p:cNvSpPr/>
          <p:nvPr/>
        </p:nvSpPr>
        <p:spPr>
          <a:xfrm>
            <a:off x="0" y="155968"/>
            <a:ext cx="37713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FLOWCHARTS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14AA7B-4444-E312-7DEE-B93978ACCAF2}"/>
              </a:ext>
            </a:extLst>
          </p:cNvPr>
          <p:cNvSpPr/>
          <p:nvPr/>
        </p:nvSpPr>
        <p:spPr>
          <a:xfrm>
            <a:off x="4680729" y="3092152"/>
            <a:ext cx="1987358" cy="86395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 = a + b</a:t>
            </a:r>
          </a:p>
          <a:p>
            <a:pPr algn="ctr"/>
            <a:r>
              <a:rPr lang="en-US" dirty="0"/>
              <a:t>Avg = Sum/2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F937E42-10D2-F5A6-D90A-BE1B891043F6}"/>
              </a:ext>
            </a:extLst>
          </p:cNvPr>
          <p:cNvSpPr/>
          <p:nvPr/>
        </p:nvSpPr>
        <p:spPr>
          <a:xfrm>
            <a:off x="4379328" y="1564953"/>
            <a:ext cx="2590160" cy="1138090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</a:t>
            </a:r>
            <a:r>
              <a:rPr lang="en-US" dirty="0" err="1"/>
              <a:t>a,b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B5D1C4C-1A21-0458-BCB7-0F9BABFC1C8E}"/>
              </a:ext>
            </a:extLst>
          </p:cNvPr>
          <p:cNvSpPr/>
          <p:nvPr/>
        </p:nvSpPr>
        <p:spPr>
          <a:xfrm>
            <a:off x="4680729" y="411389"/>
            <a:ext cx="1987358" cy="8639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AD44C88B-B2E9-6DFC-4FA6-3A6C9FA85193}"/>
              </a:ext>
            </a:extLst>
          </p:cNvPr>
          <p:cNvSpPr/>
          <p:nvPr/>
        </p:nvSpPr>
        <p:spPr>
          <a:xfrm>
            <a:off x="4379328" y="4227389"/>
            <a:ext cx="2590160" cy="1138090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Avg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10ABE3A-37EC-23BA-2371-8EC6EB3F0A6D}"/>
              </a:ext>
            </a:extLst>
          </p:cNvPr>
          <p:cNvSpPr/>
          <p:nvPr/>
        </p:nvSpPr>
        <p:spPr>
          <a:xfrm>
            <a:off x="4680729" y="5737297"/>
            <a:ext cx="1987358" cy="8639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4F6916-A6F6-BD22-6AD6-0DE04E7DD149}"/>
              </a:ext>
            </a:extLst>
          </p:cNvPr>
          <p:cNvCxnSpPr/>
          <p:nvPr/>
        </p:nvCxnSpPr>
        <p:spPr>
          <a:xfrm>
            <a:off x="5801459" y="1143745"/>
            <a:ext cx="0" cy="42120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8D3706-DFCE-4E5F-7349-03480301636E}"/>
              </a:ext>
            </a:extLst>
          </p:cNvPr>
          <p:cNvCxnSpPr/>
          <p:nvPr/>
        </p:nvCxnSpPr>
        <p:spPr>
          <a:xfrm>
            <a:off x="5656958" y="2703043"/>
            <a:ext cx="0" cy="42120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8745CB-A3D5-2498-0192-D58245A78B0C}"/>
              </a:ext>
            </a:extLst>
          </p:cNvPr>
          <p:cNvCxnSpPr/>
          <p:nvPr/>
        </p:nvCxnSpPr>
        <p:spPr>
          <a:xfrm>
            <a:off x="5656958" y="3846338"/>
            <a:ext cx="0" cy="42120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CF6612-B6D7-533B-AC86-D6AB2BE7FC80}"/>
              </a:ext>
            </a:extLst>
          </p:cNvPr>
          <p:cNvCxnSpPr/>
          <p:nvPr/>
        </p:nvCxnSpPr>
        <p:spPr>
          <a:xfrm>
            <a:off x="5647407" y="5316089"/>
            <a:ext cx="0" cy="42120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78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73CC7-3800-D570-30E5-AAB7936F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2FB7AFC-CADA-0D56-DA29-12C3E7CFE44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66AA1F-0787-7FE8-367D-372FDF84724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C1A889-5B82-2233-38CE-B0C271D8144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90E36E-13CA-C323-89DF-9BF4C1B39FF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CEB92F-33B5-5B44-15F1-20192351D478}"/>
              </a:ext>
            </a:extLst>
          </p:cNvPr>
          <p:cNvSpPr/>
          <p:nvPr/>
        </p:nvSpPr>
        <p:spPr>
          <a:xfrm>
            <a:off x="421106" y="1357745"/>
            <a:ext cx="641646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also include the ability to make decisions in our algorithms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example, if we would like to output the larger of the two different inputs, our diagram would look like this: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7141D-EA5F-D44F-12FC-9948EF928C08}"/>
              </a:ext>
            </a:extLst>
          </p:cNvPr>
          <p:cNvSpPr/>
          <p:nvPr/>
        </p:nvSpPr>
        <p:spPr>
          <a:xfrm>
            <a:off x="0" y="155968"/>
            <a:ext cx="37713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FLOWCHARTS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5528F8-B320-1E1B-145F-92BE77927CFE}"/>
              </a:ext>
            </a:extLst>
          </p:cNvPr>
          <p:cNvSpPr/>
          <p:nvPr/>
        </p:nvSpPr>
        <p:spPr>
          <a:xfrm>
            <a:off x="7621219" y="3117178"/>
            <a:ext cx="1987358" cy="86395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6BF9CDFF-EFC8-A349-61A0-0B23FF4ACED4}"/>
              </a:ext>
            </a:extLst>
          </p:cNvPr>
          <p:cNvSpPr/>
          <p:nvPr/>
        </p:nvSpPr>
        <p:spPr>
          <a:xfrm>
            <a:off x="7739608" y="878457"/>
            <a:ext cx="2590160" cy="1138090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or</a:t>
            </a:r>
          </a:p>
          <a:p>
            <a:pPr algn="ctr"/>
            <a:r>
              <a:rPr lang="en-US" dirty="0"/>
              <a:t>Output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4801686C-0473-601A-423B-37413118864A}"/>
              </a:ext>
            </a:extLst>
          </p:cNvPr>
          <p:cNvSpPr/>
          <p:nvPr/>
        </p:nvSpPr>
        <p:spPr>
          <a:xfrm>
            <a:off x="8758483" y="4267546"/>
            <a:ext cx="3032840" cy="1816887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Decision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0764E5-CA80-7E88-D75C-8AA427D2B76A}"/>
              </a:ext>
            </a:extLst>
          </p:cNvPr>
          <p:cNvSpPr/>
          <p:nvPr/>
        </p:nvSpPr>
        <p:spPr>
          <a:xfrm>
            <a:off x="9783536" y="2478360"/>
            <a:ext cx="1987358" cy="8639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Terminator</a:t>
            </a:r>
          </a:p>
        </p:txBody>
      </p:sp>
    </p:spTree>
    <p:extLst>
      <p:ext uri="{BB962C8B-B14F-4D97-AF65-F5344CB8AC3E}">
        <p14:creationId xmlns:p14="http://schemas.microsoft.com/office/powerpoint/2010/main" val="84444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EA829-1FBC-8BFB-D76B-713D90C6B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C44EEE0-636A-A4BD-0E5A-6346C1B6B79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AB41B2-5FE3-FA8F-05CA-7BD244C4421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2D6707-36D7-5CB1-5E10-9387AF782B5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263A16-7D16-37AE-5228-D0C4ED5C881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33FA75-D8A6-69F8-19E9-CC913015A24E}"/>
              </a:ext>
            </a:extLst>
          </p:cNvPr>
          <p:cNvSpPr/>
          <p:nvPr/>
        </p:nvSpPr>
        <p:spPr>
          <a:xfrm>
            <a:off x="0" y="155968"/>
            <a:ext cx="37713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FLOWCHARTS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C47252AC-C3DC-E4A7-A49C-3BE854377167}"/>
              </a:ext>
            </a:extLst>
          </p:cNvPr>
          <p:cNvSpPr/>
          <p:nvPr/>
        </p:nvSpPr>
        <p:spPr>
          <a:xfrm>
            <a:off x="4379328" y="1564953"/>
            <a:ext cx="2590160" cy="1138090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</a:t>
            </a:r>
            <a:r>
              <a:rPr lang="en-US" dirty="0" err="1"/>
              <a:t>a,b</a:t>
            </a:r>
            <a:endParaRPr lang="en-US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919A0563-3EC2-8D2B-9B2D-F03D93C6B9CB}"/>
              </a:ext>
            </a:extLst>
          </p:cNvPr>
          <p:cNvSpPr/>
          <p:nvPr/>
        </p:nvSpPr>
        <p:spPr>
          <a:xfrm>
            <a:off x="4570577" y="2925750"/>
            <a:ext cx="2172762" cy="1301639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&gt; 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3BC22F-5A09-3130-E730-1448883110BC}"/>
              </a:ext>
            </a:extLst>
          </p:cNvPr>
          <p:cNvSpPr/>
          <p:nvPr/>
        </p:nvSpPr>
        <p:spPr>
          <a:xfrm>
            <a:off x="4680729" y="411389"/>
            <a:ext cx="1987358" cy="8639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AC73F8F9-F09E-E12C-7881-972FF986BD29}"/>
              </a:ext>
            </a:extLst>
          </p:cNvPr>
          <p:cNvSpPr/>
          <p:nvPr/>
        </p:nvSpPr>
        <p:spPr>
          <a:xfrm>
            <a:off x="1228528" y="3277293"/>
            <a:ext cx="2590160" cy="1138090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43D713E-AF67-A2B2-EDE2-8542679F928E}"/>
              </a:ext>
            </a:extLst>
          </p:cNvPr>
          <p:cNvSpPr/>
          <p:nvPr/>
        </p:nvSpPr>
        <p:spPr>
          <a:xfrm>
            <a:off x="4680729" y="5737297"/>
            <a:ext cx="1987358" cy="8639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5ED935-E6CC-F83E-38F5-1611CE741049}"/>
              </a:ext>
            </a:extLst>
          </p:cNvPr>
          <p:cNvCxnSpPr/>
          <p:nvPr/>
        </p:nvCxnSpPr>
        <p:spPr>
          <a:xfrm>
            <a:off x="5801459" y="1143745"/>
            <a:ext cx="0" cy="42120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7BC7FC-E4E4-C968-2811-BB0D6C85B529}"/>
              </a:ext>
            </a:extLst>
          </p:cNvPr>
          <p:cNvCxnSpPr/>
          <p:nvPr/>
        </p:nvCxnSpPr>
        <p:spPr>
          <a:xfrm>
            <a:off x="5656958" y="2703043"/>
            <a:ext cx="0" cy="42120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93D4E6-6ED8-E861-37CC-E787189BA5EB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5674408" y="4306367"/>
            <a:ext cx="3002841" cy="143093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C8D27ED-30A6-CBCA-69BC-ACCCD2A5B2D2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2523608" y="4415383"/>
            <a:ext cx="3133350" cy="132191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arallelogram 7">
            <a:extLst>
              <a:ext uri="{FF2B5EF4-FFF2-40B4-BE49-F238E27FC236}">
                <a16:creationId xmlns:a16="http://schemas.microsoft.com/office/drawing/2014/main" id="{ADFA8B8E-86F2-BE06-706C-C1410D9963EB}"/>
              </a:ext>
            </a:extLst>
          </p:cNvPr>
          <p:cNvSpPr/>
          <p:nvPr/>
        </p:nvSpPr>
        <p:spPr>
          <a:xfrm>
            <a:off x="7495228" y="3277293"/>
            <a:ext cx="2590160" cy="1138090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b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D2631E-06A7-4180-B6FC-2994EF9B8C4D}"/>
              </a:ext>
            </a:extLst>
          </p:cNvPr>
          <p:cNvCxnSpPr>
            <a:cxnSpLocks/>
            <a:stCxn id="10" idx="3"/>
            <a:endCxn id="8" idx="5"/>
          </p:cNvCxnSpPr>
          <p:nvPr/>
        </p:nvCxnSpPr>
        <p:spPr>
          <a:xfrm>
            <a:off x="6743339" y="3576570"/>
            <a:ext cx="894150" cy="26976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329A86-AFDD-6780-8DD7-7809E38C27D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3546764" y="3576570"/>
            <a:ext cx="1023813" cy="34874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A1506DD-42CA-0AC8-D1FF-0F2BB5FE0520}"/>
              </a:ext>
            </a:extLst>
          </p:cNvPr>
          <p:cNvSpPr txBox="1"/>
          <p:nvPr/>
        </p:nvSpPr>
        <p:spPr>
          <a:xfrm>
            <a:off x="6668087" y="3124251"/>
            <a:ext cx="2295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9DB50C-414E-FEEF-25E8-549CD0B5E956}"/>
              </a:ext>
            </a:extLst>
          </p:cNvPr>
          <p:cNvSpPr txBox="1"/>
          <p:nvPr/>
        </p:nvSpPr>
        <p:spPr>
          <a:xfrm>
            <a:off x="3996339" y="3095519"/>
            <a:ext cx="2295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930145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12BDA-9F07-91F8-66C5-18EEE0FDA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2691D77-B580-CF54-AF18-E9EB8DC2016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C82F22-5B0E-1203-2A44-FA1E60F5230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DFFAD8-345D-2DE6-5CDA-9B5F1044D55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87D520-62B5-82D5-1A19-D389767A4C9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A4BF69-CA30-650D-49B2-D28A996C1FE0}"/>
              </a:ext>
            </a:extLst>
          </p:cNvPr>
          <p:cNvSpPr/>
          <p:nvPr/>
        </p:nvSpPr>
        <p:spPr>
          <a:xfrm>
            <a:off x="421106" y="1357745"/>
            <a:ext cx="641646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would a program that loops to print out each even number from 0 to 10 look like as a flowchart? Let’s try to make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9AD9D-4A62-845E-847E-44ECDDD45950}"/>
              </a:ext>
            </a:extLst>
          </p:cNvPr>
          <p:cNvSpPr/>
          <p:nvPr/>
        </p:nvSpPr>
        <p:spPr>
          <a:xfrm>
            <a:off x="0" y="155968"/>
            <a:ext cx="37713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FLOWCHARTS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6C27B8-BCCF-3ECC-B3F9-F2AF2B8C5F36}"/>
              </a:ext>
            </a:extLst>
          </p:cNvPr>
          <p:cNvSpPr/>
          <p:nvPr/>
        </p:nvSpPr>
        <p:spPr>
          <a:xfrm>
            <a:off x="7621219" y="3117178"/>
            <a:ext cx="1987358" cy="86395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D1BAF18-43AC-9ED8-6B7E-DF6091EC0EB2}"/>
              </a:ext>
            </a:extLst>
          </p:cNvPr>
          <p:cNvSpPr/>
          <p:nvPr/>
        </p:nvSpPr>
        <p:spPr>
          <a:xfrm>
            <a:off x="7739608" y="878457"/>
            <a:ext cx="2590160" cy="1138090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or</a:t>
            </a:r>
          </a:p>
          <a:p>
            <a:pPr algn="ctr"/>
            <a:r>
              <a:rPr lang="en-US" dirty="0"/>
              <a:t>Output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BF318E02-C32F-CAEC-6EAC-D3E1EA7B5625}"/>
              </a:ext>
            </a:extLst>
          </p:cNvPr>
          <p:cNvSpPr/>
          <p:nvPr/>
        </p:nvSpPr>
        <p:spPr>
          <a:xfrm>
            <a:off x="8758483" y="4267546"/>
            <a:ext cx="3032840" cy="1816887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Decision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995D358-847A-AFA4-3BEB-E0D3D302C479}"/>
              </a:ext>
            </a:extLst>
          </p:cNvPr>
          <p:cNvSpPr/>
          <p:nvPr/>
        </p:nvSpPr>
        <p:spPr>
          <a:xfrm>
            <a:off x="9783536" y="2478360"/>
            <a:ext cx="1987358" cy="8639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Terminator</a:t>
            </a:r>
          </a:p>
        </p:txBody>
      </p:sp>
    </p:spTree>
    <p:extLst>
      <p:ext uri="{BB962C8B-B14F-4D97-AF65-F5344CB8AC3E}">
        <p14:creationId xmlns:p14="http://schemas.microsoft.com/office/powerpoint/2010/main" val="3608682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D6A9B-99DC-E931-82C6-5EB9C5D6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3CCC55C-016E-AC62-7B76-9FCA64ACFF5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6D5011-39EF-D5D5-083E-3F39BACED81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BD4149-511E-C392-CD85-D4E131A2CAB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D07305-90E1-A46E-FA8D-2539C05500C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DFEC38-BC56-FD6B-DE4E-0C073C921D69}"/>
              </a:ext>
            </a:extLst>
          </p:cNvPr>
          <p:cNvSpPr/>
          <p:nvPr/>
        </p:nvSpPr>
        <p:spPr>
          <a:xfrm>
            <a:off x="421106" y="1357745"/>
            <a:ext cx="641646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let’s try and do a selection sort flowchart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AB6936-CDDB-F6AE-9974-D3EE9EA8C588}"/>
              </a:ext>
            </a:extLst>
          </p:cNvPr>
          <p:cNvSpPr/>
          <p:nvPr/>
        </p:nvSpPr>
        <p:spPr>
          <a:xfrm>
            <a:off x="0" y="155968"/>
            <a:ext cx="37713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FLOWCHARTS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6630D-2E9F-7BB3-5AA9-E3511D17DD00}"/>
              </a:ext>
            </a:extLst>
          </p:cNvPr>
          <p:cNvSpPr/>
          <p:nvPr/>
        </p:nvSpPr>
        <p:spPr>
          <a:xfrm>
            <a:off x="7621219" y="3117178"/>
            <a:ext cx="1987358" cy="86395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1F3605DA-6CB8-F526-8CA3-DD8F96B6B28C}"/>
              </a:ext>
            </a:extLst>
          </p:cNvPr>
          <p:cNvSpPr/>
          <p:nvPr/>
        </p:nvSpPr>
        <p:spPr>
          <a:xfrm>
            <a:off x="7739608" y="878457"/>
            <a:ext cx="2590160" cy="1138090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or</a:t>
            </a:r>
          </a:p>
          <a:p>
            <a:pPr algn="ctr"/>
            <a:r>
              <a:rPr lang="en-US" dirty="0"/>
              <a:t>Output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ABF4C55-8D10-DEB3-0FB2-CCFA77E88F29}"/>
              </a:ext>
            </a:extLst>
          </p:cNvPr>
          <p:cNvSpPr/>
          <p:nvPr/>
        </p:nvSpPr>
        <p:spPr>
          <a:xfrm>
            <a:off x="8758483" y="4267546"/>
            <a:ext cx="3032840" cy="1816887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Decision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6B7B3C-ABBF-C912-78C3-DC5AC9CDDFAC}"/>
              </a:ext>
            </a:extLst>
          </p:cNvPr>
          <p:cNvSpPr/>
          <p:nvPr/>
        </p:nvSpPr>
        <p:spPr>
          <a:xfrm>
            <a:off x="9783536" y="2478360"/>
            <a:ext cx="1987358" cy="8639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1">
                <a:lumMod val="5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Terminator</a:t>
            </a:r>
          </a:p>
        </p:txBody>
      </p:sp>
    </p:spTree>
    <p:extLst>
      <p:ext uri="{BB962C8B-B14F-4D97-AF65-F5344CB8AC3E}">
        <p14:creationId xmlns:p14="http://schemas.microsoft.com/office/powerpoint/2010/main" val="2837972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E5E61-F273-0A53-4797-D23199277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17D2387-CED5-CCCD-3E05-765F0BCBDAF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D01EF5-1375-F80D-0C5F-69EDC25B83E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8D75D0-850A-C628-1344-DDB85DADC83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0CCF39-22C0-060A-E212-FAA486C8094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B9EEDC-31EE-6A4E-EE39-88E63DDA80FD}"/>
              </a:ext>
            </a:extLst>
          </p:cNvPr>
          <p:cNvSpPr/>
          <p:nvPr/>
        </p:nvSpPr>
        <p:spPr>
          <a:xfrm>
            <a:off x="421106" y="1212852"/>
            <a:ext cx="6416468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Draw a flowchart to represent the solution for the following problem: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Initialize a number to zero. Ask the user to enter 50 integer numbers, adding the positive ones to a sum, and counting how many negative numbers are entered. Output both the sum and the total.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Draw a flowchart for the bubble sort algorithm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Identify what the algorithm to the right is doing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8B139-4865-BF2F-9954-96AC6B99A7E6}"/>
              </a:ext>
            </a:extLst>
          </p:cNvPr>
          <p:cNvSpPr/>
          <p:nvPr/>
        </p:nvSpPr>
        <p:spPr>
          <a:xfrm>
            <a:off x="0" y="178963"/>
            <a:ext cx="410136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DEXTER’S LAB</a:t>
            </a:r>
          </a:p>
        </p:txBody>
      </p:sp>
      <p:pic>
        <p:nvPicPr>
          <p:cNvPr id="3" name="Picture 2" descr="A diagram of a algorithm&#10;&#10;AI-generated content may be incorrect.">
            <a:extLst>
              <a:ext uri="{FF2B5EF4-FFF2-40B4-BE49-F238E27FC236}">
                <a16:creationId xmlns:a16="http://schemas.microsoft.com/office/drawing/2014/main" id="{5A387882-E783-5B6D-5A71-A30D750D7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6"/>
          <a:stretch>
            <a:fillRect/>
          </a:stretch>
        </p:blipFill>
        <p:spPr>
          <a:xfrm>
            <a:off x="7050731" y="1039091"/>
            <a:ext cx="4810125" cy="556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7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3181874" y="4727575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15845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061287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662651" cy="548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Flowcharts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9105</TotalTime>
  <Words>379</Words>
  <Application>Microsoft Office PowerPoint</Application>
  <PresentationFormat>Widescreen</PresentationFormat>
  <Paragraphs>90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16</cp:revision>
  <dcterms:created xsi:type="dcterms:W3CDTF">2025-08-11T14:07:39Z</dcterms:created>
  <dcterms:modified xsi:type="dcterms:W3CDTF">2025-10-03T17:44:54Z</dcterms:modified>
</cp:coreProperties>
</file>