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77" r:id="rId6"/>
    <p:sldId id="278" r:id="rId7"/>
    <p:sldId id="279" r:id="rId8"/>
    <p:sldId id="280" r:id="rId9"/>
    <p:sldId id="281" r:id="rId10"/>
    <p:sldId id="282" r:id="rId11"/>
    <p:sldId id="283" r:id="rId12"/>
    <p:sldId id="284" r:id="rId13"/>
    <p:sldId id="285" r:id="rId14"/>
    <p:sldId id="286" r:id="rId15"/>
    <p:sldId id="276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26648"/>
    <a:srgbClr val="388049"/>
    <a:srgbClr val="274F3F"/>
    <a:srgbClr val="2A4C4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D59382A-03D6-4787-B5C4-E2E534A65D82}" v="73" dt="2025-08-14T18:09:33.77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00" autoAdjust="0"/>
    <p:restoredTop sz="94660"/>
  </p:normalViewPr>
  <p:slideViewPr>
    <p:cSldViewPr snapToGrid="0">
      <p:cViewPr varScale="1">
        <p:scale>
          <a:sx n="79" d="100"/>
          <a:sy n="79" d="100"/>
        </p:scale>
        <p:origin x="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ael Hill" userId="41dba03d-e58d-4389-9894-554c10310ba4" providerId="ADAL" clId="{9D59382A-03D6-4787-B5C4-E2E534A65D82}"/>
    <pc:docChg chg="undo custSel addSld delSld modSld">
      <pc:chgData name="Michael Hill" userId="41dba03d-e58d-4389-9894-554c10310ba4" providerId="ADAL" clId="{9D59382A-03D6-4787-B5C4-E2E534A65D82}" dt="2025-08-14T18:09:33.773" v="3310"/>
      <pc:docMkLst>
        <pc:docMk/>
      </pc:docMkLst>
      <pc:sldChg chg="modSp mod modAnim">
        <pc:chgData name="Michael Hill" userId="41dba03d-e58d-4389-9894-554c10310ba4" providerId="ADAL" clId="{9D59382A-03D6-4787-B5C4-E2E534A65D82}" dt="2025-08-14T18:08:47.418" v="3296"/>
        <pc:sldMkLst>
          <pc:docMk/>
          <pc:sldMk cId="1878848435" sldId="256"/>
        </pc:sldMkLst>
        <pc:spChg chg="mod">
          <ac:chgData name="Michael Hill" userId="41dba03d-e58d-4389-9894-554c10310ba4" providerId="ADAL" clId="{9D59382A-03D6-4787-B5C4-E2E534A65D82}" dt="2025-08-11T18:29:02.218" v="0" actId="20577"/>
          <ac:spMkLst>
            <pc:docMk/>
            <pc:sldMk cId="1878848435" sldId="256"/>
            <ac:spMk id="5" creationId="{18C18ECD-1A29-4735-FBF9-2230E3FED94F}"/>
          </ac:spMkLst>
        </pc:spChg>
        <pc:spChg chg="mod">
          <ac:chgData name="Michael Hill" userId="41dba03d-e58d-4389-9894-554c10310ba4" providerId="ADAL" clId="{9D59382A-03D6-4787-B5C4-E2E534A65D82}" dt="2025-08-11T18:29:13.743" v="26" actId="1076"/>
          <ac:spMkLst>
            <pc:docMk/>
            <pc:sldMk cId="1878848435" sldId="256"/>
            <ac:spMk id="6" creationId="{945BB639-AC69-FE40-4352-5D3077A94591}"/>
          </ac:spMkLst>
        </pc:spChg>
      </pc:sldChg>
      <pc:sldChg chg="modSp mod modAnim">
        <pc:chgData name="Michael Hill" userId="41dba03d-e58d-4389-9894-554c10310ba4" providerId="ADAL" clId="{9D59382A-03D6-4787-B5C4-E2E534A65D82}" dt="2025-08-14T18:08:49.756" v="3297"/>
        <pc:sldMkLst>
          <pc:docMk/>
          <pc:sldMk cId="854122100" sldId="257"/>
        </pc:sldMkLst>
        <pc:spChg chg="mod">
          <ac:chgData name="Michael Hill" userId="41dba03d-e58d-4389-9894-554c10310ba4" providerId="ADAL" clId="{9D59382A-03D6-4787-B5C4-E2E534A65D82}" dt="2025-08-11T19:28:13.774" v="2594" actId="20577"/>
          <ac:spMkLst>
            <pc:docMk/>
            <pc:sldMk cId="854122100" sldId="257"/>
            <ac:spMk id="8" creationId="{4D7671A2-401B-58C3-4049-2F9F2E07BD91}"/>
          </ac:spMkLst>
        </pc:spChg>
      </pc:sldChg>
      <pc:sldChg chg="delSp modSp mod modAnim">
        <pc:chgData name="Michael Hill" userId="41dba03d-e58d-4389-9894-554c10310ba4" providerId="ADAL" clId="{9D59382A-03D6-4787-B5C4-E2E534A65D82}" dt="2025-08-14T18:08:52.730" v="3298"/>
        <pc:sldMkLst>
          <pc:docMk/>
          <pc:sldMk cId="1910594286" sldId="258"/>
        </pc:sldMkLst>
        <pc:spChg chg="mod">
          <ac:chgData name="Michael Hill" userId="41dba03d-e58d-4389-9894-554c10310ba4" providerId="ADAL" clId="{9D59382A-03D6-4787-B5C4-E2E534A65D82}" dt="2025-08-11T18:44:22.590" v="85" actId="20577"/>
          <ac:spMkLst>
            <pc:docMk/>
            <pc:sldMk cId="1910594286" sldId="258"/>
            <ac:spMk id="5" creationId="{3050233D-41DE-6588-7EB0-97A3A19FFCB8}"/>
          </ac:spMkLst>
        </pc:spChg>
        <pc:spChg chg="mod">
          <ac:chgData name="Michael Hill" userId="41dba03d-e58d-4389-9894-554c10310ba4" providerId="ADAL" clId="{9D59382A-03D6-4787-B5C4-E2E534A65D82}" dt="2025-08-11T19:37:17.593" v="2813" actId="1076"/>
          <ac:spMkLst>
            <pc:docMk/>
            <pc:sldMk cId="1910594286" sldId="258"/>
            <ac:spMk id="7" creationId="{A3C7B8BA-8B31-7B2C-E2AB-60712C1F61E8}"/>
          </ac:spMkLst>
        </pc:spChg>
        <pc:spChg chg="mod">
          <ac:chgData name="Michael Hill" userId="41dba03d-e58d-4389-9894-554c10310ba4" providerId="ADAL" clId="{9D59382A-03D6-4787-B5C4-E2E534A65D82}" dt="2025-08-11T18:44:49.306" v="163" actId="20577"/>
          <ac:spMkLst>
            <pc:docMk/>
            <pc:sldMk cId="1910594286" sldId="258"/>
            <ac:spMk id="8" creationId="{9D3B4A7A-A70B-0C4A-C7FF-462ADF36D440}"/>
          </ac:spMkLst>
        </pc:spChg>
        <pc:spChg chg="mod">
          <ac:chgData name="Michael Hill" userId="41dba03d-e58d-4389-9894-554c10310ba4" providerId="ADAL" clId="{9D59382A-03D6-4787-B5C4-E2E534A65D82}" dt="2025-08-11T19:37:15.760" v="2812" actId="1076"/>
          <ac:spMkLst>
            <pc:docMk/>
            <pc:sldMk cId="1910594286" sldId="258"/>
            <ac:spMk id="9" creationId="{6ADCA5AE-052C-5076-411F-06E5A022CDA7}"/>
          </ac:spMkLst>
        </pc:spChg>
      </pc:sldChg>
      <pc:sldChg chg="del">
        <pc:chgData name="Michael Hill" userId="41dba03d-e58d-4389-9894-554c10310ba4" providerId="ADAL" clId="{9D59382A-03D6-4787-B5C4-E2E534A65D82}" dt="2025-08-11T18:44:55.583" v="168" actId="47"/>
        <pc:sldMkLst>
          <pc:docMk/>
          <pc:sldMk cId="399920200" sldId="259"/>
        </pc:sldMkLst>
      </pc:sldChg>
      <pc:sldChg chg="del">
        <pc:chgData name="Michael Hill" userId="41dba03d-e58d-4389-9894-554c10310ba4" providerId="ADAL" clId="{9D59382A-03D6-4787-B5C4-E2E534A65D82}" dt="2025-08-11T18:44:59.728" v="169" actId="47"/>
        <pc:sldMkLst>
          <pc:docMk/>
          <pc:sldMk cId="868297224" sldId="260"/>
        </pc:sldMkLst>
      </pc:sldChg>
      <pc:sldChg chg="addSp delSp modSp mod modAnim">
        <pc:chgData name="Michael Hill" userId="41dba03d-e58d-4389-9894-554c10310ba4" providerId="ADAL" clId="{9D59382A-03D6-4787-B5C4-E2E534A65D82}" dt="2025-08-14T18:08:55.492" v="3299"/>
        <pc:sldMkLst>
          <pc:docMk/>
          <pc:sldMk cId="3307172092" sldId="261"/>
        </pc:sldMkLst>
        <pc:spChg chg="mod">
          <ac:chgData name="Michael Hill" userId="41dba03d-e58d-4389-9894-554c10310ba4" providerId="ADAL" clId="{9D59382A-03D6-4787-B5C4-E2E534A65D82}" dt="2025-08-11T18:47:38.038" v="485" actId="313"/>
          <ac:spMkLst>
            <pc:docMk/>
            <pc:sldMk cId="3307172092" sldId="261"/>
            <ac:spMk id="2" creationId="{03F0E0BD-BC9F-778B-2DC3-BCBBC6899E4A}"/>
          </ac:spMkLst>
        </pc:spChg>
        <pc:spChg chg="mod">
          <ac:chgData name="Michael Hill" userId="41dba03d-e58d-4389-9894-554c10310ba4" providerId="ADAL" clId="{9D59382A-03D6-4787-B5C4-E2E534A65D82}" dt="2025-08-11T18:46:29.732" v="478" actId="14100"/>
          <ac:spMkLst>
            <pc:docMk/>
            <pc:sldMk cId="3307172092" sldId="261"/>
            <ac:spMk id="5" creationId="{403C02FC-7E07-3A7E-6B2B-FD078F0B388B}"/>
          </ac:spMkLst>
        </pc:spChg>
        <pc:spChg chg="mod">
          <ac:chgData name="Michael Hill" userId="41dba03d-e58d-4389-9894-554c10310ba4" providerId="ADAL" clId="{9D59382A-03D6-4787-B5C4-E2E534A65D82}" dt="2025-08-11T18:46:18.894" v="458" actId="20577"/>
          <ac:spMkLst>
            <pc:docMk/>
            <pc:sldMk cId="3307172092" sldId="261"/>
            <ac:spMk id="8" creationId="{376C31C9-62DC-3675-D099-2F45431523AD}"/>
          </ac:spMkLst>
        </pc:spChg>
      </pc:sldChg>
      <pc:sldChg chg="del">
        <pc:chgData name="Michael Hill" userId="41dba03d-e58d-4389-9894-554c10310ba4" providerId="ADAL" clId="{9D59382A-03D6-4787-B5C4-E2E534A65D82}" dt="2025-08-11T18:44:59.728" v="169" actId="47"/>
        <pc:sldMkLst>
          <pc:docMk/>
          <pc:sldMk cId="1541739012" sldId="262"/>
        </pc:sldMkLst>
      </pc:sldChg>
      <pc:sldChg chg="del">
        <pc:chgData name="Michael Hill" userId="41dba03d-e58d-4389-9894-554c10310ba4" providerId="ADAL" clId="{9D59382A-03D6-4787-B5C4-E2E534A65D82}" dt="2025-08-11T18:44:59.728" v="169" actId="47"/>
        <pc:sldMkLst>
          <pc:docMk/>
          <pc:sldMk cId="818761657" sldId="263"/>
        </pc:sldMkLst>
      </pc:sldChg>
      <pc:sldChg chg="del">
        <pc:chgData name="Michael Hill" userId="41dba03d-e58d-4389-9894-554c10310ba4" providerId="ADAL" clId="{9D59382A-03D6-4787-B5C4-E2E534A65D82}" dt="2025-08-11T18:44:59.728" v="169" actId="47"/>
        <pc:sldMkLst>
          <pc:docMk/>
          <pc:sldMk cId="2652243951" sldId="264"/>
        </pc:sldMkLst>
      </pc:sldChg>
      <pc:sldChg chg="del">
        <pc:chgData name="Michael Hill" userId="41dba03d-e58d-4389-9894-554c10310ba4" providerId="ADAL" clId="{9D59382A-03D6-4787-B5C4-E2E534A65D82}" dt="2025-08-11T18:44:59.728" v="169" actId="47"/>
        <pc:sldMkLst>
          <pc:docMk/>
          <pc:sldMk cId="1454794168" sldId="265"/>
        </pc:sldMkLst>
      </pc:sldChg>
      <pc:sldChg chg="del">
        <pc:chgData name="Michael Hill" userId="41dba03d-e58d-4389-9894-554c10310ba4" providerId="ADAL" clId="{9D59382A-03D6-4787-B5C4-E2E534A65D82}" dt="2025-08-11T18:44:59.728" v="169" actId="47"/>
        <pc:sldMkLst>
          <pc:docMk/>
          <pc:sldMk cId="2554995492" sldId="266"/>
        </pc:sldMkLst>
      </pc:sldChg>
      <pc:sldChg chg="del">
        <pc:chgData name="Michael Hill" userId="41dba03d-e58d-4389-9894-554c10310ba4" providerId="ADAL" clId="{9D59382A-03D6-4787-B5C4-E2E534A65D82}" dt="2025-08-11T18:44:59.728" v="169" actId="47"/>
        <pc:sldMkLst>
          <pc:docMk/>
          <pc:sldMk cId="1007562469" sldId="267"/>
        </pc:sldMkLst>
      </pc:sldChg>
      <pc:sldChg chg="del">
        <pc:chgData name="Michael Hill" userId="41dba03d-e58d-4389-9894-554c10310ba4" providerId="ADAL" clId="{9D59382A-03D6-4787-B5C4-E2E534A65D82}" dt="2025-08-11T18:44:59.728" v="169" actId="47"/>
        <pc:sldMkLst>
          <pc:docMk/>
          <pc:sldMk cId="4188486475" sldId="268"/>
        </pc:sldMkLst>
      </pc:sldChg>
      <pc:sldChg chg="del">
        <pc:chgData name="Michael Hill" userId="41dba03d-e58d-4389-9894-554c10310ba4" providerId="ADAL" clId="{9D59382A-03D6-4787-B5C4-E2E534A65D82}" dt="2025-08-11T18:44:59.728" v="169" actId="47"/>
        <pc:sldMkLst>
          <pc:docMk/>
          <pc:sldMk cId="3990812849" sldId="269"/>
        </pc:sldMkLst>
      </pc:sldChg>
      <pc:sldChg chg="del">
        <pc:chgData name="Michael Hill" userId="41dba03d-e58d-4389-9894-554c10310ba4" providerId="ADAL" clId="{9D59382A-03D6-4787-B5C4-E2E534A65D82}" dt="2025-08-11T18:44:59.728" v="169" actId="47"/>
        <pc:sldMkLst>
          <pc:docMk/>
          <pc:sldMk cId="2938424496" sldId="270"/>
        </pc:sldMkLst>
      </pc:sldChg>
      <pc:sldChg chg="del">
        <pc:chgData name="Michael Hill" userId="41dba03d-e58d-4389-9894-554c10310ba4" providerId="ADAL" clId="{9D59382A-03D6-4787-B5C4-E2E534A65D82}" dt="2025-08-11T18:44:59.728" v="169" actId="47"/>
        <pc:sldMkLst>
          <pc:docMk/>
          <pc:sldMk cId="1048470063" sldId="271"/>
        </pc:sldMkLst>
      </pc:sldChg>
      <pc:sldChg chg="del">
        <pc:chgData name="Michael Hill" userId="41dba03d-e58d-4389-9894-554c10310ba4" providerId="ADAL" clId="{9D59382A-03D6-4787-B5C4-E2E534A65D82}" dt="2025-08-11T18:44:59.728" v="169" actId="47"/>
        <pc:sldMkLst>
          <pc:docMk/>
          <pc:sldMk cId="2608623467" sldId="272"/>
        </pc:sldMkLst>
      </pc:sldChg>
      <pc:sldChg chg="del">
        <pc:chgData name="Michael Hill" userId="41dba03d-e58d-4389-9894-554c10310ba4" providerId="ADAL" clId="{9D59382A-03D6-4787-B5C4-E2E534A65D82}" dt="2025-08-11T18:44:59.728" v="169" actId="47"/>
        <pc:sldMkLst>
          <pc:docMk/>
          <pc:sldMk cId="166052799" sldId="273"/>
        </pc:sldMkLst>
      </pc:sldChg>
      <pc:sldChg chg="del">
        <pc:chgData name="Michael Hill" userId="41dba03d-e58d-4389-9894-554c10310ba4" providerId="ADAL" clId="{9D59382A-03D6-4787-B5C4-E2E534A65D82}" dt="2025-08-11T18:44:59.728" v="169" actId="47"/>
        <pc:sldMkLst>
          <pc:docMk/>
          <pc:sldMk cId="4146026946" sldId="274"/>
        </pc:sldMkLst>
      </pc:sldChg>
      <pc:sldChg chg="del">
        <pc:chgData name="Michael Hill" userId="41dba03d-e58d-4389-9894-554c10310ba4" providerId="ADAL" clId="{9D59382A-03D6-4787-B5C4-E2E534A65D82}" dt="2025-08-11T18:44:59.728" v="169" actId="47"/>
        <pc:sldMkLst>
          <pc:docMk/>
          <pc:sldMk cId="544269767" sldId="275"/>
        </pc:sldMkLst>
      </pc:sldChg>
      <pc:sldChg chg="modSp mod modAnim">
        <pc:chgData name="Michael Hill" userId="41dba03d-e58d-4389-9894-554c10310ba4" providerId="ADAL" clId="{9D59382A-03D6-4787-B5C4-E2E534A65D82}" dt="2025-08-14T18:09:33.773" v="3310"/>
        <pc:sldMkLst>
          <pc:docMk/>
          <pc:sldMk cId="510623671" sldId="276"/>
        </pc:sldMkLst>
        <pc:spChg chg="mod">
          <ac:chgData name="Michael Hill" userId="41dba03d-e58d-4389-9894-554c10310ba4" providerId="ADAL" clId="{9D59382A-03D6-4787-B5C4-E2E534A65D82}" dt="2025-08-11T19:43:46.023" v="3295" actId="1076"/>
          <ac:spMkLst>
            <pc:docMk/>
            <pc:sldMk cId="510623671" sldId="276"/>
            <ac:spMk id="8" creationId="{0D1FA388-F44C-0D62-E127-5DAA237B2FBA}"/>
          </ac:spMkLst>
        </pc:spChg>
      </pc:sldChg>
      <pc:sldChg chg="addSp delSp modSp add mod modAnim">
        <pc:chgData name="Michael Hill" userId="41dba03d-e58d-4389-9894-554c10310ba4" providerId="ADAL" clId="{9D59382A-03D6-4787-B5C4-E2E534A65D82}" dt="2025-08-14T18:08:58.059" v="3300"/>
        <pc:sldMkLst>
          <pc:docMk/>
          <pc:sldMk cId="1427619156" sldId="277"/>
        </pc:sldMkLst>
        <pc:spChg chg="mod">
          <ac:chgData name="Michael Hill" userId="41dba03d-e58d-4389-9894-554c10310ba4" providerId="ADAL" clId="{9D59382A-03D6-4787-B5C4-E2E534A65D82}" dt="2025-08-11T18:50:16.388" v="597" actId="2711"/>
          <ac:spMkLst>
            <pc:docMk/>
            <pc:sldMk cId="1427619156" sldId="277"/>
            <ac:spMk id="2" creationId="{7831E5B5-EBAE-8AAB-EA8B-A6E4C548C0D8}"/>
          </ac:spMkLst>
        </pc:spChg>
        <pc:spChg chg="mod">
          <ac:chgData name="Michael Hill" userId="41dba03d-e58d-4389-9894-554c10310ba4" providerId="ADAL" clId="{9D59382A-03D6-4787-B5C4-E2E534A65D82}" dt="2025-08-11T18:48:47.423" v="592" actId="20577"/>
          <ac:spMkLst>
            <pc:docMk/>
            <pc:sldMk cId="1427619156" sldId="277"/>
            <ac:spMk id="8" creationId="{D312D47B-2998-DDEE-40F9-18FAE493C6FB}"/>
          </ac:spMkLst>
        </pc:spChg>
      </pc:sldChg>
      <pc:sldChg chg="modSp add del mod">
        <pc:chgData name="Michael Hill" userId="41dba03d-e58d-4389-9894-554c10310ba4" providerId="ADAL" clId="{9D59382A-03D6-4787-B5C4-E2E534A65D82}" dt="2025-08-11T18:47:56.764" v="487" actId="47"/>
        <pc:sldMkLst>
          <pc:docMk/>
          <pc:sldMk cId="3759154969" sldId="277"/>
        </pc:sldMkLst>
      </pc:sldChg>
      <pc:sldChg chg="addSp delSp modSp add mod modAnim">
        <pc:chgData name="Michael Hill" userId="41dba03d-e58d-4389-9894-554c10310ba4" providerId="ADAL" clId="{9D59382A-03D6-4787-B5C4-E2E534A65D82}" dt="2025-08-14T18:09:00.987" v="3301"/>
        <pc:sldMkLst>
          <pc:docMk/>
          <pc:sldMk cId="3967522526" sldId="278"/>
        </pc:sldMkLst>
        <pc:spChg chg="mod">
          <ac:chgData name="Michael Hill" userId="41dba03d-e58d-4389-9894-554c10310ba4" providerId="ADAL" clId="{9D59382A-03D6-4787-B5C4-E2E534A65D82}" dt="2025-08-11T18:53:47.933" v="776" actId="1076"/>
          <ac:spMkLst>
            <pc:docMk/>
            <pc:sldMk cId="3967522526" sldId="278"/>
            <ac:spMk id="2" creationId="{90A58BDB-DA01-DF54-C827-70B511F54CF4}"/>
          </ac:spMkLst>
        </pc:spChg>
        <pc:spChg chg="mod">
          <ac:chgData name="Michael Hill" userId="41dba03d-e58d-4389-9894-554c10310ba4" providerId="ADAL" clId="{9D59382A-03D6-4787-B5C4-E2E534A65D82}" dt="2025-08-11T18:51:07.361" v="634" actId="14100"/>
          <ac:spMkLst>
            <pc:docMk/>
            <pc:sldMk cId="3967522526" sldId="278"/>
            <ac:spMk id="5" creationId="{49BCD76C-AFEF-4515-7E8B-D29D662A3D8E}"/>
          </ac:spMkLst>
        </pc:spChg>
        <pc:spChg chg="mod">
          <ac:chgData name="Michael Hill" userId="41dba03d-e58d-4389-9894-554c10310ba4" providerId="ADAL" clId="{9D59382A-03D6-4787-B5C4-E2E534A65D82}" dt="2025-08-11T18:54:26.706" v="818" actId="20577"/>
          <ac:spMkLst>
            <pc:docMk/>
            <pc:sldMk cId="3967522526" sldId="278"/>
            <ac:spMk id="8" creationId="{C21BF6B5-6730-BE0C-DEFE-432474DD8338}"/>
          </ac:spMkLst>
        </pc:spChg>
      </pc:sldChg>
      <pc:sldChg chg="addSp delSp modSp add mod modAnim">
        <pc:chgData name="Michael Hill" userId="41dba03d-e58d-4389-9894-554c10310ba4" providerId="ADAL" clId="{9D59382A-03D6-4787-B5C4-E2E534A65D82}" dt="2025-08-14T18:09:04.096" v="3302"/>
        <pc:sldMkLst>
          <pc:docMk/>
          <pc:sldMk cId="3462163814" sldId="279"/>
        </pc:sldMkLst>
        <pc:spChg chg="mod">
          <ac:chgData name="Michael Hill" userId="41dba03d-e58d-4389-9894-554c10310ba4" providerId="ADAL" clId="{9D59382A-03D6-4787-B5C4-E2E534A65D82}" dt="2025-08-11T18:56:41.329" v="939" actId="2711"/>
          <ac:spMkLst>
            <pc:docMk/>
            <pc:sldMk cId="3462163814" sldId="279"/>
            <ac:spMk id="2" creationId="{55661A75-9EA3-8110-D84E-E6820D756014}"/>
          </ac:spMkLst>
        </pc:spChg>
        <pc:spChg chg="mod">
          <ac:chgData name="Michael Hill" userId="41dba03d-e58d-4389-9894-554c10310ba4" providerId="ADAL" clId="{9D59382A-03D6-4787-B5C4-E2E534A65D82}" dt="2025-08-11T18:54:40.942" v="833" actId="14100"/>
          <ac:spMkLst>
            <pc:docMk/>
            <pc:sldMk cId="3462163814" sldId="279"/>
            <ac:spMk id="5" creationId="{D8BC3E11-0D2F-E7EF-47F6-D8E3608ADC4E}"/>
          </ac:spMkLst>
        </pc:spChg>
        <pc:spChg chg="mod">
          <ac:chgData name="Michael Hill" userId="41dba03d-e58d-4389-9894-554c10310ba4" providerId="ADAL" clId="{9D59382A-03D6-4787-B5C4-E2E534A65D82}" dt="2025-08-11T18:57:00.122" v="993" actId="20577"/>
          <ac:spMkLst>
            <pc:docMk/>
            <pc:sldMk cId="3462163814" sldId="279"/>
            <ac:spMk id="8" creationId="{DB4FC56B-BD1B-6C5B-A1DE-0946A37C2AC3}"/>
          </ac:spMkLst>
        </pc:spChg>
      </pc:sldChg>
      <pc:sldChg chg="addSp delSp modSp add mod modAnim">
        <pc:chgData name="Michael Hill" userId="41dba03d-e58d-4389-9894-554c10310ba4" providerId="ADAL" clId="{9D59382A-03D6-4787-B5C4-E2E534A65D82}" dt="2025-08-14T18:09:06.669" v="3303"/>
        <pc:sldMkLst>
          <pc:docMk/>
          <pc:sldMk cId="2183096914" sldId="280"/>
        </pc:sldMkLst>
        <pc:spChg chg="mod">
          <ac:chgData name="Michael Hill" userId="41dba03d-e58d-4389-9894-554c10310ba4" providerId="ADAL" clId="{9D59382A-03D6-4787-B5C4-E2E534A65D82}" dt="2025-08-11T19:05:33.616" v="1320" actId="2711"/>
          <ac:spMkLst>
            <pc:docMk/>
            <pc:sldMk cId="2183096914" sldId="280"/>
            <ac:spMk id="2" creationId="{AF860B42-2AA1-8B72-6E66-4C2D51C145ED}"/>
          </ac:spMkLst>
        </pc:spChg>
        <pc:spChg chg="mod">
          <ac:chgData name="Michael Hill" userId="41dba03d-e58d-4389-9894-554c10310ba4" providerId="ADAL" clId="{9D59382A-03D6-4787-B5C4-E2E534A65D82}" dt="2025-08-11T18:57:17.470" v="1009" actId="14100"/>
          <ac:spMkLst>
            <pc:docMk/>
            <pc:sldMk cId="2183096914" sldId="280"/>
            <ac:spMk id="5" creationId="{EB60A1A5-0611-A6CD-66B9-A9AE727EC7E9}"/>
          </ac:spMkLst>
        </pc:spChg>
        <pc:spChg chg="mod">
          <ac:chgData name="Michael Hill" userId="41dba03d-e58d-4389-9894-554c10310ba4" providerId="ADAL" clId="{9D59382A-03D6-4787-B5C4-E2E534A65D82}" dt="2025-08-11T19:04:37.505" v="1315" actId="20577"/>
          <ac:spMkLst>
            <pc:docMk/>
            <pc:sldMk cId="2183096914" sldId="280"/>
            <ac:spMk id="8" creationId="{922088BB-7D6A-9B54-C602-49F5044BBADF}"/>
          </ac:spMkLst>
        </pc:spChg>
      </pc:sldChg>
      <pc:sldChg chg="addSp delSp modSp add mod modAnim">
        <pc:chgData name="Michael Hill" userId="41dba03d-e58d-4389-9894-554c10310ba4" providerId="ADAL" clId="{9D59382A-03D6-4787-B5C4-E2E534A65D82}" dt="2025-08-14T18:09:09.502" v="3304"/>
        <pc:sldMkLst>
          <pc:docMk/>
          <pc:sldMk cId="549474843" sldId="281"/>
        </pc:sldMkLst>
        <pc:spChg chg="mod">
          <ac:chgData name="Michael Hill" userId="41dba03d-e58d-4389-9894-554c10310ba4" providerId="ADAL" clId="{9D59382A-03D6-4787-B5C4-E2E534A65D82}" dt="2025-08-11T19:07:38.371" v="1667" actId="1076"/>
          <ac:spMkLst>
            <pc:docMk/>
            <pc:sldMk cId="549474843" sldId="281"/>
            <ac:spMk id="2" creationId="{B802DBD3-FBF0-92EB-CD23-247A9412F2C8}"/>
          </ac:spMkLst>
        </pc:spChg>
        <pc:spChg chg="mod">
          <ac:chgData name="Michael Hill" userId="41dba03d-e58d-4389-9894-554c10310ba4" providerId="ADAL" clId="{9D59382A-03D6-4787-B5C4-E2E534A65D82}" dt="2025-08-11T19:06:44.214" v="1652" actId="20577"/>
          <ac:spMkLst>
            <pc:docMk/>
            <pc:sldMk cId="549474843" sldId="281"/>
            <ac:spMk id="8" creationId="{94D4B64D-CA4B-5E85-5681-304791D8EF0F}"/>
          </ac:spMkLst>
        </pc:spChg>
      </pc:sldChg>
      <pc:sldChg chg="addSp delSp modSp add mod modAnim">
        <pc:chgData name="Michael Hill" userId="41dba03d-e58d-4389-9894-554c10310ba4" providerId="ADAL" clId="{9D59382A-03D6-4787-B5C4-E2E534A65D82}" dt="2025-08-14T18:09:12.050" v="3305"/>
        <pc:sldMkLst>
          <pc:docMk/>
          <pc:sldMk cId="3935686285" sldId="282"/>
        </pc:sldMkLst>
        <pc:spChg chg="mod">
          <ac:chgData name="Michael Hill" userId="41dba03d-e58d-4389-9894-554c10310ba4" providerId="ADAL" clId="{9D59382A-03D6-4787-B5C4-E2E534A65D82}" dt="2025-08-11T19:15:40.496" v="2044" actId="2711"/>
          <ac:spMkLst>
            <pc:docMk/>
            <pc:sldMk cId="3935686285" sldId="282"/>
            <ac:spMk id="2" creationId="{4D696A28-9A65-53C1-8072-F12549BD3CD1}"/>
          </ac:spMkLst>
        </pc:spChg>
        <pc:spChg chg="mod">
          <ac:chgData name="Michael Hill" userId="41dba03d-e58d-4389-9894-554c10310ba4" providerId="ADAL" clId="{9D59382A-03D6-4787-B5C4-E2E534A65D82}" dt="2025-08-11T19:13:49.745" v="1685" actId="20577"/>
          <ac:spMkLst>
            <pc:docMk/>
            <pc:sldMk cId="3935686285" sldId="282"/>
            <ac:spMk id="5" creationId="{735B4BD5-8865-BC35-2D19-9099BDE12DCB}"/>
          </ac:spMkLst>
        </pc:spChg>
        <pc:spChg chg="mod">
          <ac:chgData name="Michael Hill" userId="41dba03d-e58d-4389-9894-554c10310ba4" providerId="ADAL" clId="{9D59382A-03D6-4787-B5C4-E2E534A65D82}" dt="2025-08-11T19:15:02.545" v="2040" actId="20577"/>
          <ac:spMkLst>
            <pc:docMk/>
            <pc:sldMk cId="3935686285" sldId="282"/>
            <ac:spMk id="8" creationId="{C129098C-BB3D-C63D-2EED-DE563E7DFA04}"/>
          </ac:spMkLst>
        </pc:spChg>
      </pc:sldChg>
      <pc:sldChg chg="addSp delSp modSp add mod modAnim">
        <pc:chgData name="Michael Hill" userId="41dba03d-e58d-4389-9894-554c10310ba4" providerId="ADAL" clId="{9D59382A-03D6-4787-B5C4-E2E534A65D82}" dt="2025-08-14T18:09:14.651" v="3306"/>
        <pc:sldMkLst>
          <pc:docMk/>
          <pc:sldMk cId="2847504206" sldId="283"/>
        </pc:sldMkLst>
        <pc:spChg chg="mod">
          <ac:chgData name="Michael Hill" userId="41dba03d-e58d-4389-9894-554c10310ba4" providerId="ADAL" clId="{9D59382A-03D6-4787-B5C4-E2E534A65D82}" dt="2025-08-11T19:22:08.761" v="2410" actId="14100"/>
          <ac:spMkLst>
            <pc:docMk/>
            <pc:sldMk cId="2847504206" sldId="283"/>
            <ac:spMk id="2" creationId="{FE0E749A-D72C-4D8C-F1B8-5772B1FED1CD}"/>
          </ac:spMkLst>
        </pc:spChg>
        <pc:spChg chg="mod">
          <ac:chgData name="Michael Hill" userId="41dba03d-e58d-4389-9894-554c10310ba4" providerId="ADAL" clId="{9D59382A-03D6-4787-B5C4-E2E534A65D82}" dt="2025-08-11T19:15:54.830" v="2056" actId="14100"/>
          <ac:spMkLst>
            <pc:docMk/>
            <pc:sldMk cId="2847504206" sldId="283"/>
            <ac:spMk id="5" creationId="{8451059D-CDF3-4A70-5FF4-CF6C0C737EB4}"/>
          </ac:spMkLst>
        </pc:spChg>
        <pc:spChg chg="mod">
          <ac:chgData name="Michael Hill" userId="41dba03d-e58d-4389-9894-554c10310ba4" providerId="ADAL" clId="{9D59382A-03D6-4787-B5C4-E2E534A65D82}" dt="2025-08-11T19:21:52.106" v="2403" actId="21"/>
          <ac:spMkLst>
            <pc:docMk/>
            <pc:sldMk cId="2847504206" sldId="283"/>
            <ac:spMk id="8" creationId="{BB0B5F76-E0FA-9D16-3817-448AD4B316DE}"/>
          </ac:spMkLst>
        </pc:spChg>
      </pc:sldChg>
      <pc:sldChg chg="modSp add mod modAnim">
        <pc:chgData name="Michael Hill" userId="41dba03d-e58d-4389-9894-554c10310ba4" providerId="ADAL" clId="{9D59382A-03D6-4787-B5C4-E2E534A65D82}" dt="2025-08-14T18:09:17.798" v="3307"/>
        <pc:sldMkLst>
          <pc:docMk/>
          <pc:sldMk cId="3460191061" sldId="284"/>
        </pc:sldMkLst>
        <pc:spChg chg="mod">
          <ac:chgData name="Michael Hill" userId="41dba03d-e58d-4389-9894-554c10310ba4" providerId="ADAL" clId="{9D59382A-03D6-4787-B5C4-E2E534A65D82}" dt="2025-08-11T19:22:11.076" v="2411" actId="14100"/>
          <ac:spMkLst>
            <pc:docMk/>
            <pc:sldMk cId="3460191061" sldId="284"/>
            <ac:spMk id="2" creationId="{4E97B1B3-7274-7E6C-3958-F0BFFD03AEA9}"/>
          </ac:spMkLst>
        </pc:spChg>
        <pc:spChg chg="mod">
          <ac:chgData name="Michael Hill" userId="41dba03d-e58d-4389-9894-554c10310ba4" providerId="ADAL" clId="{9D59382A-03D6-4787-B5C4-E2E534A65D82}" dt="2025-08-11T19:22:00.854" v="2406" actId="20577"/>
          <ac:spMkLst>
            <pc:docMk/>
            <pc:sldMk cId="3460191061" sldId="284"/>
            <ac:spMk id="8" creationId="{F14A6E50-3F12-F40B-7189-910571928D52}"/>
          </ac:spMkLst>
        </pc:spChg>
      </pc:sldChg>
      <pc:sldChg chg="addSp delSp modSp add mod modAnim">
        <pc:chgData name="Michael Hill" userId="41dba03d-e58d-4389-9894-554c10310ba4" providerId="ADAL" clId="{9D59382A-03D6-4787-B5C4-E2E534A65D82}" dt="2025-08-14T18:09:20.817" v="3308"/>
        <pc:sldMkLst>
          <pc:docMk/>
          <pc:sldMk cId="1573765285" sldId="285"/>
        </pc:sldMkLst>
        <pc:spChg chg="mod">
          <ac:chgData name="Michael Hill" userId="41dba03d-e58d-4389-9894-554c10310ba4" providerId="ADAL" clId="{9D59382A-03D6-4787-B5C4-E2E534A65D82}" dt="2025-08-11T19:26:01.493" v="2588" actId="14100"/>
          <ac:spMkLst>
            <pc:docMk/>
            <pc:sldMk cId="1573765285" sldId="285"/>
            <ac:spMk id="2" creationId="{C1639581-CC70-D18A-1664-B7E270660D94}"/>
          </ac:spMkLst>
        </pc:spChg>
        <pc:spChg chg="mod">
          <ac:chgData name="Michael Hill" userId="41dba03d-e58d-4389-9894-554c10310ba4" providerId="ADAL" clId="{9D59382A-03D6-4787-B5C4-E2E534A65D82}" dt="2025-08-11T19:22:18.935" v="2419" actId="20577"/>
          <ac:spMkLst>
            <pc:docMk/>
            <pc:sldMk cId="1573765285" sldId="285"/>
            <ac:spMk id="5" creationId="{335C6562-3D5D-29B6-718B-F54DE01764B5}"/>
          </ac:spMkLst>
        </pc:spChg>
        <pc:spChg chg="mod">
          <ac:chgData name="Michael Hill" userId="41dba03d-e58d-4389-9894-554c10310ba4" providerId="ADAL" clId="{9D59382A-03D6-4787-B5C4-E2E534A65D82}" dt="2025-08-11T19:24:54.936" v="2582" actId="20577"/>
          <ac:spMkLst>
            <pc:docMk/>
            <pc:sldMk cId="1573765285" sldId="285"/>
            <ac:spMk id="8" creationId="{EBA78CD4-B546-5D86-EA30-794EB81D47A6}"/>
          </ac:spMkLst>
        </pc:spChg>
      </pc:sldChg>
      <pc:sldChg chg="addSp delSp modSp add mod modAnim">
        <pc:chgData name="Michael Hill" userId="41dba03d-e58d-4389-9894-554c10310ba4" providerId="ADAL" clId="{9D59382A-03D6-4787-B5C4-E2E534A65D82}" dt="2025-08-14T18:09:23.398" v="3309"/>
        <pc:sldMkLst>
          <pc:docMk/>
          <pc:sldMk cId="1825389464" sldId="286"/>
        </pc:sldMkLst>
        <pc:spChg chg="mod">
          <ac:chgData name="Michael Hill" userId="41dba03d-e58d-4389-9894-554c10310ba4" providerId="ADAL" clId="{9D59382A-03D6-4787-B5C4-E2E534A65D82}" dt="2025-08-11T19:36:58.305" v="2810" actId="14100"/>
          <ac:spMkLst>
            <pc:docMk/>
            <pc:sldMk cId="1825389464" sldId="286"/>
            <ac:spMk id="2" creationId="{CA0E469E-C58F-5857-BAF2-71535AC5D469}"/>
          </ac:spMkLst>
        </pc:spChg>
        <pc:spChg chg="mod">
          <ac:chgData name="Michael Hill" userId="41dba03d-e58d-4389-9894-554c10310ba4" providerId="ADAL" clId="{9D59382A-03D6-4787-B5C4-E2E534A65D82}" dt="2025-08-11T19:28:26.475" v="2602" actId="14100"/>
          <ac:spMkLst>
            <pc:docMk/>
            <pc:sldMk cId="1825389464" sldId="286"/>
            <ac:spMk id="5" creationId="{72A99CC5-FF36-DCBF-5863-FC3BD127817F}"/>
          </ac:spMkLst>
        </pc:spChg>
        <pc:spChg chg="mod">
          <ac:chgData name="Michael Hill" userId="41dba03d-e58d-4389-9894-554c10310ba4" providerId="ADAL" clId="{9D59382A-03D6-4787-B5C4-E2E534A65D82}" dt="2025-08-11T19:35:25.056" v="2803" actId="114"/>
          <ac:spMkLst>
            <pc:docMk/>
            <pc:sldMk cId="1825389464" sldId="286"/>
            <ac:spMk id="8" creationId="{4E08C5E9-55A3-256F-6C68-9743E2F7348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C6A4B-E724-C642-63ED-9C1381B808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85E653-4903-1005-D15B-66DB874D27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04A978-A4B2-A67F-C69F-38ADC7DB4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4910B7-42B2-3D3D-3AE4-AC7E6C388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F21657-9CFD-95BE-EEE3-E1B47D77D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2728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00003-439B-FA69-F591-6D66E2741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C20904-0912-32D7-F6E6-31372E4888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C3E7E8-F851-BEB7-2C68-8FE1EF674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BAE2CA-7781-6E95-12BA-557F775A9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F9952B-F381-1189-2020-9A14F470C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639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9F060-3D96-5480-3C88-EE775B82F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3569D8-9209-8B7C-1538-E818415FF6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F66B1C-5056-EDDF-CD36-E7BFD2F43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CF8CB3-3858-3C51-AA38-3F86C0974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CEA923-CF31-8772-A331-247B9144D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056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F25B0-376D-3011-4FDF-D4CA713D7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D71C86-3E65-FA4B-6F6C-0BB7AA3900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FE646B-5AE1-A23D-3D1F-474544BF3B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B279F2-41EE-1489-59DC-32CD90629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9EC4E9-67EE-D095-37A7-39EFE82D1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7B2442-8F9C-AC5E-9546-BDE753C18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941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C8DBA-2489-9EF4-F45E-238BC26EF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D34AAF-B93F-48B6-1B8B-FD3E959FB9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D8698B-3528-B8DC-27B8-D49145D604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9008AA-A42D-2259-0D36-908024A20B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8A62E1-25E1-7552-ABA8-BE7F2A3B1B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97670D-8F54-733D-3639-1B7CCE4C1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3C6C20-7A45-CC6A-CA55-61F7CCF3B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B7766C-30F5-1A8E-58AF-CDC986CF8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576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B690D-7611-3967-E6F3-81F032CFF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1D4BA6-7CE7-229C-2BD5-FECCA2886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CA691A-621C-6EB1-3EB8-CA9FF47FB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257F05-B410-F8DD-455C-490CEB149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566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709F58-5A85-92F4-B06D-216430334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9B9967-5360-F0CB-62AE-C03CEF75E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5E68E6-84C0-1723-6611-61380FA19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955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855B2-ECD6-C08F-72AD-183650C66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896BA6-2739-2BD7-969A-4113A51196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886298-57FD-A8A8-D424-73178F2DB4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D784E3-D576-8AA7-A98D-17AA30F76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948EE1-5288-E1AE-89F1-37B64F23E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C75274-EEF3-4830-9978-53BE36B7A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701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332C3-BAF4-D846-43C1-525BE354E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72DC9A-2E8B-6C73-166E-961BCED000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CE3A54-E42B-7858-93B4-F1A981487B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2C60C9-5A10-7256-4190-5DE6C1C30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52744C-0DE9-DCDB-4998-7A3221F15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6D5596-7365-792E-D0E3-4ED3B5E7D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055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A8605-B3B6-D788-279D-476906E34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AD9E01-2C5E-0FD4-BF7C-54659537D7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1685CA-CEBB-6B85-90D4-1BEF716FC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B0A526-A1AA-3BC7-DC9D-B44EBC07B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AED0B1-5EB5-A414-75E8-6BA511C07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256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BD8E7E-5301-E447-23C8-B8B5D2932F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336805-717E-9F25-0794-88BD42C6E8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03C3FF-BEC2-31C8-6723-85EC31276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DA1747-0799-AAD2-1377-F19D1A5E7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CF77C4-38FB-B4D4-348D-9D2957422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171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A3BEBB-B682-7839-B2B4-500CE17CB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BD3092-A078-5BEF-361E-CB3FDD4576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44A81F-9B16-8EEC-9FE4-9E9D0C8E87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CFA067-BC5A-4095-A3A5-99A1BAFE9208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B43794-F45F-30BE-BC6F-DDF9A70C2A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82708D-8AD6-9D50-70CF-8FFDD3AB7B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898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9BBF4B62-D7BF-1C6A-40E3-7B807FA87977}"/>
              </a:ext>
            </a:extLst>
          </p:cNvPr>
          <p:cNvSpPr/>
          <p:nvPr/>
        </p:nvSpPr>
        <p:spPr>
          <a:xfrm>
            <a:off x="4713768" y="2110368"/>
            <a:ext cx="2565990" cy="2565990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2B883CE-936E-CB73-2B3E-56A618536A26}"/>
              </a:ext>
            </a:extLst>
          </p:cNvPr>
          <p:cNvSpPr/>
          <p:nvPr/>
        </p:nvSpPr>
        <p:spPr>
          <a:xfrm>
            <a:off x="895936" y="1574232"/>
            <a:ext cx="5652932" cy="2301533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541717" lon="20311593" rev="27507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dirty="0">
                <a:latin typeface="Bahnschrift SemiBold" panose="020B0502040204020203" pitchFamily="34" charset="0"/>
              </a:rPr>
              <a:t>TOPIC B2:</a:t>
            </a:r>
          </a:p>
          <a:p>
            <a:pPr algn="ctr"/>
            <a:r>
              <a:rPr lang="en-US" sz="6000" dirty="0">
                <a:latin typeface="Bahnschrift SemiBold" panose="020B0502040204020203" pitchFamily="34" charset="0"/>
              </a:rPr>
              <a:t>PROGRAMMING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C18ECD-1A29-4735-FBF9-2230E3FED94F}"/>
              </a:ext>
            </a:extLst>
          </p:cNvPr>
          <p:cNvSpPr/>
          <p:nvPr/>
        </p:nvSpPr>
        <p:spPr>
          <a:xfrm>
            <a:off x="6890905" y="2714847"/>
            <a:ext cx="4096073" cy="1160918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LESSON B2-2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45BB639-AC69-FE40-4352-5D3077A94591}"/>
              </a:ext>
            </a:extLst>
          </p:cNvPr>
          <p:cNvSpPr/>
          <p:nvPr/>
        </p:nvSpPr>
        <p:spPr>
          <a:xfrm>
            <a:off x="3249625" y="3606998"/>
            <a:ext cx="7329376" cy="1160918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>
              <a:rot lat="20129102" lon="991603" rev="2117886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STRING MANIPULATION</a:t>
            </a:r>
          </a:p>
        </p:txBody>
      </p:sp>
    </p:spTree>
    <p:extLst>
      <p:ext uri="{BB962C8B-B14F-4D97-AF65-F5344CB8AC3E}">
        <p14:creationId xmlns:p14="http://schemas.microsoft.com/office/powerpoint/2010/main" val="18788484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950A9E-999F-1BB1-2C00-779227746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86893419-8B7B-38C3-2D89-D4BB95E0AB27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D4645F-350F-77B1-036C-D01223EB808D}"/>
              </a:ext>
            </a:extLst>
          </p:cNvPr>
          <p:cNvSpPr/>
          <p:nvPr/>
        </p:nvSpPr>
        <p:spPr>
          <a:xfrm>
            <a:off x="6881567" y="1777234"/>
            <a:ext cx="4516539" cy="2255680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1072296" lon="587304" rev="21567845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Bahnschrift" panose="020B0502040204020203" pitchFamily="34" charset="0"/>
              </a:rPr>
              <a:t>Have a way to take notes and a way to write code available for this lesson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9CF6B3F-1F6D-7800-03EB-3D197914A30A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03133FC-E875-8442-9063-C305CC0BFB20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7671A2-401B-58C3-4049-2F9F2E07BD91}"/>
              </a:ext>
            </a:extLst>
          </p:cNvPr>
          <p:cNvSpPr/>
          <p:nvPr/>
        </p:nvSpPr>
        <p:spPr>
          <a:xfrm>
            <a:off x="1077431" y="938421"/>
            <a:ext cx="4516539" cy="5391671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Bahnschrift" panose="020B0502040204020203" pitchFamily="34" charset="0"/>
              </a:rPr>
              <a:t>Escape Characters</a:t>
            </a:r>
          </a:p>
          <a:p>
            <a:pPr algn="ctr"/>
            <a:r>
              <a:rPr lang="en-US" sz="2800" dirty="0">
                <a:latin typeface="Bahnschrift" panose="020B0502040204020203" pitchFamily="34" charset="0"/>
              </a:rPr>
              <a:t>Text Blocks</a:t>
            </a:r>
          </a:p>
          <a:p>
            <a:pPr algn="ctr"/>
            <a:r>
              <a:rPr lang="en-US" sz="2800" dirty="0">
                <a:latin typeface="Bahnschrift" panose="020B0502040204020203" pitchFamily="34" charset="0"/>
              </a:rPr>
              <a:t>Length</a:t>
            </a:r>
          </a:p>
          <a:p>
            <a:pPr algn="ctr"/>
            <a:r>
              <a:rPr lang="en-US" sz="2800" dirty="0">
                <a:latin typeface="Bahnschrift" panose="020B0502040204020203" pitchFamily="34" charset="0"/>
              </a:rPr>
              <a:t>Concatenation</a:t>
            </a:r>
          </a:p>
          <a:p>
            <a:pPr algn="ctr"/>
            <a:r>
              <a:rPr lang="en-US" sz="2800" dirty="0">
                <a:latin typeface="Bahnschrift" panose="020B0502040204020203" pitchFamily="34" charset="0"/>
              </a:rPr>
              <a:t>Substring</a:t>
            </a:r>
          </a:p>
          <a:p>
            <a:pPr algn="ctr"/>
            <a:r>
              <a:rPr lang="en-US" sz="2800" dirty="0">
                <a:latin typeface="Bahnschrift" panose="020B0502040204020203" pitchFamily="34" charset="0"/>
              </a:rPr>
              <a:t>Replace</a:t>
            </a:r>
          </a:p>
          <a:p>
            <a:pPr algn="ctr"/>
            <a:r>
              <a:rPr lang="en-US" sz="2800" dirty="0">
                <a:latin typeface="Bahnschrift" panose="020B0502040204020203" pitchFamily="34" charset="0"/>
              </a:rPr>
              <a:t>Strip</a:t>
            </a:r>
          </a:p>
          <a:p>
            <a:pPr algn="ctr"/>
            <a:r>
              <a:rPr lang="en-US" sz="2800" dirty="0">
                <a:latin typeface="Bahnschrift" panose="020B0502040204020203" pitchFamily="34" charset="0"/>
              </a:rPr>
              <a:t>Lab</a:t>
            </a:r>
          </a:p>
          <a:p>
            <a:pPr algn="ctr"/>
            <a:endParaRPr lang="en-US" sz="2800" dirty="0">
              <a:latin typeface="Bahnschrift" panose="020B0502040204020203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2468F18-96E8-0BDE-DEDF-19E7735BE1E6}"/>
              </a:ext>
            </a:extLst>
          </p:cNvPr>
          <p:cNvSpPr/>
          <p:nvPr/>
        </p:nvSpPr>
        <p:spPr>
          <a:xfrm>
            <a:off x="6598031" y="1564953"/>
            <a:ext cx="1708202" cy="632442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>
              <a:rot lat="20129102" lon="991603" rev="2117886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Bahnschrift SemiBold" panose="020B0502040204020203" pitchFamily="34" charset="0"/>
              </a:rPr>
              <a:t>NOTE!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CD8CB0-8A02-BF4E-6CF1-A22B96E02C67}"/>
              </a:ext>
            </a:extLst>
          </p:cNvPr>
          <p:cNvSpPr/>
          <p:nvPr/>
        </p:nvSpPr>
        <p:spPr>
          <a:xfrm>
            <a:off x="1824466" y="474132"/>
            <a:ext cx="2903431" cy="928577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8541221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DF31C7-9D62-34F3-51FF-D499D2944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1FB06C32-785C-D086-3043-42F7FBD0932E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ADCA5AE-052C-5076-411F-06E5A022CDA7}"/>
              </a:ext>
            </a:extLst>
          </p:cNvPr>
          <p:cNvSpPr/>
          <p:nvPr/>
        </p:nvSpPr>
        <p:spPr>
          <a:xfrm>
            <a:off x="9789783" y="4306188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3C7B8BA-8B31-7B2C-E2AB-60712C1F61E8}"/>
              </a:ext>
            </a:extLst>
          </p:cNvPr>
          <p:cNvSpPr/>
          <p:nvPr/>
        </p:nvSpPr>
        <p:spPr>
          <a:xfrm>
            <a:off x="904270" y="530080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D3B4A7A-A70B-0C4A-C7FF-462ADF36D440}"/>
              </a:ext>
            </a:extLst>
          </p:cNvPr>
          <p:cNvSpPr/>
          <p:nvPr/>
        </p:nvSpPr>
        <p:spPr>
          <a:xfrm>
            <a:off x="1666053" y="1120703"/>
            <a:ext cx="9066029" cy="5391671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As a refresher, how do we make a string variable in Python?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50233D-41DE-6588-7EB0-97A3A19FFCB8}"/>
              </a:ext>
            </a:extLst>
          </p:cNvPr>
          <p:cNvSpPr/>
          <p:nvPr/>
        </p:nvSpPr>
        <p:spPr>
          <a:xfrm>
            <a:off x="0" y="63619"/>
            <a:ext cx="3605901" cy="928577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STRINGS</a:t>
            </a:r>
          </a:p>
        </p:txBody>
      </p:sp>
    </p:spTree>
    <p:extLst>
      <p:ext uri="{BB962C8B-B14F-4D97-AF65-F5344CB8AC3E}">
        <p14:creationId xmlns:p14="http://schemas.microsoft.com/office/powerpoint/2010/main" val="19105942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30268E-D364-4D9D-29AB-04704D35C8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FEC97D9B-BE6D-4324-3769-54ADF5CA3B3F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0C1AA49-2B88-3995-C07D-E9ED1874AD8F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A70EB3C-7074-C649-E10E-F6D225ED0987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76C31C9-62DC-3675-D099-2F45431523AD}"/>
              </a:ext>
            </a:extLst>
          </p:cNvPr>
          <p:cNvSpPr/>
          <p:nvPr/>
        </p:nvSpPr>
        <p:spPr>
          <a:xfrm>
            <a:off x="761449" y="1212852"/>
            <a:ext cx="4685128" cy="5391671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We can use either single quotes (‘) or double quotes (“)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 issue with this comes whenever we want to include one of these symbols inside of our string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Put a (\) in front of these symbols to “escape” them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03C02FC-7E07-3A7E-6B2B-FD078F0B388B}"/>
              </a:ext>
            </a:extLst>
          </p:cNvPr>
          <p:cNvSpPr/>
          <p:nvPr/>
        </p:nvSpPr>
        <p:spPr>
          <a:xfrm>
            <a:off x="0" y="63619"/>
            <a:ext cx="6648893" cy="928577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ESCAPE CHARACTERS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3F0E0BD-BC9F-778B-2DC3-BCBBC6899E4A}"/>
              </a:ext>
            </a:extLst>
          </p:cNvPr>
          <p:cNvSpPr/>
          <p:nvPr/>
        </p:nvSpPr>
        <p:spPr>
          <a:xfrm>
            <a:off x="5992933" y="1972801"/>
            <a:ext cx="5744945" cy="349010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38100">
            <a:solidFill>
              <a:srgbClr val="326648"/>
            </a:solidFill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69195" lon="290748" rev="2154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words =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75AA5F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"This world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AC6EB7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\"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75AA5F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includes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AC6EB7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\"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75AA5F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 quotation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AC6EB7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\'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75AA5F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marks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AC6EB7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\’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75AA5F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”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75AA5F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print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(words)</a:t>
            </a:r>
            <a:endParaRPr kumimoji="0" lang="en-US" altLang="en-US" sz="6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71720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369228-63D0-9B39-4438-3E55D266A5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5FDA2338-AB9D-45C5-3D49-0742F54F1CA5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93011C5-03F2-786E-3745-54CFFC884C47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78E8ED1-5036-6CF8-EEE8-0E7B978B890C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312D47B-2998-DDEE-40F9-18FAE493C6FB}"/>
              </a:ext>
            </a:extLst>
          </p:cNvPr>
          <p:cNvSpPr/>
          <p:nvPr/>
        </p:nvSpPr>
        <p:spPr>
          <a:xfrm>
            <a:off x="761449" y="1212852"/>
            <a:ext cx="4685128" cy="5391671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There are a couple of other escape characters as well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\n will insert a new line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\t will insert a tab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CD674A8-D224-2DB1-5A2A-15A3048FC598}"/>
              </a:ext>
            </a:extLst>
          </p:cNvPr>
          <p:cNvSpPr/>
          <p:nvPr/>
        </p:nvSpPr>
        <p:spPr>
          <a:xfrm>
            <a:off x="0" y="63619"/>
            <a:ext cx="6648893" cy="928577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ESCAPE CHARACTERS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831E5B5-EBAE-8AAB-EA8B-A6E4C548C0D8}"/>
              </a:ext>
            </a:extLst>
          </p:cNvPr>
          <p:cNvSpPr/>
          <p:nvPr/>
        </p:nvSpPr>
        <p:spPr>
          <a:xfrm>
            <a:off x="5992933" y="1972801"/>
            <a:ext cx="5744945" cy="349010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38100">
            <a:solidFill>
              <a:srgbClr val="326648"/>
            </a:solidFill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69195" lon="290748" rev="2154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words =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75AA5F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"there's a new line between here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AC6EB7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\n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75AA5F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 and here"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75AA5F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tab =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75AA5F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"this line has a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AC6EB7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\t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75AA5F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 tab"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75AA5F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print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(words)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print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(tab)</a:t>
            </a:r>
            <a:endParaRPr kumimoji="0" lang="en-US" altLang="en-US" sz="6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76191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CE47DE-CB55-7B69-E42A-3A8B81A84E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F75E813F-1C0A-2415-926E-F55D4EC34564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510AABF-11BB-2831-D4CD-42912E9879BD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86BCC25-DF98-0C97-3DCE-688381EC9418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21BF6B5-6730-BE0C-DEFE-432474DD8338}"/>
              </a:ext>
            </a:extLst>
          </p:cNvPr>
          <p:cNvSpPr/>
          <p:nvPr/>
        </p:nvSpPr>
        <p:spPr>
          <a:xfrm>
            <a:off x="761449" y="1212852"/>
            <a:ext cx="4685128" cy="5391671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You can also format multiple lines of text using text blocks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Instead of using one double quotation mark, use three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It will include the spacing between lines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9BCD76C-AFEF-4515-7E8B-D29D662A3D8E}"/>
              </a:ext>
            </a:extLst>
          </p:cNvPr>
          <p:cNvSpPr/>
          <p:nvPr/>
        </p:nvSpPr>
        <p:spPr>
          <a:xfrm>
            <a:off x="1" y="63619"/>
            <a:ext cx="4685128" cy="928577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TEXT BLOCKS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0A58BDB-DA01-DF54-C827-70B511F54CF4}"/>
              </a:ext>
            </a:extLst>
          </p:cNvPr>
          <p:cNvSpPr/>
          <p:nvPr/>
        </p:nvSpPr>
        <p:spPr>
          <a:xfrm>
            <a:off x="6007110" y="1890170"/>
            <a:ext cx="5744945" cy="365536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38100">
            <a:solidFill>
              <a:srgbClr val="326648"/>
            </a:solidFill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69195" lon="290748" rev="2154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words =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75AA5F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"""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75AA5F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75AA5F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now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75AA5F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75AA5F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it's 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75AA5F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75AA5F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really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75AA5F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75AA5F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going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75AA5F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75AA5F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down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75AA5F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75AA5F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"""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75AA5F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print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(words)</a:t>
            </a:r>
            <a:endParaRPr kumimoji="0" lang="en-US" altLang="en-US" sz="6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75225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7AF50F-4167-176B-49AF-04FDE4DDCB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EFFF28C0-8075-38E2-1BE5-FDC373601733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8D5D18C-CE7A-2EA2-E548-1FCAED7A32A7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31F5786-787F-8E9A-6156-5EF3781F183C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B4FC56B-BD1B-6C5B-A1DE-0946A37C2AC3}"/>
              </a:ext>
            </a:extLst>
          </p:cNvPr>
          <p:cNvSpPr/>
          <p:nvPr/>
        </p:nvSpPr>
        <p:spPr>
          <a:xfrm>
            <a:off x="740184" y="1219940"/>
            <a:ext cx="4685128" cy="5391671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 length function will return how many characters are included in a string (including spaces)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You can use this number to do math as needed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8BC3E11-0D2F-E7EF-47F6-D8E3608ADC4E}"/>
              </a:ext>
            </a:extLst>
          </p:cNvPr>
          <p:cNvSpPr/>
          <p:nvPr/>
        </p:nvSpPr>
        <p:spPr>
          <a:xfrm>
            <a:off x="1" y="63619"/>
            <a:ext cx="3444948" cy="928577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LENGTH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5661A75-9EA3-8110-D84E-E6820D756014}"/>
              </a:ext>
            </a:extLst>
          </p:cNvPr>
          <p:cNvSpPr/>
          <p:nvPr/>
        </p:nvSpPr>
        <p:spPr>
          <a:xfrm>
            <a:off x="6007110" y="1890170"/>
            <a:ext cx="5744945" cy="365536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38100">
            <a:solidFill>
              <a:srgbClr val="326648"/>
            </a:solidFill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69195" lon="290748" rev="2154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words =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75AA5F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"fifteen"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75AA5F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a =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rgbClr val="8888C6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len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(words)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print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(a)</a:t>
            </a:r>
            <a:endParaRPr kumimoji="0" lang="en-US" altLang="en-US" sz="6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21638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D4D39C-1A9C-4827-B977-3F92D2A63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56F60837-7B0B-3885-1684-6134EC06A0AF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5FC5724-8552-197F-5C48-2EABBDA0EF30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FC005AB-BF12-65A3-E540-2B98406F23A1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22088BB-7D6A-9B54-C602-49F5044BBADF}"/>
              </a:ext>
            </a:extLst>
          </p:cNvPr>
          <p:cNvSpPr/>
          <p:nvPr/>
        </p:nvSpPr>
        <p:spPr>
          <a:xfrm>
            <a:off x="740184" y="1219940"/>
            <a:ext cx="4685128" cy="5391671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If you want to combine two strings together, you can add a plus sign in between them to </a:t>
            </a:r>
            <a:r>
              <a:rPr lang="en-US" sz="2800" b="1" i="1" dirty="0">
                <a:solidFill>
                  <a:schemeClr val="accent5">
                    <a:lumMod val="60000"/>
                    <a:lumOff val="40000"/>
                  </a:schemeClr>
                </a:solidFill>
                <a:latin typeface="Bahnschrift" panose="020B0502040204020203" pitchFamily="34" charset="0"/>
              </a:rPr>
              <a:t>concatenate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Make sure to add a space between them so they don’t look smushed together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B60A1A5-0611-A6CD-66B9-A9AE727EC7E9}"/>
              </a:ext>
            </a:extLst>
          </p:cNvPr>
          <p:cNvSpPr/>
          <p:nvPr/>
        </p:nvSpPr>
        <p:spPr>
          <a:xfrm>
            <a:off x="1" y="63619"/>
            <a:ext cx="5103628" cy="928577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CONCATENATION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F860B42-2AA1-8B72-6E66-4C2D51C145ED}"/>
              </a:ext>
            </a:extLst>
          </p:cNvPr>
          <p:cNvSpPr/>
          <p:nvPr/>
        </p:nvSpPr>
        <p:spPr>
          <a:xfrm>
            <a:off x="6007110" y="1890170"/>
            <a:ext cx="5744945" cy="365536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38100">
            <a:solidFill>
              <a:srgbClr val="326648"/>
            </a:solidFill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69195" lon="290748" rev="2154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word1 =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75AA5F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"word"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75AA5F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word2 =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75AA5F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" play"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75AA5F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fullWord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 = word1 + word2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print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fullWord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  <a:endParaRPr kumimoji="0" lang="en-US" altLang="en-US" sz="6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30969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7FE2BF-C9EB-8E86-A8F9-A483FC1E8C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DA9F7233-ED3A-8E34-FC9A-0B4D857017B8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A8BF4E2-96D1-0B43-FD2B-51FFD8B70AA2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45CE8E7-0916-C51C-9E59-D31A9C766244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4D4B64D-CA4B-5E85-5681-304791D8EF0F}"/>
              </a:ext>
            </a:extLst>
          </p:cNvPr>
          <p:cNvSpPr/>
          <p:nvPr/>
        </p:nvSpPr>
        <p:spPr>
          <a:xfrm>
            <a:off x="740184" y="1219940"/>
            <a:ext cx="4685128" cy="5391671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If you want to combine a string with an integer or other data type, you’ll need to </a:t>
            </a:r>
            <a:r>
              <a:rPr lang="en-US" sz="2800" b="1" i="1" dirty="0">
                <a:solidFill>
                  <a:schemeClr val="accent5">
                    <a:lumMod val="60000"/>
                    <a:lumOff val="40000"/>
                  </a:schemeClr>
                </a:solidFill>
                <a:latin typeface="Bahnschrift" panose="020B0502040204020203" pitchFamily="34" charset="0"/>
              </a:rPr>
              <a:t>typecast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it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See example on the right for how to typecast an integer into a string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C6FC593-AA0E-174D-95D0-0696B00747EA}"/>
              </a:ext>
            </a:extLst>
          </p:cNvPr>
          <p:cNvSpPr/>
          <p:nvPr/>
        </p:nvSpPr>
        <p:spPr>
          <a:xfrm>
            <a:off x="1" y="63619"/>
            <a:ext cx="5103628" cy="928577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CONCATENATION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802DBD3-FBF0-92EB-CD23-247A9412F2C8}"/>
              </a:ext>
            </a:extLst>
          </p:cNvPr>
          <p:cNvSpPr/>
          <p:nvPr/>
        </p:nvSpPr>
        <p:spPr>
          <a:xfrm>
            <a:off x="5801547" y="1727138"/>
            <a:ext cx="6035484" cy="365536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38100">
            <a:solidFill>
              <a:srgbClr val="326648"/>
            </a:solidFill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69195" lon="290748" rev="2154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word1 =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75AA5F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"number is: "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75AA5F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number1 =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5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fullWord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 = word1 +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str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(number1)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print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fullWord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  <a:endParaRPr kumimoji="0" lang="en-US" altLang="en-US" sz="6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94748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68D58C-8ECF-9324-04F1-8D297B5E7F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61144462-8A32-82AF-7818-6D7271A151A0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222338D-5D0A-1ED9-3DB5-894E7478C780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B6B64BC-B475-6B90-E07F-EF26EC611DBC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129098C-BB3D-C63D-2EED-DE563E7DFA04}"/>
              </a:ext>
            </a:extLst>
          </p:cNvPr>
          <p:cNvSpPr/>
          <p:nvPr/>
        </p:nvSpPr>
        <p:spPr>
          <a:xfrm>
            <a:off x="740184" y="1219940"/>
            <a:ext cx="4685128" cy="5391671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You don’t need to store the concatenation into a variable to display it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You can actually do the concatenation inside of a print statement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5B4BD5-8865-BC35-2D19-9099BDE12DCB}"/>
              </a:ext>
            </a:extLst>
          </p:cNvPr>
          <p:cNvSpPr/>
          <p:nvPr/>
        </p:nvSpPr>
        <p:spPr>
          <a:xfrm>
            <a:off x="1" y="63619"/>
            <a:ext cx="5103628" cy="928577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CONCATENATION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D696A28-9A65-53C1-8072-F12549BD3CD1}"/>
              </a:ext>
            </a:extLst>
          </p:cNvPr>
          <p:cNvSpPr/>
          <p:nvPr/>
        </p:nvSpPr>
        <p:spPr>
          <a:xfrm>
            <a:off x="5801547" y="1727138"/>
            <a:ext cx="6035484" cy="365536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38100">
            <a:solidFill>
              <a:srgbClr val="326648"/>
            </a:solidFill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69195" lon="290748" rev="2154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word1 =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75AA5F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"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rgbClr val="75AA5F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ba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75AA5F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"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75AA5F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word2 =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75AA5F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"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rgbClr val="75AA5F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zinga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75AA5F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"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75AA5F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print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(word1 + word2)</a:t>
            </a:r>
            <a:endParaRPr kumimoji="0" lang="en-US" altLang="en-US" sz="6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56862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CBC215-BB72-F0F4-0EB0-C597C495C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8990B007-6015-06DE-7865-0E1DD1AA284A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B3EFDEA-81D8-36EC-CF71-3F9972AA14EC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372B0C3-570D-D156-9393-03335ABA3F8B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B0B5F76-E0FA-9D16-3817-448AD4B316DE}"/>
              </a:ext>
            </a:extLst>
          </p:cNvPr>
          <p:cNvSpPr/>
          <p:nvPr/>
        </p:nvSpPr>
        <p:spPr>
          <a:xfrm>
            <a:off x="740184" y="1219940"/>
            <a:ext cx="4685128" cy="5391671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In Python, the process of getting a </a:t>
            </a:r>
            <a:r>
              <a:rPr lang="en-US" sz="2800" b="1" i="1" dirty="0">
                <a:solidFill>
                  <a:schemeClr val="accent5">
                    <a:lumMod val="60000"/>
                    <a:lumOff val="40000"/>
                  </a:schemeClr>
                </a:solidFill>
                <a:latin typeface="Bahnschrift" panose="020B0502040204020203" pitchFamily="34" charset="0"/>
              </a:rPr>
              <a:t>substring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is called </a:t>
            </a:r>
            <a:r>
              <a:rPr lang="en-US" sz="2800" b="1" i="1" dirty="0">
                <a:solidFill>
                  <a:schemeClr val="accent5">
                    <a:lumMod val="60000"/>
                    <a:lumOff val="40000"/>
                  </a:schemeClr>
                </a:solidFill>
                <a:latin typeface="Bahnschrift" panose="020B0502040204020203" pitchFamily="34" charset="0"/>
              </a:rPr>
              <a:t>slicing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Use the brackets to specify the starting character index and the ending character index for the slice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451059D-CDF3-4A70-5FF4-CF6C0C737EB4}"/>
              </a:ext>
            </a:extLst>
          </p:cNvPr>
          <p:cNvSpPr/>
          <p:nvPr/>
        </p:nvSpPr>
        <p:spPr>
          <a:xfrm>
            <a:off x="1" y="63619"/>
            <a:ext cx="4030481" cy="928577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SUBSTRING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E0E749A-D72C-4D8C-F1B8-5772B1FED1CD}"/>
              </a:ext>
            </a:extLst>
          </p:cNvPr>
          <p:cNvSpPr/>
          <p:nvPr/>
        </p:nvSpPr>
        <p:spPr>
          <a:xfrm>
            <a:off x="5801547" y="1673234"/>
            <a:ext cx="6035484" cy="256561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38100">
            <a:solidFill>
              <a:srgbClr val="326648"/>
            </a:solidFill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69195" lon="290748" rev="2154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word =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75AA5F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"bazinga"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75AA5F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sub = word[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0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1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]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print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(sub)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sub = word[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2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5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]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print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(sub)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</a:br>
            <a:endParaRPr kumimoji="0" lang="en-US" altLang="en-US" sz="6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75042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549514-5398-BC7C-1A2F-0763096C7F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45D465EF-8C28-F750-90ED-B02766BCD20B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E82FD02-6E65-B6A1-87A3-7BA036E5AD6B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916C53C-4074-8BC0-5ACD-F3200F534035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14A6E50-3F12-F40B-7189-910571928D52}"/>
              </a:ext>
            </a:extLst>
          </p:cNvPr>
          <p:cNvSpPr/>
          <p:nvPr/>
        </p:nvSpPr>
        <p:spPr>
          <a:xfrm>
            <a:off x="740184" y="1219940"/>
            <a:ext cx="4685128" cy="5391671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If you leave either blank, it will default to 0, or the final character of the string respectively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156F858-B10B-FF16-6E1C-2BC884E7F577}"/>
              </a:ext>
            </a:extLst>
          </p:cNvPr>
          <p:cNvSpPr/>
          <p:nvPr/>
        </p:nvSpPr>
        <p:spPr>
          <a:xfrm>
            <a:off x="1" y="63619"/>
            <a:ext cx="4030481" cy="928577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SUBSTRING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E97B1B3-7274-7E6C-3958-F0BFFD03AEA9}"/>
              </a:ext>
            </a:extLst>
          </p:cNvPr>
          <p:cNvSpPr/>
          <p:nvPr/>
        </p:nvSpPr>
        <p:spPr>
          <a:xfrm>
            <a:off x="5801547" y="1673235"/>
            <a:ext cx="6035484" cy="259396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38100">
            <a:solidFill>
              <a:srgbClr val="326648"/>
            </a:solidFill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69195" lon="290748" rev="2154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word =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75AA5F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"bazinga"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sub = word[: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3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]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print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(sub)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sub = word[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4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:]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print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(sub)</a:t>
            </a:r>
            <a:endParaRPr kumimoji="0" lang="en-US" altLang="en-US" sz="6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01910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0FE7EB-CEAE-490A-7D97-AF57A84CE9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9962FF2D-4199-E603-B250-DEC12EF3A701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BFF9F43-0A78-3BDF-4529-D7B3B3B92A3F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0445B33-8452-8C06-0081-C79D41313F1F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BA78CD4-B546-5D86-EA30-794EB81D47A6}"/>
              </a:ext>
            </a:extLst>
          </p:cNvPr>
          <p:cNvSpPr/>
          <p:nvPr/>
        </p:nvSpPr>
        <p:spPr>
          <a:xfrm>
            <a:off x="740184" y="1219940"/>
            <a:ext cx="4685128" cy="5391671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If you want to replace certain characters in a string, use the </a:t>
            </a:r>
            <a:r>
              <a:rPr lang="en-US" sz="2800" b="1" i="1" dirty="0">
                <a:solidFill>
                  <a:schemeClr val="accent5">
                    <a:lumMod val="60000"/>
                    <a:lumOff val="40000"/>
                  </a:schemeClr>
                </a:solidFill>
                <a:latin typeface="Bahnschrift" panose="020B0502040204020203" pitchFamily="34" charset="0"/>
              </a:rPr>
              <a:t>replace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function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This can be used to replace multiple characters, or just one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35C6562-3D5D-29B6-718B-F54DE01764B5}"/>
              </a:ext>
            </a:extLst>
          </p:cNvPr>
          <p:cNvSpPr/>
          <p:nvPr/>
        </p:nvSpPr>
        <p:spPr>
          <a:xfrm>
            <a:off x="1" y="63619"/>
            <a:ext cx="4030481" cy="928577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REPLACE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1639581-CC70-D18A-1664-B7E270660D94}"/>
              </a:ext>
            </a:extLst>
          </p:cNvPr>
          <p:cNvSpPr/>
          <p:nvPr/>
        </p:nvSpPr>
        <p:spPr>
          <a:xfrm>
            <a:off x="5801546" y="1673235"/>
            <a:ext cx="6269951" cy="259396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38100">
            <a:solidFill>
              <a:srgbClr val="326648"/>
            </a:solidFill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69195" lon="290748" rev="2154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word =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75AA5F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"Mr. Beast"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75AA5F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word =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word.replace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75AA5F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"e"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,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75AA5F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"3"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word =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word.replace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75AA5F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"Mr."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,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75AA5F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"Mister"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print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(word)</a:t>
            </a:r>
            <a:endParaRPr kumimoji="0" lang="en-US" altLang="en-US" sz="6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37652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5BA873-C0D7-BA6C-7F64-685ADF4D97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B7E948C7-261F-FA86-2C4E-28DACF261AB2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EFAB5A5-6CA1-554C-BBBD-575A860E56F5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51CD66F-E419-F511-EEE8-FC41CF8A5A6E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E08C5E9-55A3-256F-6C68-9743E2F7348C}"/>
              </a:ext>
            </a:extLst>
          </p:cNvPr>
          <p:cNvSpPr/>
          <p:nvPr/>
        </p:nvSpPr>
        <p:spPr>
          <a:xfrm>
            <a:off x="747966" y="1219940"/>
            <a:ext cx="4685128" cy="5391671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How about if we want to clean up a text input to remove all the spaces?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We can use the </a:t>
            </a:r>
            <a:r>
              <a:rPr lang="en-US" sz="2800" b="1" i="1" dirty="0">
                <a:solidFill>
                  <a:schemeClr val="accent5">
                    <a:lumMod val="60000"/>
                    <a:lumOff val="40000"/>
                  </a:schemeClr>
                </a:solidFill>
                <a:latin typeface="Bahnschrift" panose="020B0502040204020203" pitchFamily="34" charset="0"/>
              </a:rPr>
              <a:t>strip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function to clean up a string and remove leading and trailing spaces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2A99CC5-FF36-DCBF-5863-FC3BD127817F}"/>
              </a:ext>
            </a:extLst>
          </p:cNvPr>
          <p:cNvSpPr/>
          <p:nvPr/>
        </p:nvSpPr>
        <p:spPr>
          <a:xfrm>
            <a:off x="1" y="63619"/>
            <a:ext cx="3090529" cy="928577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STRIP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A0E469E-C58F-5857-BAF2-71535AC5D469}"/>
              </a:ext>
            </a:extLst>
          </p:cNvPr>
          <p:cNvSpPr/>
          <p:nvPr/>
        </p:nvSpPr>
        <p:spPr>
          <a:xfrm>
            <a:off x="5801546" y="1673235"/>
            <a:ext cx="5943887" cy="259396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38100">
            <a:solidFill>
              <a:srgbClr val="326648"/>
            </a:solidFill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69195" lon="290748" rev="2154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text =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input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75AA5F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"Enter some text"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text =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text.strip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()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print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(text)</a:t>
            </a:r>
            <a:endParaRPr kumimoji="0" lang="en-US" altLang="en-US" sz="6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53894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5BA6D2-661C-629D-3A0B-D8916DF3A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8B93D669-FD26-373F-CDBC-983ED72E17F3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493F1B6-8034-6006-77FD-6E60A6700CC2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3B445EE-DFCD-15A2-8253-548969370912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D1FA388-F44C-0D62-E127-5DAA237B2FBA}"/>
              </a:ext>
            </a:extLst>
          </p:cNvPr>
          <p:cNvSpPr/>
          <p:nvPr/>
        </p:nvSpPr>
        <p:spPr>
          <a:xfrm>
            <a:off x="825243" y="1120703"/>
            <a:ext cx="10296411" cy="5550244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Problem 1: Ask the user for their name and email address, then concatenate that together with a message to make an “email” display.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Problem 2: Ask the user their first and last names. Concatenate the two together, add a space in-between, and print this out alongside the number of letters the name has (not including the space)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Problem 3: Ask the user for a word and then a letter. Replace each instance of that letter with a symbol.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A51E191-FB80-DD01-12DA-A63D6699BDF7}"/>
              </a:ext>
            </a:extLst>
          </p:cNvPr>
          <p:cNvSpPr/>
          <p:nvPr/>
        </p:nvSpPr>
        <p:spPr>
          <a:xfrm>
            <a:off x="148856" y="94904"/>
            <a:ext cx="2601433" cy="928577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LAB</a:t>
            </a:r>
          </a:p>
        </p:txBody>
      </p:sp>
    </p:spTree>
    <p:extLst>
      <p:ext uri="{BB962C8B-B14F-4D97-AF65-F5344CB8AC3E}">
        <p14:creationId xmlns:p14="http://schemas.microsoft.com/office/powerpoint/2010/main" val="5106236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336</TotalTime>
  <Words>751</Words>
  <Application>Microsoft Office PowerPoint</Application>
  <PresentationFormat>Widescreen</PresentationFormat>
  <Paragraphs>70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Aptos</vt:lpstr>
      <vt:lpstr>Aptos Display</vt:lpstr>
      <vt:lpstr>Arial</vt:lpstr>
      <vt:lpstr>Bahnschrift</vt:lpstr>
      <vt:lpstr>Bahnschrift SemiBold</vt:lpstr>
      <vt:lpstr>Cascadia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Hill</dc:creator>
  <cp:lastModifiedBy>Michael Hill</cp:lastModifiedBy>
  <cp:revision>1</cp:revision>
  <dcterms:created xsi:type="dcterms:W3CDTF">2025-08-11T14:07:39Z</dcterms:created>
  <dcterms:modified xsi:type="dcterms:W3CDTF">2025-08-14T18:09:38Z</dcterms:modified>
</cp:coreProperties>
</file>