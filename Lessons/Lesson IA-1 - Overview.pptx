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8" r:id="rId3"/>
    <p:sldId id="272" r:id="rId4"/>
    <p:sldId id="271" r:id="rId5"/>
    <p:sldId id="267" r:id="rId6"/>
    <p:sldId id="273" r:id="rId7"/>
    <p:sldId id="274" r:id="rId8"/>
    <p:sldId id="275" r:id="rId9"/>
    <p:sldId id="276" r:id="rId10"/>
    <p:sldId id="277" r:id="rId11"/>
    <p:sldId id="278" r:id="rId12"/>
    <p:sldId id="282" r:id="rId13"/>
    <p:sldId id="280" r:id="rId14"/>
    <p:sldId id="281" r:id="rId15"/>
    <p:sldId id="279" r:id="rId16"/>
    <p:sldId id="283" r:id="rId17"/>
    <p:sldId id="284" r:id="rId18"/>
    <p:sldId id="28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7ABFD7-6C87-4844-AA58-F166357AA5F3}" v="5" dt="2026-04-27T14:14:24.1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4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8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4-27T14:25:21.063" v="2192" actId="20577"/>
      <pc:docMkLst>
        <pc:docMk/>
      </pc:docMkLst>
      <pc:sldChg chg="modSp mod">
        <pc:chgData name="Michael Hill" userId="41dba03d-e58d-4389-9894-554c10310ba4" providerId="ADAL" clId="{EF23FE1D-A042-481E-AFD7-2A9FB0847F54}" dt="2026-04-27T14:18:14.912" v="867" actId="20577"/>
        <pc:sldMkLst>
          <pc:docMk/>
          <pc:sldMk cId="1054858550" sldId="258"/>
        </pc:sldMkLst>
        <pc:spChg chg="mod">
          <ac:chgData name="Michael Hill" userId="41dba03d-e58d-4389-9894-554c10310ba4" providerId="ADAL" clId="{EF23FE1D-A042-481E-AFD7-2A9FB0847F54}" dt="2026-04-27T14:09:29.418" v="80" actId="20577"/>
          <ac:spMkLst>
            <pc:docMk/>
            <pc:sldMk cId="1054858550" sldId="258"/>
            <ac:spMk id="2" creationId="{DF4E63B3-4AED-C1FE-1D29-3C791E9C6DBB}"/>
          </ac:spMkLst>
        </pc:spChg>
        <pc:spChg chg="mod">
          <ac:chgData name="Michael Hill" userId="41dba03d-e58d-4389-9894-554c10310ba4" providerId="ADAL" clId="{EF23FE1D-A042-481E-AFD7-2A9FB0847F54}" dt="2026-04-27T14:18:14.912" v="867" actId="20577"/>
          <ac:spMkLst>
            <pc:docMk/>
            <pc:sldMk cId="1054858550" sldId="258"/>
            <ac:spMk id="3" creationId="{CE11664C-3DE3-A183-4D05-95E7ED2FFF1B}"/>
          </ac:spMkLst>
        </pc:spChg>
      </pc:sldChg>
      <pc:sldChg chg="delSp modSp mod">
        <pc:chgData name="Michael Hill" userId="41dba03d-e58d-4389-9894-554c10310ba4" providerId="ADAL" clId="{EF23FE1D-A042-481E-AFD7-2A9FB0847F54}" dt="2026-04-27T13:55:43.335" v="25" actId="478"/>
        <pc:sldMkLst>
          <pc:docMk/>
          <pc:sldMk cId="3974668657" sldId="266"/>
        </pc:sldMkLst>
        <pc:spChg chg="mod">
          <ac:chgData name="Michael Hill" userId="41dba03d-e58d-4389-9894-554c10310ba4" providerId="ADAL" clId="{EF23FE1D-A042-481E-AFD7-2A9FB0847F54}" dt="2026-04-27T13:55:27.581" v="7" actId="20577"/>
          <ac:spMkLst>
            <pc:docMk/>
            <pc:sldMk cId="3974668657" sldId="266"/>
            <ac:spMk id="2" creationId="{1C365822-CB41-B4DF-61CE-2E8C5C185834}"/>
          </ac:spMkLst>
        </pc:spChg>
        <pc:spChg chg="mod">
          <ac:chgData name="Michael Hill" userId="41dba03d-e58d-4389-9894-554c10310ba4" providerId="ADAL" clId="{EF23FE1D-A042-481E-AFD7-2A9FB0847F54}" dt="2026-04-27T13:55:39.040" v="24" actId="20577"/>
          <ac:spMkLst>
            <pc:docMk/>
            <pc:sldMk cId="3974668657" sldId="266"/>
            <ac:spMk id="3" creationId="{0FFE4E6B-41D3-503D-29B2-2DDB817828CB}"/>
          </ac:spMkLst>
        </pc:spChg>
        <pc:picChg chg="del">
          <ac:chgData name="Michael Hill" userId="41dba03d-e58d-4389-9894-554c10310ba4" providerId="ADAL" clId="{EF23FE1D-A042-481E-AFD7-2A9FB0847F54}" dt="2026-04-27T13:55:43.335" v="25" actId="478"/>
          <ac:picMkLst>
            <pc:docMk/>
            <pc:sldMk cId="3974668657" sldId="266"/>
            <ac:picMk id="1028" creationId="{E933D3AD-DDC0-6668-7DF2-AAD45300F051}"/>
          </ac:picMkLst>
        </pc:picChg>
      </pc:sldChg>
      <pc:sldChg chg="addSp delSp modSp mod">
        <pc:chgData name="Michael Hill" userId="41dba03d-e58d-4389-9894-554c10310ba4" providerId="ADAL" clId="{EF23FE1D-A042-481E-AFD7-2A9FB0847F54}" dt="2026-04-27T14:13:55.664" v="337" actId="21"/>
        <pc:sldMkLst>
          <pc:docMk/>
          <pc:sldMk cId="1119635077" sldId="267"/>
        </pc:sldMkLst>
        <pc:spChg chg="mod">
          <ac:chgData name="Michael Hill" userId="41dba03d-e58d-4389-9894-554c10310ba4" providerId="ADAL" clId="{EF23FE1D-A042-481E-AFD7-2A9FB0847F54}" dt="2026-04-27T14:12:06.083" v="315" actId="20577"/>
          <ac:spMkLst>
            <pc:docMk/>
            <pc:sldMk cId="1119635077" sldId="267"/>
            <ac:spMk id="2" creationId="{C6CABCAB-4F2C-FD98-A1F8-D1BD6A7B4EA5}"/>
          </ac:spMkLst>
        </pc:spChg>
        <pc:spChg chg="mod">
          <ac:chgData name="Michael Hill" userId="41dba03d-e58d-4389-9894-554c10310ba4" providerId="ADAL" clId="{EF23FE1D-A042-481E-AFD7-2A9FB0847F54}" dt="2026-04-27T14:12:58.920" v="320" actId="20577"/>
          <ac:spMkLst>
            <pc:docMk/>
            <pc:sldMk cId="1119635077" sldId="267"/>
            <ac:spMk id="3" creationId="{34BBF45D-B8C6-14A7-1F32-3A9DCE88E1EC}"/>
          </ac:spMkLst>
        </pc:spChg>
        <pc:picChg chg="add del mod">
          <ac:chgData name="Michael Hill" userId="41dba03d-e58d-4389-9894-554c10310ba4" providerId="ADAL" clId="{EF23FE1D-A042-481E-AFD7-2A9FB0847F54}" dt="2026-04-27T14:13:55.664" v="337" actId="21"/>
          <ac:picMkLst>
            <pc:docMk/>
            <pc:sldMk cId="1119635077" sldId="267"/>
            <ac:picMk id="5" creationId="{58075038-47DE-F631-B120-702CE50B962E}"/>
          </ac:picMkLst>
        </pc:picChg>
        <pc:picChg chg="add del mod">
          <ac:chgData name="Michael Hill" userId="41dba03d-e58d-4389-9894-554c10310ba4" providerId="ADAL" clId="{EF23FE1D-A042-481E-AFD7-2A9FB0847F54}" dt="2026-04-27T14:13:54.075" v="336" actId="478"/>
          <ac:picMkLst>
            <pc:docMk/>
            <pc:sldMk cId="1119635077" sldId="267"/>
            <ac:picMk id="7" creationId="{85B06612-ECCC-FBC8-CE8B-89B299661DAA}"/>
          </ac:picMkLst>
        </pc:picChg>
        <pc:picChg chg="add mod">
          <ac:chgData name="Michael Hill" userId="41dba03d-e58d-4389-9894-554c10310ba4" providerId="ADAL" clId="{EF23FE1D-A042-481E-AFD7-2A9FB0847F54}" dt="2026-04-27T14:13:46.713" v="332" actId="571"/>
          <ac:picMkLst>
            <pc:docMk/>
            <pc:sldMk cId="1119635077" sldId="267"/>
            <ac:picMk id="8" creationId="{6D202F89-0BF3-5387-2313-6639AB548D70}"/>
          </ac:picMkLst>
        </pc:picChg>
      </pc:sldChg>
      <pc:sldChg chg="del">
        <pc:chgData name="Michael Hill" userId="41dba03d-e58d-4389-9894-554c10310ba4" providerId="ADAL" clId="{EF23FE1D-A042-481E-AFD7-2A9FB0847F54}" dt="2026-04-27T14:17:52.722" v="792" actId="47"/>
        <pc:sldMkLst>
          <pc:docMk/>
          <pc:sldMk cId="2448197419" sldId="268"/>
        </pc:sldMkLst>
      </pc:sldChg>
      <pc:sldChg chg="del">
        <pc:chgData name="Michael Hill" userId="41dba03d-e58d-4389-9894-554c10310ba4" providerId="ADAL" clId="{EF23FE1D-A042-481E-AFD7-2A9FB0847F54}" dt="2026-04-27T14:17:52.722" v="792" actId="47"/>
        <pc:sldMkLst>
          <pc:docMk/>
          <pc:sldMk cId="1307113887" sldId="269"/>
        </pc:sldMkLst>
      </pc:sldChg>
      <pc:sldChg chg="del">
        <pc:chgData name="Michael Hill" userId="41dba03d-e58d-4389-9894-554c10310ba4" providerId="ADAL" clId="{EF23FE1D-A042-481E-AFD7-2A9FB0847F54}" dt="2026-04-27T14:17:53.597" v="793" actId="47"/>
        <pc:sldMkLst>
          <pc:docMk/>
          <pc:sldMk cId="3244569639" sldId="270"/>
        </pc:sldMkLst>
      </pc:sldChg>
      <pc:sldChg chg="addSp delSp modSp add mod ord">
        <pc:chgData name="Michael Hill" userId="41dba03d-e58d-4389-9894-554c10310ba4" providerId="ADAL" clId="{EF23FE1D-A042-481E-AFD7-2A9FB0847F54}" dt="2026-04-27T14:15:41.378" v="524"/>
        <pc:sldMkLst>
          <pc:docMk/>
          <pc:sldMk cId="2745572143" sldId="271"/>
        </pc:sldMkLst>
        <pc:picChg chg="add mod">
          <ac:chgData name="Michael Hill" userId="41dba03d-e58d-4389-9894-554c10310ba4" providerId="ADAL" clId="{EF23FE1D-A042-481E-AFD7-2A9FB0847F54}" dt="2026-04-27T14:14:00.295" v="340"/>
          <ac:picMkLst>
            <pc:docMk/>
            <pc:sldMk cId="2745572143" sldId="271"/>
            <ac:picMk id="5" creationId="{58075038-47DE-F631-B120-702CE50B962E}"/>
          </ac:picMkLst>
        </pc:picChg>
        <pc:picChg chg="del">
          <ac:chgData name="Michael Hill" userId="41dba03d-e58d-4389-9894-554c10310ba4" providerId="ADAL" clId="{EF23FE1D-A042-481E-AFD7-2A9FB0847F54}" dt="2026-04-27T14:13:59.971" v="339" actId="478"/>
          <ac:picMkLst>
            <pc:docMk/>
            <pc:sldMk cId="2745572143" sldId="271"/>
            <ac:picMk id="8" creationId="{8B538270-1753-0DF9-D0F6-0128BB8EECAF}"/>
          </ac:picMkLst>
        </pc:picChg>
      </pc:sldChg>
      <pc:sldChg chg="delSp modSp add mod ord">
        <pc:chgData name="Michael Hill" userId="41dba03d-e58d-4389-9894-554c10310ba4" providerId="ADAL" clId="{EF23FE1D-A042-481E-AFD7-2A9FB0847F54}" dt="2026-04-27T14:15:47.599" v="526"/>
        <pc:sldMkLst>
          <pc:docMk/>
          <pc:sldMk cId="2130389455" sldId="272"/>
        </pc:sldMkLst>
        <pc:spChg chg="mod">
          <ac:chgData name="Michael Hill" userId="41dba03d-e58d-4389-9894-554c10310ba4" providerId="ADAL" clId="{EF23FE1D-A042-481E-AFD7-2A9FB0847F54}" dt="2026-04-27T14:15:12.912" v="503" actId="207"/>
          <ac:spMkLst>
            <pc:docMk/>
            <pc:sldMk cId="2130389455" sldId="272"/>
            <ac:spMk id="3" creationId="{1B35F4B9-7780-344E-3F7A-86B81F6806B0}"/>
          </ac:spMkLst>
        </pc:spChg>
        <pc:picChg chg="del">
          <ac:chgData name="Michael Hill" userId="41dba03d-e58d-4389-9894-554c10310ba4" providerId="ADAL" clId="{EF23FE1D-A042-481E-AFD7-2A9FB0847F54}" dt="2026-04-27T14:14:14.751" v="342" actId="478"/>
          <ac:picMkLst>
            <pc:docMk/>
            <pc:sldMk cId="2130389455" sldId="272"/>
            <ac:picMk id="5" creationId="{088243FA-4099-7AFF-B46D-37FE8C45AC38}"/>
          </ac:picMkLst>
        </pc:picChg>
      </pc:sldChg>
      <pc:sldChg chg="delSp modSp add mod ord">
        <pc:chgData name="Michael Hill" userId="41dba03d-e58d-4389-9894-554c10310ba4" providerId="ADAL" clId="{EF23FE1D-A042-481E-AFD7-2A9FB0847F54}" dt="2026-04-27T14:16:49.668" v="781" actId="207"/>
        <pc:sldMkLst>
          <pc:docMk/>
          <pc:sldMk cId="3949283384" sldId="273"/>
        </pc:sldMkLst>
        <pc:spChg chg="mod">
          <ac:chgData name="Michael Hill" userId="41dba03d-e58d-4389-9894-554c10310ba4" providerId="ADAL" clId="{EF23FE1D-A042-481E-AFD7-2A9FB0847F54}" dt="2026-04-27T14:15:25.706" v="517" actId="20577"/>
          <ac:spMkLst>
            <pc:docMk/>
            <pc:sldMk cId="3949283384" sldId="273"/>
            <ac:spMk id="2" creationId="{F91CCD08-55AA-E38F-299A-5F671FB74F20}"/>
          </ac:spMkLst>
        </pc:spChg>
        <pc:spChg chg="mod">
          <ac:chgData name="Michael Hill" userId="41dba03d-e58d-4389-9894-554c10310ba4" providerId="ADAL" clId="{EF23FE1D-A042-481E-AFD7-2A9FB0847F54}" dt="2026-04-27T14:16:49.668" v="781" actId="207"/>
          <ac:spMkLst>
            <pc:docMk/>
            <pc:sldMk cId="3949283384" sldId="273"/>
            <ac:spMk id="3" creationId="{E9DAE98C-AB3D-DD89-731B-C1BFC14F1748}"/>
          </ac:spMkLst>
        </pc:spChg>
        <pc:picChg chg="del">
          <ac:chgData name="Michael Hill" userId="41dba03d-e58d-4389-9894-554c10310ba4" providerId="ADAL" clId="{EF23FE1D-A042-481E-AFD7-2A9FB0847F54}" dt="2026-04-27T14:16:18.588" v="647" actId="478"/>
          <ac:picMkLst>
            <pc:docMk/>
            <pc:sldMk cId="3949283384" sldId="273"/>
            <ac:picMk id="8" creationId="{87C1FC77-EA99-18BB-E55E-E4E9CC399A87}"/>
          </ac:picMkLst>
        </pc:picChg>
      </pc:sldChg>
      <pc:sldChg chg="addSp modSp add mod">
        <pc:chgData name="Michael Hill" userId="41dba03d-e58d-4389-9894-554c10310ba4" providerId="ADAL" clId="{EF23FE1D-A042-481E-AFD7-2A9FB0847F54}" dt="2026-04-27T14:17:12.356" v="786" actId="1076"/>
        <pc:sldMkLst>
          <pc:docMk/>
          <pc:sldMk cId="1287727161" sldId="274"/>
        </pc:sldMkLst>
        <pc:spChg chg="mod">
          <ac:chgData name="Michael Hill" userId="41dba03d-e58d-4389-9894-554c10310ba4" providerId="ADAL" clId="{EF23FE1D-A042-481E-AFD7-2A9FB0847F54}" dt="2026-04-27T14:16:57.462" v="783" actId="6549"/>
          <ac:spMkLst>
            <pc:docMk/>
            <pc:sldMk cId="1287727161" sldId="274"/>
            <ac:spMk id="3" creationId="{BBAEF495-6DEC-3A94-B947-794A5826EC9F}"/>
          </ac:spMkLst>
        </pc:spChg>
        <pc:picChg chg="add mod">
          <ac:chgData name="Michael Hill" userId="41dba03d-e58d-4389-9894-554c10310ba4" providerId="ADAL" clId="{EF23FE1D-A042-481E-AFD7-2A9FB0847F54}" dt="2026-04-27T14:17:12.356" v="786" actId="1076"/>
          <ac:picMkLst>
            <pc:docMk/>
            <pc:sldMk cId="1287727161" sldId="274"/>
            <ac:picMk id="5" creationId="{D839DBDA-2CE0-96D9-A56F-D8DF2C25B31D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4-27T14:17:28.968" v="791" actId="1076"/>
        <pc:sldMkLst>
          <pc:docMk/>
          <pc:sldMk cId="2657440649" sldId="275"/>
        </pc:sldMkLst>
        <pc:picChg chg="del">
          <ac:chgData name="Michael Hill" userId="41dba03d-e58d-4389-9894-554c10310ba4" providerId="ADAL" clId="{EF23FE1D-A042-481E-AFD7-2A9FB0847F54}" dt="2026-04-27T14:17:22.922" v="788" actId="478"/>
          <ac:picMkLst>
            <pc:docMk/>
            <pc:sldMk cId="2657440649" sldId="275"/>
            <ac:picMk id="5" creationId="{96E5FC39-B4A5-CBBE-B27E-3E6D955FA0F5}"/>
          </ac:picMkLst>
        </pc:picChg>
        <pc:picChg chg="add mod">
          <ac:chgData name="Michael Hill" userId="41dba03d-e58d-4389-9894-554c10310ba4" providerId="ADAL" clId="{EF23FE1D-A042-481E-AFD7-2A9FB0847F54}" dt="2026-04-27T14:17:28.968" v="791" actId="1076"/>
          <ac:picMkLst>
            <pc:docMk/>
            <pc:sldMk cId="2657440649" sldId="275"/>
            <ac:picMk id="6" creationId="{1AC4C5E5-190E-20FC-4E5A-BEB60439E2DC}"/>
          </ac:picMkLst>
        </pc:picChg>
      </pc:sldChg>
      <pc:sldChg chg="delSp modSp add mod">
        <pc:chgData name="Michael Hill" userId="41dba03d-e58d-4389-9894-554c10310ba4" providerId="ADAL" clId="{EF23FE1D-A042-481E-AFD7-2A9FB0847F54}" dt="2026-04-27T14:19:26.263" v="1225" actId="207"/>
        <pc:sldMkLst>
          <pc:docMk/>
          <pc:sldMk cId="1324825895" sldId="276"/>
        </pc:sldMkLst>
        <pc:spChg chg="mod">
          <ac:chgData name="Michael Hill" userId="41dba03d-e58d-4389-9894-554c10310ba4" providerId="ADAL" clId="{EF23FE1D-A042-481E-AFD7-2A9FB0847F54}" dt="2026-04-27T14:18:00.735" v="810" actId="20577"/>
          <ac:spMkLst>
            <pc:docMk/>
            <pc:sldMk cId="1324825895" sldId="276"/>
            <ac:spMk id="2" creationId="{980475BD-11F2-DE2B-0A77-AD44C0873EE2}"/>
          </ac:spMkLst>
        </pc:spChg>
        <pc:spChg chg="mod">
          <ac:chgData name="Michael Hill" userId="41dba03d-e58d-4389-9894-554c10310ba4" providerId="ADAL" clId="{EF23FE1D-A042-481E-AFD7-2A9FB0847F54}" dt="2026-04-27T14:19:26.263" v="1225" actId="207"/>
          <ac:spMkLst>
            <pc:docMk/>
            <pc:sldMk cId="1324825895" sldId="276"/>
            <ac:spMk id="3" creationId="{25CF3CE2-E26E-472F-6CD1-294CF0627D85}"/>
          </ac:spMkLst>
        </pc:spChg>
        <pc:picChg chg="del">
          <ac:chgData name="Michael Hill" userId="41dba03d-e58d-4389-9894-554c10310ba4" providerId="ADAL" clId="{EF23FE1D-A042-481E-AFD7-2A9FB0847F54}" dt="2026-04-27T14:18:21.487" v="868" actId="478"/>
          <ac:picMkLst>
            <pc:docMk/>
            <pc:sldMk cId="1324825895" sldId="276"/>
            <ac:picMk id="6" creationId="{F21601DC-3CF0-7FB3-4A00-A3C5DEB4BF51}"/>
          </ac:picMkLst>
        </pc:picChg>
      </pc:sldChg>
      <pc:sldChg chg="addSp modSp add mod">
        <pc:chgData name="Michael Hill" userId="41dba03d-e58d-4389-9894-554c10310ba4" providerId="ADAL" clId="{EF23FE1D-A042-481E-AFD7-2A9FB0847F54}" dt="2026-04-27T14:19:43.958" v="1230" actId="1076"/>
        <pc:sldMkLst>
          <pc:docMk/>
          <pc:sldMk cId="2557989941" sldId="277"/>
        </pc:sldMkLst>
        <pc:spChg chg="mod">
          <ac:chgData name="Michael Hill" userId="41dba03d-e58d-4389-9894-554c10310ba4" providerId="ADAL" clId="{EF23FE1D-A042-481E-AFD7-2A9FB0847F54}" dt="2026-04-27T14:19:38.517" v="1227" actId="20577"/>
          <ac:spMkLst>
            <pc:docMk/>
            <pc:sldMk cId="2557989941" sldId="277"/>
            <ac:spMk id="3" creationId="{9E007577-246D-EBFE-C5FF-7A9CE1926BFE}"/>
          </ac:spMkLst>
        </pc:spChg>
        <pc:picChg chg="add mod">
          <ac:chgData name="Michael Hill" userId="41dba03d-e58d-4389-9894-554c10310ba4" providerId="ADAL" clId="{EF23FE1D-A042-481E-AFD7-2A9FB0847F54}" dt="2026-04-27T14:19:43.958" v="1230" actId="1076"/>
          <ac:picMkLst>
            <pc:docMk/>
            <pc:sldMk cId="2557989941" sldId="277"/>
            <ac:picMk id="5" creationId="{B2314DF4-818A-463C-14AE-00739D555960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4-27T14:20:35.764" v="1257" actId="14100"/>
        <pc:sldMkLst>
          <pc:docMk/>
          <pc:sldMk cId="3281441583" sldId="278"/>
        </pc:sldMkLst>
        <pc:picChg chg="del">
          <ac:chgData name="Michael Hill" userId="41dba03d-e58d-4389-9894-554c10310ba4" providerId="ADAL" clId="{EF23FE1D-A042-481E-AFD7-2A9FB0847F54}" dt="2026-04-27T14:19:55.263" v="1232" actId="478"/>
          <ac:picMkLst>
            <pc:docMk/>
            <pc:sldMk cId="3281441583" sldId="278"/>
            <ac:picMk id="5" creationId="{60733BE6-67E0-D099-EBAD-A9BF304CA613}"/>
          </ac:picMkLst>
        </pc:picChg>
        <pc:picChg chg="add mod">
          <ac:chgData name="Michael Hill" userId="41dba03d-e58d-4389-9894-554c10310ba4" providerId="ADAL" clId="{EF23FE1D-A042-481E-AFD7-2A9FB0847F54}" dt="2026-04-27T14:20:00.464" v="1235" actId="1076"/>
          <ac:picMkLst>
            <pc:docMk/>
            <pc:sldMk cId="3281441583" sldId="278"/>
            <ac:picMk id="6" creationId="{D98022FF-B5A0-ABBE-3009-82665BC8D9A4}"/>
          </ac:picMkLst>
        </pc:picChg>
        <pc:picChg chg="add mod">
          <ac:chgData name="Michael Hill" userId="41dba03d-e58d-4389-9894-554c10310ba4" providerId="ADAL" clId="{EF23FE1D-A042-481E-AFD7-2A9FB0847F54}" dt="2026-04-27T14:20:35.764" v="1257" actId="14100"/>
          <ac:picMkLst>
            <pc:docMk/>
            <pc:sldMk cId="3281441583" sldId="278"/>
            <ac:picMk id="8" creationId="{CD4280C7-8F5A-82E7-4586-EAD47E4C502A}"/>
          </ac:picMkLst>
        </pc:picChg>
      </pc:sldChg>
      <pc:sldChg chg="modSp add mod ord">
        <pc:chgData name="Michael Hill" userId="41dba03d-e58d-4389-9894-554c10310ba4" providerId="ADAL" clId="{EF23FE1D-A042-481E-AFD7-2A9FB0847F54}" dt="2026-04-27T14:23:47.781" v="1928" actId="20577"/>
        <pc:sldMkLst>
          <pc:docMk/>
          <pc:sldMk cId="4002909863" sldId="279"/>
        </pc:sldMkLst>
        <pc:spChg chg="mod">
          <ac:chgData name="Michael Hill" userId="41dba03d-e58d-4389-9894-554c10310ba4" providerId="ADAL" clId="{EF23FE1D-A042-481E-AFD7-2A9FB0847F54}" dt="2026-04-27T14:23:19.055" v="1720" actId="20577"/>
          <ac:spMkLst>
            <pc:docMk/>
            <pc:sldMk cId="4002909863" sldId="279"/>
            <ac:spMk id="2" creationId="{8FFC346E-BCC1-60E2-2E2D-745CD0F71B93}"/>
          </ac:spMkLst>
        </pc:spChg>
        <pc:spChg chg="mod">
          <ac:chgData name="Michael Hill" userId="41dba03d-e58d-4389-9894-554c10310ba4" providerId="ADAL" clId="{EF23FE1D-A042-481E-AFD7-2A9FB0847F54}" dt="2026-04-27T14:23:47.781" v="1928" actId="20577"/>
          <ac:spMkLst>
            <pc:docMk/>
            <pc:sldMk cId="4002909863" sldId="279"/>
            <ac:spMk id="3" creationId="{5F1C9F00-B209-86B6-94EB-E418928B0F52}"/>
          </ac:spMkLst>
        </pc:spChg>
      </pc:sldChg>
      <pc:sldChg chg="addSp modSp add mod">
        <pc:chgData name="Michael Hill" userId="41dba03d-e58d-4389-9894-554c10310ba4" providerId="ADAL" clId="{EF23FE1D-A042-481E-AFD7-2A9FB0847F54}" dt="2026-04-27T14:22:39.463" v="1689" actId="14100"/>
        <pc:sldMkLst>
          <pc:docMk/>
          <pc:sldMk cId="1902092980" sldId="280"/>
        </pc:sldMkLst>
        <pc:spChg chg="mod">
          <ac:chgData name="Michael Hill" userId="41dba03d-e58d-4389-9894-554c10310ba4" providerId="ADAL" clId="{EF23FE1D-A042-481E-AFD7-2A9FB0847F54}" dt="2026-04-27T14:22:31.517" v="1686" actId="27636"/>
          <ac:spMkLst>
            <pc:docMk/>
            <pc:sldMk cId="1902092980" sldId="280"/>
            <ac:spMk id="2" creationId="{A28EEB83-79FB-7FEF-B76D-5F5FF7295143}"/>
          </ac:spMkLst>
        </pc:spChg>
        <pc:spChg chg="mod">
          <ac:chgData name="Michael Hill" userId="41dba03d-e58d-4389-9894-554c10310ba4" providerId="ADAL" clId="{EF23FE1D-A042-481E-AFD7-2A9FB0847F54}" dt="2026-04-27T14:22:36.423" v="1688" actId="14100"/>
          <ac:spMkLst>
            <pc:docMk/>
            <pc:sldMk cId="1902092980" sldId="280"/>
            <ac:spMk id="3" creationId="{9AA4D4A7-D04C-D5D5-4F70-054DE3239C54}"/>
          </ac:spMkLst>
        </pc:spChg>
        <pc:picChg chg="add mod">
          <ac:chgData name="Michael Hill" userId="41dba03d-e58d-4389-9894-554c10310ba4" providerId="ADAL" clId="{EF23FE1D-A042-481E-AFD7-2A9FB0847F54}" dt="2026-04-27T14:22:39.463" v="1689" actId="14100"/>
          <ac:picMkLst>
            <pc:docMk/>
            <pc:sldMk cId="1902092980" sldId="280"/>
            <ac:picMk id="5" creationId="{67A6F11B-9AC5-9CF7-EB11-EC5F813A96E0}"/>
          </ac:picMkLst>
        </pc:picChg>
      </pc:sldChg>
      <pc:sldChg chg="addSp modSp add mod ord">
        <pc:chgData name="Michael Hill" userId="41dba03d-e58d-4389-9894-554c10310ba4" providerId="ADAL" clId="{EF23FE1D-A042-481E-AFD7-2A9FB0847F54}" dt="2026-04-27T14:23:07.499" v="1701" actId="1076"/>
        <pc:sldMkLst>
          <pc:docMk/>
          <pc:sldMk cId="365852415" sldId="281"/>
        </pc:sldMkLst>
        <pc:spChg chg="mod">
          <ac:chgData name="Michael Hill" userId="41dba03d-e58d-4389-9894-554c10310ba4" providerId="ADAL" clId="{EF23FE1D-A042-481E-AFD7-2A9FB0847F54}" dt="2026-04-27T14:22:59.030" v="1696" actId="6549"/>
          <ac:spMkLst>
            <pc:docMk/>
            <pc:sldMk cId="365852415" sldId="281"/>
            <ac:spMk id="3" creationId="{F61DF45B-27B6-4544-5F43-092A38A941A1}"/>
          </ac:spMkLst>
        </pc:spChg>
        <pc:picChg chg="add mod">
          <ac:chgData name="Michael Hill" userId="41dba03d-e58d-4389-9894-554c10310ba4" providerId="ADAL" clId="{EF23FE1D-A042-481E-AFD7-2A9FB0847F54}" dt="2026-04-27T14:23:07.499" v="1701" actId="1076"/>
          <ac:picMkLst>
            <pc:docMk/>
            <pc:sldMk cId="365852415" sldId="281"/>
            <ac:picMk id="5" creationId="{0FECD5D0-35BE-4A20-18B0-42070C7A4C65}"/>
          </ac:picMkLst>
        </pc:picChg>
      </pc:sldChg>
      <pc:sldChg chg="delSp add del mod">
        <pc:chgData name="Michael Hill" userId="41dba03d-e58d-4389-9894-554c10310ba4" providerId="ADAL" clId="{EF23FE1D-A042-481E-AFD7-2A9FB0847F54}" dt="2026-04-27T14:22:46.399" v="1692" actId="47"/>
        <pc:sldMkLst>
          <pc:docMk/>
          <pc:sldMk cId="1773945809" sldId="281"/>
        </pc:sldMkLst>
        <pc:picChg chg="del">
          <ac:chgData name="Michael Hill" userId="41dba03d-e58d-4389-9894-554c10310ba4" providerId="ADAL" clId="{EF23FE1D-A042-481E-AFD7-2A9FB0847F54}" dt="2026-04-27T14:22:42.496" v="1691" actId="478"/>
          <ac:picMkLst>
            <pc:docMk/>
            <pc:sldMk cId="1773945809" sldId="281"/>
            <ac:picMk id="5" creationId="{EF33D199-0271-95C9-4070-82C774D80E55}"/>
          </ac:picMkLst>
        </pc:picChg>
      </pc:sldChg>
      <pc:sldChg chg="add">
        <pc:chgData name="Michael Hill" userId="41dba03d-e58d-4389-9894-554c10310ba4" providerId="ADAL" clId="{EF23FE1D-A042-481E-AFD7-2A9FB0847F54}" dt="2026-04-27T14:23:11.808" v="1702" actId="2890"/>
        <pc:sldMkLst>
          <pc:docMk/>
          <pc:sldMk cId="501679918" sldId="282"/>
        </pc:sldMkLst>
      </pc:sldChg>
      <pc:sldChg chg="addSp modSp add mod">
        <pc:chgData name="Michael Hill" userId="41dba03d-e58d-4389-9894-554c10310ba4" providerId="ADAL" clId="{EF23FE1D-A042-481E-AFD7-2A9FB0847F54}" dt="2026-04-27T14:24:06.153" v="1933" actId="1076"/>
        <pc:sldMkLst>
          <pc:docMk/>
          <pc:sldMk cId="993692344" sldId="283"/>
        </pc:sldMkLst>
        <pc:spChg chg="mod">
          <ac:chgData name="Michael Hill" userId="41dba03d-e58d-4389-9894-554c10310ba4" providerId="ADAL" clId="{EF23FE1D-A042-481E-AFD7-2A9FB0847F54}" dt="2026-04-27T14:24:01.113" v="1930" actId="20577"/>
          <ac:spMkLst>
            <pc:docMk/>
            <pc:sldMk cId="993692344" sldId="283"/>
            <ac:spMk id="3" creationId="{3BDF87D0-9AE1-556E-CFAF-AD6F655535A9}"/>
          </ac:spMkLst>
        </pc:spChg>
        <pc:picChg chg="add mod">
          <ac:chgData name="Michael Hill" userId="41dba03d-e58d-4389-9894-554c10310ba4" providerId="ADAL" clId="{EF23FE1D-A042-481E-AFD7-2A9FB0847F54}" dt="2026-04-27T14:24:06.153" v="1933" actId="1076"/>
          <ac:picMkLst>
            <pc:docMk/>
            <pc:sldMk cId="993692344" sldId="283"/>
            <ac:picMk id="5" creationId="{89CE716A-49DB-8615-9B25-42C613266C76}"/>
          </ac:picMkLst>
        </pc:picChg>
      </pc:sldChg>
      <pc:sldChg chg="delSp modSp add mod">
        <pc:chgData name="Michael Hill" userId="41dba03d-e58d-4389-9894-554c10310ba4" providerId="ADAL" clId="{EF23FE1D-A042-481E-AFD7-2A9FB0847F54}" dt="2026-04-27T14:24:51.434" v="2050" actId="20577"/>
        <pc:sldMkLst>
          <pc:docMk/>
          <pc:sldMk cId="457896995" sldId="284"/>
        </pc:sldMkLst>
        <pc:spChg chg="mod">
          <ac:chgData name="Michael Hill" userId="41dba03d-e58d-4389-9894-554c10310ba4" providerId="ADAL" clId="{EF23FE1D-A042-481E-AFD7-2A9FB0847F54}" dt="2026-04-27T14:24:51.434" v="2050" actId="20577"/>
          <ac:spMkLst>
            <pc:docMk/>
            <pc:sldMk cId="457896995" sldId="284"/>
            <ac:spMk id="2" creationId="{CC919735-9670-557A-A34D-532127060A6C}"/>
          </ac:spMkLst>
        </pc:spChg>
        <pc:spChg chg="mod">
          <ac:chgData name="Michael Hill" userId="41dba03d-e58d-4389-9894-554c10310ba4" providerId="ADAL" clId="{EF23FE1D-A042-481E-AFD7-2A9FB0847F54}" dt="2026-04-27T14:24:30.751" v="2035" actId="207"/>
          <ac:spMkLst>
            <pc:docMk/>
            <pc:sldMk cId="457896995" sldId="284"/>
            <ac:spMk id="3" creationId="{C228880B-1D39-7AD7-BDC3-7E62A41927C5}"/>
          </ac:spMkLst>
        </pc:spChg>
        <pc:picChg chg="del">
          <ac:chgData name="Michael Hill" userId="41dba03d-e58d-4389-9894-554c10310ba4" providerId="ADAL" clId="{EF23FE1D-A042-481E-AFD7-2A9FB0847F54}" dt="2026-04-27T14:24:12.968" v="1935" actId="478"/>
          <ac:picMkLst>
            <pc:docMk/>
            <pc:sldMk cId="457896995" sldId="284"/>
            <ac:picMk id="5" creationId="{304FC1BA-D0A6-B423-0E50-D94DB684B4BE}"/>
          </ac:picMkLst>
        </pc:picChg>
      </pc:sldChg>
      <pc:sldChg chg="modSp add mod">
        <pc:chgData name="Michael Hill" userId="41dba03d-e58d-4389-9894-554c10310ba4" providerId="ADAL" clId="{EF23FE1D-A042-481E-AFD7-2A9FB0847F54}" dt="2026-04-27T14:25:21.063" v="2192" actId="20577"/>
        <pc:sldMkLst>
          <pc:docMk/>
          <pc:sldMk cId="2570194882" sldId="285"/>
        </pc:sldMkLst>
        <pc:spChg chg="mod">
          <ac:chgData name="Michael Hill" userId="41dba03d-e58d-4389-9894-554c10310ba4" providerId="ADAL" clId="{EF23FE1D-A042-481E-AFD7-2A9FB0847F54}" dt="2026-04-27T14:25:02.291" v="2089" actId="20577"/>
          <ac:spMkLst>
            <pc:docMk/>
            <pc:sldMk cId="2570194882" sldId="285"/>
            <ac:spMk id="2" creationId="{6B66B842-01BC-E20A-D370-C471B88E7F20}"/>
          </ac:spMkLst>
        </pc:spChg>
        <pc:spChg chg="mod">
          <ac:chgData name="Michael Hill" userId="41dba03d-e58d-4389-9894-554c10310ba4" providerId="ADAL" clId="{EF23FE1D-A042-481E-AFD7-2A9FB0847F54}" dt="2026-04-27T14:25:21.063" v="2192" actId="20577"/>
          <ac:spMkLst>
            <pc:docMk/>
            <pc:sldMk cId="2570194882" sldId="285"/>
            <ac:spMk id="3" creationId="{AB59F90E-C17D-5528-D046-AF6D273703F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8F8C-3BC4-2C2A-FE15-4B0900B9C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46FDC-EFBD-9643-13FA-3ADABCF7C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F114E-266A-65EF-23DF-FDD28EBCD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E04C5-2129-2E5D-21D4-B5F83C074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7D3DE-2438-8703-F3A4-8BFD17E22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8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BFD5-A5BC-78AC-A9C3-7F2C1E3E1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EF3C2-D14E-9900-A00E-878E6C3FE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3415F-496A-57C4-48A0-E2D5E9182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2552D-000F-BD61-D905-146B2A8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A7404-DC83-5A5C-E69B-2CB046310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9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22A11-FC98-6824-DAB5-88003844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5C534-3611-CCD7-ADA0-DACBE3670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0E192-EC7B-16A6-EE1A-FAF02B6EC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12EC8-61E2-D49F-D438-92727082F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A1950-D285-6770-7468-5A22A210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07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05D6C-A4FD-1F29-E982-FCD7E3565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E31A-AA7E-660C-8844-B39312BD6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FC096-434E-80E3-C5AC-BCEA6EA8F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DB2D3-E0C7-91D9-FAB5-8632633B3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1861B-6C0C-27E5-C905-4A8B92F00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64558-82ED-C8D4-F447-85CD24598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86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EE12-0306-EE9A-7DE1-C6188F550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D80E8-413A-3EBC-A52F-C57695055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C4C82-F51B-1892-B04F-09A206D69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13E9D8-2C0C-9630-7078-ADDDD57085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EB4CC-97BE-9C7E-5694-8FF671D096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D9D9DD-EB74-60AD-BF97-52741BCD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D622-B7C5-EE66-3E8B-735082ABB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2CCF7B-5C0F-03B2-218E-8BEDD4465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65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2901-94C4-04EF-30C2-E90CABF39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44C812-C0F6-EBAC-C309-974C99FA5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981E7-B07E-3B6C-F413-E01061A5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34AF4-19B7-B2FB-9AEB-DD3DD11A4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2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7015F1-6435-1159-F63C-968276382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FB0AFD-817F-E8BC-0248-AA421A708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3E04F-15A6-4913-D168-B875FFDA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8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C1771-6C18-AC44-ED30-C2EF62FBC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50F52-0DCA-8742-37C5-B44CAB20D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7119C0-4620-F984-9FEF-BF0338BA5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83010-5F8A-2A83-6FAD-6A64064D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6514B-7FA6-7724-D422-0D0CC84EB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6BBB2-B302-78D0-99F6-6C8B1EEAB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91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CEB97-42A4-57AF-97A8-B2625559E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249A09-DC3F-F111-6E04-AA44B27B5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F7B21-C5D1-5B60-EF20-E9136EBC7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BC51A-56CE-F73C-BC6C-01ADDF87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76B1F-6A13-C431-8179-A6188415B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8E118-41E0-99C6-09CA-CF6C95FF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48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70FEF-E6A7-B26F-3F65-CE3A0990E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1149C-08CC-7CF2-6E92-951793CEA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A8D87-982C-1BFB-1EC9-CD2613A93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ABFB0-9D27-68B3-329F-8894EC2A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47B3F-0D97-EB25-3325-398767B7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22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710203-61B7-3B6A-92C6-C000A8035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C29B1-7BD8-1EE2-35BE-A9953F783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71FC5-266B-6A28-D873-0DE847208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533E4-F16D-F066-390D-3352BA4F3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698CD-5AD0-6721-9EE6-58DBC09B2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23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93398C-C0E4-2A08-842A-39AF61D1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CBAF7-BB69-942C-DD27-E49A03610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51E32-97A2-95F6-03BA-85CA3F579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F4FF7-17C2-470A-B450-6756AAF160B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D12C7-B16B-0FB8-34FF-68FBA8BF3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C62B0-EFC9-880A-3555-4C595CD87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96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15D6D-4ED1-5461-E787-468F7CB59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5822-CB41-B4DF-61CE-2E8C5C185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9609" y="1070608"/>
            <a:ext cx="5844988" cy="2387600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THE 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E4E6B-41D3-503D-29B2-2DDB81782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4684295" cy="1655762"/>
          </a:xfrm>
        </p:spPr>
        <p:txBody>
          <a:bodyPr/>
          <a:lstStyle/>
          <a:p>
            <a:r>
              <a:rPr lang="en-US" dirty="0"/>
              <a:t>IA-1 - Overview</a:t>
            </a:r>
          </a:p>
        </p:txBody>
      </p:sp>
    </p:spTree>
    <p:extLst>
      <p:ext uri="{BB962C8B-B14F-4D97-AF65-F5344CB8AC3E}">
        <p14:creationId xmlns:p14="http://schemas.microsoft.com/office/powerpoint/2010/main" val="3974668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0871A-0C2D-A734-6382-9FDFC3F51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63B3-4AED-C1FE-1D29-3C791E9C6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THE FIVE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1664C-3DE3-A183-4D05-95E7ED2FF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The IA is split into 5 criteria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A – Problem specification – 4 Marks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B – Planning – 4 Marks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C – System Overview – 6 Marks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D – Development – 12 Marks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E – Evaluation – 4 Marks</a:t>
            </a:r>
          </a:p>
        </p:txBody>
      </p:sp>
    </p:spTree>
    <p:extLst>
      <p:ext uri="{BB962C8B-B14F-4D97-AF65-F5344CB8AC3E}">
        <p14:creationId xmlns:p14="http://schemas.microsoft.com/office/powerpoint/2010/main" val="1054858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4259C-1ADF-3586-6F9E-AF79AA457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08AF5-B05B-3F95-7206-7BBE2238A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CRITERIA A – PROBLEM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5F4B9-7780-344E-3F7A-86B81F680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300 words</a:t>
            </a:r>
          </a:p>
          <a:p>
            <a:r>
              <a:rPr lang="en-US" dirty="0">
                <a:latin typeface="Comic Sans MS" panose="030F0702030302020204" pitchFamily="66" charset="0"/>
              </a:rPr>
              <a:t>Success criteria listed here will be used all throughout the paper</a:t>
            </a:r>
          </a:p>
          <a:p>
            <a:r>
              <a:rPr lang="en-US" dirty="0">
                <a:latin typeface="Comic Sans MS" panose="030F0702030302020204" pitchFamily="66" charset="0"/>
              </a:rPr>
              <a:t>Three main parts: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Problem Scenario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Success Criteria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Computational Context</a:t>
            </a:r>
          </a:p>
          <a:p>
            <a:pPr lvl="1"/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38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B8CEC-F7C2-1442-B309-5DDE954F8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247B-43EC-3885-EC91-36D24C0A4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CRITERIA A – PROBLEM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CC33C-8142-FB02-B7E1-362B0555A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300 words</a:t>
            </a:r>
            <a:endParaRPr lang="en-US" dirty="0">
              <a:latin typeface="Comic Sans MS" panose="030F0702030302020204" pitchFamily="66" charset="0"/>
            </a:endParaRPr>
          </a:p>
          <a:p>
            <a:pPr lvl="1"/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75038-47DE-F631-B120-702CE50B9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012" y="2419458"/>
            <a:ext cx="9439975" cy="417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572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8319D-0061-3155-FAB6-0D86A0318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ABCAB-4F2C-FD98-A1F8-D1BD6A7B4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CRITERIA A – PROBLEM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BF45D-B8C6-14A7-1F32-3A9DCE88E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300 words</a:t>
            </a:r>
            <a:endParaRPr lang="en-US" dirty="0">
              <a:latin typeface="Comic Sans MS" panose="030F0702030302020204" pitchFamily="66" charset="0"/>
            </a:endParaRPr>
          </a:p>
          <a:p>
            <a:pPr lvl="1"/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202F89-0BF3-5387-2313-6639AB548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58" y="3095059"/>
            <a:ext cx="10423679" cy="282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35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826DB-D6FF-3FC5-39AC-1ACC716B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CCD08-55AA-E38F-299A-5F671FB74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CRITERIA B –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AE98C-AB3D-DD89-731B-C1BFC14F1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150 words</a:t>
            </a:r>
          </a:p>
          <a:p>
            <a:r>
              <a:rPr lang="en-US" dirty="0">
                <a:latin typeface="Comic Sans MS" panose="030F0702030302020204" pitchFamily="66" charset="0"/>
              </a:rPr>
              <a:t>Assessed on how the scenario is decomposed into parts</a:t>
            </a:r>
          </a:p>
          <a:p>
            <a:r>
              <a:rPr lang="en-US" dirty="0">
                <a:latin typeface="Comic Sans MS" panose="030F0702030302020204" pitchFamily="66" charset="0"/>
              </a:rPr>
              <a:t>Plan should address requirements in terms of success criteria, must include a timeline of steps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Likely a GANTT or AGILE chart</a:t>
            </a:r>
          </a:p>
          <a:p>
            <a:r>
              <a:rPr lang="en-US" dirty="0">
                <a:latin typeface="Comic Sans MS" panose="030F0702030302020204" pitchFamily="66" charset="0"/>
              </a:rPr>
              <a:t>Plan may include relevant research into libraries, tools, etc.</a:t>
            </a:r>
          </a:p>
          <a:p>
            <a:pPr lvl="1"/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283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5A8A5-1B02-782D-8F9F-2FED5FFFE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993D-828A-BFCB-8DDD-9ECFC518E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CRITERIA B –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EF495-6DEC-3A94-B947-794A5826E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150 words</a:t>
            </a:r>
          </a:p>
          <a:p>
            <a:pPr lvl="1"/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9DBDA-2CE0-96D9-A56F-D8DF2C25B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075" y="2705405"/>
            <a:ext cx="9215849" cy="344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727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D5471-FB7F-1C28-78DF-5071B229A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D8D2C-8B1E-C1F6-DD93-3470D3A5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CRITERIA B –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57713-F545-C778-9179-F4F837EAF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150 words</a:t>
            </a:r>
          </a:p>
          <a:p>
            <a:pPr lvl="1"/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C4C5E5-190E-20FC-4E5A-BEB60439E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38" y="3123450"/>
            <a:ext cx="10852324" cy="252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440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35430-4783-4A03-F4EA-1D501A719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75BD-11F2-DE2B-0A77-AD44C0873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CRITERIA C – 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F3CE2-E26E-472F-6CD1-294CF0627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150 words</a:t>
            </a:r>
          </a:p>
          <a:p>
            <a:r>
              <a:rPr lang="en-US" dirty="0">
                <a:latin typeface="Comic Sans MS" panose="030F0702030302020204" pitchFamily="66" charset="0"/>
              </a:rPr>
              <a:t>System model with key components and their relationships, rules governing interaction</a:t>
            </a:r>
          </a:p>
          <a:p>
            <a:r>
              <a:rPr lang="en-US" dirty="0">
                <a:latin typeface="Comic Sans MS" panose="030F0702030302020204" pitchFamily="66" charset="0"/>
              </a:rPr>
              <a:t>Detail algorithms used</a:t>
            </a:r>
          </a:p>
          <a:p>
            <a:r>
              <a:rPr lang="en-US" dirty="0">
                <a:latin typeface="Comic Sans MS" panose="030F0702030302020204" pitchFamily="66" charset="0"/>
              </a:rPr>
              <a:t>Detail user interface</a:t>
            </a:r>
          </a:p>
          <a:p>
            <a:r>
              <a:rPr lang="en-US" dirty="0">
                <a:latin typeface="Comic Sans MS" panose="030F0702030302020204" pitchFamily="66" charset="0"/>
              </a:rPr>
              <a:t>Goal: a third party should be able to recreate your app by reading this criteria</a:t>
            </a:r>
          </a:p>
          <a:p>
            <a:r>
              <a:rPr lang="en-US" dirty="0">
                <a:latin typeface="Comic Sans MS" panose="030F0702030302020204" pitchFamily="66" charset="0"/>
              </a:rPr>
              <a:t>Provide information for a viable testing strategy</a:t>
            </a:r>
          </a:p>
          <a:p>
            <a:pPr lvl="1"/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825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B4058-6D8A-7957-20B6-0D7FA1F45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EE6-219C-323C-49C9-4E76D00CF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CRITERIA C – 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07577-246D-EBFE-C5FF-7A9CE1926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150 words</a:t>
            </a:r>
          </a:p>
          <a:p>
            <a:pPr lvl="1"/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14DF4-818A-463C-14AE-00739D555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455" y="1394899"/>
            <a:ext cx="7710397" cy="521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989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4D108-631F-480B-D02B-DFB0637F3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4780F-AC39-C3D0-CDF3-73FFDFF29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CRITERIA C – 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EBB02-4FAC-35F6-FD06-4CBFCE1A4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150 words</a:t>
            </a:r>
          </a:p>
          <a:p>
            <a:pPr lvl="1"/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8022FF-B5A0-ABBE-3009-82665BC8D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308" y="2422577"/>
            <a:ext cx="9787384" cy="29675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4280C7-8F5A-82E7-4586-EAD47E4C5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307" y="5317302"/>
            <a:ext cx="9729241" cy="67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41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522B5-AEC3-F7BE-519E-26E456842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2A706-C196-C157-72CA-D31E0F427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CRITERIA D –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2E857-CB36-712D-319D-FF56C006F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1000 words</a:t>
            </a:r>
          </a:p>
          <a:p>
            <a:r>
              <a:rPr lang="en-US" dirty="0">
                <a:latin typeface="Comic Sans MS" panose="030F0702030302020204" pitchFamily="66" charset="0"/>
              </a:rPr>
              <a:t>Video demonstrating functionality and showing you testing the product</a:t>
            </a:r>
          </a:p>
          <a:p>
            <a:r>
              <a:rPr lang="en-US" dirty="0">
                <a:latin typeface="Comic Sans MS" panose="030F0702030302020204" pitchFamily="66" charset="0"/>
              </a:rPr>
              <a:t>Justify structure of product and appropriateness</a:t>
            </a:r>
          </a:p>
          <a:p>
            <a:r>
              <a:rPr lang="en-US" dirty="0">
                <a:latin typeface="Comic Sans MS" panose="030F0702030302020204" pitchFamily="66" charset="0"/>
              </a:rPr>
              <a:t>Demonstrate techniques used to develop based on algorithms from criteria C (loops, data structures, libraries, other tools, etc.)</a:t>
            </a:r>
          </a:p>
          <a:p>
            <a:r>
              <a:rPr lang="en-US" dirty="0">
                <a:latin typeface="Comic Sans MS" panose="030F0702030302020204" pitchFamily="66" charset="0"/>
              </a:rPr>
              <a:t>Testing must be described in the video and justified in documentation</a:t>
            </a:r>
          </a:p>
          <a:p>
            <a:pPr lvl="1"/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679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FE974-9554-D99A-46D7-09943A2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EEB83-79FB-7FEF-B76D-5F5FF7295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420639" cy="3223723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CRITERIA D –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4D4A7-D04C-D5D5-4F70-054DE3239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79465"/>
            <a:ext cx="2255635" cy="3520096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1000 words</a:t>
            </a:r>
          </a:p>
          <a:p>
            <a:pPr lvl="1"/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A6F11B-9AC5-9CF7-EB11-EC5F813A9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060" y="33134"/>
            <a:ext cx="6377832" cy="673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092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100AF-0B31-2998-FB07-4756BF489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52917-85E5-8246-31BE-69680622D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CRITERIA D –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DF45B-27B6-4544-5F43-092A38A94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1000 words</a:t>
            </a:r>
          </a:p>
          <a:p>
            <a:pPr lvl="1"/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ECD5D0-35BE-4A20-18B0-42070C7A4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7" y="2588081"/>
            <a:ext cx="11420246" cy="370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2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75F76-A818-B368-7305-F16FB7C1C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C346E-BCC1-60E2-2E2D-745CD0F71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CRITERIA E -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C9F00-B209-86B6-94EB-E418928B0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400 words</a:t>
            </a:r>
          </a:p>
          <a:p>
            <a:r>
              <a:rPr lang="en-US" dirty="0">
                <a:latin typeface="Comic Sans MS" panose="030F0702030302020204" pitchFamily="66" charset="0"/>
              </a:rPr>
              <a:t>Evaluate product based on your success criteria</a:t>
            </a:r>
          </a:p>
          <a:p>
            <a:r>
              <a:rPr lang="en-US" dirty="0">
                <a:latin typeface="Comic Sans MS" panose="030F0702030302020204" pitchFamily="66" charset="0"/>
              </a:rPr>
              <a:t>Justify further improvements to the product</a:t>
            </a:r>
          </a:p>
        </p:txBody>
      </p:sp>
    </p:spTree>
    <p:extLst>
      <p:ext uri="{BB962C8B-B14F-4D97-AF65-F5344CB8AC3E}">
        <p14:creationId xmlns:p14="http://schemas.microsoft.com/office/powerpoint/2010/main" val="4002909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3C2F5-E722-CDD5-D2C7-FA950909E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745B6-FB49-6F82-F0A2-30B739992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CRITERIA E -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87D0-9AE1-556E-CFAF-AD6F65553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400 words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E716A-49DB-8615-9B25-42C613266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169" y="2645654"/>
            <a:ext cx="9875662" cy="362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92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B22ED-631D-0BDF-9B93-6EE2CE84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19735-9670-557A-A34D-53212706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IA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8880B-1D39-7AD7-BDC3-7E62A4192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Let’s look at some example IAs provided to us, and see what does well</a:t>
            </a:r>
          </a:p>
        </p:txBody>
      </p:sp>
    </p:spTree>
    <p:extLst>
      <p:ext uri="{BB962C8B-B14F-4D97-AF65-F5344CB8AC3E}">
        <p14:creationId xmlns:p14="http://schemas.microsoft.com/office/powerpoint/2010/main" val="457896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19B0C-1587-2069-2D12-27E13F595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6B842-01BC-E20A-D370-C471B88E7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YOUR TIME IS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9F90E-C17D-5528-D046-AF6D27370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Pull up your IA Proposal Form, and let’s get those </a:t>
            </a:r>
            <a:r>
              <a:rPr lang="en-US">
                <a:latin typeface="Comic Sans MS" panose="030F0702030302020204" pitchFamily="66" charset="0"/>
              </a:rPr>
              <a:t>ideas churning!</a:t>
            </a:r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194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340</Words>
  <Application>Microsoft Office PowerPoint</Application>
  <PresentationFormat>Widescreen</PresentationFormat>
  <Paragraphs>61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Comic Sans MS</vt:lpstr>
      <vt:lpstr>Office Theme</vt:lpstr>
      <vt:lpstr>THE IA</vt:lpstr>
      <vt:lpstr>THE FIVE CRITERIA</vt:lpstr>
      <vt:lpstr>CRITERIA A – PROBLEM SPECIFICATION</vt:lpstr>
      <vt:lpstr>CRITERIA A – PROBLEM SPECIFICATION</vt:lpstr>
      <vt:lpstr>CRITERIA A – PROBLEM SPECIFICATION</vt:lpstr>
      <vt:lpstr>CRITERIA B – PLANNING</vt:lpstr>
      <vt:lpstr>CRITERIA B – PLANNING</vt:lpstr>
      <vt:lpstr>CRITERIA B – PLANNING</vt:lpstr>
      <vt:lpstr>CRITERIA C – SYSTEM OVERVIEW</vt:lpstr>
      <vt:lpstr>CRITERIA C – SYSTEM OVERVIEW</vt:lpstr>
      <vt:lpstr>CRITERIA C – SYSTEM OVERVIEW</vt:lpstr>
      <vt:lpstr>CRITERIA D – DEVELOPMENT</vt:lpstr>
      <vt:lpstr>CRITERIA D – DEVELOPMENT</vt:lpstr>
      <vt:lpstr>CRITERIA D – DEVELOPMENT</vt:lpstr>
      <vt:lpstr>CRITERIA E - EVALUATION</vt:lpstr>
      <vt:lpstr>CRITERIA E - EVALUATION</vt:lpstr>
      <vt:lpstr>IA EXAMPLES</vt:lpstr>
      <vt:lpstr>YOUR TIME IS NOW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4</cp:revision>
  <dcterms:created xsi:type="dcterms:W3CDTF">2025-02-04T14:31:25Z</dcterms:created>
  <dcterms:modified xsi:type="dcterms:W3CDTF">2026-04-27T14:25:24Z</dcterms:modified>
</cp:coreProperties>
</file>