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510" r:id="rId5"/>
    <p:sldId id="473" r:id="rId6"/>
    <p:sldId id="581" r:id="rId7"/>
    <p:sldId id="45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1F268-6F25-43B3-B806-A07662CB0DB6}" v="20" dt="2026-02-26T20:06:34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1" autoAdjust="0"/>
    <p:restoredTop sz="94660"/>
  </p:normalViewPr>
  <p:slideViewPr>
    <p:cSldViewPr snapToGrid="0">
      <p:cViewPr varScale="1">
        <p:scale>
          <a:sx n="46" d="100"/>
          <a:sy n="46" d="100"/>
        </p:scale>
        <p:origin x="64" y="11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delSld modSld">
      <pc:chgData name="Michael Hill" userId="41dba03d-e58d-4389-9894-554c10310ba4" providerId="ADAL" clId="{EF23FE1D-A042-481E-AFD7-2A9FB0847F54}" dt="2026-02-26T20:06:44.882" v="118" actId="729"/>
      <pc:docMkLst>
        <pc:docMk/>
      </pc:docMkLst>
      <pc:sldChg chg="modSp mod">
        <pc:chgData name="Michael Hill" userId="41dba03d-e58d-4389-9894-554c10310ba4" providerId="ADAL" clId="{EF23FE1D-A042-481E-AFD7-2A9FB0847F54}" dt="2026-02-26T19:53:54.289" v="10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26T19:53:46.097" v="0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26T19:53:54.289" v="10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">
        <pc:chgData name="Michael Hill" userId="41dba03d-e58d-4389-9894-554c10310ba4" providerId="ADAL" clId="{EF23FE1D-A042-481E-AFD7-2A9FB0847F54}" dt="2026-02-26T19:54:03.470" v="28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26T19:53:58.580" v="19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6-02-26T19:54:03.470" v="28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mod modShow">
        <pc:chgData name="Michael Hill" userId="41dba03d-e58d-4389-9894-554c10310ba4" providerId="ADAL" clId="{EF23FE1D-A042-481E-AFD7-2A9FB0847F54}" dt="2026-02-26T19:54:10.199" v="29" actId="729"/>
        <pc:sldMkLst>
          <pc:docMk/>
          <pc:sldMk cId="1910594286" sldId="258"/>
        </pc:sldMkLst>
      </pc:sldChg>
      <pc:sldChg chg="mod modShow">
        <pc:chgData name="Michael Hill" userId="41dba03d-e58d-4389-9894-554c10310ba4" providerId="ADAL" clId="{EF23FE1D-A042-481E-AFD7-2A9FB0847F54}" dt="2026-02-26T20:06:44.882" v="118" actId="729"/>
        <pc:sldMkLst>
          <pc:docMk/>
          <pc:sldMk cId="782115972" sldId="454"/>
        </pc:sldMkLst>
      </pc:sldChg>
      <pc:sldChg chg="modSp mod">
        <pc:chgData name="Michael Hill" userId="41dba03d-e58d-4389-9894-554c10310ba4" providerId="ADAL" clId="{EF23FE1D-A042-481E-AFD7-2A9FB0847F54}" dt="2026-02-26T20:06:07.115" v="116" actId="2057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2-26T19:54:26.416" v="41" actId="1076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2-26T20:06:07.115" v="116" actId="20577"/>
          <ac:spMkLst>
            <pc:docMk/>
            <pc:sldMk cId="1393903321" sldId="473"/>
            <ac:spMk id="8" creationId="{82EF2758-F3AE-312F-416D-08E61458A56C}"/>
          </ac:spMkLst>
        </pc:spChg>
      </pc:sldChg>
      <pc:sldChg chg="mod modShow">
        <pc:chgData name="Michael Hill" userId="41dba03d-e58d-4389-9894-554c10310ba4" providerId="ADAL" clId="{EF23FE1D-A042-481E-AFD7-2A9FB0847F54}" dt="2026-02-26T19:54:10.199" v="29" actId="729"/>
        <pc:sldMkLst>
          <pc:docMk/>
          <pc:sldMk cId="1611361129" sldId="510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4236835794" sldId="566"/>
        </pc:sldMkLst>
      </pc:sldChg>
      <pc:sldChg chg="mod modShow">
        <pc:chgData name="Michael Hill" userId="41dba03d-e58d-4389-9894-554c10310ba4" providerId="ADAL" clId="{EF23FE1D-A042-481E-AFD7-2A9FB0847F54}" dt="2026-02-26T20:06:42.427" v="117" actId="729"/>
        <pc:sldMkLst>
          <pc:docMk/>
          <pc:sldMk cId="1026028250" sldId="581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2427558985" sldId="582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4011681647" sldId="583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994864222" sldId="584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229717631" sldId="585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1467833339" sldId="586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387791689" sldId="587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2292760535" sldId="588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644524998" sldId="589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3228403802" sldId="590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2926432651" sldId="591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2321181554" sldId="592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2850769301" sldId="593"/>
        </pc:sldMkLst>
      </pc:sldChg>
      <pc:sldChg chg="del">
        <pc:chgData name="Michael Hill" userId="41dba03d-e58d-4389-9894-554c10310ba4" providerId="ADAL" clId="{EF23FE1D-A042-481E-AFD7-2A9FB0847F54}" dt="2026-02-26T19:54:14.375" v="30" actId="47"/>
        <pc:sldMkLst>
          <pc:docMk/>
          <pc:sldMk cId="1497750077" sldId="5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lcuinschool-my.sharepoint.com/personal/michael_hill_alcuinschool_org/Documents/Desktop/GoodsNX/DP/In%20Class%20Activites/JOOPardy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6096000" y="3620286"/>
            <a:ext cx="3378163" cy="9841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JOOPARDY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Ur brains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JOOPardy!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Explain why variables are generally private inside of a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CF754E-F1D0-726D-AE29-772988BC0E6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Variables are private for a number of reasons: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Ensures those using the class only interact with data through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Improves modularity of program, making the program simpler to use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Protect your program from invalid or error-causing data</a:t>
            </a:r>
          </a:p>
        </p:txBody>
      </p:sp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Split into teams, and prepare for some OOP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Jeapordy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hlinkClick r:id="rId2"/>
              </a:rPr>
              <a:t>JOOPardy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0" y="215932"/>
            <a:ext cx="3228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JOOPARDY!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359EA-3142-9D79-A529-1367AD17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53CC9B6-4250-8E8B-D701-CC4E525C420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8A3ED3-A30D-7782-A5F4-63B396AEF5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2AA3ED-2088-213B-C5FC-B23AAC6ECC2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9B39ED-0187-8E60-CB26-CB70E956697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01EDB-6D83-CB5A-FDE1-0CDDA4BB13E3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Correct the quirky UML diagram on the notes sheet 🤪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B0452-1F7F-2924-0358-F99F0416B920}"/>
              </a:ext>
            </a:extLst>
          </p:cNvPr>
          <p:cNvSpPr/>
          <p:nvPr/>
        </p:nvSpPr>
        <p:spPr>
          <a:xfrm>
            <a:off x="1" y="129275"/>
            <a:ext cx="261257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UMLAB</a:t>
            </a:r>
          </a:p>
        </p:txBody>
      </p:sp>
    </p:spTree>
    <p:extLst>
      <p:ext uri="{BB962C8B-B14F-4D97-AF65-F5344CB8AC3E}">
        <p14:creationId xmlns:p14="http://schemas.microsoft.com/office/powerpoint/2010/main" val="1026028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36279</TotalTime>
  <Words>104</Words>
  <Application>Microsoft Office PowerPoint</Application>
  <PresentationFormat>Widescreen</PresentationFormat>
  <Paragraphs>22</Paragraphs>
  <Slides>7</Slides>
  <Notes>0</Notes>
  <HiddenSlides>4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32</cp:revision>
  <dcterms:created xsi:type="dcterms:W3CDTF">2025-08-11T14:07:39Z</dcterms:created>
  <dcterms:modified xsi:type="dcterms:W3CDTF">2026-02-26T20:06:51Z</dcterms:modified>
</cp:coreProperties>
</file>