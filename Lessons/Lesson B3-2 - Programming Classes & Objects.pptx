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510" r:id="rId5"/>
    <p:sldId id="473" r:id="rId6"/>
    <p:sldId id="541" r:id="rId7"/>
    <p:sldId id="544" r:id="rId8"/>
    <p:sldId id="545" r:id="rId9"/>
    <p:sldId id="546" r:id="rId10"/>
    <p:sldId id="547" r:id="rId11"/>
    <p:sldId id="548" r:id="rId12"/>
    <p:sldId id="549" r:id="rId13"/>
    <p:sldId id="550" r:id="rId14"/>
    <p:sldId id="560" r:id="rId15"/>
    <p:sldId id="552" r:id="rId16"/>
    <p:sldId id="553" r:id="rId17"/>
    <p:sldId id="554" r:id="rId18"/>
    <p:sldId id="561" r:id="rId19"/>
    <p:sldId id="558" r:id="rId20"/>
    <p:sldId id="562" r:id="rId21"/>
    <p:sldId id="556" r:id="rId22"/>
    <p:sldId id="557" r:id="rId23"/>
    <p:sldId id="559" r:id="rId24"/>
    <p:sldId id="563" r:id="rId25"/>
    <p:sldId id="564" r:id="rId26"/>
    <p:sldId id="565" r:id="rId27"/>
    <p:sldId id="511" r:id="rId28"/>
    <p:sldId id="45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ACE00D-FEDD-40AB-87A6-3B5172BFA45A}" v="365" dt="2026-02-23T19:36:52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71" autoAdjust="0"/>
    <p:restoredTop sz="94660"/>
  </p:normalViewPr>
  <p:slideViewPr>
    <p:cSldViewPr snapToGrid="0">
      <p:cViewPr varScale="1">
        <p:scale>
          <a:sx n="46" d="100"/>
          <a:sy n="46" d="100"/>
        </p:scale>
        <p:origin x="64" y="11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2-23T19:47:57.875" v="5290" actId="20577"/>
      <pc:docMkLst>
        <pc:docMk/>
      </pc:docMkLst>
      <pc:sldChg chg="modSp mod">
        <pc:chgData name="Michael Hill" userId="41dba03d-e58d-4389-9894-554c10310ba4" providerId="ADAL" clId="{EF23FE1D-A042-481E-AFD7-2A9FB0847F54}" dt="2026-02-19T17:08:26.943" v="39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2-19T17:08:08.220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2-19T17:08:26.943" v="39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addSp delSp modSp mod ord modAnim">
        <pc:chgData name="Michael Hill" userId="41dba03d-e58d-4389-9894-554c10310ba4" providerId="ADAL" clId="{EF23FE1D-A042-481E-AFD7-2A9FB0847F54}" dt="2026-02-23T19:30:42.987" v="4355" actId="20577"/>
        <pc:sldMkLst>
          <pc:docMk/>
          <pc:sldMk cId="854122100" sldId="257"/>
        </pc:sldMkLst>
        <pc:spChg chg="add del">
          <ac:chgData name="Michael Hill" userId="41dba03d-e58d-4389-9894-554c10310ba4" providerId="ADAL" clId="{EF23FE1D-A042-481E-AFD7-2A9FB0847F54}" dt="2026-02-23T18:53:01.782" v="1103" actId="478"/>
          <ac:spMkLst>
            <pc:docMk/>
            <pc:sldMk cId="854122100" sldId="257"/>
            <ac:spMk id="5" creationId="{AFCD8CB0-8A02-BF4E-6CF1-A22B96E02C67}"/>
          </ac:spMkLst>
        </pc:spChg>
        <pc:spChg chg="add del mod">
          <ac:chgData name="Michael Hill" userId="41dba03d-e58d-4389-9894-554c10310ba4" providerId="ADAL" clId="{EF23FE1D-A042-481E-AFD7-2A9FB0847F54}" dt="2026-02-23T19:30:42.987" v="4355" actId="20577"/>
          <ac:spMkLst>
            <pc:docMk/>
            <pc:sldMk cId="854122100" sldId="257"/>
            <ac:spMk id="8" creationId="{4D7671A2-401B-58C3-4049-2F9F2E07BD91}"/>
          </ac:spMkLst>
        </pc:spChg>
        <pc:spChg chg="mod">
          <ac:chgData name="Michael Hill" userId="41dba03d-e58d-4389-9894-554c10310ba4" providerId="ADAL" clId="{EF23FE1D-A042-481E-AFD7-2A9FB0847F54}" dt="2026-02-23T18:53:24.807" v="1130" actId="1076"/>
          <ac:spMkLst>
            <pc:docMk/>
            <pc:sldMk cId="854122100" sldId="257"/>
            <ac:spMk id="10" creationId="{22468F18-96E8-0BDE-DEDF-19E7735BE1E6}"/>
          </ac:spMkLst>
        </pc:spChg>
        <pc:spChg chg="mod">
          <ac:chgData name="Michael Hill" userId="41dba03d-e58d-4389-9894-554c10310ba4" providerId="ADAL" clId="{EF23FE1D-A042-481E-AFD7-2A9FB0847F54}" dt="2026-02-23T18:53:27.822" v="1139" actId="20577"/>
          <ac:spMkLst>
            <pc:docMk/>
            <pc:sldMk cId="854122100" sldId="257"/>
            <ac:spMk id="11" creationId="{B2D4645F-350F-77B1-036C-D01223EB808D}"/>
          </ac:spMkLst>
        </pc:spChg>
        <pc:picChg chg="add mod">
          <ac:chgData name="Michael Hill" userId="41dba03d-e58d-4389-9894-554c10310ba4" providerId="ADAL" clId="{EF23FE1D-A042-481E-AFD7-2A9FB0847F54}" dt="2026-02-23T18:54:31.713" v="1141" actId="1076"/>
          <ac:picMkLst>
            <pc:docMk/>
            <pc:sldMk cId="854122100" sldId="257"/>
            <ac:picMk id="2" creationId="{16E677CF-DF6E-22B1-875D-4A9F6E0CC8A0}"/>
          </ac:picMkLst>
        </pc:picChg>
      </pc:sldChg>
      <pc:sldChg chg="modSp mod ord">
        <pc:chgData name="Michael Hill" userId="41dba03d-e58d-4389-9894-554c10310ba4" providerId="ADAL" clId="{EF23FE1D-A042-481E-AFD7-2A9FB0847F54}" dt="2026-02-23T18:36:48.171" v="1066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2-19T17:10:48.464" v="261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2-23T19:46:07.976" v="5120" actId="20577"/>
        <pc:sldMkLst>
          <pc:docMk/>
          <pc:sldMk cId="782115972" sldId="454"/>
        </pc:sldMkLst>
        <pc:spChg chg="mod">
          <ac:chgData name="Michael Hill" userId="41dba03d-e58d-4389-9894-554c10310ba4" providerId="ADAL" clId="{EF23FE1D-A042-481E-AFD7-2A9FB0847F54}" dt="2026-02-23T19:46:07.976" v="5120" actId="20577"/>
          <ac:spMkLst>
            <pc:docMk/>
            <pc:sldMk cId="782115972" sldId="454"/>
            <ac:spMk id="8" creationId="{F65BA143-CA8C-162E-8EE1-5979D9C12717}"/>
          </ac:spMkLst>
        </pc:spChg>
      </pc:sldChg>
      <pc:sldChg chg="delSp modSp mod delAnim">
        <pc:chgData name="Michael Hill" userId="41dba03d-e58d-4389-9894-554c10310ba4" providerId="ADAL" clId="{EF23FE1D-A042-481E-AFD7-2A9FB0847F54}" dt="2026-02-19T17:14:37.368" v="550" actId="20577"/>
        <pc:sldMkLst>
          <pc:docMk/>
          <pc:sldMk cId="1393903321" sldId="473"/>
        </pc:sldMkLst>
        <pc:spChg chg="mod">
          <ac:chgData name="Michael Hill" userId="41dba03d-e58d-4389-9894-554c10310ba4" providerId="ADAL" clId="{EF23FE1D-A042-481E-AFD7-2A9FB0847F54}" dt="2026-02-19T17:11:42.708" v="327" actId="14100"/>
          <ac:spMkLst>
            <pc:docMk/>
            <pc:sldMk cId="1393903321" sldId="473"/>
            <ac:spMk id="5" creationId="{72A18054-BB94-C05D-C7EF-5AD50E6CC9B1}"/>
          </ac:spMkLst>
        </pc:spChg>
        <pc:spChg chg="mod">
          <ac:chgData name="Michael Hill" userId="41dba03d-e58d-4389-9894-554c10310ba4" providerId="ADAL" clId="{EF23FE1D-A042-481E-AFD7-2A9FB0847F54}" dt="2026-02-19T17:14:37.368" v="550" actId="20577"/>
          <ac:spMkLst>
            <pc:docMk/>
            <pc:sldMk cId="1393903321" sldId="473"/>
            <ac:spMk id="8" creationId="{82EF2758-F3AE-312F-416D-08E61458A56C}"/>
          </ac:spMkLst>
        </pc:spChg>
      </pc:sldChg>
      <pc:sldChg chg="modSp mod ord">
        <pc:chgData name="Michael Hill" userId="41dba03d-e58d-4389-9894-554c10310ba4" providerId="ADAL" clId="{EF23FE1D-A042-481E-AFD7-2A9FB0847F54}" dt="2026-02-23T18:36:49.042" v="1068"/>
        <pc:sldMkLst>
          <pc:docMk/>
          <pc:sldMk cId="1611361129" sldId="510"/>
        </pc:sldMkLst>
        <pc:spChg chg="mod">
          <ac:chgData name="Michael Hill" userId="41dba03d-e58d-4389-9894-554c10310ba4" providerId="ADAL" clId="{EF23FE1D-A042-481E-AFD7-2A9FB0847F54}" dt="2026-02-19T17:11:22.114" v="298" actId="20577"/>
          <ac:spMkLst>
            <pc:docMk/>
            <pc:sldMk cId="1611361129" sldId="510"/>
            <ac:spMk id="8" creationId="{FC7C95A6-B60F-E90A-E986-B69A06E5D254}"/>
          </ac:spMkLst>
        </pc:spChg>
      </pc:sldChg>
      <pc:sldChg chg="modSp mod">
        <pc:chgData name="Michael Hill" userId="41dba03d-e58d-4389-9894-554c10310ba4" providerId="ADAL" clId="{EF23FE1D-A042-481E-AFD7-2A9FB0847F54}" dt="2026-02-23T19:47:57.875" v="5290" actId="20577"/>
        <pc:sldMkLst>
          <pc:docMk/>
          <pc:sldMk cId="510244893" sldId="511"/>
        </pc:sldMkLst>
        <pc:spChg chg="mod">
          <ac:chgData name="Michael Hill" userId="41dba03d-e58d-4389-9894-554c10310ba4" providerId="ADAL" clId="{EF23FE1D-A042-481E-AFD7-2A9FB0847F54}" dt="2026-02-23T19:47:21.073" v="5156" actId="1076"/>
          <ac:spMkLst>
            <pc:docMk/>
            <pc:sldMk cId="510244893" sldId="511"/>
            <ac:spMk id="5" creationId="{1BEA4B70-659E-4C55-E3F4-C156785ECAFE}"/>
          </ac:spMkLst>
        </pc:spChg>
        <pc:spChg chg="mod">
          <ac:chgData name="Michael Hill" userId="41dba03d-e58d-4389-9894-554c10310ba4" providerId="ADAL" clId="{EF23FE1D-A042-481E-AFD7-2A9FB0847F54}" dt="2026-02-23T19:47:57.875" v="5290" actId="20577"/>
          <ac:spMkLst>
            <pc:docMk/>
            <pc:sldMk cId="510244893" sldId="511"/>
            <ac:spMk id="8" creationId="{9C348106-02E8-94FB-0B3E-F2446D2114E0}"/>
          </ac:spMkLst>
        </pc:spChg>
      </pc:sldChg>
      <pc:sldChg chg="modSp del">
        <pc:chgData name="Michael Hill" userId="41dba03d-e58d-4389-9894-554c10310ba4" providerId="ADAL" clId="{EF23FE1D-A042-481E-AFD7-2A9FB0847F54}" dt="2026-02-23T19:01:41.895" v="1177" actId="47"/>
        <pc:sldMkLst>
          <pc:docMk/>
          <pc:sldMk cId="3804734857" sldId="512"/>
        </pc:sldMkLst>
        <pc:spChg chg="mod">
          <ac:chgData name="Michael Hill" userId="41dba03d-e58d-4389-9894-554c10310ba4" providerId="ADAL" clId="{EF23FE1D-A042-481E-AFD7-2A9FB0847F54}" dt="2026-02-23T19:01:37.977" v="1176"/>
          <ac:spMkLst>
            <pc:docMk/>
            <pc:sldMk cId="3804734857" sldId="512"/>
            <ac:spMk id="5" creationId="{F9D6ECB0-467C-60B0-6FA7-54B47ECD6232}"/>
          </ac:spMkLst>
        </pc:spChg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591173955" sldId="513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3205373971" sldId="514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1147612946" sldId="515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547258960" sldId="516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2324471463" sldId="517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131619355" sldId="518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3796889631" sldId="519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4099395543" sldId="520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2294797100" sldId="521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1570211565" sldId="523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2504263913" sldId="524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2068618690" sldId="525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1990808462" sldId="527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72032739" sldId="528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2745642722" sldId="529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3059646893" sldId="530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964567256" sldId="531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1974411659" sldId="532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3839160750" sldId="533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1058097167" sldId="534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2251673226" sldId="535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3631675798" sldId="536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879284011" sldId="537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3649708641" sldId="538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4261277269" sldId="539"/>
        </pc:sldMkLst>
      </pc:sldChg>
      <pc:sldChg chg="del">
        <pc:chgData name="Michael Hill" userId="41dba03d-e58d-4389-9894-554c10310ba4" providerId="ADAL" clId="{EF23FE1D-A042-481E-AFD7-2A9FB0847F54}" dt="2026-02-23T18:35:20.655" v="1064" actId="47"/>
        <pc:sldMkLst>
          <pc:docMk/>
          <pc:sldMk cId="3579992377" sldId="540"/>
        </pc:sldMkLst>
      </pc:sldChg>
      <pc:sldChg chg="modSp add mod">
        <pc:chgData name="Michael Hill" userId="41dba03d-e58d-4389-9894-554c10310ba4" providerId="ADAL" clId="{EF23FE1D-A042-481E-AFD7-2A9FB0847F54}" dt="2026-02-23T19:01:33.667" v="1174"/>
        <pc:sldMkLst>
          <pc:docMk/>
          <pc:sldMk cId="3947230088" sldId="541"/>
        </pc:sldMkLst>
        <pc:spChg chg="mod">
          <ac:chgData name="Michael Hill" userId="41dba03d-e58d-4389-9894-554c10310ba4" providerId="ADAL" clId="{EF23FE1D-A042-481E-AFD7-2A9FB0847F54}" dt="2026-02-23T19:01:33.667" v="1174"/>
          <ac:spMkLst>
            <pc:docMk/>
            <pc:sldMk cId="3947230088" sldId="541"/>
            <ac:spMk id="5" creationId="{BC3BC6CA-88A3-A03F-982F-824EC5851674}"/>
          </ac:spMkLst>
        </pc:spChg>
        <pc:spChg chg="mod">
          <ac:chgData name="Michael Hill" userId="41dba03d-e58d-4389-9894-554c10310ba4" providerId="ADAL" clId="{EF23FE1D-A042-481E-AFD7-2A9FB0847F54}" dt="2026-02-19T17:19:38.008" v="731" actId="20577"/>
          <ac:spMkLst>
            <pc:docMk/>
            <pc:sldMk cId="3947230088" sldId="541"/>
            <ac:spMk id="8" creationId="{A1B1CCCF-C847-5C5D-4D31-00FB062A1FF3}"/>
          </ac:spMkLst>
        </pc:spChg>
      </pc:sldChg>
      <pc:sldChg chg="modSp add del mod">
        <pc:chgData name="Michael Hill" userId="41dba03d-e58d-4389-9894-554c10310ba4" providerId="ADAL" clId="{EF23FE1D-A042-481E-AFD7-2A9FB0847F54}" dt="2026-02-23T19:02:47.422" v="1233" actId="47"/>
        <pc:sldMkLst>
          <pc:docMk/>
          <pc:sldMk cId="1570782250" sldId="542"/>
        </pc:sldMkLst>
        <pc:spChg chg="mod">
          <ac:chgData name="Michael Hill" userId="41dba03d-e58d-4389-9894-554c10310ba4" providerId="ADAL" clId="{EF23FE1D-A042-481E-AFD7-2A9FB0847F54}" dt="2026-02-23T19:01:35.738" v="1175"/>
          <ac:spMkLst>
            <pc:docMk/>
            <pc:sldMk cId="1570782250" sldId="542"/>
            <ac:spMk id="5" creationId="{2C90708D-7592-4648-6D8E-B3ADA4F6F94A}"/>
          </ac:spMkLst>
        </pc:spChg>
        <pc:spChg chg="mod">
          <ac:chgData name="Michael Hill" userId="41dba03d-e58d-4389-9894-554c10310ba4" providerId="ADAL" clId="{EF23FE1D-A042-481E-AFD7-2A9FB0847F54}" dt="2026-02-23T18:18:20.252" v="1063" actId="20577"/>
          <ac:spMkLst>
            <pc:docMk/>
            <pc:sldMk cId="1570782250" sldId="542"/>
            <ac:spMk id="8" creationId="{79EA4BF7-704F-30B7-5090-3065DF54AAC6}"/>
          </ac:spMkLst>
        </pc:spChg>
      </pc:sldChg>
      <pc:sldChg chg="add del">
        <pc:chgData name="Michael Hill" userId="41dba03d-e58d-4389-9894-554c10310ba4" providerId="ADAL" clId="{EF23FE1D-A042-481E-AFD7-2A9FB0847F54}" dt="2026-02-23T19:01:58.394" v="1179" actId="47"/>
        <pc:sldMkLst>
          <pc:docMk/>
          <pc:sldMk cId="3313037878" sldId="543"/>
        </pc:sldMkLst>
      </pc:sldChg>
      <pc:sldChg chg="modSp add mod">
        <pc:chgData name="Michael Hill" userId="41dba03d-e58d-4389-9894-554c10310ba4" providerId="ADAL" clId="{EF23FE1D-A042-481E-AFD7-2A9FB0847F54}" dt="2026-02-23T19:02:27.765" v="1231" actId="20577"/>
        <pc:sldMkLst>
          <pc:docMk/>
          <pc:sldMk cId="4075565264" sldId="544"/>
        </pc:sldMkLst>
        <pc:spChg chg="mod">
          <ac:chgData name="Michael Hill" userId="41dba03d-e58d-4389-9894-554c10310ba4" providerId="ADAL" clId="{EF23FE1D-A042-481E-AFD7-2A9FB0847F54}" dt="2026-02-23T19:02:27.765" v="1231" actId="20577"/>
          <ac:spMkLst>
            <pc:docMk/>
            <pc:sldMk cId="4075565264" sldId="544"/>
            <ac:spMk id="8" creationId="{D06AE3F9-6D11-F0F6-4C2F-580577CB04DC}"/>
          </ac:spMkLst>
        </pc:spChg>
      </pc:sldChg>
      <pc:sldChg chg="modSp add mod">
        <pc:chgData name="Michael Hill" userId="41dba03d-e58d-4389-9894-554c10310ba4" providerId="ADAL" clId="{EF23FE1D-A042-481E-AFD7-2A9FB0847F54}" dt="2026-02-23T19:03:51.715" v="1487" actId="21"/>
        <pc:sldMkLst>
          <pc:docMk/>
          <pc:sldMk cId="4259479091" sldId="545"/>
        </pc:sldMkLst>
        <pc:spChg chg="mod">
          <ac:chgData name="Michael Hill" userId="41dba03d-e58d-4389-9894-554c10310ba4" providerId="ADAL" clId="{EF23FE1D-A042-481E-AFD7-2A9FB0847F54}" dt="2026-02-23T19:02:54.394" v="1245" actId="14100"/>
          <ac:spMkLst>
            <pc:docMk/>
            <pc:sldMk cId="4259479091" sldId="545"/>
            <ac:spMk id="5" creationId="{55884A32-0811-BD1C-BA53-BD69ECBBA6F2}"/>
          </ac:spMkLst>
        </pc:spChg>
        <pc:spChg chg="mod">
          <ac:chgData name="Michael Hill" userId="41dba03d-e58d-4389-9894-554c10310ba4" providerId="ADAL" clId="{EF23FE1D-A042-481E-AFD7-2A9FB0847F54}" dt="2026-02-23T19:03:51.715" v="1487" actId="21"/>
          <ac:spMkLst>
            <pc:docMk/>
            <pc:sldMk cId="4259479091" sldId="545"/>
            <ac:spMk id="8" creationId="{7B1E4FAF-4260-7B2B-E344-D9A0D34D1195}"/>
          </ac:spMkLst>
        </pc:spChg>
      </pc:sldChg>
      <pc:sldChg chg="modSp add mod">
        <pc:chgData name="Michael Hill" userId="41dba03d-e58d-4389-9894-554c10310ba4" providerId="ADAL" clId="{EF23FE1D-A042-481E-AFD7-2A9FB0847F54}" dt="2026-02-23T19:07:23.884" v="1800" actId="115"/>
        <pc:sldMkLst>
          <pc:docMk/>
          <pc:sldMk cId="450344991" sldId="546"/>
        </pc:sldMkLst>
        <pc:spChg chg="mod">
          <ac:chgData name="Michael Hill" userId="41dba03d-e58d-4389-9894-554c10310ba4" providerId="ADAL" clId="{EF23FE1D-A042-481E-AFD7-2A9FB0847F54}" dt="2026-02-23T19:04:02.920" v="1501" actId="14100"/>
          <ac:spMkLst>
            <pc:docMk/>
            <pc:sldMk cId="450344991" sldId="546"/>
            <ac:spMk id="5" creationId="{D214ADCD-BEE7-449D-8D7C-A6CA41AC48D4}"/>
          </ac:spMkLst>
        </pc:spChg>
        <pc:spChg chg="mod">
          <ac:chgData name="Michael Hill" userId="41dba03d-e58d-4389-9894-554c10310ba4" providerId="ADAL" clId="{EF23FE1D-A042-481E-AFD7-2A9FB0847F54}" dt="2026-02-23T19:07:23.884" v="1800" actId="115"/>
          <ac:spMkLst>
            <pc:docMk/>
            <pc:sldMk cId="450344991" sldId="546"/>
            <ac:spMk id="8" creationId="{7BFDB500-F478-4C19-658C-584072516BD9}"/>
          </ac:spMkLst>
        </pc:spChg>
      </pc:sldChg>
      <pc:sldChg chg="addSp modSp add mod">
        <pc:chgData name="Michael Hill" userId="41dba03d-e58d-4389-9894-554c10310ba4" providerId="ADAL" clId="{EF23FE1D-A042-481E-AFD7-2A9FB0847F54}" dt="2026-02-23T19:15:33.534" v="2704" actId="115"/>
        <pc:sldMkLst>
          <pc:docMk/>
          <pc:sldMk cId="1217398324" sldId="547"/>
        </pc:sldMkLst>
        <pc:spChg chg="mod">
          <ac:chgData name="Michael Hill" userId="41dba03d-e58d-4389-9894-554c10310ba4" providerId="ADAL" clId="{EF23FE1D-A042-481E-AFD7-2A9FB0847F54}" dt="2026-02-23T19:15:33.534" v="2704" actId="115"/>
          <ac:spMkLst>
            <pc:docMk/>
            <pc:sldMk cId="1217398324" sldId="547"/>
            <ac:spMk id="8" creationId="{B9A54BA8-B95F-964A-0F34-F09D8117EAEF}"/>
          </ac:spMkLst>
        </pc:spChg>
        <pc:graphicFrameChg chg="add mod modGraphic">
          <ac:chgData name="Michael Hill" userId="41dba03d-e58d-4389-9894-554c10310ba4" providerId="ADAL" clId="{EF23FE1D-A042-481E-AFD7-2A9FB0847F54}" dt="2026-02-23T19:10:48.490" v="2040" actId="20577"/>
          <ac:graphicFrameMkLst>
            <pc:docMk/>
            <pc:sldMk cId="1217398324" sldId="547"/>
            <ac:graphicFrameMk id="2" creationId="{B2C97949-AB33-18AA-82F0-1E88FA6C7B35}"/>
          </ac:graphicFrameMkLst>
        </pc:graphicFrameChg>
        <pc:picChg chg="add mod">
          <ac:chgData name="Michael Hill" userId="41dba03d-e58d-4389-9894-554c10310ba4" providerId="ADAL" clId="{EF23FE1D-A042-481E-AFD7-2A9FB0847F54}" dt="2026-02-23T19:10:26.294" v="2022" actId="1076"/>
          <ac:picMkLst>
            <pc:docMk/>
            <pc:sldMk cId="1217398324" sldId="547"/>
            <ac:picMk id="1026" creationId="{AB8229EB-93A9-B20F-A340-F064937657B8}"/>
          </ac:picMkLst>
        </pc:picChg>
      </pc:sldChg>
      <pc:sldChg chg="add del">
        <pc:chgData name="Michael Hill" userId="41dba03d-e58d-4389-9894-554c10310ba4" providerId="ADAL" clId="{EF23FE1D-A042-481E-AFD7-2A9FB0847F54}" dt="2026-02-23T19:07:37.019" v="1802" actId="2890"/>
        <pc:sldMkLst>
          <pc:docMk/>
          <pc:sldMk cId="4180636157" sldId="547"/>
        </pc:sldMkLst>
      </pc:sldChg>
      <pc:sldChg chg="addSp delSp modSp add mod">
        <pc:chgData name="Michael Hill" userId="41dba03d-e58d-4389-9894-554c10310ba4" providerId="ADAL" clId="{EF23FE1D-A042-481E-AFD7-2A9FB0847F54}" dt="2026-02-23T19:17:14.334" v="2725" actId="20577"/>
        <pc:sldMkLst>
          <pc:docMk/>
          <pc:sldMk cId="1635675470" sldId="548"/>
        </pc:sldMkLst>
        <pc:spChg chg="add mod">
          <ac:chgData name="Michael Hill" userId="41dba03d-e58d-4389-9894-554c10310ba4" providerId="ADAL" clId="{EF23FE1D-A042-481E-AFD7-2A9FB0847F54}" dt="2026-02-23T19:12:11.148" v="2055" actId="255"/>
          <ac:spMkLst>
            <pc:docMk/>
            <pc:sldMk cId="1635675470" sldId="548"/>
            <ac:spMk id="3" creationId="{F429CAC7-B872-B12E-737F-BEED3E42640F}"/>
          </ac:spMkLst>
        </pc:spChg>
        <pc:spChg chg="mod">
          <ac:chgData name="Michael Hill" userId="41dba03d-e58d-4389-9894-554c10310ba4" providerId="ADAL" clId="{EF23FE1D-A042-481E-AFD7-2A9FB0847F54}" dt="2026-02-23T19:17:14.334" v="2725" actId="20577"/>
          <ac:spMkLst>
            <pc:docMk/>
            <pc:sldMk cId="1635675470" sldId="548"/>
            <ac:spMk id="8" creationId="{56122ECD-2713-0EA5-9F49-C0CEEC713B79}"/>
          </ac:spMkLst>
        </pc:spChg>
        <pc:graphicFrameChg chg="del">
          <ac:chgData name="Michael Hill" userId="41dba03d-e58d-4389-9894-554c10310ba4" providerId="ADAL" clId="{EF23FE1D-A042-481E-AFD7-2A9FB0847F54}" dt="2026-02-23T19:11:26.515" v="2044" actId="478"/>
          <ac:graphicFrameMkLst>
            <pc:docMk/>
            <pc:sldMk cId="1635675470" sldId="548"/>
            <ac:graphicFrameMk id="2" creationId="{833A959B-CEC1-F135-3BE0-38C10534D044}"/>
          </ac:graphicFrameMkLst>
        </pc:graphicFrameChg>
        <pc:picChg chg="del">
          <ac:chgData name="Michael Hill" userId="41dba03d-e58d-4389-9894-554c10310ba4" providerId="ADAL" clId="{EF23FE1D-A042-481E-AFD7-2A9FB0847F54}" dt="2026-02-23T19:11:25.192" v="2043" actId="478"/>
          <ac:picMkLst>
            <pc:docMk/>
            <pc:sldMk cId="1635675470" sldId="548"/>
            <ac:picMk id="1026" creationId="{C541EF02-3848-2DBB-D2F0-FFDE514EBF15}"/>
          </ac:picMkLst>
        </pc:picChg>
      </pc:sldChg>
      <pc:sldChg chg="modSp add mod">
        <pc:chgData name="Michael Hill" userId="41dba03d-e58d-4389-9894-554c10310ba4" providerId="ADAL" clId="{EF23FE1D-A042-481E-AFD7-2A9FB0847F54}" dt="2026-02-23T19:23:13.944" v="3493" actId="20577"/>
        <pc:sldMkLst>
          <pc:docMk/>
          <pc:sldMk cId="1975229117" sldId="549"/>
        </pc:sldMkLst>
        <pc:spChg chg="mod">
          <ac:chgData name="Michael Hill" userId="41dba03d-e58d-4389-9894-554c10310ba4" providerId="ADAL" clId="{EF23FE1D-A042-481E-AFD7-2A9FB0847F54}" dt="2026-02-23T19:14:25.769" v="2583" actId="1076"/>
          <ac:spMkLst>
            <pc:docMk/>
            <pc:sldMk cId="1975229117" sldId="549"/>
            <ac:spMk id="3" creationId="{B3DB6E21-7C4A-CFCD-2944-CC699F372FF5}"/>
          </ac:spMkLst>
        </pc:spChg>
        <pc:spChg chg="mod">
          <ac:chgData name="Michael Hill" userId="41dba03d-e58d-4389-9894-554c10310ba4" providerId="ADAL" clId="{EF23FE1D-A042-481E-AFD7-2A9FB0847F54}" dt="2026-02-23T19:23:13.944" v="3493" actId="20577"/>
          <ac:spMkLst>
            <pc:docMk/>
            <pc:sldMk cId="1975229117" sldId="549"/>
            <ac:spMk id="8" creationId="{193197B1-B95F-D904-B1E9-C8A68D72581F}"/>
          </ac:spMkLst>
        </pc:spChg>
      </pc:sldChg>
      <pc:sldChg chg="modSp add mod">
        <pc:chgData name="Michael Hill" userId="41dba03d-e58d-4389-9894-554c10310ba4" providerId="ADAL" clId="{EF23FE1D-A042-481E-AFD7-2A9FB0847F54}" dt="2026-02-23T19:17:43.852" v="2835" actId="313"/>
        <pc:sldMkLst>
          <pc:docMk/>
          <pc:sldMk cId="3810031147" sldId="550"/>
        </pc:sldMkLst>
        <pc:spChg chg="mod">
          <ac:chgData name="Michael Hill" userId="41dba03d-e58d-4389-9894-554c10310ba4" providerId="ADAL" clId="{EF23FE1D-A042-481E-AFD7-2A9FB0847F54}" dt="2026-02-23T19:17:43.852" v="2835" actId="313"/>
          <ac:spMkLst>
            <pc:docMk/>
            <pc:sldMk cId="3810031147" sldId="550"/>
            <ac:spMk id="8" creationId="{897197D4-7703-F083-23CD-9EB9649CC568}"/>
          </ac:spMkLst>
        </pc:spChg>
      </pc:sldChg>
      <pc:sldChg chg="add del">
        <pc:chgData name="Michael Hill" userId="41dba03d-e58d-4389-9894-554c10310ba4" providerId="ADAL" clId="{EF23FE1D-A042-481E-AFD7-2A9FB0847F54}" dt="2026-02-23T19:31:17.112" v="4356" actId="47"/>
        <pc:sldMkLst>
          <pc:docMk/>
          <pc:sldMk cId="24859614" sldId="551"/>
        </pc:sldMkLst>
      </pc:sldChg>
      <pc:sldChg chg="modSp add mod">
        <pc:chgData name="Michael Hill" userId="41dba03d-e58d-4389-9894-554c10310ba4" providerId="ADAL" clId="{EF23FE1D-A042-481E-AFD7-2A9FB0847F54}" dt="2026-02-23T19:21:36.516" v="3099" actId="255"/>
        <pc:sldMkLst>
          <pc:docMk/>
          <pc:sldMk cId="636926832" sldId="552"/>
        </pc:sldMkLst>
        <pc:spChg chg="mod">
          <ac:chgData name="Michael Hill" userId="41dba03d-e58d-4389-9894-554c10310ba4" providerId="ADAL" clId="{EF23FE1D-A042-481E-AFD7-2A9FB0847F54}" dt="2026-02-23T19:21:36.516" v="3099" actId="255"/>
          <ac:spMkLst>
            <pc:docMk/>
            <pc:sldMk cId="636926832" sldId="552"/>
            <ac:spMk id="3" creationId="{D2BFCFCE-AB83-6AC0-62C8-C758C3612471}"/>
          </ac:spMkLst>
        </pc:spChg>
        <pc:spChg chg="mod">
          <ac:chgData name="Michael Hill" userId="41dba03d-e58d-4389-9894-554c10310ba4" providerId="ADAL" clId="{EF23FE1D-A042-481E-AFD7-2A9FB0847F54}" dt="2026-02-23T19:19:27.405" v="2877" actId="14100"/>
          <ac:spMkLst>
            <pc:docMk/>
            <pc:sldMk cId="636926832" sldId="552"/>
            <ac:spMk id="5" creationId="{DD87F8EB-738E-DD99-C0F0-1F034E4C2B43}"/>
          </ac:spMkLst>
        </pc:spChg>
        <pc:spChg chg="mod">
          <ac:chgData name="Michael Hill" userId="41dba03d-e58d-4389-9894-554c10310ba4" providerId="ADAL" clId="{EF23FE1D-A042-481E-AFD7-2A9FB0847F54}" dt="2026-02-23T19:21:27.571" v="3095" actId="14100"/>
          <ac:spMkLst>
            <pc:docMk/>
            <pc:sldMk cId="636926832" sldId="552"/>
            <ac:spMk id="8" creationId="{6C1BF02F-2B30-11D4-4401-D78F8E313D5A}"/>
          </ac:spMkLst>
        </pc:spChg>
      </pc:sldChg>
      <pc:sldChg chg="modSp add mod">
        <pc:chgData name="Michael Hill" userId="41dba03d-e58d-4389-9894-554c10310ba4" providerId="ADAL" clId="{EF23FE1D-A042-481E-AFD7-2A9FB0847F54}" dt="2026-02-23T19:22:14.627" v="3243" actId="14100"/>
        <pc:sldMkLst>
          <pc:docMk/>
          <pc:sldMk cId="2241188391" sldId="553"/>
        </pc:sldMkLst>
        <pc:spChg chg="mod">
          <ac:chgData name="Michael Hill" userId="41dba03d-e58d-4389-9894-554c10310ba4" providerId="ADAL" clId="{EF23FE1D-A042-481E-AFD7-2A9FB0847F54}" dt="2026-02-23T19:22:14.627" v="3243" actId="14100"/>
          <ac:spMkLst>
            <pc:docMk/>
            <pc:sldMk cId="2241188391" sldId="553"/>
            <ac:spMk id="3" creationId="{0F530F71-AC05-159D-5BC7-67EBE70CA3CC}"/>
          </ac:spMkLst>
        </pc:spChg>
        <pc:spChg chg="mod">
          <ac:chgData name="Michael Hill" userId="41dba03d-e58d-4389-9894-554c10310ba4" providerId="ADAL" clId="{EF23FE1D-A042-481E-AFD7-2A9FB0847F54}" dt="2026-02-23T19:22:13.109" v="3242" actId="14100"/>
          <ac:spMkLst>
            <pc:docMk/>
            <pc:sldMk cId="2241188391" sldId="553"/>
            <ac:spMk id="8" creationId="{1654DD85-82DD-CF3D-9259-BE8BE226C6D4}"/>
          </ac:spMkLst>
        </pc:spChg>
      </pc:sldChg>
      <pc:sldChg chg="modSp add mod">
        <pc:chgData name="Michael Hill" userId="41dba03d-e58d-4389-9894-554c10310ba4" providerId="ADAL" clId="{EF23FE1D-A042-481E-AFD7-2A9FB0847F54}" dt="2026-02-23T19:23:00.711" v="3444" actId="14100"/>
        <pc:sldMkLst>
          <pc:docMk/>
          <pc:sldMk cId="3606520648" sldId="554"/>
        </pc:sldMkLst>
        <pc:spChg chg="mod">
          <ac:chgData name="Michael Hill" userId="41dba03d-e58d-4389-9894-554c10310ba4" providerId="ADAL" clId="{EF23FE1D-A042-481E-AFD7-2A9FB0847F54}" dt="2026-02-23T19:23:00.711" v="3444" actId="14100"/>
          <ac:spMkLst>
            <pc:docMk/>
            <pc:sldMk cId="3606520648" sldId="554"/>
            <ac:spMk id="3" creationId="{3875767D-393A-B968-A76D-891382A2BBBE}"/>
          </ac:spMkLst>
        </pc:spChg>
        <pc:spChg chg="mod">
          <ac:chgData name="Michael Hill" userId="41dba03d-e58d-4389-9894-554c10310ba4" providerId="ADAL" clId="{EF23FE1D-A042-481E-AFD7-2A9FB0847F54}" dt="2026-02-23T19:22:56.774" v="3443" actId="14100"/>
          <ac:spMkLst>
            <pc:docMk/>
            <pc:sldMk cId="3606520648" sldId="554"/>
            <ac:spMk id="8" creationId="{02FD0412-9DFC-3CBB-E993-59F2F0D91660}"/>
          </ac:spMkLst>
        </pc:spChg>
      </pc:sldChg>
      <pc:sldChg chg="modSp add del mod">
        <pc:chgData name="Michael Hill" userId="41dba03d-e58d-4389-9894-554c10310ba4" providerId="ADAL" clId="{EF23FE1D-A042-481E-AFD7-2A9FB0847F54}" dt="2026-02-23T19:32:08.763" v="4515" actId="47"/>
        <pc:sldMkLst>
          <pc:docMk/>
          <pc:sldMk cId="1889002842" sldId="555"/>
        </pc:sldMkLst>
        <pc:spChg chg="mod">
          <ac:chgData name="Michael Hill" userId="41dba03d-e58d-4389-9894-554c10310ba4" providerId="ADAL" clId="{EF23FE1D-A042-481E-AFD7-2A9FB0847F54}" dt="2026-02-23T19:23:41.456" v="3510" actId="14100"/>
          <ac:spMkLst>
            <pc:docMk/>
            <pc:sldMk cId="1889002842" sldId="555"/>
            <ac:spMk id="5" creationId="{4C245320-CF4D-7079-8B7C-883E3D515DAE}"/>
          </ac:spMkLst>
        </pc:spChg>
      </pc:sldChg>
      <pc:sldChg chg="modSp add mod ord">
        <pc:chgData name="Michael Hill" userId="41dba03d-e58d-4389-9894-554c10310ba4" providerId="ADAL" clId="{EF23FE1D-A042-481E-AFD7-2A9FB0847F54}" dt="2026-02-23T19:26:14.036" v="3713" actId="115"/>
        <pc:sldMkLst>
          <pc:docMk/>
          <pc:sldMk cId="2670917662" sldId="556"/>
        </pc:sldMkLst>
        <pc:spChg chg="mod">
          <ac:chgData name="Michael Hill" userId="41dba03d-e58d-4389-9894-554c10310ba4" providerId="ADAL" clId="{EF23FE1D-A042-481E-AFD7-2A9FB0847F54}" dt="2026-02-23T19:24:31.882" v="3526" actId="20577"/>
          <ac:spMkLst>
            <pc:docMk/>
            <pc:sldMk cId="2670917662" sldId="556"/>
            <ac:spMk id="5" creationId="{C11E8CC7-1CE2-19E2-6097-D6279A6CCC01}"/>
          </ac:spMkLst>
        </pc:spChg>
        <pc:spChg chg="mod">
          <ac:chgData name="Michael Hill" userId="41dba03d-e58d-4389-9894-554c10310ba4" providerId="ADAL" clId="{EF23FE1D-A042-481E-AFD7-2A9FB0847F54}" dt="2026-02-23T19:26:14.036" v="3713" actId="115"/>
          <ac:spMkLst>
            <pc:docMk/>
            <pc:sldMk cId="2670917662" sldId="556"/>
            <ac:spMk id="8" creationId="{9A405B10-54E7-5AD8-40F1-02539C137A1D}"/>
          </ac:spMkLst>
        </pc:spChg>
      </pc:sldChg>
      <pc:sldChg chg="addSp modSp add mod">
        <pc:chgData name="Michael Hill" userId="41dba03d-e58d-4389-9894-554c10310ba4" providerId="ADAL" clId="{EF23FE1D-A042-481E-AFD7-2A9FB0847F54}" dt="2026-02-23T19:29:57.800" v="4237" actId="2711"/>
        <pc:sldMkLst>
          <pc:docMk/>
          <pc:sldMk cId="82146825" sldId="557"/>
        </pc:sldMkLst>
        <pc:spChg chg="add mod">
          <ac:chgData name="Michael Hill" userId="41dba03d-e58d-4389-9894-554c10310ba4" providerId="ADAL" clId="{EF23FE1D-A042-481E-AFD7-2A9FB0847F54}" dt="2026-02-23T19:29:57.800" v="4237" actId="2711"/>
          <ac:spMkLst>
            <pc:docMk/>
            <pc:sldMk cId="82146825" sldId="557"/>
            <ac:spMk id="2" creationId="{C9B61680-E46A-805A-AE26-D9F6BAD13D5A}"/>
          </ac:spMkLst>
        </pc:spChg>
        <pc:spChg chg="mod">
          <ac:chgData name="Michael Hill" userId="41dba03d-e58d-4389-9894-554c10310ba4" providerId="ADAL" clId="{EF23FE1D-A042-481E-AFD7-2A9FB0847F54}" dt="2026-02-23T19:27:04.920" v="3931" actId="14100"/>
          <ac:spMkLst>
            <pc:docMk/>
            <pc:sldMk cId="82146825" sldId="557"/>
            <ac:spMk id="8" creationId="{6039A6BB-C084-C92F-B609-ABF34363864E}"/>
          </ac:spMkLst>
        </pc:spChg>
      </pc:sldChg>
      <pc:sldChg chg="addSp delSp modSp add mod">
        <pc:chgData name="Michael Hill" userId="41dba03d-e58d-4389-9894-554c10310ba4" providerId="ADAL" clId="{EF23FE1D-A042-481E-AFD7-2A9FB0847F54}" dt="2026-02-23T19:32:47.542" v="4548" actId="115"/>
        <pc:sldMkLst>
          <pc:docMk/>
          <pc:sldMk cId="2507720784" sldId="558"/>
        </pc:sldMkLst>
        <pc:spChg chg="add mod">
          <ac:chgData name="Michael Hill" userId="41dba03d-e58d-4389-9894-554c10310ba4" providerId="ADAL" clId="{EF23FE1D-A042-481E-AFD7-2A9FB0847F54}" dt="2026-02-23T19:32:21.768" v="4519"/>
          <ac:spMkLst>
            <pc:docMk/>
            <pc:sldMk cId="2507720784" sldId="558"/>
            <ac:spMk id="2" creationId="{B8C589F6-6EBD-9A2E-6384-4C41CCD0E28C}"/>
          </ac:spMkLst>
        </pc:spChg>
        <pc:spChg chg="mod">
          <ac:chgData name="Michael Hill" userId="41dba03d-e58d-4389-9894-554c10310ba4" providerId="ADAL" clId="{EF23FE1D-A042-481E-AFD7-2A9FB0847F54}" dt="2026-02-23T19:28:48.499" v="4233" actId="20577"/>
          <ac:spMkLst>
            <pc:docMk/>
            <pc:sldMk cId="2507720784" sldId="558"/>
            <ac:spMk id="3" creationId="{08945567-C562-94FC-58A2-2AB44B7E58A3}"/>
          </ac:spMkLst>
        </pc:spChg>
        <pc:spChg chg="del">
          <ac:chgData name="Michael Hill" userId="41dba03d-e58d-4389-9894-554c10310ba4" providerId="ADAL" clId="{EF23FE1D-A042-481E-AFD7-2A9FB0847F54}" dt="2026-02-23T19:32:21.612" v="4518" actId="478"/>
          <ac:spMkLst>
            <pc:docMk/>
            <pc:sldMk cId="2507720784" sldId="558"/>
            <ac:spMk id="5" creationId="{C09BCDDD-F1FD-7CBB-5E23-74A01374969C}"/>
          </ac:spMkLst>
        </pc:spChg>
        <pc:spChg chg="mod">
          <ac:chgData name="Michael Hill" userId="41dba03d-e58d-4389-9894-554c10310ba4" providerId="ADAL" clId="{EF23FE1D-A042-481E-AFD7-2A9FB0847F54}" dt="2026-02-23T19:32:47.542" v="4548" actId="115"/>
          <ac:spMkLst>
            <pc:docMk/>
            <pc:sldMk cId="2507720784" sldId="558"/>
            <ac:spMk id="8" creationId="{24BFEE4B-E285-CA73-DB9E-139DC28DDA65}"/>
          </ac:spMkLst>
        </pc:spChg>
      </pc:sldChg>
      <pc:sldChg chg="modSp add mod">
        <pc:chgData name="Michael Hill" userId="41dba03d-e58d-4389-9894-554c10310ba4" providerId="ADAL" clId="{EF23FE1D-A042-481E-AFD7-2A9FB0847F54}" dt="2026-02-23T19:30:13.176" v="4329" actId="20577"/>
        <pc:sldMkLst>
          <pc:docMk/>
          <pc:sldMk cId="223151925" sldId="559"/>
        </pc:sldMkLst>
        <pc:spChg chg="mod">
          <ac:chgData name="Michael Hill" userId="41dba03d-e58d-4389-9894-554c10310ba4" providerId="ADAL" clId="{EF23FE1D-A042-481E-AFD7-2A9FB0847F54}" dt="2026-02-23T19:30:13.176" v="4329" actId="20577"/>
          <ac:spMkLst>
            <pc:docMk/>
            <pc:sldMk cId="223151925" sldId="559"/>
            <ac:spMk id="8" creationId="{3278E9AF-FA5C-D26D-32C7-8111C77625DC}"/>
          </ac:spMkLst>
        </pc:spChg>
      </pc:sldChg>
      <pc:sldChg chg="modSp add mod">
        <pc:chgData name="Michael Hill" userId="41dba03d-e58d-4389-9894-554c10310ba4" providerId="ADAL" clId="{EF23FE1D-A042-481E-AFD7-2A9FB0847F54}" dt="2026-02-23T19:31:31.867" v="4408" actId="20577"/>
        <pc:sldMkLst>
          <pc:docMk/>
          <pc:sldMk cId="1215387767" sldId="560"/>
        </pc:sldMkLst>
        <pc:spChg chg="mod">
          <ac:chgData name="Michael Hill" userId="41dba03d-e58d-4389-9894-554c10310ba4" providerId="ADAL" clId="{EF23FE1D-A042-481E-AFD7-2A9FB0847F54}" dt="2026-02-23T19:31:31.867" v="4408" actId="20577"/>
          <ac:spMkLst>
            <pc:docMk/>
            <pc:sldMk cId="1215387767" sldId="560"/>
            <ac:spMk id="8" creationId="{D7C46FAB-643F-FD13-56AD-25A197A4A291}"/>
          </ac:spMkLst>
        </pc:spChg>
      </pc:sldChg>
      <pc:sldChg chg="addSp delSp modSp add mod">
        <pc:chgData name="Michael Hill" userId="41dba03d-e58d-4389-9894-554c10310ba4" providerId="ADAL" clId="{EF23FE1D-A042-481E-AFD7-2A9FB0847F54}" dt="2026-02-23T19:32:17.176" v="4517"/>
        <pc:sldMkLst>
          <pc:docMk/>
          <pc:sldMk cId="2626475028" sldId="561"/>
        </pc:sldMkLst>
        <pc:spChg chg="add mod">
          <ac:chgData name="Michael Hill" userId="41dba03d-e58d-4389-9894-554c10310ba4" providerId="ADAL" clId="{EF23FE1D-A042-481E-AFD7-2A9FB0847F54}" dt="2026-02-23T19:32:17.176" v="4517"/>
          <ac:spMkLst>
            <pc:docMk/>
            <pc:sldMk cId="2626475028" sldId="561"/>
            <ac:spMk id="2" creationId="{EA50788B-82CE-83AD-E405-40F214D1311B}"/>
          </ac:spMkLst>
        </pc:spChg>
        <pc:spChg chg="del">
          <ac:chgData name="Michael Hill" userId="41dba03d-e58d-4389-9894-554c10310ba4" providerId="ADAL" clId="{EF23FE1D-A042-481E-AFD7-2A9FB0847F54}" dt="2026-02-23T19:32:16.973" v="4516" actId="478"/>
          <ac:spMkLst>
            <pc:docMk/>
            <pc:sldMk cId="2626475028" sldId="561"/>
            <ac:spMk id="5" creationId="{8F1DBF7C-9A38-4276-BF3F-807DB19A05FF}"/>
          </ac:spMkLst>
        </pc:spChg>
        <pc:spChg chg="mod">
          <ac:chgData name="Michael Hill" userId="41dba03d-e58d-4389-9894-554c10310ba4" providerId="ADAL" clId="{EF23FE1D-A042-481E-AFD7-2A9FB0847F54}" dt="2026-02-23T19:31:46.221" v="4474" actId="20577"/>
          <ac:spMkLst>
            <pc:docMk/>
            <pc:sldMk cId="2626475028" sldId="561"/>
            <ac:spMk id="8" creationId="{61D6B97E-C14D-3398-CBFE-0DD637F245B2}"/>
          </ac:spMkLst>
        </pc:spChg>
      </pc:sldChg>
      <pc:sldChg chg="modSp add mod">
        <pc:chgData name="Michael Hill" userId="41dba03d-e58d-4389-9894-554c10310ba4" providerId="ADAL" clId="{EF23FE1D-A042-481E-AFD7-2A9FB0847F54}" dt="2026-02-23T19:31:54.972" v="4514" actId="20577"/>
        <pc:sldMkLst>
          <pc:docMk/>
          <pc:sldMk cId="1939406802" sldId="562"/>
        </pc:sldMkLst>
        <pc:spChg chg="mod">
          <ac:chgData name="Michael Hill" userId="41dba03d-e58d-4389-9894-554c10310ba4" providerId="ADAL" clId="{EF23FE1D-A042-481E-AFD7-2A9FB0847F54}" dt="2026-02-23T19:31:54.972" v="4514" actId="20577"/>
          <ac:spMkLst>
            <pc:docMk/>
            <pc:sldMk cId="1939406802" sldId="562"/>
            <ac:spMk id="8" creationId="{511A1E04-453E-7611-947B-9DBAB4D08B98}"/>
          </ac:spMkLst>
        </pc:spChg>
      </pc:sldChg>
      <pc:sldChg chg="modSp add mod">
        <pc:chgData name="Michael Hill" userId="41dba03d-e58d-4389-9894-554c10310ba4" providerId="ADAL" clId="{EF23FE1D-A042-481E-AFD7-2A9FB0847F54}" dt="2026-02-23T19:32:35.486" v="4547" actId="20577"/>
        <pc:sldMkLst>
          <pc:docMk/>
          <pc:sldMk cId="1977375365" sldId="563"/>
        </pc:sldMkLst>
        <pc:spChg chg="mod">
          <ac:chgData name="Michael Hill" userId="41dba03d-e58d-4389-9894-554c10310ba4" providerId="ADAL" clId="{EF23FE1D-A042-481E-AFD7-2A9FB0847F54}" dt="2026-02-23T19:32:35.486" v="4547" actId="20577"/>
          <ac:spMkLst>
            <pc:docMk/>
            <pc:sldMk cId="1977375365" sldId="563"/>
            <ac:spMk id="8" creationId="{90A4C1E3-55EB-8DF4-157A-8909E2C336E5}"/>
          </ac:spMkLst>
        </pc:spChg>
      </pc:sldChg>
      <pc:sldChg chg="modSp add mod">
        <pc:chgData name="Michael Hill" userId="41dba03d-e58d-4389-9894-554c10310ba4" providerId="ADAL" clId="{EF23FE1D-A042-481E-AFD7-2A9FB0847F54}" dt="2026-02-23T19:36:55.477" v="4855" actId="2711"/>
        <pc:sldMkLst>
          <pc:docMk/>
          <pc:sldMk cId="2807795668" sldId="564"/>
        </pc:sldMkLst>
        <pc:spChg chg="mod">
          <ac:chgData name="Michael Hill" userId="41dba03d-e58d-4389-9894-554c10310ba4" providerId="ADAL" clId="{EF23FE1D-A042-481E-AFD7-2A9FB0847F54}" dt="2026-02-23T19:36:55.477" v="4855" actId="2711"/>
          <ac:spMkLst>
            <pc:docMk/>
            <pc:sldMk cId="2807795668" sldId="564"/>
            <ac:spMk id="2" creationId="{3673A2FA-D48B-77CE-4A31-D94ADE2E9731}"/>
          </ac:spMkLst>
        </pc:spChg>
        <pc:spChg chg="mod">
          <ac:chgData name="Michael Hill" userId="41dba03d-e58d-4389-9894-554c10310ba4" providerId="ADAL" clId="{EF23FE1D-A042-481E-AFD7-2A9FB0847F54}" dt="2026-02-23T19:33:11.711" v="4604" actId="1076"/>
          <ac:spMkLst>
            <pc:docMk/>
            <pc:sldMk cId="2807795668" sldId="564"/>
            <ac:spMk id="5" creationId="{A8E1BF44-1519-FC66-25EA-39556F475D15}"/>
          </ac:spMkLst>
        </pc:spChg>
        <pc:spChg chg="mod">
          <ac:chgData name="Michael Hill" userId="41dba03d-e58d-4389-9894-554c10310ba4" providerId="ADAL" clId="{EF23FE1D-A042-481E-AFD7-2A9FB0847F54}" dt="2026-02-23T19:34:17.685" v="4852" actId="20577"/>
          <ac:spMkLst>
            <pc:docMk/>
            <pc:sldMk cId="2807795668" sldId="564"/>
            <ac:spMk id="8" creationId="{BF7A8CC7-EFE6-8C83-5B52-B07CE99F2D42}"/>
          </ac:spMkLst>
        </pc:spChg>
      </pc:sldChg>
      <pc:sldChg chg="modSp add mod">
        <pc:chgData name="Michael Hill" userId="41dba03d-e58d-4389-9894-554c10310ba4" providerId="ADAL" clId="{EF23FE1D-A042-481E-AFD7-2A9FB0847F54}" dt="2026-02-23T19:45:39.644" v="5053" actId="20577"/>
        <pc:sldMkLst>
          <pc:docMk/>
          <pc:sldMk cId="104848553" sldId="565"/>
        </pc:sldMkLst>
        <pc:spChg chg="mod">
          <ac:chgData name="Michael Hill" userId="41dba03d-e58d-4389-9894-554c10310ba4" providerId="ADAL" clId="{EF23FE1D-A042-481E-AFD7-2A9FB0847F54}" dt="2026-02-23T19:45:39.644" v="5053" actId="20577"/>
          <ac:spMkLst>
            <pc:docMk/>
            <pc:sldMk cId="104848553" sldId="565"/>
            <ac:spMk id="8" creationId="{05FA3AE4-18BA-FE04-B35B-AFA93F755B9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B3: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OBJECT ORIENTED 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B3-2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84461" y="3692233"/>
            <a:ext cx="10435473" cy="9841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PROGRAMMING CLASSES &amp; OBJECTS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Pycharm</a:t>
            </a:r>
            <a:endParaRPr lang="en-US" sz="2800" dirty="0">
              <a:latin typeface="Bahnschrift" panose="020B0502040204020203" pitchFamily="34" charset="0"/>
            </a:endParaRP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Notes Document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54440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Creating a class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Programming a class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Constructors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Other functions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Instantiation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Instantiating a list of objects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Define the following terms: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Class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Object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C95A6-B60F-E90A-E986-B69A06E5D254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Class: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custom data types that we define</a:t>
            </a: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Object: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 specific instance of a class</a:t>
            </a: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F49A4-B1F9-49BD-43B5-78DB9955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0C03F9-9C0E-3C40-7F20-0E52991689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20F4BD-3F94-9A0B-AC80-D3EAA63D012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8FB7-6D57-529A-5728-70563F70FF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94BEA-2319-7709-9589-D5E10173E5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2758-F3AE-312F-416D-08E61458A5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Today, we’ll be looking at how to program a class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saw a class last time with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BankAccount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We’ll implement a custom object with custom functions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 ahead and fire up a fresh Python script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18054-BB94-C05D-C7EF-5AD50E6CC9B1}"/>
              </a:ext>
            </a:extLst>
          </p:cNvPr>
          <p:cNvSpPr/>
          <p:nvPr/>
        </p:nvSpPr>
        <p:spPr>
          <a:xfrm>
            <a:off x="-142431" y="155968"/>
            <a:ext cx="512920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CREATING A CLASS</a:t>
            </a:r>
          </a:p>
        </p:txBody>
      </p:sp>
    </p:spTree>
    <p:extLst>
      <p:ext uri="{BB962C8B-B14F-4D97-AF65-F5344CB8AC3E}">
        <p14:creationId xmlns:p14="http://schemas.microsoft.com/office/powerpoint/2010/main" val="1393903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F8D05-D1D7-0C19-9C34-68931C34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94EB66C-FCC8-B7E5-62CE-534C834EF81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8DA062-8218-B642-1107-5F710A86674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A67F84-486E-4CB2-E7AA-CCA9D754B96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0E88CA-D9B0-7E32-6051-B30DA63058A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B1CCCF-C847-5C5D-4D31-00FB062A1FF3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Spend a few minutes brainstorming what object you’d like to create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Here’s a few ideas for what you may want to do: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Person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Animal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Plant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3BC6CA-88A3-A03F-982F-824EC5851674}"/>
              </a:ext>
            </a:extLst>
          </p:cNvPr>
          <p:cNvSpPr/>
          <p:nvPr/>
        </p:nvSpPr>
        <p:spPr>
          <a:xfrm>
            <a:off x="-142431" y="155968"/>
            <a:ext cx="512920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CREATING A CLASS</a:t>
            </a:r>
          </a:p>
        </p:txBody>
      </p:sp>
    </p:spTree>
    <p:extLst>
      <p:ext uri="{BB962C8B-B14F-4D97-AF65-F5344CB8AC3E}">
        <p14:creationId xmlns:p14="http://schemas.microsoft.com/office/powerpoint/2010/main" val="3947230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046C5-D002-6BF1-0898-74505CCB5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7126351-7033-8731-F90E-6F1B352C19A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0B3BE3-CD5B-B091-78EE-47417765D7C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9609D1B-B28F-423D-23A4-FA6CF3B193F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38536B-35B3-BE4A-6D4D-CB7524AB9BB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6AE3F9-6D11-F0F6-4C2F-580577CB04D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for whatever object you’d like to make, identify the following: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Three variables it will need (The Data)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Three functions it can have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functions can modify the data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functions can also perform some other action, like printing data to the screen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Put this into a UML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D25C38-AEFB-81FC-330B-8C1D6A26807B}"/>
              </a:ext>
            </a:extLst>
          </p:cNvPr>
          <p:cNvSpPr/>
          <p:nvPr/>
        </p:nvSpPr>
        <p:spPr>
          <a:xfrm>
            <a:off x="-142431" y="155968"/>
            <a:ext cx="512920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CREATING A CLASS</a:t>
            </a:r>
          </a:p>
        </p:txBody>
      </p:sp>
    </p:spTree>
    <p:extLst>
      <p:ext uri="{BB962C8B-B14F-4D97-AF65-F5344CB8AC3E}">
        <p14:creationId xmlns:p14="http://schemas.microsoft.com/office/powerpoint/2010/main" val="4075565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49151-7B6D-CC1A-A83E-C653D8AC4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C2278C0-CE33-CCBA-3A13-DF3737B2D9D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73FF5EF-281D-5DEE-44D3-CE63E7F28B5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A6D7A6-74DC-A9C4-55BE-1C021B54CFF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E3D102-F16B-B312-F5DF-A8A23FB9519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1E4FAF-4260-7B2B-E344-D9A0D34D119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let’s look at programming this class in Python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keyword for creating a class is class (woah)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884A32-0811-BD1C-BA53-BD69ECBBA6F2}"/>
              </a:ext>
            </a:extLst>
          </p:cNvPr>
          <p:cNvSpPr/>
          <p:nvPr/>
        </p:nvSpPr>
        <p:spPr>
          <a:xfrm>
            <a:off x="-142431" y="155968"/>
            <a:ext cx="673917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A CLASS</a:t>
            </a:r>
          </a:p>
        </p:txBody>
      </p:sp>
    </p:spTree>
    <p:extLst>
      <p:ext uri="{BB962C8B-B14F-4D97-AF65-F5344CB8AC3E}">
        <p14:creationId xmlns:p14="http://schemas.microsoft.com/office/powerpoint/2010/main" val="4259479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B44269-2DCB-D9BB-B472-F23EAA0B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389B31F-FCC6-300C-FF73-CB528EFE5A1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6DC026-C3EF-8609-41C5-2A7E189D062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4F8627-3549-1059-0FFF-FA6BE1A49F8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640450-9104-D875-9330-434DB26EF78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FDB500-F478-4C19-658C-584072516BD9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should have four functions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 why 4? Didn’t I only ask for 3?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Yes, but the final of those functions is a constructor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Constructor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a special function whose role is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to initialize a new object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Constructors define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variables/data for the class/object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Python,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constructor is defined by the name __</a:t>
            </a: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init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__()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Short for initialize, which is what a constructor does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14ADCD-BEE7-449D-8D7C-A6CA41AC48D4}"/>
              </a:ext>
            </a:extLst>
          </p:cNvPr>
          <p:cNvSpPr/>
          <p:nvPr/>
        </p:nvSpPr>
        <p:spPr>
          <a:xfrm>
            <a:off x="-142431" y="155968"/>
            <a:ext cx="45184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CONSTRUCTORS</a:t>
            </a:r>
          </a:p>
        </p:txBody>
      </p:sp>
    </p:spTree>
    <p:extLst>
      <p:ext uri="{BB962C8B-B14F-4D97-AF65-F5344CB8AC3E}">
        <p14:creationId xmlns:p14="http://schemas.microsoft.com/office/powerpoint/2010/main" val="450344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5BA9B-6EEB-4CFB-4C58-E83E39F70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406A680-718B-D2EF-9AD4-8FC25977E9F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FC47CF-AF92-9D2D-E48C-58EA17DE303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B2E6AD-E086-4A42-E7F0-416311E95ED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7E8E53-8C81-5E7B-9CE3-3C48E3F458B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A54BA8-B95F-964A-0F34-F09D8117EAE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constructor doesn’t have a return type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constructor returns the object that it creates from the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look at our constructor for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BankAccount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F27313-22C6-A8F6-C927-46714724549B}"/>
              </a:ext>
            </a:extLst>
          </p:cNvPr>
          <p:cNvSpPr/>
          <p:nvPr/>
        </p:nvSpPr>
        <p:spPr>
          <a:xfrm>
            <a:off x="-142431" y="155968"/>
            <a:ext cx="45184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CONSTRUCTORS</a:t>
            </a:r>
          </a:p>
        </p:txBody>
      </p:sp>
      <p:pic>
        <p:nvPicPr>
          <p:cNvPr id="1026" name="Picture 2" descr="Half of shoppers loyal to retailers with free returns - ChannelX">
            <a:extLst>
              <a:ext uri="{FF2B5EF4-FFF2-40B4-BE49-F238E27FC236}">
                <a16:creationId xmlns:a16="http://schemas.microsoft.com/office/drawing/2014/main" id="{AB8229EB-93A9-B20F-A340-F06493765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475" y="3699187"/>
            <a:ext cx="39624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C97949-AB33-18AA-82F0-1E88FA6C7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58975"/>
              </p:ext>
            </p:extLst>
          </p:nvPr>
        </p:nvGraphicFramePr>
        <p:xfrm>
          <a:off x="1219850" y="3617544"/>
          <a:ext cx="3985034" cy="25500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85034">
                  <a:extLst>
                    <a:ext uri="{9D8B030D-6E8A-4147-A177-3AD203B41FA5}">
                      <a16:colId xmlns:a16="http://schemas.microsoft.com/office/drawing/2014/main" val="1307968006"/>
                    </a:ext>
                  </a:extLst>
                </a:gridCol>
              </a:tblGrid>
              <a:tr h="382699">
                <a:tc>
                  <a:txBody>
                    <a:bodyPr/>
                    <a:lstStyle/>
                    <a:p>
                      <a:r>
                        <a:rPr lang="en-US" dirty="0" err="1"/>
                        <a:t>BankAccount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262453"/>
                  </a:ext>
                </a:extLst>
              </a:tr>
              <a:tr h="70429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Balance: 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211627"/>
                  </a:ext>
                </a:extLst>
              </a:tr>
              <a:tr h="953827">
                <a:tc>
                  <a:txBody>
                    <a:bodyPr/>
                    <a:lstStyle/>
                    <a:p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__(name)</a:t>
                      </a:r>
                    </a:p>
                    <a:p>
                      <a:r>
                        <a:rPr lang="en-US" dirty="0"/>
                        <a:t>+ deposit(float): void</a:t>
                      </a:r>
                    </a:p>
                    <a:p>
                      <a:r>
                        <a:rPr lang="en-US" dirty="0"/>
                        <a:t>+ withdraw(float): void</a:t>
                      </a:r>
                    </a:p>
                    <a:p>
                      <a:r>
                        <a:rPr lang="en-US" dirty="0"/>
                        <a:t>+ transfer(float, </a:t>
                      </a:r>
                      <a:r>
                        <a:rPr lang="en-US" dirty="0" err="1"/>
                        <a:t>BankAccount</a:t>
                      </a:r>
                      <a:r>
                        <a:rPr lang="en-US" dirty="0"/>
                        <a:t>): void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472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398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DF5E0-4056-F518-B2D7-E40F143C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29BE8D2-C82C-F2B9-83E5-F168D306DE4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545AC50-EBD7-FD73-FF80-A2FD88AFDC9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EC3850-E68C-8B11-A76A-79D5860074F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73557B-A01B-6473-A96F-DC8411C290C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122ECD-2713-0EA5-9F49-C0CEEC713B79}"/>
              </a:ext>
            </a:extLst>
          </p:cNvPr>
          <p:cNvSpPr/>
          <p:nvPr/>
        </p:nvSpPr>
        <p:spPr>
          <a:xfrm>
            <a:off x="630768" y="1299334"/>
            <a:ext cx="47236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Our bank account constructor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Takes a name for the bank account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Initializes the name variable of my object to the name parameter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Initializes my balance variable to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1C6BCC-FEDE-1D59-EA11-3E8E054F322F}"/>
              </a:ext>
            </a:extLst>
          </p:cNvPr>
          <p:cNvSpPr/>
          <p:nvPr/>
        </p:nvSpPr>
        <p:spPr>
          <a:xfrm>
            <a:off x="-142431" y="155968"/>
            <a:ext cx="45184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29CAC7-B872-B12E-737F-BEED3E42640F}"/>
              </a:ext>
            </a:extLst>
          </p:cNvPr>
          <p:cNvSpPr/>
          <p:nvPr/>
        </p:nvSpPr>
        <p:spPr>
          <a:xfrm>
            <a:off x="5470071" y="517213"/>
            <a:ext cx="5845629" cy="524677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=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b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en-US" sz="2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675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2260A-5A54-EE6B-09FD-32C4E2F19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9CCF34A-7691-B6EC-A140-65DF527174B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B1976E-3058-9BFF-6318-A8B27F36E95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2AAC9F-5EA4-03D6-1FAE-08E930F567D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A572A4-1EA6-EB30-4775-E0D3E57E00A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3197B1-B95F-D904-B1E9-C8A68D72581F}"/>
              </a:ext>
            </a:extLst>
          </p:cNvPr>
          <p:cNvSpPr/>
          <p:nvPr/>
        </p:nvSpPr>
        <p:spPr>
          <a:xfrm>
            <a:off x="254595" y="1299334"/>
            <a:ext cx="5845629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‘self’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inside the parameter field is required for all functions that are in classes in Python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helps Python identify which object you are referencing 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bank account transfer doesn’t happen to the wrong object)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don’t have to pass self when calling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6FB9-7D79-41DD-DDA8-1EF68AC036F4}"/>
              </a:ext>
            </a:extLst>
          </p:cNvPr>
          <p:cNvSpPr/>
          <p:nvPr/>
        </p:nvSpPr>
        <p:spPr>
          <a:xfrm>
            <a:off x="-142431" y="155968"/>
            <a:ext cx="45184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DB6E21-7C4A-CFCD-2944-CC699F372FF5}"/>
              </a:ext>
            </a:extLst>
          </p:cNvPr>
          <p:cNvSpPr/>
          <p:nvPr/>
        </p:nvSpPr>
        <p:spPr>
          <a:xfrm>
            <a:off x="6100224" y="805611"/>
            <a:ext cx="5845629" cy="524677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=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b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en-US" sz="2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229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3F025-EB2C-1023-13C4-79414E976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09E7D97-7CAA-14D2-6DE5-A302DB2FD28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72FB0F-390D-7733-4544-00137A32075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75D57E-B400-7741-91C1-DADA3E567F1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B80038-5DC7-4B2E-9DDF-96F0A7DB29A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7197D4-7703-F083-23CD-9EB9649CC568}"/>
              </a:ext>
            </a:extLst>
          </p:cNvPr>
          <p:cNvSpPr/>
          <p:nvPr/>
        </p:nvSpPr>
        <p:spPr>
          <a:xfrm>
            <a:off x="254595" y="1299334"/>
            <a:ext cx="5845629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Every variable in a class must use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self.variableName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Notice how name is used twice here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self.name helps distinguish it from the parameter ‘name’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BF423-67C2-0E69-4DE6-DE88F2C6C5DA}"/>
              </a:ext>
            </a:extLst>
          </p:cNvPr>
          <p:cNvSpPr/>
          <p:nvPr/>
        </p:nvSpPr>
        <p:spPr>
          <a:xfrm>
            <a:off x="-142431" y="155968"/>
            <a:ext cx="45184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A74C49-DB01-073E-9DA1-DAF43042FFF9}"/>
              </a:ext>
            </a:extLst>
          </p:cNvPr>
          <p:cNvSpPr/>
          <p:nvPr/>
        </p:nvSpPr>
        <p:spPr>
          <a:xfrm>
            <a:off x="6100224" y="805611"/>
            <a:ext cx="5845629" cy="524677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=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b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en-US" sz="2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031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B06C7-40C4-FCB4-1776-E0C4FD2A9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C5F2760-BA72-304F-97BB-B97A5C59F53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6E6C84D-4478-1659-20A1-DECB892BE10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C2AFEC-7330-7A16-DFEA-374DE9F74A3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8DC0B2-4C63-7369-14C7-43186185956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C46FAB-643F-FD13-56AD-25A197A4A291}"/>
              </a:ext>
            </a:extLst>
          </p:cNvPr>
          <p:cNvSpPr/>
          <p:nvPr/>
        </p:nvSpPr>
        <p:spPr>
          <a:xfrm>
            <a:off x="254595" y="1299334"/>
            <a:ext cx="5845629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your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class’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constructor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AD19DA-BDD6-50A5-1962-201880D297F2}"/>
              </a:ext>
            </a:extLst>
          </p:cNvPr>
          <p:cNvSpPr/>
          <p:nvPr/>
        </p:nvSpPr>
        <p:spPr>
          <a:xfrm>
            <a:off x="-142431" y="155968"/>
            <a:ext cx="45184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AC729F-F483-1C32-764A-7375FF1BE180}"/>
              </a:ext>
            </a:extLst>
          </p:cNvPr>
          <p:cNvSpPr/>
          <p:nvPr/>
        </p:nvSpPr>
        <p:spPr>
          <a:xfrm>
            <a:off x="6100224" y="805611"/>
            <a:ext cx="5845629" cy="524677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= </a:t>
            </a: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b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en-US" sz="2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387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4BD84-80C8-CD3A-33B2-7B954A95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D25DE6D-F2EE-ED1B-3CBC-6094A0679F9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2443DC-9592-DBFF-16D6-3A19BDC0A5F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2F2AA8-D8D4-DCB0-D310-7D088DC0CEF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665BAA-A47F-E810-5D8F-8035F712805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1BF02F-2B30-11D4-4401-D78F8E313D5A}"/>
              </a:ext>
            </a:extLst>
          </p:cNvPr>
          <p:cNvSpPr/>
          <p:nvPr/>
        </p:nvSpPr>
        <p:spPr>
          <a:xfrm>
            <a:off x="254595" y="1299334"/>
            <a:ext cx="431740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 that we have our constructors, let’s create our other functions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Functions generally modify your variables or return information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87F8EB-738E-DD99-C0F0-1F034E4C2B43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OTHER FUNCTIONS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BFCFCE-AB83-6AC0-62C8-C758C3612471}"/>
              </a:ext>
            </a:extLst>
          </p:cNvPr>
          <p:cNvSpPr/>
          <p:nvPr/>
        </p:nvSpPr>
        <p:spPr>
          <a:xfrm>
            <a:off x="4800600" y="1770277"/>
            <a:ext cx="7145254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withdraw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-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transfer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.withdraw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36926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CC5D7-2FC2-DA7C-106B-864D6CDF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AFFA1B0-2BD1-8961-81C6-04CAA488592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7BB365-CEBE-1C26-25F7-3075F07BB65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4B6C25-8B55-F5A4-94BC-6073BB09AF4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F33CBA-8297-D8AF-8F96-6C1BDD31249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54DD85-82DD-CF3D-9259-BE8BE226C6D4}"/>
              </a:ext>
            </a:extLst>
          </p:cNvPr>
          <p:cNvSpPr/>
          <p:nvPr/>
        </p:nvSpPr>
        <p:spPr>
          <a:xfrm>
            <a:off x="254595" y="1299334"/>
            <a:ext cx="480726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My functions: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Deposit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 in parameter amount, add it to balance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Withdraw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 in parameter amount, subtract from balance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8AC6ED-A2F0-6BB6-71DF-AA967269E2C7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OTHER FUNCTIONS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530F71-AC05-159D-5BC7-67EBE70CA3CC}"/>
              </a:ext>
            </a:extLst>
          </p:cNvPr>
          <p:cNvSpPr/>
          <p:nvPr/>
        </p:nvSpPr>
        <p:spPr>
          <a:xfrm>
            <a:off x="5354428" y="1770277"/>
            <a:ext cx="6591425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withdraw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-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transfer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.withdraw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41188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D96D3-33B1-2663-E43B-C0543E5C5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5C1B628-77F2-1763-BBAC-4ACBF7995C8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27A2236-3777-7A15-C397-A6CBC4C5E1C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B18BFB-C774-2A32-5A35-0424564889D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5C94D3-7602-CC88-41AD-988EB5059F9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D0412-9DFC-3CBB-E993-59F2F0D91660}"/>
              </a:ext>
            </a:extLst>
          </p:cNvPr>
          <p:cNvSpPr/>
          <p:nvPr/>
        </p:nvSpPr>
        <p:spPr>
          <a:xfrm>
            <a:off x="254594" y="1299334"/>
            <a:ext cx="523180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My functions: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Transfer: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 in amount, and recipient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Recipient is another account object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Withdraw amount from self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Deposit amount to recipient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F839CC-88D2-EF17-6A31-CCAB06995948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OTHER FUNCTIONS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75767D-393A-B968-A76D-891382A2BBBE}"/>
              </a:ext>
            </a:extLst>
          </p:cNvPr>
          <p:cNvSpPr/>
          <p:nvPr/>
        </p:nvSpPr>
        <p:spPr>
          <a:xfrm>
            <a:off x="5666014" y="1770277"/>
            <a:ext cx="6279839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withdraw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-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transfer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.withdraw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6520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08D07-4C6E-77AA-BC08-4DB48D646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BB2E157-1636-6681-914E-47BC807E520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85A079-29B1-576E-BE63-1550C24D1AB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989C1B-337F-5A34-2CAB-5ACC959FDBE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49BDB0-4DCF-12E6-38B4-5DA94EB2A2B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6B97E-C14D-3398-CBFE-0DD637F245B2}"/>
              </a:ext>
            </a:extLst>
          </p:cNvPr>
          <p:cNvSpPr/>
          <p:nvPr/>
        </p:nvSpPr>
        <p:spPr>
          <a:xfrm>
            <a:off x="254594" y="1299334"/>
            <a:ext cx="523180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your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class’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other functions now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D5210D-9C41-C327-6D15-D240DA212EFF}"/>
              </a:ext>
            </a:extLst>
          </p:cNvPr>
          <p:cNvSpPr/>
          <p:nvPr/>
        </p:nvSpPr>
        <p:spPr>
          <a:xfrm>
            <a:off x="5666014" y="1770277"/>
            <a:ext cx="6279839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withdraw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-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transfer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.withdraw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50788B-82CE-83AD-E405-40F214D1311B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OTHER FUNCTIONS</a:t>
            </a:r>
          </a:p>
        </p:txBody>
      </p:sp>
    </p:spTree>
    <p:extLst>
      <p:ext uri="{BB962C8B-B14F-4D97-AF65-F5344CB8AC3E}">
        <p14:creationId xmlns:p14="http://schemas.microsoft.com/office/powerpoint/2010/main" val="2626475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95BAD-5EB7-7178-C539-3D4DD486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4FDC3B3-7818-92A2-39D6-CAB791F21D2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7682F3-9BB6-1C95-0FB9-55404380556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D15B23-6C2E-1AF8-AA82-BB5940B3475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8F3C19-86B4-5C44-71D2-86EAD45A7A5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BFEE4B-E285-CA73-DB9E-139DC28DDA65}"/>
              </a:ext>
            </a:extLst>
          </p:cNvPr>
          <p:cNvSpPr/>
          <p:nvPr/>
        </p:nvSpPr>
        <p:spPr>
          <a:xfrm>
            <a:off x="254594" y="1299334"/>
            <a:ext cx="523180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function – gives a string when we attempt to print our object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Useful for testing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Good for getting view of object’s state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__str__ is reserved in Python for a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just like __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init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__ is reserved for constructors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945567-C562-94FC-58A2-2AB44B7E58A3}"/>
              </a:ext>
            </a:extLst>
          </p:cNvPr>
          <p:cNvSpPr/>
          <p:nvPr/>
        </p:nvSpPr>
        <p:spPr>
          <a:xfrm>
            <a:off x="5666014" y="1770277"/>
            <a:ext cx="6279839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__str__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"Account "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+ 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.name +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" 	has balance $"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+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str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C589F6-6EBD-9A2E-6384-4C41CCD0E28C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OTHER FUNCTIONS</a:t>
            </a:r>
          </a:p>
        </p:txBody>
      </p:sp>
    </p:spTree>
    <p:extLst>
      <p:ext uri="{BB962C8B-B14F-4D97-AF65-F5344CB8AC3E}">
        <p14:creationId xmlns:p14="http://schemas.microsoft.com/office/powerpoint/2010/main" val="2507720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0F6D6F-621A-C269-167A-8F6BF58B8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CDC7A6F-16E6-683A-9712-DF178F36DD4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75BA04-E9B8-BD15-04FC-DDD96225100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C6216F-33EF-909A-F833-0885439F9CE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E8AE2A-7295-F5A4-61C2-78D19BF074F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1A1E04-453E-7611-947B-9DBAB4D08B98}"/>
              </a:ext>
            </a:extLst>
          </p:cNvPr>
          <p:cNvSpPr/>
          <p:nvPr/>
        </p:nvSpPr>
        <p:spPr>
          <a:xfrm>
            <a:off x="254594" y="1299334"/>
            <a:ext cx="523180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your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class’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DC6686-1252-B1A4-B057-1787D87E8148}"/>
              </a:ext>
            </a:extLst>
          </p:cNvPr>
          <p:cNvSpPr/>
          <p:nvPr/>
        </p:nvSpPr>
        <p:spPr>
          <a:xfrm>
            <a:off x="-142431" y="155968"/>
            <a:ext cx="458380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INSTANTIATION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0A2E29-02F6-BE25-FBDE-BBB93F6C398E}"/>
              </a:ext>
            </a:extLst>
          </p:cNvPr>
          <p:cNvSpPr/>
          <p:nvPr/>
        </p:nvSpPr>
        <p:spPr>
          <a:xfrm>
            <a:off x="5666014" y="1770277"/>
            <a:ext cx="6279839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__str__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"Account "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+ 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.name +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" 	has balance $"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+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str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ea typeface="HGPMinchoE" panose="020B0400000000000000" pitchFamily="18" charset="-128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39406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623E1-DEA0-F0FC-0D7E-57294869C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FA50D42-8CFE-76BA-B8F3-533ADEA83ED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6F048C-D16D-2159-588E-340441B09C3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D2BA6C-56E9-9141-88AB-E36A8E1BAD5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16B643-03FC-7F21-4436-FE6E40838F2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405B10-54E7-5AD8-40F1-02539C137A1D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Instantiation – process of creating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 specific instance of a class, called an object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Allocates memory for object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Runs the constructor method 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wrote this earlier!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1E8CC7-1CE2-19E2-6097-D6279A6CCC01}"/>
              </a:ext>
            </a:extLst>
          </p:cNvPr>
          <p:cNvSpPr/>
          <p:nvPr/>
        </p:nvSpPr>
        <p:spPr>
          <a:xfrm>
            <a:off x="-142431" y="155968"/>
            <a:ext cx="45184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INSTANTIATION</a:t>
            </a:r>
          </a:p>
        </p:txBody>
      </p:sp>
    </p:spTree>
    <p:extLst>
      <p:ext uri="{BB962C8B-B14F-4D97-AF65-F5344CB8AC3E}">
        <p14:creationId xmlns:p14="http://schemas.microsoft.com/office/powerpoint/2010/main" val="2670917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D0946C-C2F4-AD79-3AC6-A879E4CD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FDBEC77-7713-AE13-B775-E292FBA0015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C29D06-AA35-EDA9-CC1B-D7F89680F86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641CDF-69CF-DCEA-4A16-B10B8981C9A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71DAB6-A98F-FB2E-0C2B-6E570C0E33C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39A6BB-C084-C92F-B609-ABF34363864E}"/>
              </a:ext>
            </a:extLst>
          </p:cNvPr>
          <p:cNvSpPr/>
          <p:nvPr/>
        </p:nvSpPr>
        <p:spPr>
          <a:xfrm>
            <a:off x="630768" y="1299334"/>
            <a:ext cx="47236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instantiate an object, we must first name it like any variable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 the right side of this, we must type the name of the class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Provide any parameters your constructor requests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Mine wants a name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6AD267-7DFF-F3BD-C5D5-919C8FB69BA9}"/>
              </a:ext>
            </a:extLst>
          </p:cNvPr>
          <p:cNvSpPr/>
          <p:nvPr/>
        </p:nvSpPr>
        <p:spPr>
          <a:xfrm>
            <a:off x="-142431" y="155968"/>
            <a:ext cx="45184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INSTANTIATION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B61680-E46A-805A-AE26-D9F6BAD13D5A}"/>
              </a:ext>
            </a:extLst>
          </p:cNvPr>
          <p:cNvSpPr/>
          <p:nvPr/>
        </p:nvSpPr>
        <p:spPr>
          <a:xfrm>
            <a:off x="5666014" y="1770277"/>
            <a:ext cx="6279839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acc =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"John"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(acc)</a:t>
            </a:r>
          </a:p>
        </p:txBody>
      </p:sp>
    </p:spTree>
    <p:extLst>
      <p:ext uri="{BB962C8B-B14F-4D97-AF65-F5344CB8AC3E}">
        <p14:creationId xmlns:p14="http://schemas.microsoft.com/office/powerpoint/2010/main" val="82146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A5BFD-57AA-75A7-B7B5-03372075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DE27DB5-588F-15A0-CA8F-F5D5AEA9CE0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0C0183-83A9-0048-7E70-8CB6A79873F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C33273-4039-F4AF-199F-13BAE7906EF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3F358-DC41-4FFA-9641-9475C24B0FA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78E9AF-FA5C-D26D-32C7-8111C77625DC}"/>
              </a:ext>
            </a:extLst>
          </p:cNvPr>
          <p:cNvSpPr/>
          <p:nvPr/>
        </p:nvSpPr>
        <p:spPr>
          <a:xfrm>
            <a:off x="630768" y="1299334"/>
            <a:ext cx="47236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 have also printed our variable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calls our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function, and prints the result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AC08D-5343-3C73-11C0-75CD28F13021}"/>
              </a:ext>
            </a:extLst>
          </p:cNvPr>
          <p:cNvSpPr/>
          <p:nvPr/>
        </p:nvSpPr>
        <p:spPr>
          <a:xfrm>
            <a:off x="-142431" y="155968"/>
            <a:ext cx="45184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INSTANTIATION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52BE4-A30D-C1EB-19FE-E474686B528C}"/>
              </a:ext>
            </a:extLst>
          </p:cNvPr>
          <p:cNvSpPr/>
          <p:nvPr/>
        </p:nvSpPr>
        <p:spPr>
          <a:xfrm>
            <a:off x="5666014" y="1770277"/>
            <a:ext cx="6279839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acc =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"John"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(acc)</a:t>
            </a:r>
          </a:p>
        </p:txBody>
      </p:sp>
    </p:spTree>
    <p:extLst>
      <p:ext uri="{BB962C8B-B14F-4D97-AF65-F5344CB8AC3E}">
        <p14:creationId xmlns:p14="http://schemas.microsoft.com/office/powerpoint/2010/main" val="223151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1398F-3972-A630-D5F3-C7DA7E63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E09F073-A027-64B3-F1D3-7D9A16AE1DD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EBB2CF-7EAA-BFFD-5C51-9F5F2D70E95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9B70C4-FDC8-F4EB-D21B-2972E2271F4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92BC44-51EF-A259-B391-B3A6472C16C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A4C1E3-55EB-8DF4-157A-8909E2C336E5}"/>
              </a:ext>
            </a:extLst>
          </p:cNvPr>
          <p:cNvSpPr/>
          <p:nvPr/>
        </p:nvSpPr>
        <p:spPr>
          <a:xfrm>
            <a:off x="630768" y="1299334"/>
            <a:ext cx="47236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Instantiate your object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415F91-E7E1-4CCF-8EE3-54C1A8A792AF}"/>
              </a:ext>
            </a:extLst>
          </p:cNvPr>
          <p:cNvSpPr/>
          <p:nvPr/>
        </p:nvSpPr>
        <p:spPr>
          <a:xfrm>
            <a:off x="-142431" y="155968"/>
            <a:ext cx="45184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INSTANTIATION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83D14D-1033-01FC-5FAE-6990BF047504}"/>
              </a:ext>
            </a:extLst>
          </p:cNvPr>
          <p:cNvSpPr/>
          <p:nvPr/>
        </p:nvSpPr>
        <p:spPr>
          <a:xfrm>
            <a:off x="5666014" y="1770277"/>
            <a:ext cx="6279839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acc =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"John"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(acc)</a:t>
            </a:r>
          </a:p>
        </p:txBody>
      </p:sp>
    </p:spTree>
    <p:extLst>
      <p:ext uri="{BB962C8B-B14F-4D97-AF65-F5344CB8AC3E}">
        <p14:creationId xmlns:p14="http://schemas.microsoft.com/office/powerpoint/2010/main" val="19773753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4631A-ECFD-DEE2-C569-577895D8E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D39833F-739E-542B-C2ED-C30EE129F04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9CDF51-4417-A4F9-2630-4CF9A0E056B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B77635-45B5-EFA9-C26B-9611188018D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45E18B-BD89-710C-CE60-ADB87982C06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7A8CC7-EFE6-8C83-5B52-B07CE99F2D42}"/>
              </a:ext>
            </a:extLst>
          </p:cNvPr>
          <p:cNvSpPr/>
          <p:nvPr/>
        </p:nvSpPr>
        <p:spPr>
          <a:xfrm>
            <a:off x="630768" y="1299334"/>
            <a:ext cx="47236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let’s create a list of our objects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object still needs to have its constructor called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I’m going to loop three times, and ask for a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BankAccount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name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 will call the constructor and add them to a 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E1BF44-1519-FC66-25EA-39556F475D15}"/>
              </a:ext>
            </a:extLst>
          </p:cNvPr>
          <p:cNvSpPr/>
          <p:nvPr/>
        </p:nvSpPr>
        <p:spPr>
          <a:xfrm>
            <a:off x="-517988" y="155968"/>
            <a:ext cx="949870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INSTANTIATING A LIST OF OBJECTS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73A2FA-D48B-77CE-4A31-D94ADE2E9731}"/>
              </a:ext>
            </a:extLst>
          </p:cNvPr>
          <p:cNvSpPr/>
          <p:nvPr/>
        </p:nvSpPr>
        <p:spPr>
          <a:xfrm>
            <a:off x="5666014" y="1770277"/>
            <a:ext cx="6279839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accounts = []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name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"Enter the name for the bank account."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newAcc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(name)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accounts.append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newAcc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7795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3B5028-5C1E-49D8-D743-725D50F5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2B7021-48A4-37C2-6BE0-ED00F471820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3719E2-D55F-D048-3930-60B8CB04042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798281-54DB-0B06-9518-D13A91A2D49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46E575-5053-6784-0DF8-D1C6C51D286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FA3AE4-18BA-FE04-B35B-AFA93F755B9C}"/>
              </a:ext>
            </a:extLst>
          </p:cNvPr>
          <p:cNvSpPr/>
          <p:nvPr/>
        </p:nvSpPr>
        <p:spPr>
          <a:xfrm>
            <a:off x="630768" y="1299334"/>
            <a:ext cx="47236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do the same for your program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Depending on what your constructor asks for, you might have to take different inputs or modify the code otherwise – that’s okay!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3A7783-AF85-ADAD-02FF-AF7EA65142D7}"/>
              </a:ext>
            </a:extLst>
          </p:cNvPr>
          <p:cNvSpPr/>
          <p:nvPr/>
        </p:nvSpPr>
        <p:spPr>
          <a:xfrm>
            <a:off x="-517988" y="155968"/>
            <a:ext cx="949870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INSTANTIATING A LIST OF OBJECTS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0905C-186E-0E25-975B-E5AB95FF049A}"/>
              </a:ext>
            </a:extLst>
          </p:cNvPr>
          <p:cNvSpPr/>
          <p:nvPr/>
        </p:nvSpPr>
        <p:spPr>
          <a:xfrm>
            <a:off x="5666014" y="1770277"/>
            <a:ext cx="6279839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accounts = []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name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"Enter the name for the bank account."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newAcc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(name)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accounts.append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newAcc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4848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2949D-B6C1-8401-25D8-D344E15E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015A1C7-A865-42BE-CB5B-2C475A41E40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DA5AD0-F491-6C08-70AB-258B6C7FA7F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241718-A299-E051-A8A5-5C1ED1FA7B3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994286-FC37-48A9-277B-59839727E6B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348106-02E8-94FB-0B3E-F2446D2114E0}"/>
              </a:ext>
            </a:extLst>
          </p:cNvPr>
          <p:cNvSpPr/>
          <p:nvPr/>
        </p:nvSpPr>
        <p:spPr>
          <a:xfrm>
            <a:off x="421106" y="1357745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Check out PA B3-1 on GitHub, where you’ll be creating a new class and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object-oriented program on your own!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EA4B70-659E-4C55-E3F4-C156785ECAFE}"/>
              </a:ext>
            </a:extLst>
          </p:cNvPr>
          <p:cNvSpPr/>
          <p:nvPr/>
        </p:nvSpPr>
        <p:spPr>
          <a:xfrm>
            <a:off x="-360220" y="155968"/>
            <a:ext cx="759229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ASSIGNMENT</a:t>
            </a:r>
          </a:p>
        </p:txBody>
      </p:sp>
    </p:spTree>
    <p:extLst>
      <p:ext uri="{BB962C8B-B14F-4D97-AF65-F5344CB8AC3E}">
        <p14:creationId xmlns:p14="http://schemas.microsoft.com/office/powerpoint/2010/main" val="510244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Instantiate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Constructor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__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init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__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self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__str__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31940</TotalTime>
  <Words>1322</Words>
  <Application>Microsoft Office PowerPoint</Application>
  <PresentationFormat>Widescreen</PresentationFormat>
  <Paragraphs>150</Paragraphs>
  <Slides>28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29</cp:revision>
  <dcterms:created xsi:type="dcterms:W3CDTF">2025-08-11T14:07:39Z</dcterms:created>
  <dcterms:modified xsi:type="dcterms:W3CDTF">2026-02-23T19:48:03Z</dcterms:modified>
</cp:coreProperties>
</file>