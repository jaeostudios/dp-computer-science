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427" r:id="rId5"/>
    <p:sldId id="473" r:id="rId6"/>
    <p:sldId id="474" r:id="rId7"/>
    <p:sldId id="492" r:id="rId8"/>
    <p:sldId id="493" r:id="rId9"/>
    <p:sldId id="494" r:id="rId10"/>
    <p:sldId id="495" r:id="rId11"/>
    <p:sldId id="496" r:id="rId12"/>
    <p:sldId id="497" r:id="rId13"/>
    <p:sldId id="498" r:id="rId14"/>
    <p:sldId id="499" r:id="rId15"/>
    <p:sldId id="500" r:id="rId16"/>
    <p:sldId id="501" r:id="rId17"/>
    <p:sldId id="502" r:id="rId18"/>
    <p:sldId id="503" r:id="rId19"/>
    <p:sldId id="504" r:id="rId20"/>
    <p:sldId id="505" r:id="rId21"/>
    <p:sldId id="506" r:id="rId22"/>
    <p:sldId id="507" r:id="rId23"/>
    <p:sldId id="508" r:id="rId24"/>
    <p:sldId id="509" r:id="rId25"/>
    <p:sldId id="491" r:id="rId26"/>
    <p:sldId id="45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4500"/>
    <a:srgbClr val="2A4C45"/>
    <a:srgbClr val="326648"/>
    <a:srgbClr val="D2A65C"/>
    <a:srgbClr val="A74923"/>
    <a:srgbClr val="388049"/>
    <a:srgbClr val="274F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9321EF-03E0-4F0B-9441-927CDB952684}" v="64" dt="2026-01-20T19:33:18.4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95" d="100"/>
          <a:sy n="95" d="100"/>
        </p:scale>
        <p:origin x="80" y="4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Hill" userId="41dba03d-e58d-4389-9894-554c10310ba4" providerId="ADAL" clId="{EF23FE1D-A042-481E-AFD7-2A9FB0847F54}"/>
    <pc:docChg chg="undo custSel addSld delSld modSld sldOrd">
      <pc:chgData name="Michael Hill" userId="41dba03d-e58d-4389-9894-554c10310ba4" providerId="ADAL" clId="{EF23FE1D-A042-481E-AFD7-2A9FB0847F54}" dt="2026-01-20T19:41:39.403" v="4613" actId="207"/>
      <pc:docMkLst>
        <pc:docMk/>
      </pc:docMkLst>
      <pc:sldChg chg="delSp modSp mod">
        <pc:chgData name="Michael Hill" userId="41dba03d-e58d-4389-9894-554c10310ba4" providerId="ADAL" clId="{EF23FE1D-A042-481E-AFD7-2A9FB0847F54}" dt="2026-01-20T16:04:54.093" v="45" actId="1076"/>
        <pc:sldMkLst>
          <pc:docMk/>
          <pc:sldMk cId="1878848435" sldId="256"/>
        </pc:sldMkLst>
        <pc:spChg chg="del">
          <ac:chgData name="Michael Hill" userId="41dba03d-e58d-4389-9894-554c10310ba4" providerId="ADAL" clId="{EF23FE1D-A042-481E-AFD7-2A9FB0847F54}" dt="2026-01-20T16:04:27.508" v="0" actId="478"/>
          <ac:spMkLst>
            <pc:docMk/>
            <pc:sldMk cId="1878848435" sldId="256"/>
            <ac:spMk id="3" creationId="{7092C056-8544-9BD9-4C2E-525562652EFC}"/>
          </ac:spMkLst>
        </pc:spChg>
        <pc:spChg chg="mod">
          <ac:chgData name="Michael Hill" userId="41dba03d-e58d-4389-9894-554c10310ba4" providerId="ADAL" clId="{EF23FE1D-A042-481E-AFD7-2A9FB0847F54}" dt="2026-01-20T16:04:50.216" v="44" actId="1076"/>
          <ac:spMkLst>
            <pc:docMk/>
            <pc:sldMk cId="1878848435" sldId="256"/>
            <ac:spMk id="4" creationId="{E2B883CE-936E-CB73-2B3E-56A618536A26}"/>
          </ac:spMkLst>
        </pc:spChg>
        <pc:spChg chg="mod">
          <ac:chgData name="Michael Hill" userId="41dba03d-e58d-4389-9894-554c10310ba4" providerId="ADAL" clId="{EF23FE1D-A042-481E-AFD7-2A9FB0847F54}" dt="2026-01-20T16:04:30.162" v="2" actId="20577"/>
          <ac:spMkLst>
            <pc:docMk/>
            <pc:sldMk cId="1878848435" sldId="256"/>
            <ac:spMk id="5" creationId="{18C18ECD-1A29-4735-FBF9-2230E3FED94F}"/>
          </ac:spMkLst>
        </pc:spChg>
        <pc:spChg chg="mod">
          <ac:chgData name="Michael Hill" userId="41dba03d-e58d-4389-9894-554c10310ba4" providerId="ADAL" clId="{EF23FE1D-A042-481E-AFD7-2A9FB0847F54}" dt="2026-01-20T16:04:54.093" v="45" actId="1076"/>
          <ac:spMkLst>
            <pc:docMk/>
            <pc:sldMk cId="1878848435" sldId="256"/>
            <ac:spMk id="6" creationId="{945BB639-AC69-FE40-4352-5D3077A94591}"/>
          </ac:spMkLst>
        </pc:spChg>
      </pc:sldChg>
      <pc:sldChg chg="modSp mod">
        <pc:chgData name="Michael Hill" userId="41dba03d-e58d-4389-9894-554c10310ba4" providerId="ADAL" clId="{EF23FE1D-A042-481E-AFD7-2A9FB0847F54}" dt="2026-01-20T17:04:05.923" v="1517" actId="20577"/>
        <pc:sldMkLst>
          <pc:docMk/>
          <pc:sldMk cId="854122100" sldId="257"/>
        </pc:sldMkLst>
        <pc:spChg chg="mod">
          <ac:chgData name="Michael Hill" userId="41dba03d-e58d-4389-9894-554c10310ba4" providerId="ADAL" clId="{EF23FE1D-A042-481E-AFD7-2A9FB0847F54}" dt="2026-01-20T17:04:05.923" v="1517" actId="20577"/>
          <ac:spMkLst>
            <pc:docMk/>
            <pc:sldMk cId="854122100" sldId="257"/>
            <ac:spMk id="8" creationId="{4D7671A2-401B-58C3-4049-2F9F2E07BD91}"/>
          </ac:spMkLst>
        </pc:spChg>
      </pc:sldChg>
      <pc:sldChg chg="modSp mod">
        <pc:chgData name="Michael Hill" userId="41dba03d-e58d-4389-9894-554c10310ba4" providerId="ADAL" clId="{EF23FE1D-A042-481E-AFD7-2A9FB0847F54}" dt="2026-01-20T16:22:44.164" v="319" actId="20577"/>
        <pc:sldMkLst>
          <pc:docMk/>
          <pc:sldMk cId="1910594286" sldId="258"/>
        </pc:sldMkLst>
        <pc:spChg chg="mod">
          <ac:chgData name="Michael Hill" userId="41dba03d-e58d-4389-9894-554c10310ba4" providerId="ADAL" clId="{EF23FE1D-A042-481E-AFD7-2A9FB0847F54}" dt="2026-01-20T16:22:44.164" v="319" actId="20577"/>
          <ac:spMkLst>
            <pc:docMk/>
            <pc:sldMk cId="1910594286" sldId="258"/>
            <ac:spMk id="8" creationId="{9D3B4A7A-A70B-0C4A-C7FF-462ADF36D440}"/>
          </ac:spMkLst>
        </pc:spChg>
      </pc:sldChg>
      <pc:sldChg chg="modSp mod">
        <pc:chgData name="Michael Hill" userId="41dba03d-e58d-4389-9894-554c10310ba4" providerId="ADAL" clId="{EF23FE1D-A042-481E-AFD7-2A9FB0847F54}" dt="2026-01-20T16:27:31.228" v="324" actId="2710"/>
        <pc:sldMkLst>
          <pc:docMk/>
          <pc:sldMk cId="4217859482" sldId="427"/>
        </pc:sldMkLst>
        <pc:spChg chg="mod">
          <ac:chgData name="Michael Hill" userId="41dba03d-e58d-4389-9894-554c10310ba4" providerId="ADAL" clId="{EF23FE1D-A042-481E-AFD7-2A9FB0847F54}" dt="2026-01-20T16:27:31.228" v="324" actId="2710"/>
          <ac:spMkLst>
            <pc:docMk/>
            <pc:sldMk cId="4217859482" sldId="427"/>
            <ac:spMk id="8" creationId="{D12E8945-8B7A-5FF6-41CB-3A36AA2FF6DA}"/>
          </ac:spMkLst>
        </pc:spChg>
      </pc:sldChg>
      <pc:sldChg chg="modSp mod">
        <pc:chgData name="Michael Hill" userId="41dba03d-e58d-4389-9894-554c10310ba4" providerId="ADAL" clId="{EF23FE1D-A042-481E-AFD7-2A9FB0847F54}" dt="2026-01-20T19:34:11.241" v="4583" actId="20577"/>
        <pc:sldMkLst>
          <pc:docMk/>
          <pc:sldMk cId="782115972" sldId="454"/>
        </pc:sldMkLst>
        <pc:spChg chg="mod">
          <ac:chgData name="Michael Hill" userId="41dba03d-e58d-4389-9894-554c10310ba4" providerId="ADAL" clId="{EF23FE1D-A042-481E-AFD7-2A9FB0847F54}" dt="2026-01-20T19:34:11.241" v="4583" actId="20577"/>
          <ac:spMkLst>
            <pc:docMk/>
            <pc:sldMk cId="782115972" sldId="454"/>
            <ac:spMk id="8" creationId="{F65BA143-CA8C-162E-8EE1-5979D9C12717}"/>
          </ac:spMkLst>
        </pc:spChg>
      </pc:sldChg>
      <pc:sldChg chg="del">
        <pc:chgData name="Michael Hill" userId="41dba03d-e58d-4389-9894-554c10310ba4" providerId="ADAL" clId="{EF23FE1D-A042-481E-AFD7-2A9FB0847F54}" dt="2026-01-20T16:59:09.751" v="1143" actId="47"/>
        <pc:sldMkLst>
          <pc:docMk/>
          <pc:sldMk cId="3060638974" sldId="456"/>
        </pc:sldMkLst>
      </pc:sldChg>
      <pc:sldChg chg="del">
        <pc:chgData name="Michael Hill" userId="41dba03d-e58d-4389-9894-554c10310ba4" providerId="ADAL" clId="{EF23FE1D-A042-481E-AFD7-2A9FB0847F54}" dt="2026-01-20T16:27:35.985" v="325" actId="47"/>
        <pc:sldMkLst>
          <pc:docMk/>
          <pc:sldMk cId="3874460744" sldId="471"/>
        </pc:sldMkLst>
      </pc:sldChg>
      <pc:sldChg chg="del">
        <pc:chgData name="Michael Hill" userId="41dba03d-e58d-4389-9894-554c10310ba4" providerId="ADAL" clId="{EF23FE1D-A042-481E-AFD7-2A9FB0847F54}" dt="2026-01-20T16:27:37.355" v="326" actId="47"/>
        <pc:sldMkLst>
          <pc:docMk/>
          <pc:sldMk cId="2621496936" sldId="472"/>
        </pc:sldMkLst>
      </pc:sldChg>
      <pc:sldChg chg="addSp delSp modSp mod">
        <pc:chgData name="Michael Hill" userId="41dba03d-e58d-4389-9894-554c10310ba4" providerId="ADAL" clId="{EF23FE1D-A042-481E-AFD7-2A9FB0847F54}" dt="2026-01-20T19:41:39.403" v="4613" actId="207"/>
        <pc:sldMkLst>
          <pc:docMk/>
          <pc:sldMk cId="1393903321" sldId="473"/>
        </pc:sldMkLst>
        <pc:spChg chg="mod">
          <ac:chgData name="Michael Hill" userId="41dba03d-e58d-4389-9894-554c10310ba4" providerId="ADAL" clId="{EF23FE1D-A042-481E-AFD7-2A9FB0847F54}" dt="2026-01-20T16:47:34.072" v="345" actId="1076"/>
          <ac:spMkLst>
            <pc:docMk/>
            <pc:sldMk cId="1393903321" sldId="473"/>
            <ac:spMk id="5" creationId="{72A18054-BB94-C05D-C7EF-5AD50E6CC9B1}"/>
          </ac:spMkLst>
        </pc:spChg>
        <pc:spChg chg="mod">
          <ac:chgData name="Michael Hill" userId="41dba03d-e58d-4389-9894-554c10310ba4" providerId="ADAL" clId="{EF23FE1D-A042-481E-AFD7-2A9FB0847F54}" dt="2026-01-20T19:41:39.403" v="4613" actId="207"/>
          <ac:spMkLst>
            <pc:docMk/>
            <pc:sldMk cId="1393903321" sldId="473"/>
            <ac:spMk id="8" creationId="{82EF2758-F3AE-312F-416D-08E61458A56C}"/>
          </ac:spMkLst>
        </pc:spChg>
        <pc:spChg chg="del">
          <ac:chgData name="Michael Hill" userId="41dba03d-e58d-4389-9894-554c10310ba4" providerId="ADAL" clId="{EF23FE1D-A042-481E-AFD7-2A9FB0847F54}" dt="2026-01-20T16:50:19.643" v="614" actId="478"/>
          <ac:spMkLst>
            <pc:docMk/>
            <pc:sldMk cId="1393903321" sldId="473"/>
            <ac:spMk id="10" creationId="{71C441E6-8FA4-EE7B-C4BC-5D8927F42F51}"/>
          </ac:spMkLst>
        </pc:spChg>
        <pc:picChg chg="del">
          <ac:chgData name="Michael Hill" userId="41dba03d-e58d-4389-9894-554c10310ba4" providerId="ADAL" clId="{EF23FE1D-A042-481E-AFD7-2A9FB0847F54}" dt="2026-01-20T16:49:56.106" v="613" actId="478"/>
          <ac:picMkLst>
            <pc:docMk/>
            <pc:sldMk cId="1393903321" sldId="473"/>
            <ac:picMk id="3" creationId="{ABAB978C-4BD2-4976-BDDB-0201A8940587}"/>
          </ac:picMkLst>
        </pc:picChg>
        <pc:picChg chg="add mod">
          <ac:chgData name="Michael Hill" userId="41dba03d-e58d-4389-9894-554c10310ba4" providerId="ADAL" clId="{EF23FE1D-A042-481E-AFD7-2A9FB0847F54}" dt="2026-01-20T16:50:21.347" v="616" actId="1076"/>
          <ac:picMkLst>
            <pc:docMk/>
            <pc:sldMk cId="1393903321" sldId="473"/>
            <ac:picMk id="13" creationId="{C98EBEC7-F437-19B5-AC38-D600218E569E}"/>
          </ac:picMkLst>
        </pc:picChg>
      </pc:sldChg>
      <pc:sldChg chg="addSp delSp modSp mod">
        <pc:chgData name="Michael Hill" userId="41dba03d-e58d-4389-9894-554c10310ba4" providerId="ADAL" clId="{EF23FE1D-A042-481E-AFD7-2A9FB0847F54}" dt="2026-01-20T19:41:32.895" v="4610" actId="207"/>
        <pc:sldMkLst>
          <pc:docMk/>
          <pc:sldMk cId="2576407648" sldId="474"/>
        </pc:sldMkLst>
        <pc:spChg chg="add">
          <ac:chgData name="Michael Hill" userId="41dba03d-e58d-4389-9894-554c10310ba4" providerId="ADAL" clId="{EF23FE1D-A042-481E-AFD7-2A9FB0847F54}" dt="2026-01-20T16:55:09.715" v="925"/>
          <ac:spMkLst>
            <pc:docMk/>
            <pc:sldMk cId="2576407648" sldId="474"/>
            <ac:spMk id="3" creationId="{FFCA1EA7-E31E-FBE2-C54E-7D909F0D8D20}"/>
          </ac:spMkLst>
        </pc:spChg>
        <pc:spChg chg="del mod">
          <ac:chgData name="Michael Hill" userId="41dba03d-e58d-4389-9894-554c10310ba4" providerId="ADAL" clId="{EF23FE1D-A042-481E-AFD7-2A9FB0847F54}" dt="2026-01-20T17:00:31.965" v="1306" actId="478"/>
          <ac:spMkLst>
            <pc:docMk/>
            <pc:sldMk cId="2576407648" sldId="474"/>
            <ac:spMk id="5" creationId="{24ABB5AE-976C-4377-7648-9208FBDC3B20}"/>
          </ac:spMkLst>
        </pc:spChg>
        <pc:spChg chg="add mod">
          <ac:chgData name="Michael Hill" userId="41dba03d-e58d-4389-9894-554c10310ba4" providerId="ADAL" clId="{EF23FE1D-A042-481E-AFD7-2A9FB0847F54}" dt="2026-01-20T17:00:34.971" v="1307"/>
          <ac:spMkLst>
            <pc:docMk/>
            <pc:sldMk cId="2576407648" sldId="474"/>
            <ac:spMk id="6" creationId="{ECBC5ED9-8C19-5354-6BE7-3731ECF1AFF7}"/>
          </ac:spMkLst>
        </pc:spChg>
        <pc:spChg chg="mod">
          <ac:chgData name="Michael Hill" userId="41dba03d-e58d-4389-9894-554c10310ba4" providerId="ADAL" clId="{EF23FE1D-A042-481E-AFD7-2A9FB0847F54}" dt="2026-01-20T19:41:32.895" v="4610" actId="207"/>
          <ac:spMkLst>
            <pc:docMk/>
            <pc:sldMk cId="2576407648" sldId="474"/>
            <ac:spMk id="8" creationId="{FC785AE7-CB73-68F6-4417-DD18EF27F9BB}"/>
          </ac:spMkLst>
        </pc:spChg>
        <pc:picChg chg="del">
          <ac:chgData name="Michael Hill" userId="41dba03d-e58d-4389-9894-554c10310ba4" providerId="ADAL" clId="{EF23FE1D-A042-481E-AFD7-2A9FB0847F54}" dt="2026-01-20T16:52:22.096" v="782" actId="478"/>
          <ac:picMkLst>
            <pc:docMk/>
            <pc:sldMk cId="2576407648" sldId="474"/>
            <ac:picMk id="1026" creationId="{86125DE8-C93B-5AAC-F2DA-B7558E474263}"/>
          </ac:picMkLst>
        </pc:picChg>
        <pc:picChg chg="add mod">
          <ac:chgData name="Michael Hill" userId="41dba03d-e58d-4389-9894-554c10310ba4" providerId="ADAL" clId="{EF23FE1D-A042-481E-AFD7-2A9FB0847F54}" dt="2026-01-20T16:55:37.743" v="928" actId="1076"/>
          <ac:picMkLst>
            <pc:docMk/>
            <pc:sldMk cId="2576407648" sldId="474"/>
            <ac:picMk id="1030" creationId="{FD0C1B88-1CC4-66C9-8B3F-900D9AFEDA2C}"/>
          </ac:picMkLst>
        </pc:picChg>
      </pc:sldChg>
      <pc:sldChg chg="modSp del mod">
        <pc:chgData name="Michael Hill" userId="41dba03d-e58d-4389-9894-554c10310ba4" providerId="ADAL" clId="{EF23FE1D-A042-481E-AFD7-2A9FB0847F54}" dt="2026-01-20T16:59:09.751" v="1143" actId="47"/>
        <pc:sldMkLst>
          <pc:docMk/>
          <pc:sldMk cId="3996893665" sldId="475"/>
        </pc:sldMkLst>
        <pc:spChg chg="mod">
          <ac:chgData name="Michael Hill" userId="41dba03d-e58d-4389-9894-554c10310ba4" providerId="ADAL" clId="{EF23FE1D-A042-481E-AFD7-2A9FB0847F54}" dt="2026-01-20T16:58:20.543" v="1074" actId="2710"/>
          <ac:spMkLst>
            <pc:docMk/>
            <pc:sldMk cId="3996893665" sldId="475"/>
            <ac:spMk id="2" creationId="{D50200B7-53A0-4F2F-100F-75D69BD573B4}"/>
          </ac:spMkLst>
        </pc:spChg>
      </pc:sldChg>
      <pc:sldChg chg="del">
        <pc:chgData name="Michael Hill" userId="41dba03d-e58d-4389-9894-554c10310ba4" providerId="ADAL" clId="{EF23FE1D-A042-481E-AFD7-2A9FB0847F54}" dt="2026-01-20T16:59:09.751" v="1143" actId="47"/>
        <pc:sldMkLst>
          <pc:docMk/>
          <pc:sldMk cId="3615782360" sldId="476"/>
        </pc:sldMkLst>
      </pc:sldChg>
      <pc:sldChg chg="del">
        <pc:chgData name="Michael Hill" userId="41dba03d-e58d-4389-9894-554c10310ba4" providerId="ADAL" clId="{EF23FE1D-A042-481E-AFD7-2A9FB0847F54}" dt="2026-01-20T16:59:09.751" v="1143" actId="47"/>
        <pc:sldMkLst>
          <pc:docMk/>
          <pc:sldMk cId="1668090276" sldId="477"/>
        </pc:sldMkLst>
      </pc:sldChg>
      <pc:sldChg chg="del">
        <pc:chgData name="Michael Hill" userId="41dba03d-e58d-4389-9894-554c10310ba4" providerId="ADAL" clId="{EF23FE1D-A042-481E-AFD7-2A9FB0847F54}" dt="2026-01-20T16:59:09.751" v="1143" actId="47"/>
        <pc:sldMkLst>
          <pc:docMk/>
          <pc:sldMk cId="2089852819" sldId="478"/>
        </pc:sldMkLst>
      </pc:sldChg>
      <pc:sldChg chg="del">
        <pc:chgData name="Michael Hill" userId="41dba03d-e58d-4389-9894-554c10310ba4" providerId="ADAL" clId="{EF23FE1D-A042-481E-AFD7-2A9FB0847F54}" dt="2026-01-20T16:59:09.751" v="1143" actId="47"/>
        <pc:sldMkLst>
          <pc:docMk/>
          <pc:sldMk cId="2299303035" sldId="479"/>
        </pc:sldMkLst>
      </pc:sldChg>
      <pc:sldChg chg="del">
        <pc:chgData name="Michael Hill" userId="41dba03d-e58d-4389-9894-554c10310ba4" providerId="ADAL" clId="{EF23FE1D-A042-481E-AFD7-2A9FB0847F54}" dt="2026-01-20T16:59:09.751" v="1143" actId="47"/>
        <pc:sldMkLst>
          <pc:docMk/>
          <pc:sldMk cId="3800958179" sldId="480"/>
        </pc:sldMkLst>
      </pc:sldChg>
      <pc:sldChg chg="del">
        <pc:chgData name="Michael Hill" userId="41dba03d-e58d-4389-9894-554c10310ba4" providerId="ADAL" clId="{EF23FE1D-A042-481E-AFD7-2A9FB0847F54}" dt="2026-01-20T16:59:09.751" v="1143" actId="47"/>
        <pc:sldMkLst>
          <pc:docMk/>
          <pc:sldMk cId="1408196763" sldId="481"/>
        </pc:sldMkLst>
      </pc:sldChg>
      <pc:sldChg chg="del">
        <pc:chgData name="Michael Hill" userId="41dba03d-e58d-4389-9894-554c10310ba4" providerId="ADAL" clId="{EF23FE1D-A042-481E-AFD7-2A9FB0847F54}" dt="2026-01-20T16:59:09.751" v="1143" actId="47"/>
        <pc:sldMkLst>
          <pc:docMk/>
          <pc:sldMk cId="3356034106" sldId="482"/>
        </pc:sldMkLst>
      </pc:sldChg>
      <pc:sldChg chg="del">
        <pc:chgData name="Michael Hill" userId="41dba03d-e58d-4389-9894-554c10310ba4" providerId="ADAL" clId="{EF23FE1D-A042-481E-AFD7-2A9FB0847F54}" dt="2026-01-20T16:59:09.751" v="1143" actId="47"/>
        <pc:sldMkLst>
          <pc:docMk/>
          <pc:sldMk cId="1246157578" sldId="483"/>
        </pc:sldMkLst>
      </pc:sldChg>
      <pc:sldChg chg="del">
        <pc:chgData name="Michael Hill" userId="41dba03d-e58d-4389-9894-554c10310ba4" providerId="ADAL" clId="{EF23FE1D-A042-481E-AFD7-2A9FB0847F54}" dt="2026-01-20T16:59:09.751" v="1143" actId="47"/>
        <pc:sldMkLst>
          <pc:docMk/>
          <pc:sldMk cId="2468838094" sldId="484"/>
        </pc:sldMkLst>
      </pc:sldChg>
      <pc:sldChg chg="del">
        <pc:chgData name="Michael Hill" userId="41dba03d-e58d-4389-9894-554c10310ba4" providerId="ADAL" clId="{EF23FE1D-A042-481E-AFD7-2A9FB0847F54}" dt="2026-01-20T16:59:09.751" v="1143" actId="47"/>
        <pc:sldMkLst>
          <pc:docMk/>
          <pc:sldMk cId="387235505" sldId="485"/>
        </pc:sldMkLst>
      </pc:sldChg>
      <pc:sldChg chg="del">
        <pc:chgData name="Michael Hill" userId="41dba03d-e58d-4389-9894-554c10310ba4" providerId="ADAL" clId="{EF23FE1D-A042-481E-AFD7-2A9FB0847F54}" dt="2026-01-20T16:59:09.751" v="1143" actId="47"/>
        <pc:sldMkLst>
          <pc:docMk/>
          <pc:sldMk cId="2776453535" sldId="486"/>
        </pc:sldMkLst>
      </pc:sldChg>
      <pc:sldChg chg="del">
        <pc:chgData name="Michael Hill" userId="41dba03d-e58d-4389-9894-554c10310ba4" providerId="ADAL" clId="{EF23FE1D-A042-481E-AFD7-2A9FB0847F54}" dt="2026-01-20T16:59:09.751" v="1143" actId="47"/>
        <pc:sldMkLst>
          <pc:docMk/>
          <pc:sldMk cId="1844177245" sldId="487"/>
        </pc:sldMkLst>
      </pc:sldChg>
      <pc:sldChg chg="del">
        <pc:chgData name="Michael Hill" userId="41dba03d-e58d-4389-9894-554c10310ba4" providerId="ADAL" clId="{EF23FE1D-A042-481E-AFD7-2A9FB0847F54}" dt="2026-01-20T16:59:09.751" v="1143" actId="47"/>
        <pc:sldMkLst>
          <pc:docMk/>
          <pc:sldMk cId="3957176543" sldId="488"/>
        </pc:sldMkLst>
      </pc:sldChg>
      <pc:sldChg chg="del">
        <pc:chgData name="Michael Hill" userId="41dba03d-e58d-4389-9894-554c10310ba4" providerId="ADAL" clId="{EF23FE1D-A042-481E-AFD7-2A9FB0847F54}" dt="2026-01-20T16:59:09.751" v="1143" actId="47"/>
        <pc:sldMkLst>
          <pc:docMk/>
          <pc:sldMk cId="2566164242" sldId="489"/>
        </pc:sldMkLst>
      </pc:sldChg>
      <pc:sldChg chg="del">
        <pc:chgData name="Michael Hill" userId="41dba03d-e58d-4389-9894-554c10310ba4" providerId="ADAL" clId="{EF23FE1D-A042-481E-AFD7-2A9FB0847F54}" dt="2026-01-20T16:59:09.751" v="1143" actId="47"/>
        <pc:sldMkLst>
          <pc:docMk/>
          <pc:sldMk cId="2195875960" sldId="490"/>
        </pc:sldMkLst>
      </pc:sldChg>
      <pc:sldChg chg="modSp mod">
        <pc:chgData name="Michael Hill" userId="41dba03d-e58d-4389-9894-554c10310ba4" providerId="ADAL" clId="{EF23FE1D-A042-481E-AFD7-2A9FB0847F54}" dt="2026-01-20T19:33:18.454" v="4450"/>
        <pc:sldMkLst>
          <pc:docMk/>
          <pc:sldMk cId="4218940969" sldId="491"/>
        </pc:sldMkLst>
        <pc:spChg chg="mod">
          <ac:chgData name="Michael Hill" userId="41dba03d-e58d-4389-9894-554c10310ba4" providerId="ADAL" clId="{EF23FE1D-A042-481E-AFD7-2A9FB0847F54}" dt="2026-01-20T19:24:18.709" v="4439" actId="20577"/>
          <ac:spMkLst>
            <pc:docMk/>
            <pc:sldMk cId="4218940969" sldId="491"/>
            <ac:spMk id="5" creationId="{E4CC646B-4635-6050-D4B0-A67535F846E1}"/>
          </ac:spMkLst>
        </pc:spChg>
        <pc:spChg chg="mod">
          <ac:chgData name="Michael Hill" userId="41dba03d-e58d-4389-9894-554c10310ba4" providerId="ADAL" clId="{EF23FE1D-A042-481E-AFD7-2A9FB0847F54}" dt="2026-01-20T19:33:18.454" v="4450"/>
          <ac:spMkLst>
            <pc:docMk/>
            <pc:sldMk cId="4218940969" sldId="491"/>
            <ac:spMk id="8" creationId="{2AEBA483-932C-0DF3-820A-BA0E92D28961}"/>
          </ac:spMkLst>
        </pc:spChg>
      </pc:sldChg>
      <pc:sldChg chg="addSp delSp modSp add mod">
        <pc:chgData name="Michael Hill" userId="41dba03d-e58d-4389-9894-554c10310ba4" providerId="ADAL" clId="{EF23FE1D-A042-481E-AFD7-2A9FB0847F54}" dt="2026-01-20T17:00:37.607" v="1309"/>
        <pc:sldMkLst>
          <pc:docMk/>
          <pc:sldMk cId="3266859534" sldId="492"/>
        </pc:sldMkLst>
        <pc:spChg chg="add mod">
          <ac:chgData name="Michael Hill" userId="41dba03d-e58d-4389-9894-554c10310ba4" providerId="ADAL" clId="{EF23FE1D-A042-481E-AFD7-2A9FB0847F54}" dt="2026-01-20T16:58:31.570" v="1078" actId="1076"/>
          <ac:spMkLst>
            <pc:docMk/>
            <pc:sldMk cId="3266859534" sldId="492"/>
            <ac:spMk id="2" creationId="{0605B490-5714-0CC4-1632-20E251A15073}"/>
          </ac:spMkLst>
        </pc:spChg>
        <pc:spChg chg="add mod">
          <ac:chgData name="Michael Hill" userId="41dba03d-e58d-4389-9894-554c10310ba4" providerId="ADAL" clId="{EF23FE1D-A042-481E-AFD7-2A9FB0847F54}" dt="2026-01-20T17:00:37.607" v="1309"/>
          <ac:spMkLst>
            <pc:docMk/>
            <pc:sldMk cId="3266859534" sldId="492"/>
            <ac:spMk id="3" creationId="{5D2CD248-8FD1-C41B-BED3-D39C6B396903}"/>
          </ac:spMkLst>
        </pc:spChg>
        <pc:spChg chg="del">
          <ac:chgData name="Michael Hill" userId="41dba03d-e58d-4389-9894-554c10310ba4" providerId="ADAL" clId="{EF23FE1D-A042-481E-AFD7-2A9FB0847F54}" dt="2026-01-20T17:00:37.406" v="1308" actId="478"/>
          <ac:spMkLst>
            <pc:docMk/>
            <pc:sldMk cId="3266859534" sldId="492"/>
            <ac:spMk id="5" creationId="{909C391C-4FDB-47E3-DA83-A99E7D13D5B0}"/>
          </ac:spMkLst>
        </pc:spChg>
        <pc:spChg chg="mod">
          <ac:chgData name="Michael Hill" userId="41dba03d-e58d-4389-9894-554c10310ba4" providerId="ADAL" clId="{EF23FE1D-A042-481E-AFD7-2A9FB0847F54}" dt="2026-01-20T16:56:01.454" v="1069" actId="20577"/>
          <ac:spMkLst>
            <pc:docMk/>
            <pc:sldMk cId="3266859534" sldId="492"/>
            <ac:spMk id="8" creationId="{74DF86D2-245F-43A4-E37C-A6F6F46595C2}"/>
          </ac:spMkLst>
        </pc:spChg>
        <pc:picChg chg="del">
          <ac:chgData name="Michael Hill" userId="41dba03d-e58d-4389-9894-554c10310ba4" providerId="ADAL" clId="{EF23FE1D-A042-481E-AFD7-2A9FB0847F54}" dt="2026-01-20T16:58:08.552" v="1070" actId="478"/>
          <ac:picMkLst>
            <pc:docMk/>
            <pc:sldMk cId="3266859534" sldId="492"/>
            <ac:picMk id="1030" creationId="{321206A7-6D29-C861-2B03-C09948940000}"/>
          </ac:picMkLst>
        </pc:picChg>
      </pc:sldChg>
      <pc:sldChg chg="addSp delSp modSp add mod">
        <pc:chgData name="Michael Hill" userId="41dba03d-e58d-4389-9894-554c10310ba4" providerId="ADAL" clId="{EF23FE1D-A042-481E-AFD7-2A9FB0847F54}" dt="2026-01-20T17:00:40.375" v="1311"/>
        <pc:sldMkLst>
          <pc:docMk/>
          <pc:sldMk cId="2423538804" sldId="493"/>
        </pc:sldMkLst>
        <pc:spChg chg="mod">
          <ac:chgData name="Michael Hill" userId="41dba03d-e58d-4389-9894-554c10310ba4" providerId="ADAL" clId="{EF23FE1D-A042-481E-AFD7-2A9FB0847F54}" dt="2026-01-20T16:58:48.017" v="1136" actId="1076"/>
          <ac:spMkLst>
            <pc:docMk/>
            <pc:sldMk cId="2423538804" sldId="493"/>
            <ac:spMk id="2" creationId="{96CCDB3C-1B25-6E29-AEAC-AB6C62B0E72A}"/>
          </ac:spMkLst>
        </pc:spChg>
        <pc:spChg chg="add mod">
          <ac:chgData name="Michael Hill" userId="41dba03d-e58d-4389-9894-554c10310ba4" providerId="ADAL" clId="{EF23FE1D-A042-481E-AFD7-2A9FB0847F54}" dt="2026-01-20T16:59:00.738" v="1142" actId="1076"/>
          <ac:spMkLst>
            <pc:docMk/>
            <pc:sldMk cId="2423538804" sldId="493"/>
            <ac:spMk id="3" creationId="{ED08C814-4688-92B9-CBA2-79D30B6E4C1F}"/>
          </ac:spMkLst>
        </pc:spChg>
        <pc:spChg chg="del">
          <ac:chgData name="Michael Hill" userId="41dba03d-e58d-4389-9894-554c10310ba4" providerId="ADAL" clId="{EF23FE1D-A042-481E-AFD7-2A9FB0847F54}" dt="2026-01-20T17:00:40.204" v="1310" actId="478"/>
          <ac:spMkLst>
            <pc:docMk/>
            <pc:sldMk cId="2423538804" sldId="493"/>
            <ac:spMk id="5" creationId="{3249929E-C021-1483-7D23-86F092CBA5E9}"/>
          </ac:spMkLst>
        </pc:spChg>
        <pc:spChg chg="add mod">
          <ac:chgData name="Michael Hill" userId="41dba03d-e58d-4389-9894-554c10310ba4" providerId="ADAL" clId="{EF23FE1D-A042-481E-AFD7-2A9FB0847F54}" dt="2026-01-20T17:00:40.375" v="1311"/>
          <ac:spMkLst>
            <pc:docMk/>
            <pc:sldMk cId="2423538804" sldId="493"/>
            <ac:spMk id="6" creationId="{D5E759C1-4C8F-63CF-3736-2267BA809312}"/>
          </ac:spMkLst>
        </pc:spChg>
        <pc:spChg chg="mod">
          <ac:chgData name="Michael Hill" userId="41dba03d-e58d-4389-9894-554c10310ba4" providerId="ADAL" clId="{EF23FE1D-A042-481E-AFD7-2A9FB0847F54}" dt="2026-01-20T16:58:42.842" v="1134" actId="20577"/>
          <ac:spMkLst>
            <pc:docMk/>
            <pc:sldMk cId="2423538804" sldId="493"/>
            <ac:spMk id="8" creationId="{671FC78F-8588-AFB1-6E44-B70D002F4340}"/>
          </ac:spMkLst>
        </pc:spChg>
      </pc:sldChg>
      <pc:sldChg chg="addSp delSp modSp add mod">
        <pc:chgData name="Michael Hill" userId="41dba03d-e58d-4389-9894-554c10310ba4" providerId="ADAL" clId="{EF23FE1D-A042-481E-AFD7-2A9FB0847F54}" dt="2026-01-20T19:39:21.784" v="4607" actId="207"/>
        <pc:sldMkLst>
          <pc:docMk/>
          <pc:sldMk cId="1307410049" sldId="494"/>
        </pc:sldMkLst>
        <pc:spChg chg="mod">
          <ac:chgData name="Michael Hill" userId="41dba03d-e58d-4389-9894-554c10310ba4" providerId="ADAL" clId="{EF23FE1D-A042-481E-AFD7-2A9FB0847F54}" dt="2026-01-20T17:00:23.116" v="1304" actId="1076"/>
          <ac:spMkLst>
            <pc:docMk/>
            <pc:sldMk cId="1307410049" sldId="494"/>
            <ac:spMk id="3" creationId="{E73A2904-23AE-C021-C2E8-6A3553EBF296}"/>
          </ac:spMkLst>
        </pc:spChg>
        <pc:spChg chg="del">
          <ac:chgData name="Michael Hill" userId="41dba03d-e58d-4389-9894-554c10310ba4" providerId="ADAL" clId="{EF23FE1D-A042-481E-AFD7-2A9FB0847F54}" dt="2026-01-20T17:00:45.022" v="1312" actId="478"/>
          <ac:spMkLst>
            <pc:docMk/>
            <pc:sldMk cId="1307410049" sldId="494"/>
            <ac:spMk id="5" creationId="{213ED3C1-88E5-A42B-5FCC-92F1A6AF7E68}"/>
          </ac:spMkLst>
        </pc:spChg>
        <pc:spChg chg="add mod">
          <ac:chgData name="Michael Hill" userId="41dba03d-e58d-4389-9894-554c10310ba4" providerId="ADAL" clId="{EF23FE1D-A042-481E-AFD7-2A9FB0847F54}" dt="2026-01-20T17:00:45.191" v="1313"/>
          <ac:spMkLst>
            <pc:docMk/>
            <pc:sldMk cId="1307410049" sldId="494"/>
            <ac:spMk id="6" creationId="{1635B334-83DA-BA67-DCD4-5019DEC58582}"/>
          </ac:spMkLst>
        </pc:spChg>
        <pc:spChg chg="mod">
          <ac:chgData name="Michael Hill" userId="41dba03d-e58d-4389-9894-554c10310ba4" providerId="ADAL" clId="{EF23FE1D-A042-481E-AFD7-2A9FB0847F54}" dt="2026-01-20T19:39:21.784" v="4607" actId="207"/>
          <ac:spMkLst>
            <pc:docMk/>
            <pc:sldMk cId="1307410049" sldId="494"/>
            <ac:spMk id="8" creationId="{B96CD07B-E883-6EBD-1113-B5767A69F9FF}"/>
          </ac:spMkLst>
        </pc:spChg>
      </pc:sldChg>
      <pc:sldChg chg="delSp modSp add mod">
        <pc:chgData name="Michael Hill" userId="41dba03d-e58d-4389-9894-554c10310ba4" providerId="ADAL" clId="{EF23FE1D-A042-481E-AFD7-2A9FB0847F54}" dt="2026-01-20T19:39:14.353" v="4604" actId="207"/>
        <pc:sldMkLst>
          <pc:docMk/>
          <pc:sldMk cId="3631406678" sldId="495"/>
        </pc:sldMkLst>
        <pc:spChg chg="mod">
          <ac:chgData name="Michael Hill" userId="41dba03d-e58d-4389-9894-554c10310ba4" providerId="ADAL" clId="{EF23FE1D-A042-481E-AFD7-2A9FB0847F54}" dt="2026-01-20T17:02:28.268" v="1505" actId="2710"/>
          <ac:spMkLst>
            <pc:docMk/>
            <pc:sldMk cId="3631406678" sldId="495"/>
            <ac:spMk id="2" creationId="{4BA2808D-61D4-2DFD-6B9B-427B57EEA7E4}"/>
          </ac:spMkLst>
        </pc:spChg>
        <pc:spChg chg="del">
          <ac:chgData name="Michael Hill" userId="41dba03d-e58d-4389-9894-554c10310ba4" providerId="ADAL" clId="{EF23FE1D-A042-481E-AFD7-2A9FB0847F54}" dt="2026-01-20T17:04:16.070" v="1519" actId="478"/>
          <ac:spMkLst>
            <pc:docMk/>
            <pc:sldMk cId="3631406678" sldId="495"/>
            <ac:spMk id="3" creationId="{F853ED04-9E05-CE84-37B3-5DF944D24587}"/>
          </ac:spMkLst>
        </pc:spChg>
        <pc:spChg chg="mod">
          <ac:chgData name="Michael Hill" userId="41dba03d-e58d-4389-9894-554c10310ba4" providerId="ADAL" clId="{EF23FE1D-A042-481E-AFD7-2A9FB0847F54}" dt="2026-01-20T17:01:08.111" v="1323" actId="14100"/>
          <ac:spMkLst>
            <pc:docMk/>
            <pc:sldMk cId="3631406678" sldId="495"/>
            <ac:spMk id="6" creationId="{987D538A-0A97-A595-C1D2-85B409844422}"/>
          </ac:spMkLst>
        </pc:spChg>
        <pc:spChg chg="mod">
          <ac:chgData name="Michael Hill" userId="41dba03d-e58d-4389-9894-554c10310ba4" providerId="ADAL" clId="{EF23FE1D-A042-481E-AFD7-2A9FB0847F54}" dt="2026-01-20T19:39:14.353" v="4604" actId="207"/>
          <ac:spMkLst>
            <pc:docMk/>
            <pc:sldMk cId="3631406678" sldId="495"/>
            <ac:spMk id="8" creationId="{04F5DB03-A2FA-066C-4A72-469095869837}"/>
          </ac:spMkLst>
        </pc:spChg>
      </pc:sldChg>
      <pc:sldChg chg="delSp modSp add mod">
        <pc:chgData name="Michael Hill" userId="41dba03d-e58d-4389-9894-554c10310ba4" providerId="ADAL" clId="{EF23FE1D-A042-481E-AFD7-2A9FB0847F54}" dt="2026-01-20T19:39:07.254" v="4601" actId="113"/>
        <pc:sldMkLst>
          <pc:docMk/>
          <pc:sldMk cId="4037451407" sldId="496"/>
        </pc:sldMkLst>
        <pc:spChg chg="mod">
          <ac:chgData name="Michael Hill" userId="41dba03d-e58d-4389-9894-554c10310ba4" providerId="ADAL" clId="{EF23FE1D-A042-481E-AFD7-2A9FB0847F54}" dt="2026-01-20T17:06:20.723" v="1686" actId="2710"/>
          <ac:spMkLst>
            <pc:docMk/>
            <pc:sldMk cId="4037451407" sldId="496"/>
            <ac:spMk id="2" creationId="{55CBAFDD-D03E-01FE-6FD3-336300DE3802}"/>
          </ac:spMkLst>
        </pc:spChg>
        <pc:spChg chg="del">
          <ac:chgData name="Michael Hill" userId="41dba03d-e58d-4389-9894-554c10310ba4" providerId="ADAL" clId="{EF23FE1D-A042-481E-AFD7-2A9FB0847F54}" dt="2026-01-20T17:04:49.364" v="1681" actId="478"/>
          <ac:spMkLst>
            <pc:docMk/>
            <pc:sldMk cId="4037451407" sldId="496"/>
            <ac:spMk id="3" creationId="{0722C0E0-87B0-03AB-9A93-1BBC2A60F423}"/>
          </ac:spMkLst>
        </pc:spChg>
        <pc:spChg chg="mod">
          <ac:chgData name="Michael Hill" userId="41dba03d-e58d-4389-9894-554c10310ba4" providerId="ADAL" clId="{EF23FE1D-A042-481E-AFD7-2A9FB0847F54}" dt="2026-01-20T17:04:21.045" v="1524" actId="20577"/>
          <ac:spMkLst>
            <pc:docMk/>
            <pc:sldMk cId="4037451407" sldId="496"/>
            <ac:spMk id="6" creationId="{78A96B58-F7BE-CF69-2EBB-C798680EB017}"/>
          </ac:spMkLst>
        </pc:spChg>
        <pc:spChg chg="mod">
          <ac:chgData name="Michael Hill" userId="41dba03d-e58d-4389-9894-554c10310ba4" providerId="ADAL" clId="{EF23FE1D-A042-481E-AFD7-2A9FB0847F54}" dt="2026-01-20T19:39:07.254" v="4601" actId="113"/>
          <ac:spMkLst>
            <pc:docMk/>
            <pc:sldMk cId="4037451407" sldId="496"/>
            <ac:spMk id="8" creationId="{017A1896-8C89-81AC-D68C-2AA9423A6A5D}"/>
          </ac:spMkLst>
        </pc:spChg>
      </pc:sldChg>
      <pc:sldChg chg="modSp add mod">
        <pc:chgData name="Michael Hill" userId="41dba03d-e58d-4389-9894-554c10310ba4" providerId="ADAL" clId="{EF23FE1D-A042-481E-AFD7-2A9FB0847F54}" dt="2026-01-20T17:09:49.887" v="1860" actId="20577"/>
        <pc:sldMkLst>
          <pc:docMk/>
          <pc:sldMk cId="1627190219" sldId="497"/>
        </pc:sldMkLst>
        <pc:spChg chg="mod">
          <ac:chgData name="Michael Hill" userId="41dba03d-e58d-4389-9894-554c10310ba4" providerId="ADAL" clId="{EF23FE1D-A042-481E-AFD7-2A9FB0847F54}" dt="2026-01-20T17:09:42.173" v="1814" actId="2710"/>
          <ac:spMkLst>
            <pc:docMk/>
            <pc:sldMk cId="1627190219" sldId="497"/>
            <ac:spMk id="2" creationId="{8BCB5BCC-FF36-F52A-8253-2DC5392DCBB1}"/>
          </ac:spMkLst>
        </pc:spChg>
        <pc:spChg chg="mod">
          <ac:chgData name="Michael Hill" userId="41dba03d-e58d-4389-9894-554c10310ba4" providerId="ADAL" clId="{EF23FE1D-A042-481E-AFD7-2A9FB0847F54}" dt="2026-01-20T17:09:49.887" v="1860" actId="20577"/>
          <ac:spMkLst>
            <pc:docMk/>
            <pc:sldMk cId="1627190219" sldId="497"/>
            <ac:spMk id="8" creationId="{902E2E9E-7584-1879-8C35-4285B0CD346F}"/>
          </ac:spMkLst>
        </pc:spChg>
      </pc:sldChg>
      <pc:sldChg chg="addSp delSp modSp add mod">
        <pc:chgData name="Michael Hill" userId="41dba03d-e58d-4389-9894-554c10310ba4" providerId="ADAL" clId="{EF23FE1D-A042-481E-AFD7-2A9FB0847F54}" dt="2026-01-20T17:12:31.861" v="2138" actId="14100"/>
        <pc:sldMkLst>
          <pc:docMk/>
          <pc:sldMk cId="2044529409" sldId="498"/>
        </pc:sldMkLst>
        <pc:spChg chg="add del">
          <ac:chgData name="Michael Hill" userId="41dba03d-e58d-4389-9894-554c10310ba4" providerId="ADAL" clId="{EF23FE1D-A042-481E-AFD7-2A9FB0847F54}" dt="2026-01-20T17:11:05.983" v="1980" actId="478"/>
          <ac:spMkLst>
            <pc:docMk/>
            <pc:sldMk cId="2044529409" sldId="498"/>
            <ac:spMk id="2" creationId="{C632D74B-6657-0A0E-8669-7FD733541007}"/>
          </ac:spMkLst>
        </pc:spChg>
        <pc:spChg chg="mod">
          <ac:chgData name="Michael Hill" userId="41dba03d-e58d-4389-9894-554c10310ba4" providerId="ADAL" clId="{EF23FE1D-A042-481E-AFD7-2A9FB0847F54}" dt="2026-01-20T17:12:31.861" v="2138" actId="14100"/>
          <ac:spMkLst>
            <pc:docMk/>
            <pc:sldMk cId="2044529409" sldId="498"/>
            <ac:spMk id="6" creationId="{49AE0BB0-6EE1-C5D1-AD57-847DE7C19C8C}"/>
          </ac:spMkLst>
        </pc:spChg>
        <pc:spChg chg="add del mod">
          <ac:chgData name="Michael Hill" userId="41dba03d-e58d-4389-9894-554c10310ba4" providerId="ADAL" clId="{EF23FE1D-A042-481E-AFD7-2A9FB0847F54}" dt="2026-01-20T17:11:44.864" v="2099" actId="20577"/>
          <ac:spMkLst>
            <pc:docMk/>
            <pc:sldMk cId="2044529409" sldId="498"/>
            <ac:spMk id="8" creationId="{F3FFC8D2-7D02-17E7-9D2C-5A8FAFC23560}"/>
          </ac:spMkLst>
        </pc:spChg>
      </pc:sldChg>
      <pc:sldChg chg="addSp modSp add mod">
        <pc:chgData name="Michael Hill" userId="41dba03d-e58d-4389-9894-554c10310ba4" providerId="ADAL" clId="{EF23FE1D-A042-481E-AFD7-2A9FB0847F54}" dt="2026-01-20T17:22:10.782" v="2249" actId="1076"/>
        <pc:sldMkLst>
          <pc:docMk/>
          <pc:sldMk cId="275706551" sldId="499"/>
        </pc:sldMkLst>
        <pc:spChg chg="add mod">
          <ac:chgData name="Michael Hill" userId="41dba03d-e58d-4389-9894-554c10310ba4" providerId="ADAL" clId="{EF23FE1D-A042-481E-AFD7-2A9FB0847F54}" dt="2026-01-20T17:22:08.254" v="2248" actId="1076"/>
          <ac:spMkLst>
            <pc:docMk/>
            <pc:sldMk cId="275706551" sldId="499"/>
            <ac:spMk id="2" creationId="{91AEF35D-BE71-2930-6935-542C18CF0D1A}"/>
          </ac:spMkLst>
        </pc:spChg>
        <pc:spChg chg="add mod">
          <ac:chgData name="Michael Hill" userId="41dba03d-e58d-4389-9894-554c10310ba4" providerId="ADAL" clId="{EF23FE1D-A042-481E-AFD7-2A9FB0847F54}" dt="2026-01-20T17:22:10.782" v="2249" actId="1076"/>
          <ac:spMkLst>
            <pc:docMk/>
            <pc:sldMk cId="275706551" sldId="499"/>
            <ac:spMk id="3" creationId="{178795D8-3B69-B69D-E3BB-3CE02AE65BA5}"/>
          </ac:spMkLst>
        </pc:spChg>
        <pc:spChg chg="add mod">
          <ac:chgData name="Michael Hill" userId="41dba03d-e58d-4389-9894-554c10310ba4" providerId="ADAL" clId="{EF23FE1D-A042-481E-AFD7-2A9FB0847F54}" dt="2026-01-20T17:21:51.887" v="2243" actId="1076"/>
          <ac:spMkLst>
            <pc:docMk/>
            <pc:sldMk cId="275706551" sldId="499"/>
            <ac:spMk id="5" creationId="{F07929D5-9A5B-CD5D-1FCA-64BA4E49A63C}"/>
          </ac:spMkLst>
        </pc:spChg>
        <pc:spChg chg="mod">
          <ac:chgData name="Michael Hill" userId="41dba03d-e58d-4389-9894-554c10310ba4" providerId="ADAL" clId="{EF23FE1D-A042-481E-AFD7-2A9FB0847F54}" dt="2026-01-20T17:12:40.386" v="2150" actId="1076"/>
          <ac:spMkLst>
            <pc:docMk/>
            <pc:sldMk cId="275706551" sldId="499"/>
            <ac:spMk id="6" creationId="{81FE58A2-3586-F298-D824-360DB4238E4F}"/>
          </ac:spMkLst>
        </pc:spChg>
        <pc:spChg chg="mod">
          <ac:chgData name="Michael Hill" userId="41dba03d-e58d-4389-9894-554c10310ba4" providerId="ADAL" clId="{EF23FE1D-A042-481E-AFD7-2A9FB0847F54}" dt="2026-01-20T17:17:33.102" v="2218" actId="20577"/>
          <ac:spMkLst>
            <pc:docMk/>
            <pc:sldMk cId="275706551" sldId="499"/>
            <ac:spMk id="8" creationId="{BDBFCB68-2AFD-B4FD-D64E-5B79C9244D87}"/>
          </ac:spMkLst>
        </pc:spChg>
        <pc:spChg chg="add mod">
          <ac:chgData name="Michael Hill" userId="41dba03d-e58d-4389-9894-554c10310ba4" providerId="ADAL" clId="{EF23FE1D-A042-481E-AFD7-2A9FB0847F54}" dt="2026-01-20T17:21:59.735" v="2247" actId="20577"/>
          <ac:spMkLst>
            <pc:docMk/>
            <pc:sldMk cId="275706551" sldId="499"/>
            <ac:spMk id="10" creationId="{D3A0B09F-52FC-79E0-3597-EBB0501A1D03}"/>
          </ac:spMkLst>
        </pc:spChg>
      </pc:sldChg>
      <pc:sldChg chg="delSp modSp add mod">
        <pc:chgData name="Michael Hill" userId="41dba03d-e58d-4389-9894-554c10310ba4" providerId="ADAL" clId="{EF23FE1D-A042-481E-AFD7-2A9FB0847F54}" dt="2026-01-20T17:22:25.968" v="2288" actId="1076"/>
        <pc:sldMkLst>
          <pc:docMk/>
          <pc:sldMk cId="1124391626" sldId="500"/>
        </pc:sldMkLst>
        <pc:spChg chg="mod">
          <ac:chgData name="Michael Hill" userId="41dba03d-e58d-4389-9894-554c10310ba4" providerId="ADAL" clId="{EF23FE1D-A042-481E-AFD7-2A9FB0847F54}" dt="2026-01-20T17:22:25.968" v="2288" actId="1076"/>
          <ac:spMkLst>
            <pc:docMk/>
            <pc:sldMk cId="1124391626" sldId="500"/>
            <ac:spMk id="2" creationId="{636FA3E9-DBEA-6A45-F0A2-BBEC7F095C02}"/>
          </ac:spMkLst>
        </pc:spChg>
        <pc:spChg chg="del">
          <ac:chgData name="Michael Hill" userId="41dba03d-e58d-4389-9894-554c10310ba4" providerId="ADAL" clId="{EF23FE1D-A042-481E-AFD7-2A9FB0847F54}" dt="2026-01-20T17:22:24.421" v="2287" actId="478"/>
          <ac:spMkLst>
            <pc:docMk/>
            <pc:sldMk cId="1124391626" sldId="500"/>
            <ac:spMk id="3" creationId="{D36AF885-BEFC-26CF-85DD-C02AB598A25E}"/>
          </ac:spMkLst>
        </pc:spChg>
        <pc:spChg chg="del">
          <ac:chgData name="Michael Hill" userId="41dba03d-e58d-4389-9894-554c10310ba4" providerId="ADAL" clId="{EF23FE1D-A042-481E-AFD7-2A9FB0847F54}" dt="2026-01-20T17:22:22.214" v="2285" actId="478"/>
          <ac:spMkLst>
            <pc:docMk/>
            <pc:sldMk cId="1124391626" sldId="500"/>
            <ac:spMk id="5" creationId="{143CA32D-B779-E7B0-67DA-CAE0F6EF96E3}"/>
          </ac:spMkLst>
        </pc:spChg>
        <pc:spChg chg="mod">
          <ac:chgData name="Michael Hill" userId="41dba03d-e58d-4389-9894-554c10310ba4" providerId="ADAL" clId="{EF23FE1D-A042-481E-AFD7-2A9FB0847F54}" dt="2026-01-20T17:22:19.140" v="2284" actId="20577"/>
          <ac:spMkLst>
            <pc:docMk/>
            <pc:sldMk cId="1124391626" sldId="500"/>
            <ac:spMk id="8" creationId="{29F940E8-DE0F-77D9-E355-A52AA6C6375B}"/>
          </ac:spMkLst>
        </pc:spChg>
        <pc:spChg chg="del">
          <ac:chgData name="Michael Hill" userId="41dba03d-e58d-4389-9894-554c10310ba4" providerId="ADAL" clId="{EF23FE1D-A042-481E-AFD7-2A9FB0847F54}" dt="2026-01-20T17:22:23.460" v="2286" actId="478"/>
          <ac:spMkLst>
            <pc:docMk/>
            <pc:sldMk cId="1124391626" sldId="500"/>
            <ac:spMk id="10" creationId="{5F647FDE-C7C4-F40A-4649-A92A3FD7FA43}"/>
          </ac:spMkLst>
        </pc:spChg>
      </pc:sldChg>
      <pc:sldChg chg="delSp modSp add mod ord">
        <pc:chgData name="Michael Hill" userId="41dba03d-e58d-4389-9894-554c10310ba4" providerId="ADAL" clId="{EF23FE1D-A042-481E-AFD7-2A9FB0847F54}" dt="2026-01-20T17:23:43.432" v="2353" actId="1076"/>
        <pc:sldMkLst>
          <pc:docMk/>
          <pc:sldMk cId="3903785388" sldId="501"/>
        </pc:sldMkLst>
        <pc:spChg chg="del">
          <ac:chgData name="Michael Hill" userId="41dba03d-e58d-4389-9894-554c10310ba4" providerId="ADAL" clId="{EF23FE1D-A042-481E-AFD7-2A9FB0847F54}" dt="2026-01-20T17:23:42.184" v="2352" actId="478"/>
          <ac:spMkLst>
            <pc:docMk/>
            <pc:sldMk cId="3903785388" sldId="501"/>
            <ac:spMk id="2" creationId="{DEA1D782-3083-EAAE-2CA4-D16DAB4CF5F9}"/>
          </ac:spMkLst>
        </pc:spChg>
        <pc:spChg chg="mod">
          <ac:chgData name="Michael Hill" userId="41dba03d-e58d-4389-9894-554c10310ba4" providerId="ADAL" clId="{EF23FE1D-A042-481E-AFD7-2A9FB0847F54}" dt="2026-01-20T17:23:43.432" v="2353" actId="1076"/>
          <ac:spMkLst>
            <pc:docMk/>
            <pc:sldMk cId="3903785388" sldId="501"/>
            <ac:spMk id="3" creationId="{D2B70D9F-6B04-3F10-6A6F-89A3C90DE451}"/>
          </ac:spMkLst>
        </pc:spChg>
        <pc:spChg chg="del">
          <ac:chgData name="Michael Hill" userId="41dba03d-e58d-4389-9894-554c10310ba4" providerId="ADAL" clId="{EF23FE1D-A042-481E-AFD7-2A9FB0847F54}" dt="2026-01-20T17:23:40.790" v="2351" actId="478"/>
          <ac:spMkLst>
            <pc:docMk/>
            <pc:sldMk cId="3903785388" sldId="501"/>
            <ac:spMk id="5" creationId="{0B3E334D-CFD4-C97A-5B2E-46A1E58D75BD}"/>
          </ac:spMkLst>
        </pc:spChg>
        <pc:spChg chg="mod">
          <ac:chgData name="Michael Hill" userId="41dba03d-e58d-4389-9894-554c10310ba4" providerId="ADAL" clId="{EF23FE1D-A042-481E-AFD7-2A9FB0847F54}" dt="2026-01-20T17:23:35.307" v="2349" actId="20577"/>
          <ac:spMkLst>
            <pc:docMk/>
            <pc:sldMk cId="3903785388" sldId="501"/>
            <ac:spMk id="8" creationId="{D3F6A866-3CC0-32C0-C1A9-29D3674010F1}"/>
          </ac:spMkLst>
        </pc:spChg>
        <pc:spChg chg="del">
          <ac:chgData name="Michael Hill" userId="41dba03d-e58d-4389-9894-554c10310ba4" providerId="ADAL" clId="{EF23FE1D-A042-481E-AFD7-2A9FB0847F54}" dt="2026-01-20T17:23:39.799" v="2350" actId="478"/>
          <ac:spMkLst>
            <pc:docMk/>
            <pc:sldMk cId="3903785388" sldId="501"/>
            <ac:spMk id="10" creationId="{B51C70E5-6882-C0F2-7A81-20BE4EF472E0}"/>
          </ac:spMkLst>
        </pc:spChg>
      </pc:sldChg>
      <pc:sldChg chg="add del">
        <pc:chgData name="Michael Hill" userId="41dba03d-e58d-4389-9894-554c10310ba4" providerId="ADAL" clId="{EF23FE1D-A042-481E-AFD7-2A9FB0847F54}" dt="2026-01-20T17:23:49.312" v="2355" actId="47"/>
        <pc:sldMkLst>
          <pc:docMk/>
          <pc:sldMk cId="1979270495" sldId="502"/>
        </pc:sldMkLst>
      </pc:sldChg>
      <pc:sldChg chg="delSp modSp add mod ord">
        <pc:chgData name="Michael Hill" userId="41dba03d-e58d-4389-9894-554c10310ba4" providerId="ADAL" clId="{EF23FE1D-A042-481E-AFD7-2A9FB0847F54}" dt="2026-01-20T17:24:42.691" v="2406" actId="1076"/>
        <pc:sldMkLst>
          <pc:docMk/>
          <pc:sldMk cId="3001781421" sldId="502"/>
        </pc:sldMkLst>
        <pc:spChg chg="del">
          <ac:chgData name="Michael Hill" userId="41dba03d-e58d-4389-9894-554c10310ba4" providerId="ADAL" clId="{EF23FE1D-A042-481E-AFD7-2A9FB0847F54}" dt="2026-01-20T17:24:20.168" v="2402" actId="478"/>
          <ac:spMkLst>
            <pc:docMk/>
            <pc:sldMk cId="3001781421" sldId="502"/>
            <ac:spMk id="2" creationId="{D585DD4C-D5C8-A9F5-5EED-9A2CBE30449B}"/>
          </ac:spMkLst>
        </pc:spChg>
        <pc:spChg chg="del">
          <ac:chgData name="Michael Hill" userId="41dba03d-e58d-4389-9894-554c10310ba4" providerId="ADAL" clId="{EF23FE1D-A042-481E-AFD7-2A9FB0847F54}" dt="2026-01-20T17:24:21.192" v="2403" actId="478"/>
          <ac:spMkLst>
            <pc:docMk/>
            <pc:sldMk cId="3001781421" sldId="502"/>
            <ac:spMk id="3" creationId="{93F33642-8495-0C1B-039D-7537C6F0D231}"/>
          </ac:spMkLst>
        </pc:spChg>
        <pc:spChg chg="mod">
          <ac:chgData name="Michael Hill" userId="41dba03d-e58d-4389-9894-554c10310ba4" providerId="ADAL" clId="{EF23FE1D-A042-481E-AFD7-2A9FB0847F54}" dt="2026-01-20T17:24:40.560" v="2405" actId="1076"/>
          <ac:spMkLst>
            <pc:docMk/>
            <pc:sldMk cId="3001781421" sldId="502"/>
            <ac:spMk id="5" creationId="{3E3E6AC1-D14D-BDD8-47D0-DCBA24FFEA09}"/>
          </ac:spMkLst>
        </pc:spChg>
        <pc:spChg chg="mod">
          <ac:chgData name="Michael Hill" userId="41dba03d-e58d-4389-9894-554c10310ba4" providerId="ADAL" clId="{EF23FE1D-A042-481E-AFD7-2A9FB0847F54}" dt="2026-01-20T17:24:17.531" v="2401" actId="20577"/>
          <ac:spMkLst>
            <pc:docMk/>
            <pc:sldMk cId="3001781421" sldId="502"/>
            <ac:spMk id="8" creationId="{A0240679-13BE-1F2B-5498-D707C1E4BBEF}"/>
          </ac:spMkLst>
        </pc:spChg>
        <pc:spChg chg="mod">
          <ac:chgData name="Michael Hill" userId="41dba03d-e58d-4389-9894-554c10310ba4" providerId="ADAL" clId="{EF23FE1D-A042-481E-AFD7-2A9FB0847F54}" dt="2026-01-20T17:24:42.691" v="2406" actId="1076"/>
          <ac:spMkLst>
            <pc:docMk/>
            <pc:sldMk cId="3001781421" sldId="502"/>
            <ac:spMk id="10" creationId="{78E7B6EC-2E96-4618-8927-F78E1881B80C}"/>
          </ac:spMkLst>
        </pc:spChg>
      </pc:sldChg>
      <pc:sldChg chg="delSp modSp add mod">
        <pc:chgData name="Michael Hill" userId="41dba03d-e58d-4389-9894-554c10310ba4" providerId="ADAL" clId="{EF23FE1D-A042-481E-AFD7-2A9FB0847F54}" dt="2026-01-20T19:38:52.466" v="4598" actId="207"/>
        <pc:sldMkLst>
          <pc:docMk/>
          <pc:sldMk cId="3747625186" sldId="503"/>
        </pc:sldMkLst>
        <pc:spChg chg="del">
          <ac:chgData name="Michael Hill" userId="41dba03d-e58d-4389-9894-554c10310ba4" providerId="ADAL" clId="{EF23FE1D-A042-481E-AFD7-2A9FB0847F54}" dt="2026-01-20T18:47:09.819" v="2540" actId="478"/>
          <ac:spMkLst>
            <pc:docMk/>
            <pc:sldMk cId="3747625186" sldId="503"/>
            <ac:spMk id="5" creationId="{CD0C5B1A-09B4-E794-E8B4-46192950DC4B}"/>
          </ac:spMkLst>
        </pc:spChg>
        <pc:spChg chg="mod">
          <ac:chgData name="Michael Hill" userId="41dba03d-e58d-4389-9894-554c10310ba4" providerId="ADAL" clId="{EF23FE1D-A042-481E-AFD7-2A9FB0847F54}" dt="2026-01-20T18:45:12.814" v="2426" actId="14100"/>
          <ac:spMkLst>
            <pc:docMk/>
            <pc:sldMk cId="3747625186" sldId="503"/>
            <ac:spMk id="6" creationId="{0AAEAD5E-638F-515F-1874-C6A03CA29812}"/>
          </ac:spMkLst>
        </pc:spChg>
        <pc:spChg chg="mod">
          <ac:chgData name="Michael Hill" userId="41dba03d-e58d-4389-9894-554c10310ba4" providerId="ADAL" clId="{EF23FE1D-A042-481E-AFD7-2A9FB0847F54}" dt="2026-01-20T19:38:52.466" v="4598" actId="207"/>
          <ac:spMkLst>
            <pc:docMk/>
            <pc:sldMk cId="3747625186" sldId="503"/>
            <ac:spMk id="8" creationId="{55325DA5-E7A6-15AA-DE4F-0D3B0530F9FD}"/>
          </ac:spMkLst>
        </pc:spChg>
        <pc:spChg chg="mod">
          <ac:chgData name="Michael Hill" userId="41dba03d-e58d-4389-9894-554c10310ba4" providerId="ADAL" clId="{EF23FE1D-A042-481E-AFD7-2A9FB0847F54}" dt="2026-01-20T18:52:41.543" v="2849" actId="1076"/>
          <ac:spMkLst>
            <pc:docMk/>
            <pc:sldMk cId="3747625186" sldId="503"/>
            <ac:spMk id="10" creationId="{0098A789-BB6D-44F0-4050-4BC207FF534E}"/>
          </ac:spMkLst>
        </pc:spChg>
      </pc:sldChg>
      <pc:sldChg chg="addSp modSp add mod">
        <pc:chgData name="Michael Hill" userId="41dba03d-e58d-4389-9894-554c10310ba4" providerId="ADAL" clId="{EF23FE1D-A042-481E-AFD7-2A9FB0847F54}" dt="2026-01-20T19:00:22.707" v="3227"/>
        <pc:sldMkLst>
          <pc:docMk/>
          <pc:sldMk cId="942284686" sldId="504"/>
        </pc:sldMkLst>
        <pc:spChg chg="add mod">
          <ac:chgData name="Michael Hill" userId="41dba03d-e58d-4389-9894-554c10310ba4" providerId="ADAL" clId="{EF23FE1D-A042-481E-AFD7-2A9FB0847F54}" dt="2026-01-20T19:00:22.707" v="3227"/>
          <ac:spMkLst>
            <pc:docMk/>
            <pc:sldMk cId="942284686" sldId="504"/>
            <ac:spMk id="2" creationId="{375F0371-E620-D7F6-CAD0-BE636D94F7CB}"/>
          </ac:spMkLst>
        </pc:spChg>
        <pc:spChg chg="mod">
          <ac:chgData name="Michael Hill" userId="41dba03d-e58d-4389-9894-554c10310ba4" providerId="ADAL" clId="{EF23FE1D-A042-481E-AFD7-2A9FB0847F54}" dt="2026-01-20T18:59:53.121" v="3217" actId="20577"/>
          <ac:spMkLst>
            <pc:docMk/>
            <pc:sldMk cId="942284686" sldId="504"/>
            <ac:spMk id="8" creationId="{06524F17-0571-558A-713F-442B46870541}"/>
          </ac:spMkLst>
        </pc:spChg>
        <pc:spChg chg="mod">
          <ac:chgData name="Michael Hill" userId="41dba03d-e58d-4389-9894-554c10310ba4" providerId="ADAL" clId="{EF23FE1D-A042-481E-AFD7-2A9FB0847F54}" dt="2026-01-20T19:00:07.359" v="3218" actId="1076"/>
          <ac:spMkLst>
            <pc:docMk/>
            <pc:sldMk cId="942284686" sldId="504"/>
            <ac:spMk id="10" creationId="{C233A182-484C-9E3B-E2D5-B4746E72C17F}"/>
          </ac:spMkLst>
        </pc:spChg>
      </pc:sldChg>
      <pc:sldChg chg="delSp modSp add mod ord">
        <pc:chgData name="Michael Hill" userId="41dba03d-e58d-4389-9894-554c10310ba4" providerId="ADAL" clId="{EF23FE1D-A042-481E-AFD7-2A9FB0847F54}" dt="2026-01-20T19:38:42.293" v="4595" actId="207"/>
        <pc:sldMkLst>
          <pc:docMk/>
          <pc:sldMk cId="1297082653" sldId="505"/>
        </pc:sldMkLst>
        <pc:spChg chg="del mod">
          <ac:chgData name="Michael Hill" userId="41dba03d-e58d-4389-9894-554c10310ba4" providerId="ADAL" clId="{EF23FE1D-A042-481E-AFD7-2A9FB0847F54}" dt="2026-01-20T19:07:27.918" v="3544" actId="478"/>
          <ac:spMkLst>
            <pc:docMk/>
            <pc:sldMk cId="1297082653" sldId="505"/>
            <ac:spMk id="2" creationId="{7A126733-3FE2-2F86-28F7-B0D1D0FE85C6}"/>
          </ac:spMkLst>
        </pc:spChg>
        <pc:spChg chg="mod">
          <ac:chgData name="Michael Hill" userId="41dba03d-e58d-4389-9894-554c10310ba4" providerId="ADAL" clId="{EF23FE1D-A042-481E-AFD7-2A9FB0847F54}" dt="2026-01-20T19:01:04.082" v="3244" actId="14100"/>
          <ac:spMkLst>
            <pc:docMk/>
            <pc:sldMk cId="1297082653" sldId="505"/>
            <ac:spMk id="6" creationId="{D4C3084A-EA05-069C-9F1A-5A3A8766A4E4}"/>
          </ac:spMkLst>
        </pc:spChg>
        <pc:spChg chg="mod">
          <ac:chgData name="Michael Hill" userId="41dba03d-e58d-4389-9894-554c10310ba4" providerId="ADAL" clId="{EF23FE1D-A042-481E-AFD7-2A9FB0847F54}" dt="2026-01-20T19:38:42.293" v="4595" actId="207"/>
          <ac:spMkLst>
            <pc:docMk/>
            <pc:sldMk cId="1297082653" sldId="505"/>
            <ac:spMk id="8" creationId="{5E170647-9EE8-E276-5394-AA03AF25CA0B}"/>
          </ac:spMkLst>
        </pc:spChg>
        <pc:spChg chg="mod">
          <ac:chgData name="Michael Hill" userId="41dba03d-e58d-4389-9894-554c10310ba4" providerId="ADAL" clId="{EF23FE1D-A042-481E-AFD7-2A9FB0847F54}" dt="2026-01-20T19:07:39.078" v="3549" actId="14100"/>
          <ac:spMkLst>
            <pc:docMk/>
            <pc:sldMk cId="1297082653" sldId="505"/>
            <ac:spMk id="10" creationId="{C3716311-F41F-D864-B547-5E8B1559DBCE}"/>
          </ac:spMkLst>
        </pc:spChg>
      </pc:sldChg>
      <pc:sldChg chg="delSp modSp add mod">
        <pc:chgData name="Michael Hill" userId="41dba03d-e58d-4389-9894-554c10310ba4" providerId="ADAL" clId="{EF23FE1D-A042-481E-AFD7-2A9FB0847F54}" dt="2026-01-20T19:13:14.331" v="3780" actId="478"/>
        <pc:sldMkLst>
          <pc:docMk/>
          <pc:sldMk cId="1679458471" sldId="506"/>
        </pc:sldMkLst>
        <pc:spChg chg="mod">
          <ac:chgData name="Michael Hill" userId="41dba03d-e58d-4389-9894-554c10310ba4" providerId="ADAL" clId="{EF23FE1D-A042-481E-AFD7-2A9FB0847F54}" dt="2026-01-20T19:11:40.056" v="3608" actId="20577"/>
          <ac:spMkLst>
            <pc:docMk/>
            <pc:sldMk cId="1679458471" sldId="506"/>
            <ac:spMk id="6" creationId="{B2B0EEC7-6EC9-C8F3-9B2C-BD78F2F0F198}"/>
          </ac:spMkLst>
        </pc:spChg>
        <pc:spChg chg="mod">
          <ac:chgData name="Michael Hill" userId="41dba03d-e58d-4389-9894-554c10310ba4" providerId="ADAL" clId="{EF23FE1D-A042-481E-AFD7-2A9FB0847F54}" dt="2026-01-20T19:13:05.037" v="3778" actId="20577"/>
          <ac:spMkLst>
            <pc:docMk/>
            <pc:sldMk cId="1679458471" sldId="506"/>
            <ac:spMk id="8" creationId="{E888A0A8-0AA3-774E-5043-4A4A25E0E800}"/>
          </ac:spMkLst>
        </pc:spChg>
        <pc:spChg chg="del">
          <ac:chgData name="Michael Hill" userId="41dba03d-e58d-4389-9894-554c10310ba4" providerId="ADAL" clId="{EF23FE1D-A042-481E-AFD7-2A9FB0847F54}" dt="2026-01-20T19:13:14.331" v="3780" actId="478"/>
          <ac:spMkLst>
            <pc:docMk/>
            <pc:sldMk cId="1679458471" sldId="506"/>
            <ac:spMk id="10" creationId="{12F8A635-41CD-2D6A-5D21-16E0155D8019}"/>
          </ac:spMkLst>
        </pc:spChg>
      </pc:sldChg>
      <pc:sldChg chg="modSp add mod">
        <pc:chgData name="Michael Hill" userId="41dba03d-e58d-4389-9894-554c10310ba4" providerId="ADAL" clId="{EF23FE1D-A042-481E-AFD7-2A9FB0847F54}" dt="2026-01-20T19:38:32.834" v="4592" actId="207"/>
        <pc:sldMkLst>
          <pc:docMk/>
          <pc:sldMk cId="110740488" sldId="507"/>
        </pc:sldMkLst>
        <pc:spChg chg="mod">
          <ac:chgData name="Michael Hill" userId="41dba03d-e58d-4389-9894-554c10310ba4" providerId="ADAL" clId="{EF23FE1D-A042-481E-AFD7-2A9FB0847F54}" dt="2026-01-20T19:13:19.548" v="3794" actId="20577"/>
          <ac:spMkLst>
            <pc:docMk/>
            <pc:sldMk cId="110740488" sldId="507"/>
            <ac:spMk id="6" creationId="{97092833-C27B-F1F0-8A44-26229F18727F}"/>
          </ac:spMkLst>
        </pc:spChg>
        <pc:spChg chg="mod">
          <ac:chgData name="Michael Hill" userId="41dba03d-e58d-4389-9894-554c10310ba4" providerId="ADAL" clId="{EF23FE1D-A042-481E-AFD7-2A9FB0847F54}" dt="2026-01-20T19:38:32.834" v="4592" actId="207"/>
          <ac:spMkLst>
            <pc:docMk/>
            <pc:sldMk cId="110740488" sldId="507"/>
            <ac:spMk id="8" creationId="{3491037E-A8EC-D285-E785-CA67200B2C69}"/>
          </ac:spMkLst>
        </pc:spChg>
        <pc:spChg chg="mod">
          <ac:chgData name="Michael Hill" userId="41dba03d-e58d-4389-9894-554c10310ba4" providerId="ADAL" clId="{EF23FE1D-A042-481E-AFD7-2A9FB0847F54}" dt="2026-01-20T19:20:20.763" v="4328" actId="1076"/>
          <ac:spMkLst>
            <pc:docMk/>
            <pc:sldMk cId="110740488" sldId="507"/>
            <ac:spMk id="10" creationId="{2E47976D-FB5B-0E9A-4AD1-26BDC2C4B42C}"/>
          </ac:spMkLst>
        </pc:spChg>
      </pc:sldChg>
      <pc:sldChg chg="modSp add mod">
        <pc:chgData name="Michael Hill" userId="41dba03d-e58d-4389-9894-554c10310ba4" providerId="ADAL" clId="{EF23FE1D-A042-481E-AFD7-2A9FB0847F54}" dt="2026-01-20T19:38:28.264" v="4589" actId="207"/>
        <pc:sldMkLst>
          <pc:docMk/>
          <pc:sldMk cId="3506636498" sldId="508"/>
        </pc:sldMkLst>
        <pc:spChg chg="mod">
          <ac:chgData name="Michael Hill" userId="41dba03d-e58d-4389-9894-554c10310ba4" providerId="ADAL" clId="{EF23FE1D-A042-481E-AFD7-2A9FB0847F54}" dt="2026-01-20T19:21:03.772" v="4334" actId="20577"/>
          <ac:spMkLst>
            <pc:docMk/>
            <pc:sldMk cId="3506636498" sldId="508"/>
            <ac:spMk id="6" creationId="{8E71A908-20E9-E19F-B5E9-F07CFFB4CFE3}"/>
          </ac:spMkLst>
        </pc:spChg>
        <pc:spChg chg="mod">
          <ac:chgData name="Michael Hill" userId="41dba03d-e58d-4389-9894-554c10310ba4" providerId="ADAL" clId="{EF23FE1D-A042-481E-AFD7-2A9FB0847F54}" dt="2026-01-20T19:38:28.264" v="4589" actId="207"/>
          <ac:spMkLst>
            <pc:docMk/>
            <pc:sldMk cId="3506636498" sldId="508"/>
            <ac:spMk id="8" creationId="{E81A6C87-A608-6C9E-DC93-1A2BB11552BC}"/>
          </ac:spMkLst>
        </pc:spChg>
        <pc:spChg chg="mod">
          <ac:chgData name="Michael Hill" userId="41dba03d-e58d-4389-9894-554c10310ba4" providerId="ADAL" clId="{EF23FE1D-A042-481E-AFD7-2A9FB0847F54}" dt="2026-01-20T19:17:32.525" v="4141" actId="14100"/>
          <ac:spMkLst>
            <pc:docMk/>
            <pc:sldMk cId="3506636498" sldId="508"/>
            <ac:spMk id="10" creationId="{D8D130C7-19C9-E340-AFBE-37D907DEA234}"/>
          </ac:spMkLst>
        </pc:spChg>
      </pc:sldChg>
      <pc:sldChg chg="modSp add mod">
        <pc:chgData name="Michael Hill" userId="41dba03d-e58d-4389-9894-554c10310ba4" providerId="ADAL" clId="{EF23FE1D-A042-481E-AFD7-2A9FB0847F54}" dt="2026-01-20T19:38:23.398" v="4586" actId="114"/>
        <pc:sldMkLst>
          <pc:docMk/>
          <pc:sldMk cId="3646813003" sldId="509"/>
        </pc:sldMkLst>
        <pc:spChg chg="mod">
          <ac:chgData name="Michael Hill" userId="41dba03d-e58d-4389-9894-554c10310ba4" providerId="ADAL" clId="{EF23FE1D-A042-481E-AFD7-2A9FB0847F54}" dt="2026-01-20T19:21:08.893" v="4341" actId="20577"/>
          <ac:spMkLst>
            <pc:docMk/>
            <pc:sldMk cId="3646813003" sldId="509"/>
            <ac:spMk id="6" creationId="{92408AA6-B50E-F428-999F-EF9FCFE11F77}"/>
          </ac:spMkLst>
        </pc:spChg>
        <pc:spChg chg="mod">
          <ac:chgData name="Michael Hill" userId="41dba03d-e58d-4389-9894-554c10310ba4" providerId="ADAL" clId="{EF23FE1D-A042-481E-AFD7-2A9FB0847F54}" dt="2026-01-20T19:38:23.398" v="4586" actId="114"/>
          <ac:spMkLst>
            <pc:docMk/>
            <pc:sldMk cId="3646813003" sldId="509"/>
            <ac:spMk id="8" creationId="{F61F545C-6305-7E1B-5ECA-4102CEB17E1A}"/>
          </ac:spMkLst>
        </pc:spChg>
        <pc:spChg chg="mod">
          <ac:chgData name="Michael Hill" userId="41dba03d-e58d-4389-9894-554c10310ba4" providerId="ADAL" clId="{EF23FE1D-A042-481E-AFD7-2A9FB0847F54}" dt="2026-01-20T19:23:43.013" v="4382" actId="2710"/>
          <ac:spMkLst>
            <pc:docMk/>
            <pc:sldMk cId="3646813003" sldId="509"/>
            <ac:spMk id="10" creationId="{759F6746-6B54-8ABF-3A70-F0211368122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0EF95B-9744-42BF-8E95-B5A640A352E6}" type="datetimeFigureOut">
              <a:rPr lang="en-US" smtClean="0"/>
              <a:t>1/20/2026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23B401-C566-4517-ADD4-C67058331A8A}" type="slidenum">
              <a:rPr lang="en-US" smtClean="0"/>
              <a:t>‹#›</a:t>
            </a:fld>
            <a:endParaRPr lang="en-US"/>
          </a:p>
        </p:txBody>
      </p:sp>
    </p:spTree>
    <p:extLst>
      <p:ext uri="{BB962C8B-B14F-4D97-AF65-F5344CB8AC3E}">
        <p14:creationId xmlns:p14="http://schemas.microsoft.com/office/powerpoint/2010/main" val="2128927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C6A4B-E724-C642-63ED-9C1381B808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85E653-4903-1005-D15B-66DB874D27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04A978-A4B2-A67F-C69F-38ADC7DB4D2B}"/>
              </a:ext>
            </a:extLst>
          </p:cNvPr>
          <p:cNvSpPr>
            <a:spLocks noGrp="1"/>
          </p:cNvSpPr>
          <p:nvPr>
            <p:ph type="dt" sz="half" idx="10"/>
          </p:nvPr>
        </p:nvSpPr>
        <p:spPr/>
        <p:txBody>
          <a:bodyPr/>
          <a:lstStyle/>
          <a:p>
            <a:fld id="{52CFA067-BC5A-4095-A3A5-99A1BAFE9208}" type="datetimeFigureOut">
              <a:rPr lang="en-US" smtClean="0"/>
              <a:t>1/20/2026</a:t>
            </a:fld>
            <a:endParaRPr lang="en-US"/>
          </a:p>
        </p:txBody>
      </p:sp>
      <p:sp>
        <p:nvSpPr>
          <p:cNvPr id="5" name="Footer Placeholder 4">
            <a:extLst>
              <a:ext uri="{FF2B5EF4-FFF2-40B4-BE49-F238E27FC236}">
                <a16:creationId xmlns:a16="http://schemas.microsoft.com/office/drawing/2014/main" id="{FE4910B7-42B2-3D3D-3AE4-AC7E6C388C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F21657-9CFD-95BE-EEE3-E1B47D77D808}"/>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002272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00003-439B-FA69-F591-6D66E27419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C20904-0912-32D7-F6E6-31372E4888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C3E7E8-F851-BEB7-2C68-8FE1EF6742E1}"/>
              </a:ext>
            </a:extLst>
          </p:cNvPr>
          <p:cNvSpPr>
            <a:spLocks noGrp="1"/>
          </p:cNvSpPr>
          <p:nvPr>
            <p:ph type="dt" sz="half" idx="10"/>
          </p:nvPr>
        </p:nvSpPr>
        <p:spPr/>
        <p:txBody>
          <a:bodyPr/>
          <a:lstStyle/>
          <a:p>
            <a:fld id="{52CFA067-BC5A-4095-A3A5-99A1BAFE9208}" type="datetimeFigureOut">
              <a:rPr lang="en-US" smtClean="0"/>
              <a:t>1/20/2026</a:t>
            </a:fld>
            <a:endParaRPr lang="en-US"/>
          </a:p>
        </p:txBody>
      </p:sp>
      <p:sp>
        <p:nvSpPr>
          <p:cNvPr id="5" name="Footer Placeholder 4">
            <a:extLst>
              <a:ext uri="{FF2B5EF4-FFF2-40B4-BE49-F238E27FC236}">
                <a16:creationId xmlns:a16="http://schemas.microsoft.com/office/drawing/2014/main" id="{CABAE2CA-7781-6E95-12BA-557F775A97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F9952B-F381-1189-2020-9A14F470CCE0}"/>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3057639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9F060-3D96-5480-3C88-EE775B82FB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3569D8-9209-8B7C-1538-E818415FF6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F66B1C-5056-EDDF-CD36-E7BFD2F437E0}"/>
              </a:ext>
            </a:extLst>
          </p:cNvPr>
          <p:cNvSpPr>
            <a:spLocks noGrp="1"/>
          </p:cNvSpPr>
          <p:nvPr>
            <p:ph type="dt" sz="half" idx="10"/>
          </p:nvPr>
        </p:nvSpPr>
        <p:spPr/>
        <p:txBody>
          <a:bodyPr/>
          <a:lstStyle/>
          <a:p>
            <a:fld id="{52CFA067-BC5A-4095-A3A5-99A1BAFE9208}" type="datetimeFigureOut">
              <a:rPr lang="en-US" smtClean="0"/>
              <a:t>1/20/2026</a:t>
            </a:fld>
            <a:endParaRPr lang="en-US"/>
          </a:p>
        </p:txBody>
      </p:sp>
      <p:sp>
        <p:nvSpPr>
          <p:cNvPr id="5" name="Footer Placeholder 4">
            <a:extLst>
              <a:ext uri="{FF2B5EF4-FFF2-40B4-BE49-F238E27FC236}">
                <a16:creationId xmlns:a16="http://schemas.microsoft.com/office/drawing/2014/main" id="{77CF8CB3-3858-3C51-AA38-3F86C09748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CEA923-CF31-8772-A331-247B9144D1B6}"/>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62205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25B0-376D-3011-4FDF-D4CA713D7E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D71C86-3E65-FA4B-6F6C-0BB7AA3900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FE646B-5AE1-A23D-3D1F-474544BF3B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B279F2-41EE-1489-59DC-32CD90629E44}"/>
              </a:ext>
            </a:extLst>
          </p:cNvPr>
          <p:cNvSpPr>
            <a:spLocks noGrp="1"/>
          </p:cNvSpPr>
          <p:nvPr>
            <p:ph type="dt" sz="half" idx="10"/>
          </p:nvPr>
        </p:nvSpPr>
        <p:spPr/>
        <p:txBody>
          <a:bodyPr/>
          <a:lstStyle/>
          <a:p>
            <a:fld id="{52CFA067-BC5A-4095-A3A5-99A1BAFE9208}" type="datetimeFigureOut">
              <a:rPr lang="en-US" smtClean="0"/>
              <a:t>1/20/2026</a:t>
            </a:fld>
            <a:endParaRPr lang="en-US"/>
          </a:p>
        </p:txBody>
      </p:sp>
      <p:sp>
        <p:nvSpPr>
          <p:cNvPr id="6" name="Footer Placeholder 5">
            <a:extLst>
              <a:ext uri="{FF2B5EF4-FFF2-40B4-BE49-F238E27FC236}">
                <a16:creationId xmlns:a16="http://schemas.microsoft.com/office/drawing/2014/main" id="{159EC4E9-67EE-D095-37A7-39EFE82D19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7B2442-8F9C-AC5E-9546-BDE753C186C9}"/>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3959941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C8DBA-2489-9EF4-F45E-238BC26EF7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D34AAF-B93F-48B6-1B8B-FD3E959FB9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D8698B-3528-B8DC-27B8-D49145D6048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9008AA-A42D-2259-0D36-908024A20B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8A62E1-25E1-7552-ABA8-BE7F2A3B1B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97670D-8F54-733D-3639-1B7CCE4C117B}"/>
              </a:ext>
            </a:extLst>
          </p:cNvPr>
          <p:cNvSpPr>
            <a:spLocks noGrp="1"/>
          </p:cNvSpPr>
          <p:nvPr>
            <p:ph type="dt" sz="half" idx="10"/>
          </p:nvPr>
        </p:nvSpPr>
        <p:spPr/>
        <p:txBody>
          <a:bodyPr/>
          <a:lstStyle/>
          <a:p>
            <a:fld id="{52CFA067-BC5A-4095-A3A5-99A1BAFE9208}" type="datetimeFigureOut">
              <a:rPr lang="en-US" smtClean="0"/>
              <a:t>1/20/2026</a:t>
            </a:fld>
            <a:endParaRPr lang="en-US"/>
          </a:p>
        </p:txBody>
      </p:sp>
      <p:sp>
        <p:nvSpPr>
          <p:cNvPr id="8" name="Footer Placeholder 7">
            <a:extLst>
              <a:ext uri="{FF2B5EF4-FFF2-40B4-BE49-F238E27FC236}">
                <a16:creationId xmlns:a16="http://schemas.microsoft.com/office/drawing/2014/main" id="{4B3C6C20-7A45-CC6A-CA55-61F7CCF3BF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B7766C-30F5-1A8E-58AF-CDC986CF8690}"/>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944576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B690D-7611-3967-E6F3-81F032CFF7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1D4BA6-7CE7-229C-2BD5-FECCA2886FAF}"/>
              </a:ext>
            </a:extLst>
          </p:cNvPr>
          <p:cNvSpPr>
            <a:spLocks noGrp="1"/>
          </p:cNvSpPr>
          <p:nvPr>
            <p:ph type="dt" sz="half" idx="10"/>
          </p:nvPr>
        </p:nvSpPr>
        <p:spPr/>
        <p:txBody>
          <a:bodyPr/>
          <a:lstStyle/>
          <a:p>
            <a:fld id="{52CFA067-BC5A-4095-A3A5-99A1BAFE9208}" type="datetimeFigureOut">
              <a:rPr lang="en-US" smtClean="0"/>
              <a:t>1/20/2026</a:t>
            </a:fld>
            <a:endParaRPr lang="en-US"/>
          </a:p>
        </p:txBody>
      </p:sp>
      <p:sp>
        <p:nvSpPr>
          <p:cNvPr id="4" name="Footer Placeholder 3">
            <a:extLst>
              <a:ext uri="{FF2B5EF4-FFF2-40B4-BE49-F238E27FC236}">
                <a16:creationId xmlns:a16="http://schemas.microsoft.com/office/drawing/2014/main" id="{81CA691A-621C-6EB1-3EB8-CA9FF47FB9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257F05-B410-F8DD-455C-490CEB149F11}"/>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271566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709F58-5A85-92F4-B06D-2164303344CB}"/>
              </a:ext>
            </a:extLst>
          </p:cNvPr>
          <p:cNvSpPr>
            <a:spLocks noGrp="1"/>
          </p:cNvSpPr>
          <p:nvPr>
            <p:ph type="dt" sz="half" idx="10"/>
          </p:nvPr>
        </p:nvSpPr>
        <p:spPr/>
        <p:txBody>
          <a:bodyPr/>
          <a:lstStyle/>
          <a:p>
            <a:fld id="{52CFA067-BC5A-4095-A3A5-99A1BAFE9208}" type="datetimeFigureOut">
              <a:rPr lang="en-US" smtClean="0"/>
              <a:t>1/20/2026</a:t>
            </a:fld>
            <a:endParaRPr lang="en-US"/>
          </a:p>
        </p:txBody>
      </p:sp>
      <p:sp>
        <p:nvSpPr>
          <p:cNvPr id="3" name="Footer Placeholder 2">
            <a:extLst>
              <a:ext uri="{FF2B5EF4-FFF2-40B4-BE49-F238E27FC236}">
                <a16:creationId xmlns:a16="http://schemas.microsoft.com/office/drawing/2014/main" id="{CB9B9967-5360-F0CB-62AE-C03CEF75ED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5E68E6-84C0-1723-6611-61380FA19F8C}"/>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267955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855B2-ECD6-C08F-72AD-183650C66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896BA6-2739-2BD7-969A-4113A51196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886298-57FD-A8A8-D424-73178F2DB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D784E3-D576-8AA7-A98D-17AA30F763C6}"/>
              </a:ext>
            </a:extLst>
          </p:cNvPr>
          <p:cNvSpPr>
            <a:spLocks noGrp="1"/>
          </p:cNvSpPr>
          <p:nvPr>
            <p:ph type="dt" sz="half" idx="10"/>
          </p:nvPr>
        </p:nvSpPr>
        <p:spPr/>
        <p:txBody>
          <a:bodyPr/>
          <a:lstStyle/>
          <a:p>
            <a:fld id="{52CFA067-BC5A-4095-A3A5-99A1BAFE9208}" type="datetimeFigureOut">
              <a:rPr lang="en-US" smtClean="0"/>
              <a:t>1/20/2026</a:t>
            </a:fld>
            <a:endParaRPr lang="en-US"/>
          </a:p>
        </p:txBody>
      </p:sp>
      <p:sp>
        <p:nvSpPr>
          <p:cNvPr id="6" name="Footer Placeholder 5">
            <a:extLst>
              <a:ext uri="{FF2B5EF4-FFF2-40B4-BE49-F238E27FC236}">
                <a16:creationId xmlns:a16="http://schemas.microsoft.com/office/drawing/2014/main" id="{42948EE1-5288-E1AE-89F1-37B64F23E5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C75274-EEF3-4830-9978-53BE36B7A20D}"/>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102701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332C3-BAF4-D846-43C1-525BE354EB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72DC9A-2E8B-6C73-166E-961BCED000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CE3A54-E42B-7858-93B4-F1A981487B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2C60C9-5A10-7256-4190-5DE6C1C3006E}"/>
              </a:ext>
            </a:extLst>
          </p:cNvPr>
          <p:cNvSpPr>
            <a:spLocks noGrp="1"/>
          </p:cNvSpPr>
          <p:nvPr>
            <p:ph type="dt" sz="half" idx="10"/>
          </p:nvPr>
        </p:nvSpPr>
        <p:spPr/>
        <p:txBody>
          <a:bodyPr/>
          <a:lstStyle/>
          <a:p>
            <a:fld id="{52CFA067-BC5A-4095-A3A5-99A1BAFE9208}" type="datetimeFigureOut">
              <a:rPr lang="en-US" smtClean="0"/>
              <a:t>1/20/2026</a:t>
            </a:fld>
            <a:endParaRPr lang="en-US"/>
          </a:p>
        </p:txBody>
      </p:sp>
      <p:sp>
        <p:nvSpPr>
          <p:cNvPr id="6" name="Footer Placeholder 5">
            <a:extLst>
              <a:ext uri="{FF2B5EF4-FFF2-40B4-BE49-F238E27FC236}">
                <a16:creationId xmlns:a16="http://schemas.microsoft.com/office/drawing/2014/main" id="{1E52744C-0DE9-DCDB-4998-7A3221F15C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D5596-7365-792E-D0E3-4ED3B5E7D42C}"/>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1695055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A8605-B3B6-D788-279D-476906E34B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AD9E01-2C5E-0FD4-BF7C-54659537D7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1685CA-CEBB-6B85-90D4-1BEF716FCB6C}"/>
              </a:ext>
            </a:extLst>
          </p:cNvPr>
          <p:cNvSpPr>
            <a:spLocks noGrp="1"/>
          </p:cNvSpPr>
          <p:nvPr>
            <p:ph type="dt" sz="half" idx="10"/>
          </p:nvPr>
        </p:nvSpPr>
        <p:spPr/>
        <p:txBody>
          <a:bodyPr/>
          <a:lstStyle/>
          <a:p>
            <a:fld id="{52CFA067-BC5A-4095-A3A5-99A1BAFE9208}" type="datetimeFigureOut">
              <a:rPr lang="en-US" smtClean="0"/>
              <a:t>1/20/2026</a:t>
            </a:fld>
            <a:endParaRPr lang="en-US"/>
          </a:p>
        </p:txBody>
      </p:sp>
      <p:sp>
        <p:nvSpPr>
          <p:cNvPr id="5" name="Footer Placeholder 4">
            <a:extLst>
              <a:ext uri="{FF2B5EF4-FFF2-40B4-BE49-F238E27FC236}">
                <a16:creationId xmlns:a16="http://schemas.microsoft.com/office/drawing/2014/main" id="{15B0A526-A1AA-3BC7-DC9D-B44EBC07B0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AED0B1-5EB5-A414-75E8-6BA511C07E04}"/>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1221256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BD8E7E-5301-E447-23C8-B8B5D2932F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336805-717E-9F25-0794-88BD42C6E8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03C3FF-BEC2-31C8-6723-85EC312761E6}"/>
              </a:ext>
            </a:extLst>
          </p:cNvPr>
          <p:cNvSpPr>
            <a:spLocks noGrp="1"/>
          </p:cNvSpPr>
          <p:nvPr>
            <p:ph type="dt" sz="half" idx="10"/>
          </p:nvPr>
        </p:nvSpPr>
        <p:spPr/>
        <p:txBody>
          <a:bodyPr/>
          <a:lstStyle/>
          <a:p>
            <a:fld id="{52CFA067-BC5A-4095-A3A5-99A1BAFE9208}" type="datetimeFigureOut">
              <a:rPr lang="en-US" smtClean="0"/>
              <a:t>1/20/2026</a:t>
            </a:fld>
            <a:endParaRPr lang="en-US"/>
          </a:p>
        </p:txBody>
      </p:sp>
      <p:sp>
        <p:nvSpPr>
          <p:cNvPr id="5" name="Footer Placeholder 4">
            <a:extLst>
              <a:ext uri="{FF2B5EF4-FFF2-40B4-BE49-F238E27FC236}">
                <a16:creationId xmlns:a16="http://schemas.microsoft.com/office/drawing/2014/main" id="{63DA1747-0799-AAD2-1377-F19D1A5E76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CF77C4-38FB-B4D4-348D-9D2957422C38}"/>
              </a:ext>
            </a:extLst>
          </p:cNvPr>
          <p:cNvSpPr>
            <a:spLocks noGrp="1"/>
          </p:cNvSpPr>
          <p:nvPr>
            <p:ph type="sldNum" sz="quarter" idx="12"/>
          </p:nvPr>
        </p:nvSpPr>
        <p:spPr/>
        <p:txBody>
          <a:bodyPr/>
          <a:lstStyle/>
          <a:p>
            <a:fld id="{7A0788BB-6672-4C27-B0EA-4C0AD0E80F39}" type="slidenum">
              <a:rPr lang="en-US" smtClean="0"/>
              <a:t>‹#›</a:t>
            </a:fld>
            <a:endParaRPr lang="en-US"/>
          </a:p>
        </p:txBody>
      </p:sp>
    </p:spTree>
    <p:extLst>
      <p:ext uri="{BB962C8B-B14F-4D97-AF65-F5344CB8AC3E}">
        <p14:creationId xmlns:p14="http://schemas.microsoft.com/office/powerpoint/2010/main" val="2088171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A3BEBB-B682-7839-B2B4-500CE17CB2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BD3092-A078-5BEF-361E-CB3FDD4576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44A81F-9B16-8EEC-9FE4-9E9D0C8E8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CFA067-BC5A-4095-A3A5-99A1BAFE9208}" type="datetimeFigureOut">
              <a:rPr lang="en-US" smtClean="0"/>
              <a:t>1/20/2026</a:t>
            </a:fld>
            <a:endParaRPr lang="en-US"/>
          </a:p>
        </p:txBody>
      </p:sp>
      <p:sp>
        <p:nvSpPr>
          <p:cNvPr id="5" name="Footer Placeholder 4">
            <a:extLst>
              <a:ext uri="{FF2B5EF4-FFF2-40B4-BE49-F238E27FC236}">
                <a16:creationId xmlns:a16="http://schemas.microsoft.com/office/drawing/2014/main" id="{1EB43794-F45F-30BE-BC6F-DDF9A70C2A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82708D-8AD6-9D50-70CF-8FFDD3AB7B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0788BB-6672-4C27-B0EA-4C0AD0E80F39}" type="slidenum">
              <a:rPr lang="en-US" smtClean="0"/>
              <a:t>‹#›</a:t>
            </a:fld>
            <a:endParaRPr lang="en-US"/>
          </a:p>
        </p:txBody>
      </p:sp>
    </p:spTree>
    <p:extLst>
      <p:ext uri="{BB962C8B-B14F-4D97-AF65-F5344CB8AC3E}">
        <p14:creationId xmlns:p14="http://schemas.microsoft.com/office/powerpoint/2010/main" val="638898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9BBF4B62-D7BF-1C6A-40E3-7B807FA87977}"/>
              </a:ext>
            </a:extLst>
          </p:cNvPr>
          <p:cNvSpPr/>
          <p:nvPr/>
        </p:nvSpPr>
        <p:spPr>
          <a:xfrm>
            <a:off x="4713768" y="2110368"/>
            <a:ext cx="2565990" cy="2565990"/>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2B883CE-936E-CB73-2B3E-56A618536A26}"/>
              </a:ext>
            </a:extLst>
          </p:cNvPr>
          <p:cNvSpPr/>
          <p:nvPr/>
        </p:nvSpPr>
        <p:spPr>
          <a:xfrm>
            <a:off x="895936" y="1574232"/>
            <a:ext cx="5652932" cy="2301533"/>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541717" lon="20311593" rev="27507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latin typeface="Bahnschrift SemiBold" panose="020B0502040204020203" pitchFamily="34" charset="0"/>
              </a:rPr>
              <a:t>TOPIC A3:</a:t>
            </a:r>
          </a:p>
          <a:p>
            <a:pPr algn="ctr"/>
            <a:r>
              <a:rPr lang="en-US" sz="6000" dirty="0">
                <a:latin typeface="Bahnschrift SemiBold" panose="020B0502040204020203" pitchFamily="34" charset="0"/>
              </a:rPr>
              <a:t>DATABASES</a:t>
            </a:r>
          </a:p>
        </p:txBody>
      </p:sp>
      <p:sp>
        <p:nvSpPr>
          <p:cNvPr id="5" name="Rectangle 4">
            <a:extLst>
              <a:ext uri="{FF2B5EF4-FFF2-40B4-BE49-F238E27FC236}">
                <a16:creationId xmlns:a16="http://schemas.microsoft.com/office/drawing/2014/main" id="{18C18ECD-1A29-4735-FBF9-2230E3FED94F}"/>
              </a:ext>
            </a:extLst>
          </p:cNvPr>
          <p:cNvSpPr/>
          <p:nvPr/>
        </p:nvSpPr>
        <p:spPr>
          <a:xfrm>
            <a:off x="6719147" y="2724998"/>
            <a:ext cx="4008656" cy="1160918"/>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LESSON A3-9</a:t>
            </a:r>
          </a:p>
        </p:txBody>
      </p:sp>
      <p:sp>
        <p:nvSpPr>
          <p:cNvPr id="6" name="Rectangle 5">
            <a:extLst>
              <a:ext uri="{FF2B5EF4-FFF2-40B4-BE49-F238E27FC236}">
                <a16:creationId xmlns:a16="http://schemas.microsoft.com/office/drawing/2014/main" id="{945BB639-AC69-FE40-4352-5D3077A94591}"/>
              </a:ext>
            </a:extLst>
          </p:cNvPr>
          <p:cNvSpPr/>
          <p:nvPr/>
        </p:nvSpPr>
        <p:spPr>
          <a:xfrm>
            <a:off x="1532298" y="3692233"/>
            <a:ext cx="8368319" cy="984125"/>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Relaxed">
              <a:rot lat="20129102" lon="991603" rev="2117886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SQL OPERATIONS &amp; UPDATES</a:t>
            </a:r>
          </a:p>
        </p:txBody>
      </p:sp>
    </p:spTree>
    <p:extLst>
      <p:ext uri="{BB962C8B-B14F-4D97-AF65-F5344CB8AC3E}">
        <p14:creationId xmlns:p14="http://schemas.microsoft.com/office/powerpoint/2010/main" val="1878848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66950A9E-999F-1BB1-2C00-779227746E04}"/>
            </a:ext>
          </a:extLst>
        </p:cNvPr>
        <p:cNvGrpSpPr/>
        <p:nvPr/>
      </p:nvGrpSpPr>
      <p:grpSpPr>
        <a:xfrm>
          <a:off x="0" y="0"/>
          <a:ext cx="0" cy="0"/>
          <a:chOff x="0" y="0"/>
          <a:chExt cx="0" cy="0"/>
        </a:xfrm>
      </p:grpSpPr>
      <p:sp>
        <p:nvSpPr>
          <p:cNvPr id="12" name="Oval 11">
            <a:extLst>
              <a:ext uri="{FF2B5EF4-FFF2-40B4-BE49-F238E27FC236}">
                <a16:creationId xmlns:a16="http://schemas.microsoft.com/office/drawing/2014/main" id="{86893419-8B7B-38C3-2D89-D4BB95E0AB27}"/>
              </a:ext>
            </a:extLst>
          </p:cNvPr>
          <p:cNvSpPr/>
          <p:nvPr/>
        </p:nvSpPr>
        <p:spPr>
          <a:xfrm>
            <a:off x="6199068" y="1783144"/>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2D4645F-350F-77B1-036C-D01223EB808D}"/>
              </a:ext>
            </a:extLst>
          </p:cNvPr>
          <p:cNvSpPr/>
          <p:nvPr/>
        </p:nvSpPr>
        <p:spPr>
          <a:xfrm>
            <a:off x="6881567" y="1777234"/>
            <a:ext cx="4516539" cy="2255680"/>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1072296" lon="587304" rev="21567845"/>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latin typeface="Bahnschrift" panose="020B0502040204020203" pitchFamily="34" charset="0"/>
              </a:rPr>
              <a:t>Have a way to take notes and a way to write code available for this lesson</a:t>
            </a:r>
          </a:p>
        </p:txBody>
      </p:sp>
      <p:sp>
        <p:nvSpPr>
          <p:cNvPr id="9" name="Oval 8">
            <a:extLst>
              <a:ext uri="{FF2B5EF4-FFF2-40B4-BE49-F238E27FC236}">
                <a16:creationId xmlns:a16="http://schemas.microsoft.com/office/drawing/2014/main" id="{39CF6B3F-1F6D-7800-03EB-3D197914A30A}"/>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03133FC-E875-8442-9063-C305CC0BFB20}"/>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D7671A2-401B-58C3-4049-2F9F2E07BD91}"/>
              </a:ext>
            </a:extLst>
          </p:cNvPr>
          <p:cNvSpPr/>
          <p:nvPr/>
        </p:nvSpPr>
        <p:spPr>
          <a:xfrm>
            <a:off x="1060728" y="1213429"/>
            <a:ext cx="5413224" cy="5391671"/>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ctr">
              <a:buFont typeface="Arial" panose="020B0604020202020204" pitchFamily="34" charset="0"/>
              <a:buChar char="•"/>
            </a:pPr>
            <a:r>
              <a:rPr lang="en-US" sz="2800" dirty="0">
                <a:latin typeface="Bahnschrift" panose="020B0502040204020203" pitchFamily="34" charset="0"/>
              </a:rPr>
              <a:t>JOIN Clause</a:t>
            </a:r>
          </a:p>
          <a:p>
            <a:pPr marL="457200" indent="-457200" algn="ctr">
              <a:buFont typeface="Arial" panose="020B0604020202020204" pitchFamily="34" charset="0"/>
              <a:buChar char="•"/>
            </a:pPr>
            <a:r>
              <a:rPr lang="en-US" sz="2800" dirty="0">
                <a:latin typeface="Bahnschrift" panose="020B0502040204020203" pitchFamily="34" charset="0"/>
              </a:rPr>
              <a:t>DISTINCT Clause</a:t>
            </a:r>
          </a:p>
          <a:p>
            <a:pPr marL="457200" indent="-457200" algn="ctr">
              <a:buFont typeface="Arial" panose="020B0604020202020204" pitchFamily="34" charset="0"/>
              <a:buChar char="•"/>
            </a:pPr>
            <a:r>
              <a:rPr lang="en-US" sz="2800" dirty="0">
                <a:latin typeface="Bahnschrift" panose="020B0502040204020203" pitchFamily="34" charset="0"/>
              </a:rPr>
              <a:t>WHERE Clause</a:t>
            </a:r>
          </a:p>
          <a:p>
            <a:pPr marL="457200" indent="-457200" algn="ctr">
              <a:buFont typeface="Arial" panose="020B0604020202020204" pitchFamily="34" charset="0"/>
              <a:buChar char="•"/>
            </a:pPr>
            <a:r>
              <a:rPr lang="en-US" sz="2800" dirty="0">
                <a:latin typeface="Bahnschrift" panose="020B0502040204020203" pitchFamily="34" charset="0"/>
              </a:rPr>
              <a:t>Relational Operators</a:t>
            </a:r>
          </a:p>
          <a:p>
            <a:pPr marL="457200" indent="-457200" algn="ctr">
              <a:buFont typeface="Arial" panose="020B0604020202020204" pitchFamily="34" charset="0"/>
              <a:buChar char="•"/>
            </a:pPr>
            <a:r>
              <a:rPr lang="en-US" sz="2800" dirty="0">
                <a:latin typeface="Bahnschrift" panose="020B0502040204020203" pitchFamily="34" charset="0"/>
              </a:rPr>
              <a:t>Filtering</a:t>
            </a:r>
          </a:p>
          <a:p>
            <a:pPr marL="457200" indent="-457200" algn="ctr">
              <a:buFont typeface="Arial" panose="020B0604020202020204" pitchFamily="34" charset="0"/>
              <a:buChar char="•"/>
            </a:pPr>
            <a:r>
              <a:rPr lang="en-US" sz="2800" dirty="0">
                <a:latin typeface="Bahnschrift" panose="020B0502040204020203" pitchFamily="34" charset="0"/>
              </a:rPr>
              <a:t>Pattern Matching</a:t>
            </a:r>
          </a:p>
          <a:p>
            <a:pPr marL="457200" indent="-457200" algn="ctr">
              <a:buFont typeface="Arial" panose="020B0604020202020204" pitchFamily="34" charset="0"/>
              <a:buChar char="•"/>
            </a:pPr>
            <a:r>
              <a:rPr lang="en-US" sz="2800" dirty="0">
                <a:latin typeface="Bahnschrift" panose="020B0502040204020203" pitchFamily="34" charset="0"/>
              </a:rPr>
              <a:t>Ordering Data</a:t>
            </a:r>
          </a:p>
          <a:p>
            <a:pPr marL="457200" indent="-457200" algn="ctr">
              <a:buFont typeface="Arial" panose="020B0604020202020204" pitchFamily="34" charset="0"/>
              <a:buChar char="•"/>
            </a:pPr>
            <a:r>
              <a:rPr lang="en-US" sz="2800" dirty="0">
                <a:latin typeface="Bahnschrift" panose="020B0502040204020203" pitchFamily="34" charset="0"/>
              </a:rPr>
              <a:t>SQL Update Queries</a:t>
            </a:r>
          </a:p>
        </p:txBody>
      </p:sp>
      <p:sp>
        <p:nvSpPr>
          <p:cNvPr id="10" name="Rectangle 9">
            <a:extLst>
              <a:ext uri="{FF2B5EF4-FFF2-40B4-BE49-F238E27FC236}">
                <a16:creationId xmlns:a16="http://schemas.microsoft.com/office/drawing/2014/main" id="{22468F18-96E8-0BDE-DEDF-19E7735BE1E6}"/>
              </a:ext>
            </a:extLst>
          </p:cNvPr>
          <p:cNvSpPr/>
          <p:nvPr/>
        </p:nvSpPr>
        <p:spPr>
          <a:xfrm>
            <a:off x="6598031" y="1564953"/>
            <a:ext cx="1708202" cy="632442"/>
          </a:xfrm>
          <a:prstGeom prst="rect">
            <a:avLst/>
          </a:prstGeom>
          <a:solidFill>
            <a:schemeClr val="accent5">
              <a:lumMod val="75000"/>
            </a:schemeClr>
          </a:solidFill>
          <a:ln>
            <a:noFill/>
          </a:ln>
          <a:effectLst>
            <a:outerShdw blurRad="76200" dist="12700" dir="2700000" sy="-23000" kx="-800400" algn="bl" rotWithShape="0">
              <a:prstClr val="black">
                <a:alpha val="20000"/>
              </a:prstClr>
            </a:outerShdw>
          </a:effectLst>
          <a:scene3d>
            <a:camera prst="perspectiveRelaxed">
              <a:rot lat="20129102" lon="991603" rev="2117886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latin typeface="Bahnschrift SemiBold" panose="020B0502040204020203" pitchFamily="34" charset="0"/>
              </a:rPr>
              <a:t>NOTE!</a:t>
            </a:r>
          </a:p>
        </p:txBody>
      </p:sp>
      <p:sp>
        <p:nvSpPr>
          <p:cNvPr id="5" name="Rectangle 4">
            <a:extLst>
              <a:ext uri="{FF2B5EF4-FFF2-40B4-BE49-F238E27FC236}">
                <a16:creationId xmlns:a16="http://schemas.microsoft.com/office/drawing/2014/main" id="{AFCD8CB0-8A02-BF4E-6CF1-A22B96E02C67}"/>
              </a:ext>
            </a:extLst>
          </p:cNvPr>
          <p:cNvSpPr/>
          <p:nvPr/>
        </p:nvSpPr>
        <p:spPr>
          <a:xfrm>
            <a:off x="1824466" y="252900"/>
            <a:ext cx="2903431" cy="9285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AGENDA</a:t>
            </a:r>
          </a:p>
        </p:txBody>
      </p:sp>
    </p:spTree>
    <p:extLst>
      <p:ext uri="{BB962C8B-B14F-4D97-AF65-F5344CB8AC3E}">
        <p14:creationId xmlns:p14="http://schemas.microsoft.com/office/powerpoint/2010/main" val="854122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4DF31C7-9D62-34F3-51FF-D499D2944EF0}"/>
            </a:ext>
          </a:extLst>
        </p:cNvPr>
        <p:cNvGrpSpPr/>
        <p:nvPr/>
      </p:nvGrpSpPr>
      <p:grpSpPr>
        <a:xfrm>
          <a:off x="0" y="0"/>
          <a:ext cx="0" cy="0"/>
          <a:chOff x="0" y="0"/>
          <a:chExt cx="0" cy="0"/>
        </a:xfrm>
      </p:grpSpPr>
      <p:sp>
        <p:nvSpPr>
          <p:cNvPr id="21" name="Oval 20">
            <a:extLst>
              <a:ext uri="{FF2B5EF4-FFF2-40B4-BE49-F238E27FC236}">
                <a16:creationId xmlns:a16="http://schemas.microsoft.com/office/drawing/2014/main" id="{CA8483F3-9D91-69C6-DAE4-E819F0292C96}"/>
              </a:ext>
            </a:extLst>
          </p:cNvPr>
          <p:cNvSpPr/>
          <p:nvPr/>
        </p:nvSpPr>
        <p:spPr>
          <a:xfrm>
            <a:off x="9605200" y="3896291"/>
            <a:ext cx="1497660" cy="1497660"/>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close up of fire&#10;&#10;AI-generated content may be incorrect.">
            <a:extLst>
              <a:ext uri="{FF2B5EF4-FFF2-40B4-BE49-F238E27FC236}">
                <a16:creationId xmlns:a16="http://schemas.microsoft.com/office/drawing/2014/main" id="{9103A45C-BE5A-478E-4718-72C97F147BDD}"/>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4556237" y="-1564556"/>
            <a:ext cx="6748129" cy="3830500"/>
          </a:xfrm>
          <a:prstGeom prst="rect">
            <a:avLst/>
          </a:prstGeom>
          <a:ln>
            <a:noFill/>
          </a:ln>
        </p:spPr>
      </p:pic>
      <p:pic>
        <p:nvPicPr>
          <p:cNvPr id="19" name="Picture 18" descr="A close up of fire&#10;&#10;AI-generated content may be incorrect.">
            <a:extLst>
              <a:ext uri="{FF2B5EF4-FFF2-40B4-BE49-F238E27FC236}">
                <a16:creationId xmlns:a16="http://schemas.microsoft.com/office/drawing/2014/main" id="{59044FD4-E5CB-7F72-D4E0-B3FF57F10D64}"/>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200024" y="-1477760"/>
            <a:ext cx="6748129" cy="3830500"/>
          </a:xfrm>
          <a:prstGeom prst="rect">
            <a:avLst/>
          </a:prstGeom>
        </p:spPr>
      </p:pic>
      <p:sp>
        <p:nvSpPr>
          <p:cNvPr id="12" name="Oval 11">
            <a:extLst>
              <a:ext uri="{FF2B5EF4-FFF2-40B4-BE49-F238E27FC236}">
                <a16:creationId xmlns:a16="http://schemas.microsoft.com/office/drawing/2014/main" id="{1FB06C32-785C-D086-3043-42F7FBD0932E}"/>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ADCA5AE-052C-5076-411F-06E5A022CDA7}"/>
              </a:ext>
            </a:extLst>
          </p:cNvPr>
          <p:cNvSpPr/>
          <p:nvPr/>
        </p:nvSpPr>
        <p:spPr>
          <a:xfrm>
            <a:off x="358687" y="2026486"/>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3C7B8BA-8B31-7B2C-E2AB-60712C1F61E8}"/>
              </a:ext>
            </a:extLst>
          </p:cNvPr>
          <p:cNvSpPr/>
          <p:nvPr/>
        </p:nvSpPr>
        <p:spPr>
          <a:xfrm>
            <a:off x="9978799" y="1099676"/>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D3B4A7A-A70B-0C4A-C7FF-462ADF36D440}"/>
              </a:ext>
            </a:extLst>
          </p:cNvPr>
          <p:cNvSpPr/>
          <p:nvPr/>
        </p:nvSpPr>
        <p:spPr>
          <a:xfrm>
            <a:off x="1089140" y="1246841"/>
            <a:ext cx="9808033" cy="3830500"/>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HeroicExtremeRightFacing">
              <a:rot lat="21346875" lon="21280510" rev="119997"/>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lvl="0" indent="-457200">
              <a:spcBef>
                <a:spcPts val="1200"/>
              </a:spcBef>
              <a:buFont typeface="Arial" panose="020B0604020202020204" pitchFamily="34" charset="0"/>
              <a:buChar char="•"/>
              <a:defRPr/>
            </a:pPr>
            <a:r>
              <a:rPr lang="en-US" sz="2800" dirty="0">
                <a:solidFill>
                  <a:prstClr val="white"/>
                </a:solidFill>
                <a:latin typeface="Bahnschrift" panose="020B0502040204020203" pitchFamily="34" charset="0"/>
              </a:rPr>
              <a:t>Write a statement to select the </a:t>
            </a:r>
            <a:r>
              <a:rPr lang="en-US" sz="2800" dirty="0" err="1">
                <a:solidFill>
                  <a:prstClr val="white"/>
                </a:solidFill>
                <a:latin typeface="Bahnschrift" panose="020B0502040204020203" pitchFamily="34" charset="0"/>
              </a:rPr>
              <a:t>ClassName</a:t>
            </a:r>
            <a:r>
              <a:rPr lang="en-US" sz="2800" dirty="0">
                <a:solidFill>
                  <a:prstClr val="white"/>
                </a:solidFill>
                <a:latin typeface="Bahnschrift" panose="020B0502040204020203" pitchFamily="34" charset="0"/>
              </a:rPr>
              <a:t> and </a:t>
            </a:r>
            <a:r>
              <a:rPr lang="en-US" sz="2800" dirty="0" err="1">
                <a:solidFill>
                  <a:prstClr val="white"/>
                </a:solidFill>
                <a:latin typeface="Bahnschrift" panose="020B0502040204020203" pitchFamily="34" charset="0"/>
              </a:rPr>
              <a:t>CourseNum</a:t>
            </a:r>
            <a:r>
              <a:rPr lang="en-US" sz="2800" dirty="0">
                <a:solidFill>
                  <a:prstClr val="white"/>
                </a:solidFill>
                <a:latin typeface="Bahnschrift" panose="020B0502040204020203" pitchFamily="34" charset="0"/>
              </a:rPr>
              <a:t> from the Classes table in the A3-School Database</a:t>
            </a:r>
          </a:p>
        </p:txBody>
      </p:sp>
      <p:sp>
        <p:nvSpPr>
          <p:cNvPr id="5" name="Rectangle 4">
            <a:extLst>
              <a:ext uri="{FF2B5EF4-FFF2-40B4-BE49-F238E27FC236}">
                <a16:creationId xmlns:a16="http://schemas.microsoft.com/office/drawing/2014/main" id="{3050233D-41DE-6588-7EB0-97A3A19FFCB8}"/>
              </a:ext>
            </a:extLst>
          </p:cNvPr>
          <p:cNvSpPr/>
          <p:nvPr/>
        </p:nvSpPr>
        <p:spPr>
          <a:xfrm>
            <a:off x="1989751" y="65791"/>
            <a:ext cx="7581804" cy="9285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Relaxed"/>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THE WARM UP QUESTION</a:t>
            </a:r>
          </a:p>
        </p:txBody>
      </p:sp>
      <p:pic>
        <p:nvPicPr>
          <p:cNvPr id="15" name="Picture 14" descr="A close up of fire&#10;&#10;AI-generated content may be incorrect.">
            <a:extLst>
              <a:ext uri="{FF2B5EF4-FFF2-40B4-BE49-F238E27FC236}">
                <a16:creationId xmlns:a16="http://schemas.microsoft.com/office/drawing/2014/main" id="{0572BAA1-AB30-2A31-99DA-E2636EF78735}"/>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1297170" y="4306188"/>
            <a:ext cx="6748129" cy="3830500"/>
          </a:xfrm>
          <a:prstGeom prst="rect">
            <a:avLst/>
          </a:prstGeom>
        </p:spPr>
      </p:pic>
      <p:pic>
        <p:nvPicPr>
          <p:cNvPr id="17" name="Picture 16" descr="A close up of fire&#10;&#10;AI-generated content may be incorrect.">
            <a:extLst>
              <a:ext uri="{FF2B5EF4-FFF2-40B4-BE49-F238E27FC236}">
                <a16:creationId xmlns:a16="http://schemas.microsoft.com/office/drawing/2014/main" id="{F9670370-72F4-78E6-7DE3-64A5614A0062}"/>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3605901" y="4306188"/>
            <a:ext cx="6748129" cy="3830500"/>
          </a:xfrm>
          <a:prstGeom prst="rect">
            <a:avLst/>
          </a:prstGeom>
        </p:spPr>
      </p:pic>
      <p:pic>
        <p:nvPicPr>
          <p:cNvPr id="18" name="Picture 17" descr="A close up of fire&#10;&#10;AI-generated content may be incorrect.">
            <a:extLst>
              <a:ext uri="{FF2B5EF4-FFF2-40B4-BE49-F238E27FC236}">
                <a16:creationId xmlns:a16="http://schemas.microsoft.com/office/drawing/2014/main" id="{21F28121-5FF8-B768-E483-38897AA8B765}"/>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8435162" y="4306188"/>
            <a:ext cx="6748129" cy="3830500"/>
          </a:xfrm>
          <a:prstGeom prst="rect">
            <a:avLst/>
          </a:prstGeom>
        </p:spPr>
      </p:pic>
    </p:spTree>
    <p:extLst>
      <p:ext uri="{BB962C8B-B14F-4D97-AF65-F5344CB8AC3E}">
        <p14:creationId xmlns:p14="http://schemas.microsoft.com/office/powerpoint/2010/main" val="1910594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EC4F2867-8E56-228A-A272-D4ED8954C4D7}"/>
            </a:ext>
          </a:extLst>
        </p:cNvPr>
        <p:cNvGrpSpPr/>
        <p:nvPr/>
      </p:nvGrpSpPr>
      <p:grpSpPr>
        <a:xfrm>
          <a:off x="0" y="0"/>
          <a:ext cx="0" cy="0"/>
          <a:chOff x="0" y="0"/>
          <a:chExt cx="0" cy="0"/>
        </a:xfrm>
      </p:grpSpPr>
      <p:sp>
        <p:nvSpPr>
          <p:cNvPr id="21" name="Oval 20">
            <a:extLst>
              <a:ext uri="{FF2B5EF4-FFF2-40B4-BE49-F238E27FC236}">
                <a16:creationId xmlns:a16="http://schemas.microsoft.com/office/drawing/2014/main" id="{926B7704-86EF-7FEC-8155-3D847292CD2C}"/>
              </a:ext>
            </a:extLst>
          </p:cNvPr>
          <p:cNvSpPr/>
          <p:nvPr/>
        </p:nvSpPr>
        <p:spPr>
          <a:xfrm>
            <a:off x="9605200" y="3896291"/>
            <a:ext cx="1497660" cy="1497660"/>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descr="A close up of fire&#10;&#10;AI-generated content may be incorrect.">
            <a:extLst>
              <a:ext uri="{FF2B5EF4-FFF2-40B4-BE49-F238E27FC236}">
                <a16:creationId xmlns:a16="http://schemas.microsoft.com/office/drawing/2014/main" id="{690CDB7F-EB96-D8B0-D3AA-E3CAB1D0AB95}"/>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4556237" y="-1564556"/>
            <a:ext cx="6748129" cy="3830500"/>
          </a:xfrm>
          <a:prstGeom prst="rect">
            <a:avLst/>
          </a:prstGeom>
        </p:spPr>
      </p:pic>
      <p:pic>
        <p:nvPicPr>
          <p:cNvPr id="19" name="Picture 18" descr="A close up of fire&#10;&#10;AI-generated content may be incorrect.">
            <a:extLst>
              <a:ext uri="{FF2B5EF4-FFF2-40B4-BE49-F238E27FC236}">
                <a16:creationId xmlns:a16="http://schemas.microsoft.com/office/drawing/2014/main" id="{21671FCB-EF5E-A9AE-9B16-D4B88C686175}"/>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200024" y="-1477760"/>
            <a:ext cx="6748129" cy="3830500"/>
          </a:xfrm>
          <a:prstGeom prst="rect">
            <a:avLst/>
          </a:prstGeom>
        </p:spPr>
      </p:pic>
      <p:sp>
        <p:nvSpPr>
          <p:cNvPr id="12" name="Oval 11">
            <a:extLst>
              <a:ext uri="{FF2B5EF4-FFF2-40B4-BE49-F238E27FC236}">
                <a16:creationId xmlns:a16="http://schemas.microsoft.com/office/drawing/2014/main" id="{54A81DB0-35AE-121E-AE82-A4D31AF2D19B}"/>
              </a:ext>
            </a:extLst>
          </p:cNvPr>
          <p:cNvSpPr/>
          <p:nvPr/>
        </p:nvSpPr>
        <p:spPr>
          <a:xfrm>
            <a:off x="6199068" y="1783144"/>
            <a:ext cx="1253064" cy="1253064"/>
          </a:xfrm>
          <a:prstGeom prst="ellipse">
            <a:avLst/>
          </a:prstGeom>
          <a:noFill/>
          <a:ln w="101600">
            <a:solidFill>
              <a:srgbClr val="274F3F"/>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C3F3785-EC31-8804-47D6-C260A012DD18}"/>
              </a:ext>
            </a:extLst>
          </p:cNvPr>
          <p:cNvSpPr/>
          <p:nvPr/>
        </p:nvSpPr>
        <p:spPr>
          <a:xfrm>
            <a:off x="358687" y="2026486"/>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EA9A261-C404-6850-0145-A6263A349EF9}"/>
              </a:ext>
            </a:extLst>
          </p:cNvPr>
          <p:cNvSpPr/>
          <p:nvPr/>
        </p:nvSpPr>
        <p:spPr>
          <a:xfrm>
            <a:off x="9978799" y="1099676"/>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12E8945-8B7A-5FF6-41CB-3A36AA2FF6DA}"/>
              </a:ext>
            </a:extLst>
          </p:cNvPr>
          <p:cNvSpPr/>
          <p:nvPr/>
        </p:nvSpPr>
        <p:spPr>
          <a:xfrm>
            <a:off x="1089140" y="1246841"/>
            <a:ext cx="9808033" cy="5292504"/>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HeroicExtremeRightFacing">
              <a:rot lat="21346875" lon="21280510" rev="119997"/>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US" b="0" dirty="0">
                <a:solidFill>
                  <a:srgbClr val="00AAFF"/>
                </a:solidFill>
                <a:effectLst/>
                <a:latin typeface="Cascadia Code" panose="020B0609020000020004" pitchFamily="49" charset="0"/>
                <a:cs typeface="Cascadia Code" panose="020B0609020000020004" pitchFamily="49" charset="0"/>
              </a:rPr>
              <a:t>SELECT</a:t>
            </a:r>
            <a:endParaRPr lang="en-US" b="0" dirty="0">
              <a:solidFill>
                <a:srgbClr val="D4D4D4"/>
              </a:solidFill>
              <a:effectLst/>
              <a:latin typeface="Cascadia Code" panose="020B0609020000020004" pitchFamily="49" charset="0"/>
              <a:cs typeface="Cascadia Code" panose="020B0609020000020004" pitchFamily="49" charset="0"/>
            </a:endParaRPr>
          </a:p>
          <a:p>
            <a:pPr>
              <a:buNone/>
            </a:pPr>
            <a:r>
              <a:rPr lang="en-US" b="0" dirty="0">
                <a:solidFill>
                  <a:srgbClr val="D4D4D4"/>
                </a:solidFill>
                <a:effectLst/>
                <a:latin typeface="Cascadia Code" panose="020B0609020000020004" pitchFamily="49" charset="0"/>
                <a:cs typeface="Cascadia Code" panose="020B0609020000020004" pitchFamily="49" charset="0"/>
              </a:rPr>
              <a:t>    </a:t>
            </a:r>
            <a:r>
              <a:rPr lang="en-US" b="0" dirty="0" err="1">
                <a:solidFill>
                  <a:srgbClr val="D4D4D4"/>
                </a:solidFill>
                <a:effectLst/>
                <a:latin typeface="Cascadia Code" panose="020B0609020000020004" pitchFamily="49" charset="0"/>
                <a:cs typeface="Cascadia Code" panose="020B0609020000020004" pitchFamily="49" charset="0"/>
              </a:rPr>
              <a:t>ClassName</a:t>
            </a:r>
            <a:r>
              <a:rPr lang="en-US" b="0" dirty="0">
                <a:solidFill>
                  <a:srgbClr val="DCDCDC"/>
                </a:solidFill>
                <a:effectLst/>
                <a:latin typeface="Cascadia Code" panose="020B0609020000020004" pitchFamily="49" charset="0"/>
                <a:cs typeface="Cascadia Code" panose="020B0609020000020004" pitchFamily="49" charset="0"/>
              </a:rPr>
              <a:t>,</a:t>
            </a:r>
            <a:endParaRPr lang="en-US" b="0" dirty="0">
              <a:solidFill>
                <a:srgbClr val="D4D4D4"/>
              </a:solidFill>
              <a:effectLst/>
              <a:latin typeface="Cascadia Code" panose="020B0609020000020004" pitchFamily="49" charset="0"/>
              <a:cs typeface="Cascadia Code" panose="020B0609020000020004" pitchFamily="49" charset="0"/>
            </a:endParaRPr>
          </a:p>
          <a:p>
            <a:pPr>
              <a:buNone/>
            </a:pPr>
            <a:r>
              <a:rPr lang="en-US" b="0" dirty="0">
                <a:solidFill>
                  <a:srgbClr val="D4D4D4"/>
                </a:solidFill>
                <a:effectLst/>
                <a:latin typeface="Cascadia Code" panose="020B0609020000020004" pitchFamily="49" charset="0"/>
                <a:cs typeface="Cascadia Code" panose="020B0609020000020004" pitchFamily="49" charset="0"/>
              </a:rPr>
              <a:t>    </a:t>
            </a:r>
            <a:r>
              <a:rPr lang="en-US" b="0" dirty="0" err="1">
                <a:solidFill>
                  <a:srgbClr val="D4D4D4"/>
                </a:solidFill>
                <a:effectLst/>
                <a:latin typeface="Cascadia Code" panose="020B0609020000020004" pitchFamily="49" charset="0"/>
                <a:cs typeface="Cascadia Code" panose="020B0609020000020004" pitchFamily="49" charset="0"/>
              </a:rPr>
              <a:t>CourseNum</a:t>
            </a:r>
            <a:endParaRPr lang="en-US" b="0" dirty="0">
              <a:solidFill>
                <a:srgbClr val="D4D4D4"/>
              </a:solidFill>
              <a:effectLst/>
              <a:latin typeface="Cascadia Code" panose="020B0609020000020004" pitchFamily="49" charset="0"/>
              <a:cs typeface="Cascadia Code" panose="020B0609020000020004" pitchFamily="49" charset="0"/>
            </a:endParaRPr>
          </a:p>
          <a:p>
            <a:pPr>
              <a:buNone/>
            </a:pPr>
            <a:r>
              <a:rPr lang="en-US" b="0" dirty="0">
                <a:solidFill>
                  <a:srgbClr val="00AAFF"/>
                </a:solidFill>
                <a:effectLst/>
                <a:latin typeface="Cascadia Code" panose="020B0609020000020004" pitchFamily="49" charset="0"/>
                <a:cs typeface="Cascadia Code" panose="020B0609020000020004" pitchFamily="49" charset="0"/>
              </a:rPr>
              <a:t>FROM</a:t>
            </a:r>
            <a:endParaRPr lang="en-US" b="0" dirty="0">
              <a:solidFill>
                <a:srgbClr val="D4D4D4"/>
              </a:solidFill>
              <a:effectLst/>
              <a:latin typeface="Cascadia Code" panose="020B0609020000020004" pitchFamily="49" charset="0"/>
              <a:cs typeface="Cascadia Code" panose="020B0609020000020004" pitchFamily="49" charset="0"/>
            </a:endParaRPr>
          </a:p>
          <a:p>
            <a:pPr>
              <a:buNone/>
            </a:pPr>
            <a:r>
              <a:rPr lang="en-US" b="0" dirty="0">
                <a:solidFill>
                  <a:srgbClr val="D4D4D4"/>
                </a:solidFill>
                <a:effectLst/>
                <a:latin typeface="Cascadia Code" panose="020B0609020000020004" pitchFamily="49" charset="0"/>
                <a:cs typeface="Cascadia Code" panose="020B0609020000020004" pitchFamily="49" charset="0"/>
              </a:rPr>
              <a:t>    Classes</a:t>
            </a:r>
            <a:r>
              <a:rPr lang="en-US" b="0" dirty="0">
                <a:solidFill>
                  <a:srgbClr val="DCDCDC"/>
                </a:solidFill>
                <a:effectLst/>
                <a:latin typeface="Cascadia Code" panose="020B0609020000020004" pitchFamily="49" charset="0"/>
                <a:cs typeface="Cascadia Code" panose="020B0609020000020004" pitchFamily="49" charset="0"/>
              </a:rPr>
              <a:t>;</a:t>
            </a:r>
            <a:endParaRPr lang="en-US" b="0" dirty="0">
              <a:solidFill>
                <a:srgbClr val="D4D4D4"/>
              </a:solidFill>
              <a:effectLst/>
              <a:latin typeface="Cascadia Code" panose="020B0609020000020004" pitchFamily="49" charset="0"/>
              <a:cs typeface="Cascadia Code" panose="020B0609020000020004" pitchFamily="49" charset="0"/>
            </a:endParaRPr>
          </a:p>
        </p:txBody>
      </p:sp>
      <p:sp>
        <p:nvSpPr>
          <p:cNvPr id="5" name="Rectangle 4">
            <a:extLst>
              <a:ext uri="{FF2B5EF4-FFF2-40B4-BE49-F238E27FC236}">
                <a16:creationId xmlns:a16="http://schemas.microsoft.com/office/drawing/2014/main" id="{387B9208-16B9-4FF3-0246-620CA9B1108A}"/>
              </a:ext>
            </a:extLst>
          </p:cNvPr>
          <p:cNvSpPr/>
          <p:nvPr/>
        </p:nvSpPr>
        <p:spPr>
          <a:xfrm>
            <a:off x="1989751" y="65791"/>
            <a:ext cx="7581804" cy="9285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Relaxed"/>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latin typeface="Bahnschrift SemiBold" panose="020B0502040204020203" pitchFamily="34" charset="0"/>
              </a:rPr>
              <a:t>THE WARM UP ANSWER</a:t>
            </a:r>
          </a:p>
        </p:txBody>
      </p:sp>
      <p:pic>
        <p:nvPicPr>
          <p:cNvPr id="15" name="Picture 14" descr="A close up of fire&#10;&#10;AI-generated content may be incorrect.">
            <a:extLst>
              <a:ext uri="{FF2B5EF4-FFF2-40B4-BE49-F238E27FC236}">
                <a16:creationId xmlns:a16="http://schemas.microsoft.com/office/drawing/2014/main" id="{0150267B-6788-74B0-B03C-5D096BDF8D8A}"/>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1297170" y="4306188"/>
            <a:ext cx="6748129" cy="3830500"/>
          </a:xfrm>
          <a:prstGeom prst="rect">
            <a:avLst/>
          </a:prstGeom>
        </p:spPr>
      </p:pic>
      <p:pic>
        <p:nvPicPr>
          <p:cNvPr id="17" name="Picture 16" descr="A close up of fire&#10;&#10;AI-generated content may be incorrect.">
            <a:extLst>
              <a:ext uri="{FF2B5EF4-FFF2-40B4-BE49-F238E27FC236}">
                <a16:creationId xmlns:a16="http://schemas.microsoft.com/office/drawing/2014/main" id="{083C1FE4-D717-FE13-FA70-8EC95E3A3D3B}"/>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3605901" y="4306188"/>
            <a:ext cx="6748129" cy="3830500"/>
          </a:xfrm>
          <a:prstGeom prst="rect">
            <a:avLst/>
          </a:prstGeom>
        </p:spPr>
      </p:pic>
      <p:pic>
        <p:nvPicPr>
          <p:cNvPr id="18" name="Picture 17" descr="A close up of fire&#10;&#10;AI-generated content may be incorrect.">
            <a:extLst>
              <a:ext uri="{FF2B5EF4-FFF2-40B4-BE49-F238E27FC236}">
                <a16:creationId xmlns:a16="http://schemas.microsoft.com/office/drawing/2014/main" id="{91B051B8-C24A-43E0-0391-560DEA8A9ED3}"/>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2475"/>
          <a:stretch>
            <a:fillRect/>
          </a:stretch>
        </p:blipFill>
        <p:spPr>
          <a:xfrm>
            <a:off x="8435162" y="4306188"/>
            <a:ext cx="6748129" cy="3830500"/>
          </a:xfrm>
          <a:prstGeom prst="rect">
            <a:avLst/>
          </a:prstGeom>
        </p:spPr>
      </p:pic>
    </p:spTree>
    <p:extLst>
      <p:ext uri="{BB962C8B-B14F-4D97-AF65-F5344CB8AC3E}">
        <p14:creationId xmlns:p14="http://schemas.microsoft.com/office/powerpoint/2010/main" val="4217859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27F49A4-B1F9-49BD-43B5-78DB9955CEE7}"/>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240C03F9-9C0E-3C40-7F20-0E529916897C}"/>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420F4BD-3F94-9A0B-AC80-D3EAA63D012D}"/>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56B8FB7-6D57-529A-5728-70563F70FFC9}"/>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15E94BEA-2319-7709-9589-D5E10173E539}"/>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2EF2758-F3AE-312F-416D-08E61458A56C}"/>
              </a:ext>
            </a:extLst>
          </p:cNvPr>
          <p:cNvSpPr/>
          <p:nvPr/>
        </p:nvSpPr>
        <p:spPr>
          <a:xfrm>
            <a:off x="421106" y="1357745"/>
            <a:ext cx="10341382"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4"/>
                </a:solidFill>
                <a:latin typeface="Bahnschrift" panose="020B0502040204020203" pitchFamily="34" charset="0"/>
              </a:rPr>
              <a:t>SQL SELECT </a:t>
            </a:r>
            <a:r>
              <a:rPr lang="en-US" sz="2800" dirty="0">
                <a:solidFill>
                  <a:schemeClr val="bg1"/>
                </a:solidFill>
                <a:latin typeface="Bahnschrift" panose="020B0502040204020203" pitchFamily="34" charset="0"/>
              </a:rPr>
              <a:t>Statements are used to retrieve data from a database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So far, we’ve only been able to get data out of one table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But, we have the ability to get data out of MORE than one table</a:t>
            </a:r>
          </a:p>
        </p:txBody>
      </p:sp>
      <p:sp>
        <p:nvSpPr>
          <p:cNvPr id="5" name="Rectangle 4">
            <a:extLst>
              <a:ext uri="{FF2B5EF4-FFF2-40B4-BE49-F238E27FC236}">
                <a16:creationId xmlns:a16="http://schemas.microsoft.com/office/drawing/2014/main" id="{72A18054-BB94-C05D-C7EF-5AD50E6CC9B1}"/>
              </a:ext>
            </a:extLst>
          </p:cNvPr>
          <p:cNvSpPr/>
          <p:nvPr/>
        </p:nvSpPr>
        <p:spPr>
          <a:xfrm>
            <a:off x="-142430" y="155968"/>
            <a:ext cx="497960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JOIN STATEMENTS</a:t>
            </a:r>
          </a:p>
        </p:txBody>
      </p:sp>
      <p:pic>
        <p:nvPicPr>
          <p:cNvPr id="13" name="Picture 12">
            <a:extLst>
              <a:ext uri="{FF2B5EF4-FFF2-40B4-BE49-F238E27FC236}">
                <a16:creationId xmlns:a16="http://schemas.microsoft.com/office/drawing/2014/main" id="{C98EBEC7-F437-19B5-AC38-D600218E569E}"/>
              </a:ext>
            </a:extLst>
          </p:cNvPr>
          <p:cNvPicPr>
            <a:picLocks noChangeAspect="1"/>
          </p:cNvPicPr>
          <p:nvPr/>
        </p:nvPicPr>
        <p:blipFill>
          <a:blip r:embed="rId2"/>
          <a:stretch>
            <a:fillRect/>
          </a:stretch>
        </p:blipFill>
        <p:spPr>
          <a:xfrm>
            <a:off x="3298588" y="3668301"/>
            <a:ext cx="4296375" cy="2838846"/>
          </a:xfrm>
          <a:prstGeom prst="rect">
            <a:avLst/>
          </a:prstGeom>
        </p:spPr>
      </p:pic>
    </p:spTree>
    <p:extLst>
      <p:ext uri="{BB962C8B-B14F-4D97-AF65-F5344CB8AC3E}">
        <p14:creationId xmlns:p14="http://schemas.microsoft.com/office/powerpoint/2010/main" val="1393903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1D918F38-025C-A5ED-EA55-4B1E4FDA9CCB}"/>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8DA30707-3919-3549-5E43-A11E68D149BC}"/>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17704D4-769A-8F00-BE0F-004287B18543}"/>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6ED3699-4ADA-0DA5-FF7D-B26DA9B97950}"/>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428DC1C-0E37-9986-985D-C8E52DBA89F0}"/>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C785AE7-CB73-68F6-4417-DD18EF27F9BB}"/>
              </a:ext>
            </a:extLst>
          </p:cNvPr>
          <p:cNvSpPr/>
          <p:nvPr/>
        </p:nvSpPr>
        <p:spPr>
          <a:xfrm>
            <a:off x="421106" y="1357745"/>
            <a:ext cx="6752722"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To get data from multiple tables, we use a </a:t>
            </a:r>
            <a:r>
              <a:rPr lang="en-US" sz="2800" b="1" i="1" dirty="0">
                <a:solidFill>
                  <a:schemeClr val="accent4"/>
                </a:solidFill>
                <a:latin typeface="Bahnschrift" panose="020B0502040204020203" pitchFamily="34" charset="0"/>
              </a:rPr>
              <a:t>JOIN Statement</a:t>
            </a:r>
            <a:r>
              <a:rPr lang="en-US" sz="2800" dirty="0">
                <a:solidFill>
                  <a:schemeClr val="bg1"/>
                </a:solidFill>
                <a:latin typeface="Bahnschrift" panose="020B0502040204020203" pitchFamily="34" charset="0"/>
              </a:rPr>
              <a:t> alongside our SELECT statement</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The two tables we join need to have a FOREIGN KEY RELATIONSHIP</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I’ll be working with the A3-Library database today</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In this library, Book has a Foreign Key of </a:t>
            </a:r>
            <a:r>
              <a:rPr lang="en-US" sz="2800" dirty="0" err="1">
                <a:solidFill>
                  <a:schemeClr val="bg1"/>
                </a:solidFill>
                <a:latin typeface="Bahnschrift" panose="020B0502040204020203" pitchFamily="34" charset="0"/>
              </a:rPr>
              <a:t>AuthorID</a:t>
            </a:r>
            <a:r>
              <a:rPr lang="en-US" sz="2800" dirty="0">
                <a:solidFill>
                  <a:schemeClr val="bg1"/>
                </a:solidFill>
                <a:latin typeface="Bahnschrift" panose="020B0502040204020203" pitchFamily="34" charset="0"/>
              </a:rPr>
              <a:t>, linking it to author</a:t>
            </a:r>
          </a:p>
        </p:txBody>
      </p:sp>
      <p:pic>
        <p:nvPicPr>
          <p:cNvPr id="1030" name="Picture 6" descr="Home - Library and Information Technology - LibGuides at Central ...">
            <a:extLst>
              <a:ext uri="{FF2B5EF4-FFF2-40B4-BE49-F238E27FC236}">
                <a16:creationId xmlns:a16="http://schemas.microsoft.com/office/drawing/2014/main" id="{FD0C1B88-1CC4-66C9-8B3F-900D9AFEDA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0460" y="2200457"/>
            <a:ext cx="4552188" cy="303479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CBC5ED9-8C19-5354-6BE7-3731ECF1AFF7}"/>
              </a:ext>
            </a:extLst>
          </p:cNvPr>
          <p:cNvSpPr/>
          <p:nvPr/>
        </p:nvSpPr>
        <p:spPr>
          <a:xfrm>
            <a:off x="-142430" y="155968"/>
            <a:ext cx="497960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JOIN STATEMENTS</a:t>
            </a:r>
          </a:p>
        </p:txBody>
      </p:sp>
    </p:spTree>
    <p:extLst>
      <p:ext uri="{BB962C8B-B14F-4D97-AF65-F5344CB8AC3E}">
        <p14:creationId xmlns:p14="http://schemas.microsoft.com/office/powerpoint/2010/main" val="2576407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CBDDEDD-2E87-7914-4378-F60D214232B0}"/>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D09082F9-3C91-93AA-D556-1286A51F9A8D}"/>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7A8B505-1551-7A43-5EDD-B39CF01AC71C}"/>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6453E46-438A-76A8-93B8-ABD097038A16}"/>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B866A69-EA9C-05F1-9A3C-9569E3F9D466}"/>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4DF86D2-245F-43A4-E37C-A6F6F46595C2}"/>
              </a:ext>
            </a:extLst>
          </p:cNvPr>
          <p:cNvSpPr/>
          <p:nvPr/>
        </p:nvSpPr>
        <p:spPr>
          <a:xfrm>
            <a:off x="421106" y="1357745"/>
            <a:ext cx="6752722"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Our goal is to print out the book table, but instead of the </a:t>
            </a:r>
            <a:r>
              <a:rPr lang="en-US" sz="2800" dirty="0" err="1">
                <a:solidFill>
                  <a:schemeClr val="bg1"/>
                </a:solidFill>
                <a:latin typeface="Bahnschrift" panose="020B0502040204020203" pitchFamily="34" charset="0"/>
              </a:rPr>
              <a:t>AuthorID</a:t>
            </a:r>
            <a:r>
              <a:rPr lang="en-US" sz="2800" dirty="0">
                <a:solidFill>
                  <a:schemeClr val="bg1"/>
                </a:solidFill>
                <a:latin typeface="Bahnschrift" panose="020B0502040204020203" pitchFamily="34" charset="0"/>
              </a:rPr>
              <a:t>, I want to print out the author name</a:t>
            </a:r>
          </a:p>
        </p:txBody>
      </p:sp>
      <p:sp>
        <p:nvSpPr>
          <p:cNvPr id="2" name="Rectangle 1">
            <a:extLst>
              <a:ext uri="{FF2B5EF4-FFF2-40B4-BE49-F238E27FC236}">
                <a16:creationId xmlns:a16="http://schemas.microsoft.com/office/drawing/2014/main" id="{0605B490-5714-0CC4-1632-20E251A15073}"/>
              </a:ext>
            </a:extLst>
          </p:cNvPr>
          <p:cNvSpPr/>
          <p:nvPr/>
        </p:nvSpPr>
        <p:spPr>
          <a:xfrm>
            <a:off x="421106" y="3717853"/>
            <a:ext cx="11302808" cy="2977145"/>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Title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Genre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FirstName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LastName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INNER</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JOIN</a:t>
            </a:r>
            <a:r>
              <a:rPr lang="en-US" sz="2000" b="0" dirty="0">
                <a:solidFill>
                  <a:srgbClr val="D4D4D4"/>
                </a:solidFill>
                <a:effectLst/>
                <a:latin typeface="Cascadia Code" panose="020B0609020000020004" pitchFamily="49" charset="0"/>
                <a:cs typeface="Cascadia Code" panose="020B0609020000020004" pitchFamily="49" charset="0"/>
              </a:rPr>
              <a:t> Authors </a:t>
            </a:r>
            <a:r>
              <a:rPr lang="en-US" sz="2000" b="0" dirty="0">
                <a:solidFill>
                  <a:srgbClr val="00AAFF"/>
                </a:solidFill>
                <a:effectLst/>
                <a:latin typeface="Cascadia Code" panose="020B0609020000020004" pitchFamily="49" charset="0"/>
                <a:cs typeface="Cascadia Code" panose="020B0609020000020004" pitchFamily="49" charset="0"/>
              </a:rPr>
              <a:t>ON</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
        <p:nvSpPr>
          <p:cNvPr id="3" name="Rectangle 2">
            <a:extLst>
              <a:ext uri="{FF2B5EF4-FFF2-40B4-BE49-F238E27FC236}">
                <a16:creationId xmlns:a16="http://schemas.microsoft.com/office/drawing/2014/main" id="{5D2CD248-8FD1-C41B-BED3-D39C6B396903}"/>
              </a:ext>
            </a:extLst>
          </p:cNvPr>
          <p:cNvSpPr/>
          <p:nvPr/>
        </p:nvSpPr>
        <p:spPr>
          <a:xfrm>
            <a:off x="-142430" y="155968"/>
            <a:ext cx="497960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JOIN STATEMENTS</a:t>
            </a:r>
          </a:p>
        </p:txBody>
      </p:sp>
    </p:spTree>
    <p:extLst>
      <p:ext uri="{BB962C8B-B14F-4D97-AF65-F5344CB8AC3E}">
        <p14:creationId xmlns:p14="http://schemas.microsoft.com/office/powerpoint/2010/main" val="3266859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BA0A4B5-735B-434A-0AFD-D49C0BC81160}"/>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1E49B331-2D4A-3B1A-5745-4DD50FB4221B}"/>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3D909F5-884F-83C5-012C-70DAC3FFB008}"/>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0E03D4D-8E1E-5EFC-CF9D-2126DC8CAE06}"/>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24CA328-051D-A1F9-85D7-F2202CD26A4F}"/>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71FC78F-8588-AFB1-6E44-B70D002F4340}"/>
              </a:ext>
            </a:extLst>
          </p:cNvPr>
          <p:cNvSpPr/>
          <p:nvPr/>
        </p:nvSpPr>
        <p:spPr>
          <a:xfrm>
            <a:off x="421106" y="1357745"/>
            <a:ext cx="6752722"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How does this differ from the query from earlier today?</a:t>
            </a:r>
          </a:p>
        </p:txBody>
      </p:sp>
      <p:sp>
        <p:nvSpPr>
          <p:cNvPr id="2" name="Rectangle 1">
            <a:extLst>
              <a:ext uri="{FF2B5EF4-FFF2-40B4-BE49-F238E27FC236}">
                <a16:creationId xmlns:a16="http://schemas.microsoft.com/office/drawing/2014/main" id="{96CCDB3C-1B25-6E29-AEAC-AB6C62B0E72A}"/>
              </a:ext>
            </a:extLst>
          </p:cNvPr>
          <p:cNvSpPr/>
          <p:nvPr/>
        </p:nvSpPr>
        <p:spPr>
          <a:xfrm>
            <a:off x="421106" y="3568966"/>
            <a:ext cx="11302808" cy="2977145"/>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Title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Genre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FirstName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LastName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INNER</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JOIN</a:t>
            </a:r>
            <a:r>
              <a:rPr lang="en-US" sz="2000" b="0" dirty="0">
                <a:solidFill>
                  <a:srgbClr val="D4D4D4"/>
                </a:solidFill>
                <a:effectLst/>
                <a:latin typeface="Cascadia Code" panose="020B0609020000020004" pitchFamily="49" charset="0"/>
                <a:cs typeface="Cascadia Code" panose="020B0609020000020004" pitchFamily="49" charset="0"/>
              </a:rPr>
              <a:t> Authors </a:t>
            </a:r>
            <a:r>
              <a:rPr lang="en-US" sz="2000" b="0" dirty="0">
                <a:solidFill>
                  <a:srgbClr val="00AAFF"/>
                </a:solidFill>
                <a:effectLst/>
                <a:latin typeface="Cascadia Code" panose="020B0609020000020004" pitchFamily="49" charset="0"/>
                <a:cs typeface="Cascadia Code" panose="020B0609020000020004" pitchFamily="49" charset="0"/>
              </a:rPr>
              <a:t>ON</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
        <p:nvSpPr>
          <p:cNvPr id="3" name="Rectangle 2">
            <a:extLst>
              <a:ext uri="{FF2B5EF4-FFF2-40B4-BE49-F238E27FC236}">
                <a16:creationId xmlns:a16="http://schemas.microsoft.com/office/drawing/2014/main" id="{ED08C814-4688-92B9-CBA2-79D30B6E4C1F}"/>
              </a:ext>
            </a:extLst>
          </p:cNvPr>
          <p:cNvSpPr/>
          <p:nvPr/>
        </p:nvSpPr>
        <p:spPr>
          <a:xfrm>
            <a:off x="7993799" y="395808"/>
            <a:ext cx="2599462" cy="2977145"/>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dirty="0">
                <a:solidFill>
                  <a:srgbClr val="00AAFF"/>
                </a:solidFill>
                <a:latin typeface="Cascadia Code" panose="020B0609020000020004" pitchFamily="49" charset="0"/>
                <a:cs typeface="Cascadia Code" panose="020B0609020000020004" pitchFamily="49" charset="0"/>
              </a:rPr>
              <a:t>SELECT</a:t>
            </a:r>
            <a:endParaRPr lang="en-US" sz="2000" dirty="0">
              <a:solidFill>
                <a:srgbClr val="D4D4D4"/>
              </a:solidFill>
              <a:latin typeface="Cascadia Code" panose="020B0609020000020004" pitchFamily="49" charset="0"/>
              <a:cs typeface="Cascadia Code" panose="020B0609020000020004" pitchFamily="49" charset="0"/>
            </a:endParaRPr>
          </a:p>
          <a:p>
            <a:pPr>
              <a:buNone/>
            </a:pPr>
            <a:r>
              <a:rPr lang="en-US" sz="2000" dirty="0">
                <a:solidFill>
                  <a:srgbClr val="D4D4D4"/>
                </a:solidFill>
                <a:latin typeface="Cascadia Code" panose="020B0609020000020004" pitchFamily="49" charset="0"/>
                <a:cs typeface="Cascadia Code" panose="020B0609020000020004" pitchFamily="49" charset="0"/>
              </a:rPr>
              <a:t>    </a:t>
            </a:r>
            <a:r>
              <a:rPr lang="en-US" sz="2000" dirty="0" err="1">
                <a:solidFill>
                  <a:srgbClr val="D4D4D4"/>
                </a:solidFill>
                <a:latin typeface="Cascadia Code" panose="020B0609020000020004" pitchFamily="49" charset="0"/>
                <a:cs typeface="Cascadia Code" panose="020B0609020000020004" pitchFamily="49" charset="0"/>
              </a:rPr>
              <a:t>ClassName</a:t>
            </a:r>
            <a:r>
              <a:rPr lang="en-US" sz="2000" dirty="0">
                <a:solidFill>
                  <a:srgbClr val="DCDCDC"/>
                </a:solidFill>
                <a:latin typeface="Cascadia Code" panose="020B0609020000020004" pitchFamily="49" charset="0"/>
                <a:cs typeface="Cascadia Code" panose="020B0609020000020004" pitchFamily="49" charset="0"/>
              </a:rPr>
              <a:t>,</a:t>
            </a:r>
            <a:endParaRPr lang="en-US" sz="2000" dirty="0">
              <a:solidFill>
                <a:srgbClr val="D4D4D4"/>
              </a:solidFill>
              <a:latin typeface="Cascadia Code" panose="020B0609020000020004" pitchFamily="49" charset="0"/>
              <a:cs typeface="Cascadia Code" panose="020B0609020000020004" pitchFamily="49" charset="0"/>
            </a:endParaRPr>
          </a:p>
          <a:p>
            <a:pPr>
              <a:buNone/>
            </a:pPr>
            <a:r>
              <a:rPr lang="en-US" sz="2000" dirty="0">
                <a:solidFill>
                  <a:srgbClr val="D4D4D4"/>
                </a:solidFill>
                <a:latin typeface="Cascadia Code" panose="020B0609020000020004" pitchFamily="49" charset="0"/>
                <a:cs typeface="Cascadia Code" panose="020B0609020000020004" pitchFamily="49" charset="0"/>
              </a:rPr>
              <a:t>    </a:t>
            </a:r>
            <a:r>
              <a:rPr lang="en-US" sz="2000" dirty="0" err="1">
                <a:solidFill>
                  <a:srgbClr val="D4D4D4"/>
                </a:solidFill>
                <a:latin typeface="Cascadia Code" panose="020B0609020000020004" pitchFamily="49" charset="0"/>
                <a:cs typeface="Cascadia Code" panose="020B0609020000020004" pitchFamily="49" charset="0"/>
              </a:rPr>
              <a:t>CourseNum</a:t>
            </a:r>
            <a:endParaRPr lang="en-US" sz="2000" dirty="0">
              <a:solidFill>
                <a:srgbClr val="D4D4D4"/>
              </a:solidFill>
              <a:latin typeface="Cascadia Code" panose="020B0609020000020004" pitchFamily="49" charset="0"/>
              <a:cs typeface="Cascadia Code" panose="020B0609020000020004" pitchFamily="49" charset="0"/>
            </a:endParaRPr>
          </a:p>
          <a:p>
            <a:pPr>
              <a:buNone/>
            </a:pPr>
            <a:r>
              <a:rPr lang="en-US" sz="2000" dirty="0">
                <a:solidFill>
                  <a:srgbClr val="00AAFF"/>
                </a:solidFill>
                <a:latin typeface="Cascadia Code" panose="020B0609020000020004" pitchFamily="49" charset="0"/>
                <a:cs typeface="Cascadia Code" panose="020B0609020000020004" pitchFamily="49" charset="0"/>
              </a:rPr>
              <a:t>FROM</a:t>
            </a:r>
            <a:endParaRPr lang="en-US" sz="2000" dirty="0">
              <a:solidFill>
                <a:srgbClr val="D4D4D4"/>
              </a:solidFill>
              <a:latin typeface="Cascadia Code" panose="020B0609020000020004" pitchFamily="49" charset="0"/>
              <a:cs typeface="Cascadia Code" panose="020B0609020000020004" pitchFamily="49" charset="0"/>
            </a:endParaRPr>
          </a:p>
          <a:p>
            <a:pPr>
              <a:buNone/>
            </a:pPr>
            <a:r>
              <a:rPr lang="en-US" sz="2000" dirty="0">
                <a:solidFill>
                  <a:srgbClr val="D4D4D4"/>
                </a:solidFill>
                <a:latin typeface="Cascadia Code" panose="020B0609020000020004" pitchFamily="49" charset="0"/>
                <a:cs typeface="Cascadia Code" panose="020B0609020000020004" pitchFamily="49" charset="0"/>
              </a:rPr>
              <a:t>    Classes</a:t>
            </a:r>
            <a:r>
              <a:rPr lang="en-US" sz="2000" dirty="0">
                <a:solidFill>
                  <a:srgbClr val="DCDCDC"/>
                </a:solidFill>
                <a:latin typeface="Cascadia Code" panose="020B0609020000020004" pitchFamily="49" charset="0"/>
                <a:cs typeface="Cascadia Code" panose="020B0609020000020004" pitchFamily="49" charset="0"/>
              </a:rPr>
              <a:t>;</a:t>
            </a:r>
            <a:endParaRPr lang="en-US" sz="2000" dirty="0">
              <a:solidFill>
                <a:srgbClr val="D4D4D4"/>
              </a:solidFill>
              <a:latin typeface="Cascadia Code" panose="020B0609020000020004" pitchFamily="49" charset="0"/>
              <a:cs typeface="Cascadia Code" panose="020B0609020000020004" pitchFamily="49" charset="0"/>
            </a:endParaRPr>
          </a:p>
          <a:p>
            <a:pPr>
              <a:buNone/>
            </a:pPr>
            <a:endParaRPr lang="en-US" sz="2000" b="0" dirty="0">
              <a:solidFill>
                <a:srgbClr val="D4D4D4"/>
              </a:solidFill>
              <a:effectLst/>
              <a:latin typeface="Cascadia Code" panose="020B0609020000020004" pitchFamily="49" charset="0"/>
              <a:cs typeface="Cascadia Code" panose="020B0609020000020004" pitchFamily="49" charset="0"/>
            </a:endParaRPr>
          </a:p>
        </p:txBody>
      </p:sp>
      <p:sp>
        <p:nvSpPr>
          <p:cNvPr id="6" name="Rectangle 5">
            <a:extLst>
              <a:ext uri="{FF2B5EF4-FFF2-40B4-BE49-F238E27FC236}">
                <a16:creationId xmlns:a16="http://schemas.microsoft.com/office/drawing/2014/main" id="{D5E759C1-4C8F-63CF-3736-2267BA809312}"/>
              </a:ext>
            </a:extLst>
          </p:cNvPr>
          <p:cNvSpPr/>
          <p:nvPr/>
        </p:nvSpPr>
        <p:spPr>
          <a:xfrm>
            <a:off x="-142430" y="155968"/>
            <a:ext cx="497960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JOIN STATEMENTS</a:t>
            </a:r>
          </a:p>
        </p:txBody>
      </p:sp>
    </p:spTree>
    <p:extLst>
      <p:ext uri="{BB962C8B-B14F-4D97-AF65-F5344CB8AC3E}">
        <p14:creationId xmlns:p14="http://schemas.microsoft.com/office/powerpoint/2010/main" val="2423538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A85D3C5F-90DD-45D0-956A-5FD8AABC59F9}"/>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1E602601-9FED-BE38-18BF-7573A72E6FB2}"/>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2F5953F-7026-0DD2-B1B7-1163FED84C52}"/>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191CFA2-5B5D-2631-0C66-8680308F46C0}"/>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D83D7D9-B37F-9AF1-276F-857254680DB4}"/>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96CD07B-E883-6EBD-1113-B5767A69F9FF}"/>
              </a:ext>
            </a:extLst>
          </p:cNvPr>
          <p:cNvSpPr/>
          <p:nvPr/>
        </p:nvSpPr>
        <p:spPr>
          <a:xfrm>
            <a:off x="421106" y="1357745"/>
            <a:ext cx="7442734"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We have to state which table each field is from</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We add the </a:t>
            </a:r>
            <a:r>
              <a:rPr lang="en-US" sz="2800" b="1" i="1" dirty="0">
                <a:solidFill>
                  <a:schemeClr val="accent4"/>
                </a:solidFill>
                <a:latin typeface="Bahnschrift" panose="020B0502040204020203" pitchFamily="34" charset="0"/>
              </a:rPr>
              <a:t>INNER JOIN </a:t>
            </a:r>
            <a:r>
              <a:rPr lang="en-US" sz="2800" dirty="0">
                <a:solidFill>
                  <a:schemeClr val="bg1"/>
                </a:solidFill>
                <a:latin typeface="Bahnschrift" panose="020B0502040204020203" pitchFamily="34" charset="0"/>
              </a:rPr>
              <a:t>on the other table and say which field is the foreign key</a:t>
            </a:r>
          </a:p>
        </p:txBody>
      </p:sp>
      <p:sp>
        <p:nvSpPr>
          <p:cNvPr id="2" name="Rectangle 1">
            <a:extLst>
              <a:ext uri="{FF2B5EF4-FFF2-40B4-BE49-F238E27FC236}">
                <a16:creationId xmlns:a16="http://schemas.microsoft.com/office/drawing/2014/main" id="{6AC1BB11-853C-ABC0-8169-F89D68BA7D52}"/>
              </a:ext>
            </a:extLst>
          </p:cNvPr>
          <p:cNvSpPr/>
          <p:nvPr/>
        </p:nvSpPr>
        <p:spPr>
          <a:xfrm>
            <a:off x="421106" y="3568966"/>
            <a:ext cx="11302808" cy="2977145"/>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Title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Genre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FirstName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LastName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INNER</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JOIN</a:t>
            </a:r>
            <a:r>
              <a:rPr lang="en-US" sz="2000" b="0" dirty="0">
                <a:solidFill>
                  <a:srgbClr val="D4D4D4"/>
                </a:solidFill>
                <a:effectLst/>
                <a:latin typeface="Cascadia Code" panose="020B0609020000020004" pitchFamily="49" charset="0"/>
                <a:cs typeface="Cascadia Code" panose="020B0609020000020004" pitchFamily="49" charset="0"/>
              </a:rPr>
              <a:t> Authors </a:t>
            </a:r>
            <a:r>
              <a:rPr lang="en-US" sz="2000" b="0" dirty="0">
                <a:solidFill>
                  <a:srgbClr val="00AAFF"/>
                </a:solidFill>
                <a:effectLst/>
                <a:latin typeface="Cascadia Code" panose="020B0609020000020004" pitchFamily="49" charset="0"/>
                <a:cs typeface="Cascadia Code" panose="020B0609020000020004" pitchFamily="49" charset="0"/>
              </a:rPr>
              <a:t>ON</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
        <p:nvSpPr>
          <p:cNvPr id="3" name="Rectangle 2">
            <a:extLst>
              <a:ext uri="{FF2B5EF4-FFF2-40B4-BE49-F238E27FC236}">
                <a16:creationId xmlns:a16="http://schemas.microsoft.com/office/drawing/2014/main" id="{E73A2904-23AE-C021-C2E8-6A3553EBF296}"/>
              </a:ext>
            </a:extLst>
          </p:cNvPr>
          <p:cNvSpPr/>
          <p:nvPr/>
        </p:nvSpPr>
        <p:spPr>
          <a:xfrm>
            <a:off x="8414285" y="395808"/>
            <a:ext cx="2599462" cy="2977145"/>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dirty="0">
                <a:solidFill>
                  <a:srgbClr val="00AAFF"/>
                </a:solidFill>
                <a:latin typeface="Cascadia Code" panose="020B0609020000020004" pitchFamily="49" charset="0"/>
                <a:cs typeface="Cascadia Code" panose="020B0609020000020004" pitchFamily="49" charset="0"/>
              </a:rPr>
              <a:t>SELECT</a:t>
            </a:r>
            <a:endParaRPr lang="en-US" sz="2000" dirty="0">
              <a:solidFill>
                <a:srgbClr val="D4D4D4"/>
              </a:solidFill>
              <a:latin typeface="Cascadia Code" panose="020B0609020000020004" pitchFamily="49" charset="0"/>
              <a:cs typeface="Cascadia Code" panose="020B0609020000020004" pitchFamily="49" charset="0"/>
            </a:endParaRPr>
          </a:p>
          <a:p>
            <a:pPr>
              <a:buNone/>
            </a:pPr>
            <a:r>
              <a:rPr lang="en-US" sz="2000" dirty="0">
                <a:solidFill>
                  <a:srgbClr val="D4D4D4"/>
                </a:solidFill>
                <a:latin typeface="Cascadia Code" panose="020B0609020000020004" pitchFamily="49" charset="0"/>
                <a:cs typeface="Cascadia Code" panose="020B0609020000020004" pitchFamily="49" charset="0"/>
              </a:rPr>
              <a:t>    </a:t>
            </a:r>
            <a:r>
              <a:rPr lang="en-US" sz="2000" dirty="0" err="1">
                <a:solidFill>
                  <a:srgbClr val="D4D4D4"/>
                </a:solidFill>
                <a:latin typeface="Cascadia Code" panose="020B0609020000020004" pitchFamily="49" charset="0"/>
                <a:cs typeface="Cascadia Code" panose="020B0609020000020004" pitchFamily="49" charset="0"/>
              </a:rPr>
              <a:t>ClassName</a:t>
            </a:r>
            <a:r>
              <a:rPr lang="en-US" sz="2000" dirty="0">
                <a:solidFill>
                  <a:srgbClr val="DCDCDC"/>
                </a:solidFill>
                <a:latin typeface="Cascadia Code" panose="020B0609020000020004" pitchFamily="49" charset="0"/>
                <a:cs typeface="Cascadia Code" panose="020B0609020000020004" pitchFamily="49" charset="0"/>
              </a:rPr>
              <a:t>,</a:t>
            </a:r>
            <a:endParaRPr lang="en-US" sz="2000" dirty="0">
              <a:solidFill>
                <a:srgbClr val="D4D4D4"/>
              </a:solidFill>
              <a:latin typeface="Cascadia Code" panose="020B0609020000020004" pitchFamily="49" charset="0"/>
              <a:cs typeface="Cascadia Code" panose="020B0609020000020004" pitchFamily="49" charset="0"/>
            </a:endParaRPr>
          </a:p>
          <a:p>
            <a:pPr>
              <a:buNone/>
            </a:pPr>
            <a:r>
              <a:rPr lang="en-US" sz="2000" dirty="0">
                <a:solidFill>
                  <a:srgbClr val="D4D4D4"/>
                </a:solidFill>
                <a:latin typeface="Cascadia Code" panose="020B0609020000020004" pitchFamily="49" charset="0"/>
                <a:cs typeface="Cascadia Code" panose="020B0609020000020004" pitchFamily="49" charset="0"/>
              </a:rPr>
              <a:t>    </a:t>
            </a:r>
            <a:r>
              <a:rPr lang="en-US" sz="2000" dirty="0" err="1">
                <a:solidFill>
                  <a:srgbClr val="D4D4D4"/>
                </a:solidFill>
                <a:latin typeface="Cascadia Code" panose="020B0609020000020004" pitchFamily="49" charset="0"/>
                <a:cs typeface="Cascadia Code" panose="020B0609020000020004" pitchFamily="49" charset="0"/>
              </a:rPr>
              <a:t>CourseNum</a:t>
            </a:r>
            <a:endParaRPr lang="en-US" sz="2000" dirty="0">
              <a:solidFill>
                <a:srgbClr val="D4D4D4"/>
              </a:solidFill>
              <a:latin typeface="Cascadia Code" panose="020B0609020000020004" pitchFamily="49" charset="0"/>
              <a:cs typeface="Cascadia Code" panose="020B0609020000020004" pitchFamily="49" charset="0"/>
            </a:endParaRPr>
          </a:p>
          <a:p>
            <a:pPr>
              <a:buNone/>
            </a:pPr>
            <a:r>
              <a:rPr lang="en-US" sz="2000" dirty="0">
                <a:solidFill>
                  <a:srgbClr val="00AAFF"/>
                </a:solidFill>
                <a:latin typeface="Cascadia Code" panose="020B0609020000020004" pitchFamily="49" charset="0"/>
                <a:cs typeface="Cascadia Code" panose="020B0609020000020004" pitchFamily="49" charset="0"/>
              </a:rPr>
              <a:t>FROM</a:t>
            </a:r>
            <a:endParaRPr lang="en-US" sz="2000" dirty="0">
              <a:solidFill>
                <a:srgbClr val="D4D4D4"/>
              </a:solidFill>
              <a:latin typeface="Cascadia Code" panose="020B0609020000020004" pitchFamily="49" charset="0"/>
              <a:cs typeface="Cascadia Code" panose="020B0609020000020004" pitchFamily="49" charset="0"/>
            </a:endParaRPr>
          </a:p>
          <a:p>
            <a:pPr>
              <a:buNone/>
            </a:pPr>
            <a:r>
              <a:rPr lang="en-US" sz="2000" dirty="0">
                <a:solidFill>
                  <a:srgbClr val="D4D4D4"/>
                </a:solidFill>
                <a:latin typeface="Cascadia Code" panose="020B0609020000020004" pitchFamily="49" charset="0"/>
                <a:cs typeface="Cascadia Code" panose="020B0609020000020004" pitchFamily="49" charset="0"/>
              </a:rPr>
              <a:t>    Classes</a:t>
            </a:r>
            <a:r>
              <a:rPr lang="en-US" sz="2000" dirty="0">
                <a:solidFill>
                  <a:srgbClr val="DCDCDC"/>
                </a:solidFill>
                <a:latin typeface="Cascadia Code" panose="020B0609020000020004" pitchFamily="49" charset="0"/>
                <a:cs typeface="Cascadia Code" panose="020B0609020000020004" pitchFamily="49" charset="0"/>
              </a:rPr>
              <a:t>;</a:t>
            </a:r>
            <a:endParaRPr lang="en-US" sz="2000" dirty="0">
              <a:solidFill>
                <a:srgbClr val="D4D4D4"/>
              </a:solidFill>
              <a:latin typeface="Cascadia Code" panose="020B0609020000020004" pitchFamily="49" charset="0"/>
              <a:cs typeface="Cascadia Code" panose="020B0609020000020004" pitchFamily="49" charset="0"/>
            </a:endParaRPr>
          </a:p>
          <a:p>
            <a:pPr>
              <a:buNone/>
            </a:pPr>
            <a:endParaRPr lang="en-US" sz="2000" b="0" dirty="0">
              <a:solidFill>
                <a:srgbClr val="D4D4D4"/>
              </a:solidFill>
              <a:effectLst/>
              <a:latin typeface="Cascadia Code" panose="020B0609020000020004" pitchFamily="49" charset="0"/>
              <a:cs typeface="Cascadia Code" panose="020B0609020000020004" pitchFamily="49" charset="0"/>
            </a:endParaRPr>
          </a:p>
        </p:txBody>
      </p:sp>
      <p:sp>
        <p:nvSpPr>
          <p:cNvPr id="6" name="Rectangle 5">
            <a:extLst>
              <a:ext uri="{FF2B5EF4-FFF2-40B4-BE49-F238E27FC236}">
                <a16:creationId xmlns:a16="http://schemas.microsoft.com/office/drawing/2014/main" id="{1635B334-83DA-BA67-DCD4-5019DEC58582}"/>
              </a:ext>
            </a:extLst>
          </p:cNvPr>
          <p:cNvSpPr/>
          <p:nvPr/>
        </p:nvSpPr>
        <p:spPr>
          <a:xfrm>
            <a:off x="-142430" y="155968"/>
            <a:ext cx="497960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JOIN STATEMENTS</a:t>
            </a:r>
          </a:p>
        </p:txBody>
      </p:sp>
    </p:spTree>
    <p:extLst>
      <p:ext uri="{BB962C8B-B14F-4D97-AF65-F5344CB8AC3E}">
        <p14:creationId xmlns:p14="http://schemas.microsoft.com/office/powerpoint/2010/main" val="1307410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24F57822-6C16-5AB9-848F-3FF0AA2C0752}"/>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9CC5E1FE-8F2F-42B9-1985-BAF03114F68B}"/>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8B430DD-7F00-4A78-64B7-CFF0007A751A}"/>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8E6A609-68AA-CEAB-010B-BF861A0166BD}"/>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2E2A7E0-D1D1-6B28-F1EE-D428118FB456}"/>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4F5DB03-A2FA-066C-4A72-469095869837}"/>
              </a:ext>
            </a:extLst>
          </p:cNvPr>
          <p:cNvSpPr/>
          <p:nvPr/>
        </p:nvSpPr>
        <p:spPr>
          <a:xfrm>
            <a:off x="421106" y="1357745"/>
            <a:ext cx="7442734"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In the event that your table contains duplicates, you can add the word </a:t>
            </a:r>
            <a:r>
              <a:rPr lang="en-US" sz="2800" b="1" i="1" dirty="0">
                <a:solidFill>
                  <a:schemeClr val="accent4"/>
                </a:solidFill>
                <a:latin typeface="Bahnschrift" panose="020B0502040204020203" pitchFamily="34" charset="0"/>
              </a:rPr>
              <a:t>DISTINCT</a:t>
            </a:r>
            <a:r>
              <a:rPr lang="en-US" sz="2800" dirty="0">
                <a:solidFill>
                  <a:schemeClr val="bg1"/>
                </a:solidFill>
                <a:latin typeface="Bahnschrift" panose="020B0502040204020203" pitchFamily="34" charset="0"/>
              </a:rPr>
              <a:t> after your SELECT</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This removes duplicates</a:t>
            </a:r>
          </a:p>
        </p:txBody>
      </p:sp>
      <p:sp>
        <p:nvSpPr>
          <p:cNvPr id="2" name="Rectangle 1">
            <a:extLst>
              <a:ext uri="{FF2B5EF4-FFF2-40B4-BE49-F238E27FC236}">
                <a16:creationId xmlns:a16="http://schemas.microsoft.com/office/drawing/2014/main" id="{4BA2808D-61D4-2DFD-6B9B-427B57EEA7E4}"/>
              </a:ext>
            </a:extLst>
          </p:cNvPr>
          <p:cNvSpPr/>
          <p:nvPr/>
        </p:nvSpPr>
        <p:spPr>
          <a:xfrm>
            <a:off x="421106" y="3568966"/>
            <a:ext cx="11302808" cy="2977145"/>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DISTINCT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Genre</a:t>
            </a: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
        <p:nvSpPr>
          <p:cNvPr id="6" name="Rectangle 5">
            <a:extLst>
              <a:ext uri="{FF2B5EF4-FFF2-40B4-BE49-F238E27FC236}">
                <a16:creationId xmlns:a16="http://schemas.microsoft.com/office/drawing/2014/main" id="{987D538A-0A97-A595-C1D2-85B409844422}"/>
              </a:ext>
            </a:extLst>
          </p:cNvPr>
          <p:cNvSpPr/>
          <p:nvPr/>
        </p:nvSpPr>
        <p:spPr>
          <a:xfrm>
            <a:off x="-142430" y="155968"/>
            <a:ext cx="604945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DISTINCT STATEMENTS</a:t>
            </a:r>
          </a:p>
        </p:txBody>
      </p:sp>
    </p:spTree>
    <p:extLst>
      <p:ext uri="{BB962C8B-B14F-4D97-AF65-F5344CB8AC3E}">
        <p14:creationId xmlns:p14="http://schemas.microsoft.com/office/powerpoint/2010/main" val="3631406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663658A0-72FB-4ED3-106B-8133C450BFCF}"/>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1151260E-A2B7-BDE5-0CB1-29F115E2E623}"/>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EE64BD9-5921-A46E-61C6-6AED2D8D50F6}"/>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30C8543-F97E-AAD0-8964-B5DACE50A1FF}"/>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CB785D9-B599-1374-9329-7BF02AAD4CC8}"/>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17A1896-8C89-81AC-D68C-2AA9423A6A5D}"/>
              </a:ext>
            </a:extLst>
          </p:cNvPr>
          <p:cNvSpPr/>
          <p:nvPr/>
        </p:nvSpPr>
        <p:spPr>
          <a:xfrm>
            <a:off x="421106" y="1357745"/>
            <a:ext cx="8210830"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We don’t always want to retrieve all of the data</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we want to get data that meets only certain conditions, we use the </a:t>
            </a:r>
            <a:r>
              <a:rPr lang="en-US" sz="2800" b="1" i="1" dirty="0">
                <a:solidFill>
                  <a:schemeClr val="accent4"/>
                </a:solidFill>
                <a:latin typeface="Bahnschrift" panose="020B0502040204020203" pitchFamily="34" charset="0"/>
              </a:rPr>
              <a:t>WHERE clause</a:t>
            </a:r>
          </a:p>
        </p:txBody>
      </p:sp>
      <p:sp>
        <p:nvSpPr>
          <p:cNvPr id="2" name="Rectangle 1">
            <a:extLst>
              <a:ext uri="{FF2B5EF4-FFF2-40B4-BE49-F238E27FC236}">
                <a16:creationId xmlns:a16="http://schemas.microsoft.com/office/drawing/2014/main" id="{55CBAFDD-D03E-01FE-6FD3-336300DE3802}"/>
              </a:ext>
            </a:extLst>
          </p:cNvPr>
          <p:cNvSpPr/>
          <p:nvPr/>
        </p:nvSpPr>
        <p:spPr>
          <a:xfrm>
            <a:off x="421106" y="3568966"/>
            <a:ext cx="11302808" cy="2977145"/>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00AAFF"/>
                </a:solidFill>
                <a:effectLst/>
                <a:latin typeface="Cascadia Code" panose="020B0609020000020004" pitchFamily="49" charset="0"/>
                <a:cs typeface="Cascadia Code" panose="020B0609020000020004" pitchFamily="49" charset="0"/>
              </a:rPr>
              <a:t>WHERE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Genre </a:t>
            </a:r>
            <a:r>
              <a:rPr lang="en-US" sz="2000" b="0" dirty="0">
                <a:solidFill>
                  <a:srgbClr val="00AAFF"/>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FF0000"/>
                </a:solidFill>
                <a:effectLst/>
                <a:latin typeface="Cascadia Code" panose="020B0609020000020004" pitchFamily="49" charset="0"/>
                <a:cs typeface="Cascadia Code" panose="020B0609020000020004" pitchFamily="49" charset="0"/>
              </a:rPr>
              <a:t>'Self Help'</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
        <p:nvSpPr>
          <p:cNvPr id="6" name="Rectangle 5">
            <a:extLst>
              <a:ext uri="{FF2B5EF4-FFF2-40B4-BE49-F238E27FC236}">
                <a16:creationId xmlns:a16="http://schemas.microsoft.com/office/drawing/2014/main" id="{78A96B58-F7BE-CF69-2EBB-C798680EB017}"/>
              </a:ext>
            </a:extLst>
          </p:cNvPr>
          <p:cNvSpPr/>
          <p:nvPr/>
        </p:nvSpPr>
        <p:spPr>
          <a:xfrm>
            <a:off x="-142430" y="155968"/>
            <a:ext cx="604945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WHERE STATEMENTS</a:t>
            </a:r>
          </a:p>
        </p:txBody>
      </p:sp>
    </p:spTree>
    <p:extLst>
      <p:ext uri="{BB962C8B-B14F-4D97-AF65-F5344CB8AC3E}">
        <p14:creationId xmlns:p14="http://schemas.microsoft.com/office/powerpoint/2010/main" val="4037451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DC020194-2513-8B29-BDFF-486BEFDB2A98}"/>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3B7BBF36-3EC3-0158-BAC7-233503692C5B}"/>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D6BDFB7-7A15-FC93-EC90-0D4CCA325FA0}"/>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03A8EA5-8F4F-F34F-390B-92D36A8BF0ED}"/>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E667BE5-78DA-010F-9240-2460FE419B13}"/>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02E2E9E-7584-1879-8C35-4285B0CD346F}"/>
              </a:ext>
            </a:extLst>
          </p:cNvPr>
          <p:cNvSpPr/>
          <p:nvPr/>
        </p:nvSpPr>
        <p:spPr>
          <a:xfrm>
            <a:off x="421106" y="1357745"/>
            <a:ext cx="8210830"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This can even be combined with the JOIN clause to create complex queries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does this query print to the screen?</a:t>
            </a:r>
          </a:p>
        </p:txBody>
      </p:sp>
      <p:sp>
        <p:nvSpPr>
          <p:cNvPr id="2" name="Rectangle 1">
            <a:extLst>
              <a:ext uri="{FF2B5EF4-FFF2-40B4-BE49-F238E27FC236}">
                <a16:creationId xmlns:a16="http://schemas.microsoft.com/office/drawing/2014/main" id="{8BCB5BCC-FF36-F52A-8253-2DC5392DCBB1}"/>
              </a:ext>
            </a:extLst>
          </p:cNvPr>
          <p:cNvSpPr/>
          <p:nvPr/>
        </p:nvSpPr>
        <p:spPr>
          <a:xfrm>
            <a:off x="421106" y="3568966"/>
            <a:ext cx="11302808" cy="2977145"/>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Title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FirstName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LastName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INNER</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JOIN</a:t>
            </a:r>
            <a:r>
              <a:rPr lang="en-US" sz="2000" b="0" dirty="0">
                <a:solidFill>
                  <a:srgbClr val="D4D4D4"/>
                </a:solidFill>
                <a:effectLst/>
                <a:latin typeface="Cascadia Code" panose="020B0609020000020004" pitchFamily="49" charset="0"/>
                <a:cs typeface="Cascadia Code" panose="020B0609020000020004" pitchFamily="49" charset="0"/>
              </a:rPr>
              <a:t> Authors </a:t>
            </a:r>
            <a:r>
              <a:rPr lang="en-US" sz="2000" b="0" dirty="0">
                <a:solidFill>
                  <a:srgbClr val="00AAFF"/>
                </a:solidFill>
                <a:effectLst/>
                <a:latin typeface="Cascadia Code" panose="020B0609020000020004" pitchFamily="49" charset="0"/>
                <a:cs typeface="Cascadia Code" panose="020B0609020000020004" pitchFamily="49" charset="0"/>
              </a:rPr>
              <a:t>ON</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AuthorID</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WHERE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1</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
        <p:nvSpPr>
          <p:cNvPr id="6" name="Rectangle 5">
            <a:extLst>
              <a:ext uri="{FF2B5EF4-FFF2-40B4-BE49-F238E27FC236}">
                <a16:creationId xmlns:a16="http://schemas.microsoft.com/office/drawing/2014/main" id="{59889514-FCB3-B1F8-82A4-A9D19DD8EBE3}"/>
              </a:ext>
            </a:extLst>
          </p:cNvPr>
          <p:cNvSpPr/>
          <p:nvPr/>
        </p:nvSpPr>
        <p:spPr>
          <a:xfrm>
            <a:off x="-142430" y="155968"/>
            <a:ext cx="604945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WHERE STATEMENTS</a:t>
            </a:r>
          </a:p>
        </p:txBody>
      </p:sp>
    </p:spTree>
    <p:extLst>
      <p:ext uri="{BB962C8B-B14F-4D97-AF65-F5344CB8AC3E}">
        <p14:creationId xmlns:p14="http://schemas.microsoft.com/office/powerpoint/2010/main" val="1627190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0583FBD7-C0E4-C1B6-2E91-0045D0453082}"/>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9B2D3344-30AD-270B-3390-38C96F7A9226}"/>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0FC3243-6803-D1DF-69A6-3D53E1F4D98E}"/>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6756C6A-8A5C-74DB-42CF-46700F034CE3}"/>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7F1D183-DB8F-25D6-1CC4-120322CB74F7}"/>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3FFC8D2-7D02-17E7-9D2C-5A8FAFC23560}"/>
              </a:ext>
            </a:extLst>
          </p:cNvPr>
          <p:cNvSpPr/>
          <p:nvPr/>
        </p:nvSpPr>
        <p:spPr>
          <a:xfrm>
            <a:off x="421106" y="1357745"/>
            <a:ext cx="8210830"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Just like in other programming languages, we have some basic operators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 - Equals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&lt;&gt; - Not Equals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&gt; - Greater Than</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&lt; - Less Than</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&gt;= - Greater Than or Equal To</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&lt;= - Less Than or Equal To</a:t>
            </a:r>
          </a:p>
          <a:p>
            <a:pPr marL="457200" indent="-457200">
              <a:spcBef>
                <a:spcPts val="1200"/>
              </a:spcBef>
              <a:buFont typeface="Arial" panose="020B0604020202020204" pitchFamily="34" charset="0"/>
              <a:buChar char="•"/>
            </a:pPr>
            <a:endParaRPr lang="en-US" sz="2800" dirty="0">
              <a:solidFill>
                <a:schemeClr val="bg1"/>
              </a:solidFill>
              <a:latin typeface="Bahnschrift" panose="020B0502040204020203" pitchFamily="34" charset="0"/>
            </a:endParaRPr>
          </a:p>
        </p:txBody>
      </p:sp>
      <p:sp>
        <p:nvSpPr>
          <p:cNvPr id="6" name="Rectangle 5">
            <a:extLst>
              <a:ext uri="{FF2B5EF4-FFF2-40B4-BE49-F238E27FC236}">
                <a16:creationId xmlns:a16="http://schemas.microsoft.com/office/drawing/2014/main" id="{49AE0BB0-6EE1-C5D1-AD57-847DE7C19C8C}"/>
              </a:ext>
            </a:extLst>
          </p:cNvPr>
          <p:cNvSpPr/>
          <p:nvPr/>
        </p:nvSpPr>
        <p:spPr>
          <a:xfrm>
            <a:off x="-142430" y="155968"/>
            <a:ext cx="6643814"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RELATIONAL OPERATORS</a:t>
            </a:r>
          </a:p>
        </p:txBody>
      </p:sp>
    </p:spTree>
    <p:extLst>
      <p:ext uri="{BB962C8B-B14F-4D97-AF65-F5344CB8AC3E}">
        <p14:creationId xmlns:p14="http://schemas.microsoft.com/office/powerpoint/2010/main" val="2044529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5E8645B2-07E1-50C5-B147-25672BB3EBD1}"/>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627F1309-7618-D434-B3D5-2C3C5D53DDB9}"/>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4F664A4-050E-B769-788D-600805A9FC37}"/>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1C48D2E-BE77-9399-FE8B-FA83DC4F5A00}"/>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B77EA7B-E00B-29EC-560A-30F4DD3EA7AD}"/>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DBFCB68-2AFD-B4FD-D64E-5B79C9244D87}"/>
              </a:ext>
            </a:extLst>
          </p:cNvPr>
          <p:cNvSpPr/>
          <p:nvPr/>
        </p:nvSpPr>
        <p:spPr>
          <a:xfrm>
            <a:off x="421106" y="1357745"/>
            <a:ext cx="8210830"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More importantly, we can use more unique options to filter</a:t>
            </a:r>
          </a:p>
        </p:txBody>
      </p:sp>
      <p:sp>
        <p:nvSpPr>
          <p:cNvPr id="6" name="Rectangle 5">
            <a:extLst>
              <a:ext uri="{FF2B5EF4-FFF2-40B4-BE49-F238E27FC236}">
                <a16:creationId xmlns:a16="http://schemas.microsoft.com/office/drawing/2014/main" id="{81FE58A2-3586-F298-D824-360DB4238E4F}"/>
              </a:ext>
            </a:extLst>
          </p:cNvPr>
          <p:cNvSpPr/>
          <p:nvPr/>
        </p:nvSpPr>
        <p:spPr>
          <a:xfrm>
            <a:off x="42773" y="155968"/>
            <a:ext cx="3068510"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FILTERING</a:t>
            </a:r>
          </a:p>
        </p:txBody>
      </p:sp>
      <p:sp>
        <p:nvSpPr>
          <p:cNvPr id="2" name="Rectangle 1">
            <a:extLst>
              <a:ext uri="{FF2B5EF4-FFF2-40B4-BE49-F238E27FC236}">
                <a16:creationId xmlns:a16="http://schemas.microsoft.com/office/drawing/2014/main" id="{91AEF35D-BE71-2930-6935-542C18CF0D1A}"/>
              </a:ext>
            </a:extLst>
          </p:cNvPr>
          <p:cNvSpPr/>
          <p:nvPr/>
        </p:nvSpPr>
        <p:spPr>
          <a:xfrm>
            <a:off x="5921572" y="2636977"/>
            <a:ext cx="5751094" cy="2019444"/>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00AAFF"/>
                </a:solidFill>
                <a:effectLst/>
                <a:latin typeface="Cascadia Code" panose="020B0609020000020004" pitchFamily="49" charset="0"/>
                <a:cs typeface="Cascadia Code" panose="020B0609020000020004" pitchFamily="49" charset="0"/>
              </a:rPr>
              <a:t>WHERE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BETWEEN</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1</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AND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3</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
        <p:nvSpPr>
          <p:cNvPr id="3" name="Rectangle 2">
            <a:extLst>
              <a:ext uri="{FF2B5EF4-FFF2-40B4-BE49-F238E27FC236}">
                <a16:creationId xmlns:a16="http://schemas.microsoft.com/office/drawing/2014/main" id="{178795D8-3B69-B69D-E3BB-3CE02AE65BA5}"/>
              </a:ext>
            </a:extLst>
          </p:cNvPr>
          <p:cNvSpPr/>
          <p:nvPr/>
        </p:nvSpPr>
        <p:spPr>
          <a:xfrm>
            <a:off x="7558231" y="4656421"/>
            <a:ext cx="3865629" cy="2019444"/>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00AAFF"/>
                </a:solidFill>
                <a:effectLst/>
                <a:latin typeface="Cascadia Code" panose="020B0609020000020004" pitchFamily="49" charset="0"/>
                <a:cs typeface="Cascadia Code" panose="020B0609020000020004" pitchFamily="49" charset="0"/>
              </a:rPr>
              <a:t>WHERE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IN</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DCDCDC"/>
                </a:solidFill>
                <a:effectLst/>
                <a:latin typeface="Cascadia Code" panose="020B0609020000020004" pitchFamily="49" charset="0"/>
                <a:cs typeface="Cascadia Code" panose="020B0609020000020004" pitchFamily="49" charset="0"/>
              </a:rPr>
              <a:t>(</a:t>
            </a:r>
            <a:r>
              <a:rPr lang="en-US" sz="2000" b="0" dirty="0">
                <a:solidFill>
                  <a:srgbClr val="B5CEA8"/>
                </a:solidFill>
                <a:effectLst/>
                <a:latin typeface="Cascadia Code" panose="020B0609020000020004" pitchFamily="49" charset="0"/>
                <a:cs typeface="Cascadia Code" panose="020B0609020000020004" pitchFamily="49" charset="0"/>
              </a:rPr>
              <a:t>1</a:t>
            </a:r>
            <a:r>
              <a:rPr lang="en-US" sz="2000" b="0" dirty="0">
                <a:solidFill>
                  <a:srgbClr val="DCDCDC"/>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3</a:t>
            </a:r>
            <a:r>
              <a:rPr lang="en-US" sz="2000" b="0" dirty="0">
                <a:solidFill>
                  <a:srgbClr val="DCDCDC"/>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5</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
        <p:nvSpPr>
          <p:cNvPr id="5" name="Rectangle 4">
            <a:extLst>
              <a:ext uri="{FF2B5EF4-FFF2-40B4-BE49-F238E27FC236}">
                <a16:creationId xmlns:a16="http://schemas.microsoft.com/office/drawing/2014/main" id="{F07929D5-9A5B-CD5D-1FCA-64BA4E49A63C}"/>
              </a:ext>
            </a:extLst>
          </p:cNvPr>
          <p:cNvSpPr/>
          <p:nvPr/>
        </p:nvSpPr>
        <p:spPr>
          <a:xfrm>
            <a:off x="785457" y="2610809"/>
            <a:ext cx="5059384" cy="2019444"/>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00AAFF"/>
                </a:solidFill>
                <a:effectLst/>
                <a:latin typeface="Cascadia Code" panose="020B0609020000020004" pitchFamily="49" charset="0"/>
                <a:cs typeface="Cascadia Code" panose="020B0609020000020004" pitchFamily="49" charset="0"/>
              </a:rPr>
              <a:t>WHERE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&gt;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3</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AND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1</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
        <p:nvSpPr>
          <p:cNvPr id="10" name="Rectangle 9">
            <a:extLst>
              <a:ext uri="{FF2B5EF4-FFF2-40B4-BE49-F238E27FC236}">
                <a16:creationId xmlns:a16="http://schemas.microsoft.com/office/drawing/2014/main" id="{D3A0B09F-52FC-79E0-3597-EBB0501A1D03}"/>
              </a:ext>
            </a:extLst>
          </p:cNvPr>
          <p:cNvSpPr/>
          <p:nvPr/>
        </p:nvSpPr>
        <p:spPr>
          <a:xfrm>
            <a:off x="2354936" y="4682588"/>
            <a:ext cx="5059384" cy="2019444"/>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00AAFF"/>
                </a:solidFill>
                <a:effectLst/>
                <a:latin typeface="Cascadia Code" panose="020B0609020000020004" pitchFamily="49" charset="0"/>
                <a:cs typeface="Cascadia Code" panose="020B0609020000020004" pitchFamily="49" charset="0"/>
              </a:rPr>
              <a:t>WHERE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&gt;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3</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OR</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1</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75706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A54CA7DD-D7CB-A9C0-9F45-3282D83703E2}"/>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E94BAEBC-A486-B208-467C-8504B7513F98}"/>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781DE2F-2E94-D120-7A89-68F0CDC31D7A}"/>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B8763D5-265D-CA69-63FE-D910B26232CE}"/>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A3750A6-266D-7549-8F73-F59761985C9A}"/>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9F940E8-DE0F-77D9-E355-A52AA6C6375B}"/>
              </a:ext>
            </a:extLst>
          </p:cNvPr>
          <p:cNvSpPr/>
          <p:nvPr/>
        </p:nvSpPr>
        <p:spPr>
          <a:xfrm>
            <a:off x="421106" y="1357745"/>
            <a:ext cx="8210830"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BETWEEN – values in a range</a:t>
            </a:r>
          </a:p>
        </p:txBody>
      </p:sp>
      <p:sp>
        <p:nvSpPr>
          <p:cNvPr id="6" name="Rectangle 5">
            <a:extLst>
              <a:ext uri="{FF2B5EF4-FFF2-40B4-BE49-F238E27FC236}">
                <a16:creationId xmlns:a16="http://schemas.microsoft.com/office/drawing/2014/main" id="{E4DEC3CD-ED50-07E7-1FE4-73C16A042ADB}"/>
              </a:ext>
            </a:extLst>
          </p:cNvPr>
          <p:cNvSpPr/>
          <p:nvPr/>
        </p:nvSpPr>
        <p:spPr>
          <a:xfrm>
            <a:off x="42773" y="155968"/>
            <a:ext cx="3068510"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FILTERING</a:t>
            </a:r>
          </a:p>
        </p:txBody>
      </p:sp>
      <p:sp>
        <p:nvSpPr>
          <p:cNvPr id="2" name="Rectangle 1">
            <a:extLst>
              <a:ext uri="{FF2B5EF4-FFF2-40B4-BE49-F238E27FC236}">
                <a16:creationId xmlns:a16="http://schemas.microsoft.com/office/drawing/2014/main" id="{636FA3E9-DBEA-6A45-F0A2-BBEC7F095C02}"/>
              </a:ext>
            </a:extLst>
          </p:cNvPr>
          <p:cNvSpPr/>
          <p:nvPr/>
        </p:nvSpPr>
        <p:spPr>
          <a:xfrm>
            <a:off x="3552444" y="2956491"/>
            <a:ext cx="5751094" cy="2019444"/>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00AAFF"/>
                </a:solidFill>
                <a:effectLst/>
                <a:latin typeface="Cascadia Code" panose="020B0609020000020004" pitchFamily="49" charset="0"/>
                <a:cs typeface="Cascadia Code" panose="020B0609020000020004" pitchFamily="49" charset="0"/>
              </a:rPr>
              <a:t>WHERE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BETWEEN</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1</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AND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3</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124391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8E3D5F4E-D2DF-7A0B-B699-C3A8B9CEA825}"/>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4EB827AC-D27F-B2F3-B763-047CD8166369}"/>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392DFD2-2E29-AF57-F728-3770EF0F7884}"/>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AAAF70A-1C6C-A909-C130-CCCF557D3500}"/>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808EB55-8735-E9A2-0CC9-B2DBC5AA33B5}"/>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3F6A866-3CC0-32C0-C1A9-29D3674010F1}"/>
              </a:ext>
            </a:extLst>
          </p:cNvPr>
          <p:cNvSpPr/>
          <p:nvPr/>
        </p:nvSpPr>
        <p:spPr>
          <a:xfrm>
            <a:off x="421106" y="1357745"/>
            <a:ext cx="8210830"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IN – checks if a value is within a specific set of values</a:t>
            </a:r>
          </a:p>
        </p:txBody>
      </p:sp>
      <p:sp>
        <p:nvSpPr>
          <p:cNvPr id="6" name="Rectangle 5">
            <a:extLst>
              <a:ext uri="{FF2B5EF4-FFF2-40B4-BE49-F238E27FC236}">
                <a16:creationId xmlns:a16="http://schemas.microsoft.com/office/drawing/2014/main" id="{66397E83-1F12-F351-3521-05E81DC4F7FB}"/>
              </a:ext>
            </a:extLst>
          </p:cNvPr>
          <p:cNvSpPr/>
          <p:nvPr/>
        </p:nvSpPr>
        <p:spPr>
          <a:xfrm>
            <a:off x="42773" y="155968"/>
            <a:ext cx="3068510"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FILTERING</a:t>
            </a:r>
          </a:p>
        </p:txBody>
      </p:sp>
      <p:sp>
        <p:nvSpPr>
          <p:cNvPr id="3" name="Rectangle 2">
            <a:extLst>
              <a:ext uri="{FF2B5EF4-FFF2-40B4-BE49-F238E27FC236}">
                <a16:creationId xmlns:a16="http://schemas.microsoft.com/office/drawing/2014/main" id="{D2B70D9F-6B04-3F10-6A6F-89A3C90DE451}"/>
              </a:ext>
            </a:extLst>
          </p:cNvPr>
          <p:cNvSpPr/>
          <p:nvPr/>
        </p:nvSpPr>
        <p:spPr>
          <a:xfrm>
            <a:off x="3644599" y="2816133"/>
            <a:ext cx="3865629" cy="2019444"/>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00AAFF"/>
                </a:solidFill>
                <a:effectLst/>
                <a:latin typeface="Cascadia Code" panose="020B0609020000020004" pitchFamily="49" charset="0"/>
                <a:cs typeface="Cascadia Code" panose="020B0609020000020004" pitchFamily="49" charset="0"/>
              </a:rPr>
              <a:t>WHERE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IN</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DCDCDC"/>
                </a:solidFill>
                <a:effectLst/>
                <a:latin typeface="Cascadia Code" panose="020B0609020000020004" pitchFamily="49" charset="0"/>
                <a:cs typeface="Cascadia Code" panose="020B0609020000020004" pitchFamily="49" charset="0"/>
              </a:rPr>
              <a:t>(</a:t>
            </a:r>
            <a:r>
              <a:rPr lang="en-US" sz="2000" b="0" dirty="0">
                <a:solidFill>
                  <a:srgbClr val="B5CEA8"/>
                </a:solidFill>
                <a:effectLst/>
                <a:latin typeface="Cascadia Code" panose="020B0609020000020004" pitchFamily="49" charset="0"/>
                <a:cs typeface="Cascadia Code" panose="020B0609020000020004" pitchFamily="49" charset="0"/>
              </a:rPr>
              <a:t>1</a:t>
            </a:r>
            <a:r>
              <a:rPr lang="en-US" sz="2000" b="0" dirty="0">
                <a:solidFill>
                  <a:srgbClr val="DCDCDC"/>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3</a:t>
            </a:r>
            <a:r>
              <a:rPr lang="en-US" sz="2000" b="0" dirty="0">
                <a:solidFill>
                  <a:srgbClr val="DCDCDC"/>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5</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903785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0EBF5B42-E209-AF81-41DB-E7A4CDFB1657}"/>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E16025A3-2A40-4E3D-F1C6-3D4C43908216}"/>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D2AA187-09A0-8197-F710-4B59974E7577}"/>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DA1F36E-05B0-CBAE-C87F-6AD26D3F9D54}"/>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5585170-5B26-29DF-260F-9AA432E59DA6}"/>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0240679-13BE-1F2B-5498-D707C1E4BBEF}"/>
              </a:ext>
            </a:extLst>
          </p:cNvPr>
          <p:cNvSpPr/>
          <p:nvPr/>
        </p:nvSpPr>
        <p:spPr>
          <a:xfrm>
            <a:off x="421106" y="1357745"/>
            <a:ext cx="8210830"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AND / OR : combine multiple conditions</a:t>
            </a:r>
          </a:p>
        </p:txBody>
      </p:sp>
      <p:sp>
        <p:nvSpPr>
          <p:cNvPr id="6" name="Rectangle 5">
            <a:extLst>
              <a:ext uri="{FF2B5EF4-FFF2-40B4-BE49-F238E27FC236}">
                <a16:creationId xmlns:a16="http://schemas.microsoft.com/office/drawing/2014/main" id="{747EE279-DBF8-3C33-C22F-E7EE7C2CB305}"/>
              </a:ext>
            </a:extLst>
          </p:cNvPr>
          <p:cNvSpPr/>
          <p:nvPr/>
        </p:nvSpPr>
        <p:spPr>
          <a:xfrm>
            <a:off x="42773" y="155968"/>
            <a:ext cx="3068510"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FILTERING</a:t>
            </a:r>
          </a:p>
        </p:txBody>
      </p:sp>
      <p:sp>
        <p:nvSpPr>
          <p:cNvPr id="5" name="Rectangle 4">
            <a:extLst>
              <a:ext uri="{FF2B5EF4-FFF2-40B4-BE49-F238E27FC236}">
                <a16:creationId xmlns:a16="http://schemas.microsoft.com/office/drawing/2014/main" id="{3E3E6AC1-D14D-BDD8-47D0-DCBA24FFEA09}"/>
              </a:ext>
            </a:extLst>
          </p:cNvPr>
          <p:cNvSpPr/>
          <p:nvPr/>
        </p:nvSpPr>
        <p:spPr>
          <a:xfrm>
            <a:off x="742075" y="2468487"/>
            <a:ext cx="5059384" cy="2019444"/>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00AAFF"/>
                </a:solidFill>
                <a:effectLst/>
                <a:latin typeface="Cascadia Code" panose="020B0609020000020004" pitchFamily="49" charset="0"/>
                <a:cs typeface="Cascadia Code" panose="020B0609020000020004" pitchFamily="49" charset="0"/>
              </a:rPr>
              <a:t>WHERE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&gt;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3</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AND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1</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
        <p:nvSpPr>
          <p:cNvPr id="10" name="Rectangle 9">
            <a:extLst>
              <a:ext uri="{FF2B5EF4-FFF2-40B4-BE49-F238E27FC236}">
                <a16:creationId xmlns:a16="http://schemas.microsoft.com/office/drawing/2014/main" id="{78E7B6EC-2E96-4618-8927-F78E1881B80C}"/>
              </a:ext>
            </a:extLst>
          </p:cNvPr>
          <p:cNvSpPr/>
          <p:nvPr/>
        </p:nvSpPr>
        <p:spPr>
          <a:xfrm>
            <a:off x="5801459" y="4460626"/>
            <a:ext cx="5059384" cy="2019444"/>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00AAFF"/>
                </a:solidFill>
                <a:effectLst/>
                <a:latin typeface="Cascadia Code" panose="020B0609020000020004" pitchFamily="49" charset="0"/>
                <a:cs typeface="Cascadia Code" panose="020B0609020000020004" pitchFamily="49" charset="0"/>
              </a:rPr>
              <a:t>WHERE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&gt;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3</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OR</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1</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001781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9E3B8264-8549-DDC6-3E2F-36513CBAA16C}"/>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D79FE347-F047-0E60-4A3E-692622E3D8E8}"/>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720AB47-42B4-0E29-03D9-CE6401960416}"/>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09E0C18-7280-4DD3-D779-F420780B78F4}"/>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EB34490-A9AE-1B67-FDE1-E871536D9348}"/>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5325DA5-E7A6-15AA-DE4F-0D3B0530F9FD}"/>
              </a:ext>
            </a:extLst>
          </p:cNvPr>
          <p:cNvSpPr/>
          <p:nvPr/>
        </p:nvSpPr>
        <p:spPr>
          <a:xfrm>
            <a:off x="421106" y="1357745"/>
            <a:ext cx="8210830"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Finally, we have the </a:t>
            </a:r>
            <a:r>
              <a:rPr lang="en-US" sz="2800" b="1" i="1" dirty="0">
                <a:solidFill>
                  <a:schemeClr val="accent4"/>
                </a:solidFill>
                <a:latin typeface="Bahnschrift" panose="020B0502040204020203" pitchFamily="34" charset="0"/>
              </a:rPr>
              <a:t>LIKE clause</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This filters strings based on a pattern</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 (sometimes %) symbols can take the place of zero or more characters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 (sometimes _) symbols can be used to take the place of one character exactly</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This code returns books containing ‘to’ anywhere in the string</a:t>
            </a: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Including inside of other words like ‘Toenail’</a:t>
            </a:r>
          </a:p>
        </p:txBody>
      </p:sp>
      <p:sp>
        <p:nvSpPr>
          <p:cNvPr id="6" name="Rectangle 5">
            <a:extLst>
              <a:ext uri="{FF2B5EF4-FFF2-40B4-BE49-F238E27FC236}">
                <a16:creationId xmlns:a16="http://schemas.microsoft.com/office/drawing/2014/main" id="{0AAEAD5E-638F-515F-1874-C6A03CA29812}"/>
              </a:ext>
            </a:extLst>
          </p:cNvPr>
          <p:cNvSpPr/>
          <p:nvPr/>
        </p:nvSpPr>
        <p:spPr>
          <a:xfrm>
            <a:off x="42772" y="155968"/>
            <a:ext cx="5663083"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PATTERN MATCHING</a:t>
            </a:r>
          </a:p>
        </p:txBody>
      </p:sp>
      <p:sp>
        <p:nvSpPr>
          <p:cNvPr id="10" name="Rectangle 9">
            <a:extLst>
              <a:ext uri="{FF2B5EF4-FFF2-40B4-BE49-F238E27FC236}">
                <a16:creationId xmlns:a16="http://schemas.microsoft.com/office/drawing/2014/main" id="{0098A789-BB6D-44F0-4050-4BC207FF534E}"/>
              </a:ext>
            </a:extLst>
          </p:cNvPr>
          <p:cNvSpPr/>
          <p:nvPr/>
        </p:nvSpPr>
        <p:spPr>
          <a:xfrm>
            <a:off x="8559375" y="4077679"/>
            <a:ext cx="3524156" cy="2019444"/>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00AAFF"/>
                </a:solidFill>
                <a:effectLst/>
                <a:latin typeface="Cascadia Code" panose="020B0609020000020004" pitchFamily="49" charset="0"/>
                <a:cs typeface="Cascadia Code" panose="020B0609020000020004" pitchFamily="49" charset="0"/>
              </a:rPr>
              <a:t>WHERE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Title </a:t>
            </a:r>
            <a:r>
              <a:rPr lang="en-US" sz="2000" b="0" dirty="0">
                <a:solidFill>
                  <a:srgbClr val="00AAFF"/>
                </a:solidFill>
                <a:effectLst/>
                <a:latin typeface="Cascadia Code" panose="020B0609020000020004" pitchFamily="49" charset="0"/>
                <a:cs typeface="Cascadia Code" panose="020B0609020000020004" pitchFamily="49" charset="0"/>
              </a:rPr>
              <a:t>LIKE</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FF0000"/>
                </a:solidFill>
                <a:effectLst/>
                <a:latin typeface="Cascadia Code" panose="020B0609020000020004" pitchFamily="49" charset="0"/>
                <a:cs typeface="Cascadia Code" panose="020B0609020000020004" pitchFamily="49" charset="0"/>
              </a:rPr>
              <a:t>'*to*'</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747625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CE424E64-3785-778E-D929-4D301EC9CD7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EFC9D468-429A-F7C1-FBF8-081606525A4B}"/>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166E295-E17C-C636-70E3-FBFEA9124899}"/>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949B4CB-90E8-B5EB-16CC-67B4508D4D98}"/>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268DB65-5456-EFBE-BDE0-B995EE3C43FB}"/>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6524F17-0571-558A-713F-442B46870541}"/>
              </a:ext>
            </a:extLst>
          </p:cNvPr>
          <p:cNvSpPr/>
          <p:nvPr/>
        </p:nvSpPr>
        <p:spPr>
          <a:xfrm>
            <a:off x="421106" y="1357745"/>
            <a:ext cx="8210830"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This query will ensure that only books where the title is three characters, with the last two being ‘at’ are returned</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The other one will return only books where the title is exactly 5 characters</a:t>
            </a:r>
          </a:p>
        </p:txBody>
      </p:sp>
      <p:sp>
        <p:nvSpPr>
          <p:cNvPr id="6" name="Rectangle 5">
            <a:extLst>
              <a:ext uri="{FF2B5EF4-FFF2-40B4-BE49-F238E27FC236}">
                <a16:creationId xmlns:a16="http://schemas.microsoft.com/office/drawing/2014/main" id="{0F7079E2-B9FE-70F2-BC13-EEA8044AE4F4}"/>
              </a:ext>
            </a:extLst>
          </p:cNvPr>
          <p:cNvSpPr/>
          <p:nvPr/>
        </p:nvSpPr>
        <p:spPr>
          <a:xfrm>
            <a:off x="42772" y="155968"/>
            <a:ext cx="5663083"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PATTERN MATCHING</a:t>
            </a:r>
          </a:p>
        </p:txBody>
      </p:sp>
      <p:sp>
        <p:nvSpPr>
          <p:cNvPr id="10" name="Rectangle 9">
            <a:extLst>
              <a:ext uri="{FF2B5EF4-FFF2-40B4-BE49-F238E27FC236}">
                <a16:creationId xmlns:a16="http://schemas.microsoft.com/office/drawing/2014/main" id="{C233A182-484C-9E3B-E2D5-B4746E72C17F}"/>
              </a:ext>
            </a:extLst>
          </p:cNvPr>
          <p:cNvSpPr/>
          <p:nvPr/>
        </p:nvSpPr>
        <p:spPr>
          <a:xfrm>
            <a:off x="8631936" y="1900660"/>
            <a:ext cx="3524156" cy="2019444"/>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00AAFF"/>
                </a:solidFill>
                <a:effectLst/>
                <a:latin typeface="Cascadia Code" panose="020B0609020000020004" pitchFamily="49" charset="0"/>
                <a:cs typeface="Cascadia Code" panose="020B0609020000020004" pitchFamily="49" charset="0"/>
              </a:rPr>
              <a:t>WHERE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Title </a:t>
            </a:r>
            <a:r>
              <a:rPr lang="en-US" sz="2000" b="0" dirty="0">
                <a:solidFill>
                  <a:srgbClr val="00AAFF"/>
                </a:solidFill>
                <a:effectLst/>
                <a:latin typeface="Cascadia Code" panose="020B0609020000020004" pitchFamily="49" charset="0"/>
                <a:cs typeface="Cascadia Code" panose="020B0609020000020004" pitchFamily="49" charset="0"/>
              </a:rPr>
              <a:t>LIKE</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FF0000"/>
                </a:solidFill>
                <a:effectLst/>
                <a:latin typeface="Cascadia Code" panose="020B0609020000020004" pitchFamily="49" charset="0"/>
                <a:cs typeface="Cascadia Code" panose="020B0609020000020004" pitchFamily="49" charset="0"/>
              </a:rPr>
              <a:t>'?at'</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
        <p:nvSpPr>
          <p:cNvPr id="2" name="Rectangle 1">
            <a:extLst>
              <a:ext uri="{FF2B5EF4-FFF2-40B4-BE49-F238E27FC236}">
                <a16:creationId xmlns:a16="http://schemas.microsoft.com/office/drawing/2014/main" id="{375F0371-E620-D7F6-CAD0-BE636D94F7CB}"/>
              </a:ext>
            </a:extLst>
          </p:cNvPr>
          <p:cNvSpPr/>
          <p:nvPr/>
        </p:nvSpPr>
        <p:spPr>
          <a:xfrm>
            <a:off x="5398956" y="4078002"/>
            <a:ext cx="3524156" cy="2019444"/>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00AAFF"/>
                </a:solidFill>
                <a:effectLst/>
                <a:latin typeface="Cascadia Code" panose="020B0609020000020004" pitchFamily="49" charset="0"/>
                <a:cs typeface="Cascadia Code" panose="020B0609020000020004" pitchFamily="49" charset="0"/>
              </a:rPr>
              <a:t>WHERE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Title </a:t>
            </a:r>
            <a:r>
              <a:rPr lang="en-US" sz="2000" b="0" dirty="0">
                <a:solidFill>
                  <a:srgbClr val="00AAFF"/>
                </a:solidFill>
                <a:effectLst/>
                <a:latin typeface="Cascadia Code" panose="020B0609020000020004" pitchFamily="49" charset="0"/>
                <a:cs typeface="Cascadia Code" panose="020B0609020000020004" pitchFamily="49" charset="0"/>
              </a:rPr>
              <a:t>LIKE</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dirty="0">
                <a:solidFill>
                  <a:srgbClr val="FF0000"/>
                </a:solidFill>
                <a:latin typeface="Cascadia Code" panose="020B0609020000020004" pitchFamily="49" charset="0"/>
                <a:cs typeface="Cascadia Code" panose="020B0609020000020004" pitchFamily="49" charset="0"/>
              </a:rPr>
              <a:t>'???'</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9422846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EF546CB0-5B51-6B72-7AFE-5FCDCCFFC6BD}"/>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372BF707-091A-81B9-E2E4-80AEA068BAFF}"/>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FFC9075-E0B4-6E0C-26A4-32FA17AD6628}"/>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1539A07-580A-E65A-8FFB-EA7AD4D93F73}"/>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AC77EAF-4BB7-3A18-F3FE-6E4B9B7C0C9A}"/>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E170647-9EE8-E276-5394-AA03AF25CA0B}"/>
              </a:ext>
            </a:extLst>
          </p:cNvPr>
          <p:cNvSpPr/>
          <p:nvPr/>
        </p:nvSpPr>
        <p:spPr>
          <a:xfrm>
            <a:off x="421106" y="1357745"/>
            <a:ext cx="8210830"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When we do a select statement, we have the option to sort the data using the </a:t>
            </a:r>
            <a:r>
              <a:rPr lang="en-US" sz="2800" b="1" i="1" dirty="0">
                <a:solidFill>
                  <a:schemeClr val="accent4"/>
                </a:solidFill>
                <a:latin typeface="Bahnschrift" panose="020B0502040204020203" pitchFamily="34" charset="0"/>
              </a:rPr>
              <a:t>ORDER BY clause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Tack on ASC or DESC for ascending or descending</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you want a secondary sort (when two things are the same when sorted) just add a second condition after the comma</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What does this SQL do on the right?</a:t>
            </a:r>
          </a:p>
        </p:txBody>
      </p:sp>
      <p:sp>
        <p:nvSpPr>
          <p:cNvPr id="6" name="Rectangle 5">
            <a:extLst>
              <a:ext uri="{FF2B5EF4-FFF2-40B4-BE49-F238E27FC236}">
                <a16:creationId xmlns:a16="http://schemas.microsoft.com/office/drawing/2014/main" id="{D4C3084A-EA05-069C-9F1A-5A3A8766A4E4}"/>
              </a:ext>
            </a:extLst>
          </p:cNvPr>
          <p:cNvSpPr/>
          <p:nvPr/>
        </p:nvSpPr>
        <p:spPr>
          <a:xfrm>
            <a:off x="42773" y="155968"/>
            <a:ext cx="482183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ORDERING DATA</a:t>
            </a:r>
          </a:p>
        </p:txBody>
      </p:sp>
      <p:sp>
        <p:nvSpPr>
          <p:cNvPr id="10" name="Rectangle 9">
            <a:extLst>
              <a:ext uri="{FF2B5EF4-FFF2-40B4-BE49-F238E27FC236}">
                <a16:creationId xmlns:a16="http://schemas.microsoft.com/office/drawing/2014/main" id="{C3716311-F41F-D864-B547-5E8B1559DBCE}"/>
              </a:ext>
            </a:extLst>
          </p:cNvPr>
          <p:cNvSpPr/>
          <p:nvPr/>
        </p:nvSpPr>
        <p:spPr>
          <a:xfrm>
            <a:off x="8631936" y="1900660"/>
            <a:ext cx="3524156" cy="4454420"/>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SELECT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Title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LastName</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FROM</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a:t>
            </a: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INNER</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JOIN</a:t>
            </a:r>
            <a:r>
              <a:rPr lang="en-US" sz="2000" b="0" dirty="0">
                <a:solidFill>
                  <a:srgbClr val="D4D4D4"/>
                </a:solidFill>
                <a:effectLst/>
                <a:latin typeface="Cascadia Code" panose="020B0609020000020004" pitchFamily="49" charset="0"/>
                <a:cs typeface="Cascadia Code" panose="020B0609020000020004" pitchFamily="49" charset="0"/>
              </a:rPr>
              <a:t> Authors </a:t>
            </a:r>
            <a:r>
              <a:rPr lang="en-US" sz="2000" b="0" dirty="0">
                <a:solidFill>
                  <a:srgbClr val="00AAFF"/>
                </a:solidFill>
                <a:effectLst/>
                <a:latin typeface="Cascadia Code" panose="020B0609020000020004" pitchFamily="49" charset="0"/>
                <a:cs typeface="Cascadia Code" panose="020B0609020000020004" pitchFamily="49" charset="0"/>
              </a:rPr>
              <a:t>ON</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AuthorID</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ORDER</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BY</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LastName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Books</a:t>
            </a:r>
            <a:r>
              <a:rPr lang="en-US" sz="2000" b="0" dirty="0" err="1">
                <a:solidFill>
                  <a:srgbClr val="DCDCDC"/>
                </a:solidFill>
                <a:effectLst/>
                <a:latin typeface="Cascadia Code" panose="020B0609020000020004" pitchFamily="49" charset="0"/>
                <a:cs typeface="Cascadia Code" panose="020B0609020000020004" pitchFamily="49" charset="0"/>
              </a:rPr>
              <a:t>.</a:t>
            </a:r>
            <a:r>
              <a:rPr lang="en-US" sz="2000" b="0" dirty="0" err="1">
                <a:solidFill>
                  <a:srgbClr val="D4D4D4"/>
                </a:solidFill>
                <a:effectLst/>
                <a:latin typeface="Cascadia Code" panose="020B0609020000020004" pitchFamily="49" charset="0"/>
                <a:cs typeface="Cascadia Code" panose="020B0609020000020004" pitchFamily="49" charset="0"/>
              </a:rPr>
              <a:t>Title</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297082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7BCFC04B-F47E-C773-10CF-018031490C14}"/>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CA763A06-E997-5A8A-82EB-6A785A8B06CE}"/>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4AA4E20-0C4E-5F06-929F-B032A293E995}"/>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8EC78D6-C8CA-4C4E-EC62-7D63BED1A43B}"/>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B08E2E0-474E-7F77-201F-3F705B7869E3}"/>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888A0A8-0AA3-774E-5043-4A4A25E0E800}"/>
              </a:ext>
            </a:extLst>
          </p:cNvPr>
          <p:cNvSpPr/>
          <p:nvPr/>
        </p:nvSpPr>
        <p:spPr>
          <a:xfrm>
            <a:off x="421106" y="1357745"/>
            <a:ext cx="8210830"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To modify the data in the database, we’ll use update queries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INSERT – adds new records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DELETE – deletes records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UPDATE – modifies records</a:t>
            </a:r>
          </a:p>
          <a:p>
            <a:pPr>
              <a:spcBef>
                <a:spcPts val="1200"/>
              </a:spcBef>
            </a:pPr>
            <a:endParaRPr lang="en-US" sz="2800" dirty="0">
              <a:solidFill>
                <a:schemeClr val="bg1"/>
              </a:solidFill>
              <a:latin typeface="Bahnschrift" panose="020B0502040204020203" pitchFamily="34" charset="0"/>
            </a:endParaRPr>
          </a:p>
        </p:txBody>
      </p:sp>
      <p:sp>
        <p:nvSpPr>
          <p:cNvPr id="6" name="Rectangle 5">
            <a:extLst>
              <a:ext uri="{FF2B5EF4-FFF2-40B4-BE49-F238E27FC236}">
                <a16:creationId xmlns:a16="http://schemas.microsoft.com/office/drawing/2014/main" id="{B2B0EEC7-6EC9-C8F3-9B2C-BD78F2F0F198}"/>
              </a:ext>
            </a:extLst>
          </p:cNvPr>
          <p:cNvSpPr/>
          <p:nvPr/>
        </p:nvSpPr>
        <p:spPr>
          <a:xfrm>
            <a:off x="42773" y="155968"/>
            <a:ext cx="482183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UPDATE QUERIES</a:t>
            </a:r>
          </a:p>
        </p:txBody>
      </p:sp>
    </p:spTree>
    <p:extLst>
      <p:ext uri="{BB962C8B-B14F-4D97-AF65-F5344CB8AC3E}">
        <p14:creationId xmlns:p14="http://schemas.microsoft.com/office/powerpoint/2010/main" val="1679458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2462EE94-0A74-3941-BC33-8728EE42F977}"/>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FB133844-743D-947B-B26F-9E79E1F584D7}"/>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26CB933-0D6C-2441-6BDE-0FB2ECE69612}"/>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BCD3AC9-0CB0-D50E-0026-D9E4183DC777}"/>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E416D8F-B433-3B3C-12E4-2FDCD5AB74BE}"/>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491037E-A8EC-D285-E785-CA67200B2C69}"/>
              </a:ext>
            </a:extLst>
          </p:cNvPr>
          <p:cNvSpPr/>
          <p:nvPr/>
        </p:nvSpPr>
        <p:spPr>
          <a:xfrm>
            <a:off x="421106" y="1357745"/>
            <a:ext cx="8210830"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4"/>
                </a:solidFill>
                <a:latin typeface="Bahnschrift" panose="020B0502040204020203" pitchFamily="34" charset="0"/>
              </a:rPr>
              <a:t>INSERT queries </a:t>
            </a:r>
            <a:r>
              <a:rPr lang="en-US" sz="2800" dirty="0">
                <a:solidFill>
                  <a:schemeClr val="bg1"/>
                </a:solidFill>
                <a:latin typeface="Bahnschrift" panose="020B0502040204020203" pitchFamily="34" charset="0"/>
              </a:rPr>
              <a:t>add records to tables </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List the fields and values you want to add the value into</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You don’t need to add something to </a:t>
            </a:r>
            <a:r>
              <a:rPr lang="en-US" sz="2800" dirty="0" err="1">
                <a:solidFill>
                  <a:schemeClr val="bg1"/>
                </a:solidFill>
                <a:latin typeface="Bahnschrift" panose="020B0502040204020203" pitchFamily="34" charset="0"/>
              </a:rPr>
              <a:t>BookID</a:t>
            </a:r>
            <a:r>
              <a:rPr lang="en-US" sz="2800" dirty="0">
                <a:solidFill>
                  <a:schemeClr val="bg1"/>
                </a:solidFill>
                <a:latin typeface="Bahnschrift" panose="020B0502040204020203" pitchFamily="34" charset="0"/>
              </a:rPr>
              <a:t> because the field is </a:t>
            </a:r>
            <a:r>
              <a:rPr lang="en-US" sz="2800" dirty="0" err="1">
                <a:solidFill>
                  <a:schemeClr val="bg1"/>
                </a:solidFill>
                <a:latin typeface="Bahnschrift" panose="020B0502040204020203" pitchFamily="34" charset="0"/>
              </a:rPr>
              <a:t>AutoIncrement</a:t>
            </a:r>
            <a:endParaRPr lang="en-US" sz="2800" dirty="0">
              <a:solidFill>
                <a:schemeClr val="bg1"/>
              </a:solidFill>
              <a:latin typeface="Bahnschrift" panose="020B0502040204020203" pitchFamily="34" charset="0"/>
            </a:endParaRPr>
          </a:p>
          <a:p>
            <a:pPr marL="914400" lvl="1"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it’s not, you will need to</a:t>
            </a:r>
          </a:p>
        </p:txBody>
      </p:sp>
      <p:sp>
        <p:nvSpPr>
          <p:cNvPr id="6" name="Rectangle 5">
            <a:extLst>
              <a:ext uri="{FF2B5EF4-FFF2-40B4-BE49-F238E27FC236}">
                <a16:creationId xmlns:a16="http://schemas.microsoft.com/office/drawing/2014/main" id="{97092833-C27B-F1F0-8A44-26229F18727F}"/>
              </a:ext>
            </a:extLst>
          </p:cNvPr>
          <p:cNvSpPr/>
          <p:nvPr/>
        </p:nvSpPr>
        <p:spPr>
          <a:xfrm>
            <a:off x="42773" y="155968"/>
            <a:ext cx="482183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INSERT QUERIES</a:t>
            </a:r>
          </a:p>
        </p:txBody>
      </p:sp>
      <p:sp>
        <p:nvSpPr>
          <p:cNvPr id="10" name="Rectangle 9">
            <a:extLst>
              <a:ext uri="{FF2B5EF4-FFF2-40B4-BE49-F238E27FC236}">
                <a16:creationId xmlns:a16="http://schemas.microsoft.com/office/drawing/2014/main" id="{2E47976D-FB5B-0E9A-4AD1-26BDC2C4B42C}"/>
              </a:ext>
            </a:extLst>
          </p:cNvPr>
          <p:cNvSpPr/>
          <p:nvPr/>
        </p:nvSpPr>
        <p:spPr>
          <a:xfrm>
            <a:off x="2270053" y="4585078"/>
            <a:ext cx="7602380" cy="2019444"/>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INSERT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INTO</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Books </a:t>
            </a:r>
            <a:r>
              <a:rPr lang="en-US" sz="2000" b="0" dirty="0">
                <a:solidFill>
                  <a:srgbClr val="DCDCDC"/>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Title</a:t>
            </a:r>
            <a:r>
              <a:rPr lang="en-US" sz="2000" b="0" dirty="0">
                <a:solidFill>
                  <a:srgbClr val="DCDCDC"/>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Genre</a:t>
            </a:r>
            <a:r>
              <a:rPr lang="en-US" sz="2000" b="0" dirty="0">
                <a:solidFill>
                  <a:srgbClr val="DCDCDC"/>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err="1">
                <a:solidFill>
                  <a:srgbClr val="D4D4D4"/>
                </a:solidFill>
                <a:effectLst/>
                <a:latin typeface="Cascadia Code" panose="020B0609020000020004" pitchFamily="49" charset="0"/>
                <a:cs typeface="Cascadia Code" panose="020B0609020000020004" pitchFamily="49" charset="0"/>
              </a:rPr>
              <a:t>AuthorID</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00AAFF"/>
                </a:solidFill>
                <a:effectLst/>
                <a:latin typeface="Cascadia Code" panose="020B0609020000020004" pitchFamily="49" charset="0"/>
                <a:cs typeface="Cascadia Code" panose="020B0609020000020004" pitchFamily="49" charset="0"/>
              </a:rPr>
              <a:t>VALUES</a:t>
            </a:r>
            <a:endParaRPr lang="en-US" sz="2000" b="0" dirty="0">
              <a:solidFill>
                <a:srgbClr val="D4D4D4"/>
              </a:solidFill>
              <a:effectLst/>
              <a:latin typeface="Cascadia Code" panose="020B0609020000020004" pitchFamily="49" charset="0"/>
              <a:cs typeface="Cascadia Code" panose="020B0609020000020004" pitchFamily="49" charset="0"/>
            </a:endParaRPr>
          </a:p>
          <a:p>
            <a:pPr>
              <a:buNone/>
            </a:pP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DCDCDC"/>
                </a:solidFill>
                <a:effectLst/>
                <a:latin typeface="Cascadia Code" panose="020B0609020000020004" pitchFamily="49" charset="0"/>
                <a:cs typeface="Cascadia Code" panose="020B0609020000020004" pitchFamily="49" charset="0"/>
              </a:rPr>
              <a:t>(</a:t>
            </a:r>
            <a:r>
              <a:rPr lang="en-US" sz="2000" b="0" dirty="0">
                <a:solidFill>
                  <a:srgbClr val="FF0000"/>
                </a:solidFill>
                <a:effectLst/>
                <a:latin typeface="Cascadia Code" panose="020B0609020000020004" pitchFamily="49" charset="0"/>
                <a:cs typeface="Cascadia Code" panose="020B0609020000020004" pitchFamily="49" charset="0"/>
              </a:rPr>
              <a:t>'Woah, this book is crazy'</a:t>
            </a:r>
            <a:r>
              <a:rPr lang="en-US" sz="2000" b="0" dirty="0">
                <a:solidFill>
                  <a:srgbClr val="DCDCDC"/>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FF0000"/>
                </a:solidFill>
                <a:effectLst/>
                <a:latin typeface="Cascadia Code" panose="020B0609020000020004" pitchFamily="49" charset="0"/>
                <a:cs typeface="Cascadia Code" panose="020B0609020000020004" pitchFamily="49" charset="0"/>
              </a:rPr>
              <a:t>'Horror'</a:t>
            </a:r>
            <a:r>
              <a:rPr lang="en-US" sz="2000" b="0" dirty="0">
                <a:solidFill>
                  <a:srgbClr val="DCDCDC"/>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B5CEA8"/>
                </a:solidFill>
                <a:effectLst/>
                <a:latin typeface="Cascadia Code" panose="020B0609020000020004" pitchFamily="49" charset="0"/>
                <a:cs typeface="Cascadia Code" panose="020B0609020000020004" pitchFamily="49" charset="0"/>
              </a:rPr>
              <a:t>2</a:t>
            </a:r>
            <a:r>
              <a:rPr lang="en-US" sz="2000" b="0" dirty="0">
                <a:solidFill>
                  <a:srgbClr val="DCDCDC"/>
                </a:solidFill>
                <a:effectLst/>
                <a:latin typeface="Cascadia Code" panose="020B0609020000020004" pitchFamily="49" charset="0"/>
                <a:cs typeface="Cascadia Code" panose="020B0609020000020004" pitchFamily="49" charset="0"/>
              </a:rPr>
              <a:t>);</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107404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D54B7F03-2910-8B9A-741E-275ADFC1C14B}"/>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D81533CB-4631-599D-DD85-8C1D3E4A3F46}"/>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21CCD27-75A1-BA00-AF3C-8BF73C18C5B1}"/>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E5E821C-52CD-05DC-754A-C37AC247D7DD}"/>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D24629B-F045-3DE1-A971-A837640D01AE}"/>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81A6C87-A608-6C9E-DC93-1A2BB11552BC}"/>
              </a:ext>
            </a:extLst>
          </p:cNvPr>
          <p:cNvSpPr/>
          <p:nvPr/>
        </p:nvSpPr>
        <p:spPr>
          <a:xfrm>
            <a:off x="421106" y="1357745"/>
            <a:ext cx="8210830"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4"/>
                </a:solidFill>
                <a:latin typeface="Bahnschrift" panose="020B0502040204020203" pitchFamily="34" charset="0"/>
              </a:rPr>
              <a:t>DELETE queries </a:t>
            </a:r>
            <a:r>
              <a:rPr lang="en-US" sz="2800" dirty="0">
                <a:solidFill>
                  <a:schemeClr val="bg1"/>
                </a:solidFill>
                <a:latin typeface="Bahnschrift" panose="020B0502040204020203" pitchFamily="34" charset="0"/>
              </a:rPr>
              <a:t>are dangerous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you don’t configure your WHERE clause properly, you could wipe the entire table of all its records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The WHERE clause has the same functions as it does using JOINs</a:t>
            </a:r>
          </a:p>
        </p:txBody>
      </p:sp>
      <p:sp>
        <p:nvSpPr>
          <p:cNvPr id="6" name="Rectangle 5">
            <a:extLst>
              <a:ext uri="{FF2B5EF4-FFF2-40B4-BE49-F238E27FC236}">
                <a16:creationId xmlns:a16="http://schemas.microsoft.com/office/drawing/2014/main" id="{8E71A908-20E9-E19F-B5E9-F07CFFB4CFE3}"/>
              </a:ext>
            </a:extLst>
          </p:cNvPr>
          <p:cNvSpPr/>
          <p:nvPr/>
        </p:nvSpPr>
        <p:spPr>
          <a:xfrm>
            <a:off x="42773" y="155968"/>
            <a:ext cx="482183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DELETE QUERIES</a:t>
            </a:r>
          </a:p>
        </p:txBody>
      </p:sp>
      <p:sp>
        <p:nvSpPr>
          <p:cNvPr id="10" name="Rectangle 9">
            <a:extLst>
              <a:ext uri="{FF2B5EF4-FFF2-40B4-BE49-F238E27FC236}">
                <a16:creationId xmlns:a16="http://schemas.microsoft.com/office/drawing/2014/main" id="{D8D130C7-19C9-E340-AFBE-37D907DEA234}"/>
              </a:ext>
            </a:extLst>
          </p:cNvPr>
          <p:cNvSpPr/>
          <p:nvPr/>
        </p:nvSpPr>
        <p:spPr>
          <a:xfrm>
            <a:off x="1058437" y="5087723"/>
            <a:ext cx="9486044" cy="1128861"/>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sz="2000" b="0" dirty="0">
                <a:solidFill>
                  <a:srgbClr val="00AAFF"/>
                </a:solidFill>
                <a:effectLst/>
                <a:latin typeface="Cascadia Code" panose="020B0609020000020004" pitchFamily="49" charset="0"/>
                <a:cs typeface="Cascadia Code" panose="020B0609020000020004" pitchFamily="49" charset="0"/>
              </a:rPr>
              <a:t>DELETE</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00AAFF"/>
                </a:solidFill>
                <a:effectLst/>
                <a:latin typeface="Cascadia Code" panose="020B0609020000020004" pitchFamily="49" charset="0"/>
                <a:cs typeface="Cascadia Code" panose="020B0609020000020004" pitchFamily="49" charset="0"/>
              </a:rPr>
              <a:t>FROM</a:t>
            </a:r>
            <a:r>
              <a:rPr lang="en-US" sz="2000" b="0" dirty="0">
                <a:solidFill>
                  <a:srgbClr val="D4D4D4"/>
                </a:solidFill>
                <a:effectLst/>
                <a:latin typeface="Cascadia Code" panose="020B0609020000020004" pitchFamily="49" charset="0"/>
                <a:cs typeface="Cascadia Code" panose="020B0609020000020004" pitchFamily="49" charset="0"/>
              </a:rPr>
              <a:t> Books </a:t>
            </a:r>
            <a:r>
              <a:rPr lang="en-US" sz="2000" b="0" dirty="0">
                <a:solidFill>
                  <a:srgbClr val="00AAFF"/>
                </a:solidFill>
                <a:effectLst/>
                <a:latin typeface="Cascadia Code" panose="020B0609020000020004" pitchFamily="49" charset="0"/>
                <a:cs typeface="Cascadia Code" panose="020B0609020000020004" pitchFamily="49" charset="0"/>
              </a:rPr>
              <a:t>WHERE</a:t>
            </a:r>
            <a:r>
              <a:rPr lang="en-US" sz="2000" b="0" dirty="0">
                <a:solidFill>
                  <a:srgbClr val="D4D4D4"/>
                </a:solidFill>
                <a:effectLst/>
                <a:latin typeface="Cascadia Code" panose="020B0609020000020004" pitchFamily="49" charset="0"/>
                <a:cs typeface="Cascadia Code" panose="020B0609020000020004" pitchFamily="49" charset="0"/>
              </a:rPr>
              <a:t> Title </a:t>
            </a:r>
            <a:r>
              <a:rPr lang="en-US" sz="2000" b="0" dirty="0">
                <a:solidFill>
                  <a:srgbClr val="00AAFF"/>
                </a:solidFill>
                <a:effectLst/>
                <a:latin typeface="Cascadia Code" panose="020B0609020000020004" pitchFamily="49" charset="0"/>
                <a:cs typeface="Cascadia Code" panose="020B0609020000020004" pitchFamily="49" charset="0"/>
              </a:rPr>
              <a:t>=</a:t>
            </a:r>
            <a:r>
              <a:rPr lang="en-US" sz="2000" b="0" dirty="0">
                <a:solidFill>
                  <a:srgbClr val="D4D4D4"/>
                </a:solidFill>
                <a:effectLst/>
                <a:latin typeface="Cascadia Code" panose="020B0609020000020004" pitchFamily="49" charset="0"/>
                <a:cs typeface="Cascadia Code" panose="020B0609020000020004" pitchFamily="49" charset="0"/>
              </a:rPr>
              <a:t> </a:t>
            </a:r>
            <a:r>
              <a:rPr lang="en-US" sz="2000" b="0" dirty="0">
                <a:solidFill>
                  <a:srgbClr val="FF0000"/>
                </a:solidFill>
                <a:effectLst/>
                <a:latin typeface="Cascadia Code" panose="020B0609020000020004" pitchFamily="49" charset="0"/>
                <a:cs typeface="Cascadia Code" panose="020B0609020000020004" pitchFamily="49" charset="0"/>
              </a:rPr>
              <a:t>'Woah, this book is crazy'</a:t>
            </a:r>
            <a:endParaRPr lang="en-US" sz="2000" b="0" dirty="0">
              <a:solidFill>
                <a:srgbClr val="D4D4D4"/>
              </a:solidFill>
              <a:effectLst/>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5066364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675E5423-C75C-0D6E-3D57-4082E9066111}"/>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75BC31BF-37C2-74C3-3557-2DB447A85897}"/>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9A69BAA-0B87-8FF9-A0CE-FF41A94690CA}"/>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5C86DCE-3511-66F7-53D9-6AA242751C55}"/>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4BB1B4D-A742-6E2D-48EF-F57CA84A92E7}"/>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1F545C-6305-7E1B-5ECA-4102CEB17E1A}"/>
              </a:ext>
            </a:extLst>
          </p:cNvPr>
          <p:cNvSpPr/>
          <p:nvPr/>
        </p:nvSpPr>
        <p:spPr>
          <a:xfrm>
            <a:off x="421106" y="1357745"/>
            <a:ext cx="11191774"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b="1" i="1" dirty="0">
                <a:solidFill>
                  <a:schemeClr val="accent4"/>
                </a:solidFill>
                <a:latin typeface="Bahnschrift" panose="020B0502040204020203" pitchFamily="34" charset="0"/>
              </a:rPr>
              <a:t>UPDATE queries </a:t>
            </a:r>
            <a:r>
              <a:rPr lang="en-US" sz="2800" dirty="0">
                <a:solidFill>
                  <a:schemeClr val="bg1"/>
                </a:solidFill>
                <a:latin typeface="Bahnschrift" panose="020B0502040204020203" pitchFamily="34" charset="0"/>
              </a:rPr>
              <a:t>are used to modify existing rows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If you don’t configure your WHERE clause properly, you could modify every row in the table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The WHERE clause has the same functions as it does using JOINs</a:t>
            </a:r>
          </a:p>
        </p:txBody>
      </p:sp>
      <p:sp>
        <p:nvSpPr>
          <p:cNvPr id="6" name="Rectangle 5">
            <a:extLst>
              <a:ext uri="{FF2B5EF4-FFF2-40B4-BE49-F238E27FC236}">
                <a16:creationId xmlns:a16="http://schemas.microsoft.com/office/drawing/2014/main" id="{92408AA6-B50E-F428-999F-EF9FCFE11F77}"/>
              </a:ext>
            </a:extLst>
          </p:cNvPr>
          <p:cNvSpPr/>
          <p:nvPr/>
        </p:nvSpPr>
        <p:spPr>
          <a:xfrm>
            <a:off x="42773" y="155968"/>
            <a:ext cx="482183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UPDATE QUERIES</a:t>
            </a:r>
          </a:p>
        </p:txBody>
      </p:sp>
      <p:sp>
        <p:nvSpPr>
          <p:cNvPr id="10" name="Rectangle 9">
            <a:extLst>
              <a:ext uri="{FF2B5EF4-FFF2-40B4-BE49-F238E27FC236}">
                <a16:creationId xmlns:a16="http://schemas.microsoft.com/office/drawing/2014/main" id="{759F6746-6B54-8ABF-3A70-F02113681224}"/>
              </a:ext>
            </a:extLst>
          </p:cNvPr>
          <p:cNvSpPr/>
          <p:nvPr/>
        </p:nvSpPr>
        <p:spPr>
          <a:xfrm>
            <a:off x="1058437" y="5087723"/>
            <a:ext cx="9486044" cy="1128861"/>
          </a:xfrm>
          <a:prstGeom prst="rect">
            <a:avLst/>
          </a:prstGeom>
          <a:ln w="76200">
            <a:solidFill>
              <a:schemeClr val="tx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buNone/>
            </a:pPr>
            <a:r>
              <a:rPr lang="en-US" b="0" dirty="0">
                <a:solidFill>
                  <a:srgbClr val="00AAFF"/>
                </a:solidFill>
                <a:effectLst/>
                <a:latin typeface="Cascadia Code" panose="020B0609020000020004" pitchFamily="49" charset="0"/>
                <a:cs typeface="Cascadia Code" panose="020B0609020000020004" pitchFamily="49" charset="0"/>
              </a:rPr>
              <a:t>UPDATE</a:t>
            </a:r>
            <a:r>
              <a:rPr lang="en-US" b="0" dirty="0">
                <a:solidFill>
                  <a:srgbClr val="D4D4D4"/>
                </a:solidFill>
                <a:effectLst/>
                <a:latin typeface="Cascadia Code" panose="020B0609020000020004" pitchFamily="49" charset="0"/>
                <a:cs typeface="Cascadia Code" panose="020B0609020000020004" pitchFamily="49" charset="0"/>
              </a:rPr>
              <a:t> Books</a:t>
            </a:r>
          </a:p>
          <a:p>
            <a:pPr>
              <a:buNone/>
            </a:pPr>
            <a:r>
              <a:rPr lang="en-US" b="0" dirty="0">
                <a:solidFill>
                  <a:srgbClr val="00AAFF"/>
                </a:solidFill>
                <a:effectLst/>
                <a:latin typeface="Cascadia Code" panose="020B0609020000020004" pitchFamily="49" charset="0"/>
                <a:cs typeface="Cascadia Code" panose="020B0609020000020004" pitchFamily="49" charset="0"/>
              </a:rPr>
              <a:t>SET</a:t>
            </a:r>
            <a:r>
              <a:rPr lang="en-US" b="0" dirty="0">
                <a:solidFill>
                  <a:srgbClr val="D4D4D4"/>
                </a:solidFill>
                <a:effectLst/>
                <a:latin typeface="Cascadia Code" panose="020B0609020000020004" pitchFamily="49" charset="0"/>
                <a:cs typeface="Cascadia Code" panose="020B0609020000020004" pitchFamily="49" charset="0"/>
              </a:rPr>
              <a:t> Genre </a:t>
            </a:r>
            <a:r>
              <a:rPr lang="en-US" b="0" dirty="0">
                <a:solidFill>
                  <a:srgbClr val="00AAFF"/>
                </a:solidFill>
                <a:effectLst/>
                <a:latin typeface="Cascadia Code" panose="020B0609020000020004" pitchFamily="49" charset="0"/>
                <a:cs typeface="Cascadia Code" panose="020B0609020000020004" pitchFamily="49" charset="0"/>
              </a:rPr>
              <a:t>=</a:t>
            </a:r>
            <a:r>
              <a:rPr lang="en-US" b="0" dirty="0">
                <a:solidFill>
                  <a:srgbClr val="D4D4D4"/>
                </a:solidFill>
                <a:effectLst/>
                <a:latin typeface="Cascadia Code" panose="020B0609020000020004" pitchFamily="49" charset="0"/>
                <a:cs typeface="Cascadia Code" panose="020B0609020000020004" pitchFamily="49" charset="0"/>
              </a:rPr>
              <a:t> </a:t>
            </a:r>
            <a:r>
              <a:rPr lang="en-US" b="0" dirty="0">
                <a:solidFill>
                  <a:srgbClr val="FF0000"/>
                </a:solidFill>
                <a:effectLst/>
                <a:latin typeface="Cascadia Code" panose="020B0609020000020004" pitchFamily="49" charset="0"/>
                <a:cs typeface="Cascadia Code" panose="020B0609020000020004" pitchFamily="49" charset="0"/>
              </a:rPr>
              <a:t>'Unhinged'</a:t>
            </a:r>
            <a:endParaRPr lang="en-US" b="0" dirty="0">
              <a:solidFill>
                <a:srgbClr val="D4D4D4"/>
              </a:solidFill>
              <a:effectLst/>
              <a:latin typeface="Cascadia Code" panose="020B0609020000020004" pitchFamily="49" charset="0"/>
              <a:cs typeface="Cascadia Code" panose="020B0609020000020004" pitchFamily="49" charset="0"/>
            </a:endParaRPr>
          </a:p>
          <a:p>
            <a:pPr>
              <a:buNone/>
            </a:pPr>
            <a:r>
              <a:rPr lang="en-US" b="0" dirty="0">
                <a:solidFill>
                  <a:srgbClr val="00AAFF"/>
                </a:solidFill>
                <a:effectLst/>
                <a:latin typeface="Cascadia Code" panose="020B0609020000020004" pitchFamily="49" charset="0"/>
                <a:cs typeface="Cascadia Code" panose="020B0609020000020004" pitchFamily="49" charset="0"/>
              </a:rPr>
              <a:t>WHERE</a:t>
            </a:r>
            <a:r>
              <a:rPr lang="en-US" b="0" dirty="0">
                <a:solidFill>
                  <a:srgbClr val="D4D4D4"/>
                </a:solidFill>
                <a:effectLst/>
                <a:latin typeface="Cascadia Code" panose="020B0609020000020004" pitchFamily="49" charset="0"/>
                <a:cs typeface="Cascadia Code" panose="020B0609020000020004" pitchFamily="49" charset="0"/>
              </a:rPr>
              <a:t> </a:t>
            </a:r>
            <a:r>
              <a:rPr lang="en-US" b="0" dirty="0" err="1">
                <a:solidFill>
                  <a:srgbClr val="D4D4D4"/>
                </a:solidFill>
                <a:effectLst/>
                <a:latin typeface="Cascadia Code" panose="020B0609020000020004" pitchFamily="49" charset="0"/>
                <a:cs typeface="Cascadia Code" panose="020B0609020000020004" pitchFamily="49" charset="0"/>
              </a:rPr>
              <a:t>AuthorID</a:t>
            </a:r>
            <a:r>
              <a:rPr lang="en-US" b="0" dirty="0">
                <a:solidFill>
                  <a:srgbClr val="D4D4D4"/>
                </a:solidFill>
                <a:effectLst/>
                <a:latin typeface="Cascadia Code" panose="020B0609020000020004" pitchFamily="49" charset="0"/>
                <a:cs typeface="Cascadia Code" panose="020B0609020000020004" pitchFamily="49" charset="0"/>
              </a:rPr>
              <a:t> </a:t>
            </a:r>
            <a:r>
              <a:rPr lang="en-US" b="0" dirty="0">
                <a:solidFill>
                  <a:srgbClr val="00AAFF"/>
                </a:solidFill>
                <a:effectLst/>
                <a:latin typeface="Cascadia Code" panose="020B0609020000020004" pitchFamily="49" charset="0"/>
                <a:cs typeface="Cascadia Code" panose="020B0609020000020004" pitchFamily="49" charset="0"/>
              </a:rPr>
              <a:t>=</a:t>
            </a:r>
            <a:r>
              <a:rPr lang="en-US" b="0" dirty="0">
                <a:solidFill>
                  <a:srgbClr val="D4D4D4"/>
                </a:solidFill>
                <a:effectLst/>
                <a:latin typeface="Cascadia Code" panose="020B0609020000020004" pitchFamily="49" charset="0"/>
                <a:cs typeface="Cascadia Code" panose="020B0609020000020004" pitchFamily="49" charset="0"/>
              </a:rPr>
              <a:t> </a:t>
            </a:r>
            <a:r>
              <a:rPr lang="en-US" b="0" dirty="0">
                <a:solidFill>
                  <a:srgbClr val="B5CEA8"/>
                </a:solidFill>
                <a:effectLst/>
                <a:latin typeface="Cascadia Code" panose="020B0609020000020004" pitchFamily="49" charset="0"/>
                <a:cs typeface="Cascadia Code" panose="020B0609020000020004" pitchFamily="49" charset="0"/>
              </a:rPr>
              <a:t>1</a:t>
            </a:r>
            <a:r>
              <a:rPr lang="en-US" b="0" dirty="0">
                <a:solidFill>
                  <a:srgbClr val="DCDCDC"/>
                </a:solidFill>
                <a:effectLst/>
                <a:latin typeface="Cascadia Code" panose="020B0609020000020004" pitchFamily="49" charset="0"/>
                <a:cs typeface="Cascadia Code" panose="020B0609020000020004" pitchFamily="49" charset="0"/>
              </a:rPr>
              <a:t>;</a:t>
            </a:r>
            <a:endParaRPr lang="en-US" b="0" dirty="0">
              <a:solidFill>
                <a:srgbClr val="D4D4D4"/>
              </a:solidFill>
              <a:effectLst/>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646813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F4CAC33-ABC2-32C4-3A07-8314730CFE7A}"/>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06B9E3A1-B5B4-6976-6A81-8D8425A50620}"/>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D40C6A0-B01B-C609-E650-D790EB1C3A46}"/>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CCE1C78-05F1-6596-E430-3F7F7D829243}"/>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8ED360D-EBE9-78E2-9C36-830EADEB28E1}"/>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AEBA483-932C-0DF3-820A-BA0E92D28961}"/>
              </a:ext>
            </a:extLst>
          </p:cNvPr>
          <p:cNvSpPr/>
          <p:nvPr/>
        </p:nvSpPr>
        <p:spPr>
          <a:xfrm>
            <a:off x="421106" y="1357745"/>
            <a:ext cx="11109478" cy="5246777"/>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t>A librarian wants to find all books in the "Horror" genre that have the word "Night" somewhere in their title. Write a SQL statement to retrieve all fields for books that meet these two conditions.</a:t>
            </a:r>
          </a:p>
          <a:p>
            <a:pPr marL="457200" indent="-457200">
              <a:spcBef>
                <a:spcPts val="1200"/>
              </a:spcBef>
              <a:buFont typeface="Arial" panose="020B0604020202020204" pitchFamily="34" charset="0"/>
              <a:buChar char="•"/>
            </a:pPr>
            <a:r>
              <a:rPr lang="en-US" sz="2800" dirty="0"/>
              <a:t>A new book titled "Learning SQL" has been added to the library. It belongs to the "Educational" genre and was written by the author with </a:t>
            </a:r>
            <a:r>
              <a:rPr lang="en-US" sz="2800" dirty="0" err="1"/>
              <a:t>AuthorID</a:t>
            </a:r>
            <a:r>
              <a:rPr lang="en-US" sz="2800" dirty="0"/>
              <a:t> 3. Write an INSERT statement to add this record to the </a:t>
            </a:r>
            <a:r>
              <a:rPr lang="en-US" sz="2800" b="1" dirty="0"/>
              <a:t>Books</a:t>
            </a:r>
            <a:r>
              <a:rPr lang="en-US" sz="2800" dirty="0"/>
              <a:t> table.</a:t>
            </a:r>
          </a:p>
          <a:p>
            <a:pPr marL="457200" indent="-457200">
              <a:spcBef>
                <a:spcPts val="1200"/>
              </a:spcBef>
              <a:buFont typeface="Arial" panose="020B0604020202020204" pitchFamily="34" charset="0"/>
              <a:buChar char="•"/>
            </a:pPr>
            <a:r>
              <a:rPr lang="en-US" sz="2800" dirty="0"/>
              <a:t>Write a SQL query to retrieve the </a:t>
            </a:r>
            <a:r>
              <a:rPr lang="en-US" sz="2800" b="1" dirty="0"/>
              <a:t>FirstName</a:t>
            </a:r>
            <a:r>
              <a:rPr lang="en-US" sz="2800" dirty="0"/>
              <a:t> and </a:t>
            </a:r>
            <a:r>
              <a:rPr lang="en-US" sz="2800" b="1" dirty="0"/>
              <a:t>LastName</a:t>
            </a:r>
            <a:r>
              <a:rPr lang="en-US" sz="2800" dirty="0"/>
              <a:t> of authors who have written books in the "Science Fiction" genre. Ensure that each author's name appears only once in the results, even if they have written multiple books in that genre.</a:t>
            </a:r>
            <a:endParaRPr lang="en-US" sz="2800" dirty="0">
              <a:solidFill>
                <a:schemeClr val="bg1"/>
              </a:solidFill>
              <a:latin typeface="Bahnschrift" panose="020B0502040204020203" pitchFamily="34" charset="0"/>
            </a:endParaRPr>
          </a:p>
        </p:txBody>
      </p:sp>
      <p:sp>
        <p:nvSpPr>
          <p:cNvPr id="5" name="Rectangle 4">
            <a:extLst>
              <a:ext uri="{FF2B5EF4-FFF2-40B4-BE49-F238E27FC236}">
                <a16:creationId xmlns:a16="http://schemas.microsoft.com/office/drawing/2014/main" id="{E4CC646B-4635-6050-D4B0-A67535F846E1}"/>
              </a:ext>
            </a:extLst>
          </p:cNvPr>
          <p:cNvSpPr/>
          <p:nvPr/>
        </p:nvSpPr>
        <p:spPr>
          <a:xfrm>
            <a:off x="-252158" y="155968"/>
            <a:ext cx="7585646"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LABLABLABLABLABLABLAB</a:t>
            </a:r>
          </a:p>
        </p:txBody>
      </p:sp>
    </p:spTree>
    <p:extLst>
      <p:ext uri="{BB962C8B-B14F-4D97-AF65-F5344CB8AC3E}">
        <p14:creationId xmlns:p14="http://schemas.microsoft.com/office/powerpoint/2010/main" val="4218940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2CC4770D-2655-8C26-4D48-F4A031986B78}"/>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721F651E-4940-E318-A076-228E3B8C31CD}"/>
              </a:ext>
            </a:extLst>
          </p:cNvPr>
          <p:cNvSpPr/>
          <p:nvPr/>
        </p:nvSpPr>
        <p:spPr>
          <a:xfrm>
            <a:off x="11112929" y="2956491"/>
            <a:ext cx="832924" cy="83292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51209F0-0749-0516-0209-4407FCF46774}"/>
              </a:ext>
            </a:extLst>
          </p:cNvPr>
          <p:cNvSpPr/>
          <p:nvPr/>
        </p:nvSpPr>
        <p:spPr>
          <a:xfrm>
            <a:off x="5801459" y="517213"/>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8966181-5CE2-6722-3350-E00B81403346}"/>
              </a:ext>
            </a:extLst>
          </p:cNvPr>
          <p:cNvSpPr/>
          <p:nvPr/>
        </p:nvSpPr>
        <p:spPr>
          <a:xfrm>
            <a:off x="255923" y="3717853"/>
            <a:ext cx="2019444" cy="201944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E2CE7C8-7F63-E472-2606-75A39E14A58E}"/>
              </a:ext>
            </a:extLst>
          </p:cNvPr>
          <p:cNvSpPr/>
          <p:nvPr/>
        </p:nvSpPr>
        <p:spPr>
          <a:xfrm>
            <a:off x="4101365" y="311889"/>
            <a:ext cx="1253064" cy="1253064"/>
          </a:xfrm>
          <a:prstGeom prst="ellipse">
            <a:avLst/>
          </a:prstGeom>
          <a:noFill/>
          <a:ln w="101600">
            <a:solidFill>
              <a:schemeClr val="tx2">
                <a:lumMod val="50000"/>
              </a:schemeClr>
            </a:solidFill>
            <a:prstDash val="sysDash"/>
          </a:ln>
          <a:effectLst>
            <a:outerShdw blurRad="76200" dist="12700" dir="2700000" sy="-23000" kx="-800400" algn="b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5BA143-CA8C-162E-8EE1-5979D9C12717}"/>
              </a:ext>
            </a:extLst>
          </p:cNvPr>
          <p:cNvSpPr/>
          <p:nvPr/>
        </p:nvSpPr>
        <p:spPr>
          <a:xfrm>
            <a:off x="604883" y="1034378"/>
            <a:ext cx="6280549" cy="5589538"/>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74709" lon="21590731" rev="6000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JOIN Statement</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WHERE Clause</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Relational Operators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Filtering</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Pattern Matching</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Insert Queries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Delete Queries</a:t>
            </a:r>
          </a:p>
          <a:p>
            <a:pPr marL="457200" indent="-457200">
              <a:spcBef>
                <a:spcPts val="1200"/>
              </a:spcBef>
              <a:buFont typeface="Arial" panose="020B0604020202020204" pitchFamily="34" charset="0"/>
              <a:buChar char="•"/>
            </a:pPr>
            <a:r>
              <a:rPr lang="en-US" sz="2800" dirty="0">
                <a:solidFill>
                  <a:schemeClr val="bg1"/>
                </a:solidFill>
                <a:latin typeface="Bahnschrift" panose="020B0502040204020203" pitchFamily="34" charset="0"/>
              </a:rPr>
              <a:t>Update Queries</a:t>
            </a:r>
          </a:p>
        </p:txBody>
      </p:sp>
      <p:sp>
        <p:nvSpPr>
          <p:cNvPr id="5" name="Rectangle 4">
            <a:extLst>
              <a:ext uri="{FF2B5EF4-FFF2-40B4-BE49-F238E27FC236}">
                <a16:creationId xmlns:a16="http://schemas.microsoft.com/office/drawing/2014/main" id="{114C4382-6508-C8FE-9226-90B3DD641032}"/>
              </a:ext>
            </a:extLst>
          </p:cNvPr>
          <p:cNvSpPr/>
          <p:nvPr/>
        </p:nvSpPr>
        <p:spPr>
          <a:xfrm>
            <a:off x="-383840" y="155968"/>
            <a:ext cx="7699040" cy="722489"/>
          </a:xfrm>
          <a:prstGeom prst="rect">
            <a:avLst/>
          </a:prstGeom>
          <a:solidFill>
            <a:schemeClr val="accent1">
              <a:lumMod val="50000"/>
            </a:schemeClr>
          </a:solidFill>
          <a:ln>
            <a:noFill/>
          </a:ln>
          <a:effectLst>
            <a:outerShdw blurRad="76200" dist="12700" dir="2700000" sy="-23000" kx="-800400" algn="bl" rotWithShape="0">
              <a:prstClr val="black">
                <a:alpha val="20000"/>
              </a:prstClr>
            </a:outerShdw>
          </a:effectLst>
          <a:scene3d>
            <a:camera prst="perspectiveContrastingRightFacing">
              <a:rot lat="20788650" lon="1192990" rev="21395644"/>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latin typeface="Bahnschrift SemiBold" panose="020B0502040204020203" pitchFamily="34" charset="0"/>
              </a:rPr>
              <a:t>VOCABULARY TO REMEMBER</a:t>
            </a:r>
          </a:p>
        </p:txBody>
      </p:sp>
      <p:pic>
        <p:nvPicPr>
          <p:cNvPr id="6" name="Picture 5">
            <a:extLst>
              <a:ext uri="{FF2B5EF4-FFF2-40B4-BE49-F238E27FC236}">
                <a16:creationId xmlns:a16="http://schemas.microsoft.com/office/drawing/2014/main" id="{9ADF2185-2444-3B34-8D77-C197EB877EBB}"/>
              </a:ext>
            </a:extLst>
          </p:cNvPr>
          <p:cNvPicPr>
            <a:picLocks noChangeAspect="1"/>
          </p:cNvPicPr>
          <p:nvPr/>
        </p:nvPicPr>
        <p:blipFill>
          <a:blip r:embed="rId2">
            <a:extLst>
              <a:ext uri="{28A0092B-C50C-407E-A947-70E740481C1C}">
                <a14:useLocalDpi xmlns:a14="http://schemas.microsoft.com/office/drawing/2010/main" val="0"/>
              </a:ext>
            </a:extLst>
          </a:blip>
          <a:srcRect r="1530" b="640"/>
          <a:stretch>
            <a:fillRect/>
          </a:stretch>
        </p:blipFill>
        <p:spPr>
          <a:xfrm flipH="1">
            <a:off x="8394191" y="3429000"/>
            <a:ext cx="3278463" cy="2982520"/>
          </a:xfrm>
          <a:prstGeom prst="rect">
            <a:avLst/>
          </a:prstGeom>
        </p:spPr>
      </p:pic>
    </p:spTree>
    <p:extLst>
      <p:ext uri="{BB962C8B-B14F-4D97-AF65-F5344CB8AC3E}">
        <p14:creationId xmlns:p14="http://schemas.microsoft.com/office/powerpoint/2010/main" val="78211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95 0.0507 L 0.0095 0.0507 C 0.00833 -0.0368 0.00755 -0.09444 0.00729 -0.19467 C 0.00716 -0.23079 0.00781 -0.26667 0.00794 -0.30278 C 0.00729 -0.32986 0.00794 -0.35717 0.00573 -0.38403 C 0.00442 -0.40116 0.00065 -0.41713 -0.00248 -0.43333 C -0.00625 -0.45301 -0.01211 -0.47708 -0.02045 -0.49213 C -0.02591 -0.50185 -0.05482 -0.53241 -0.06029 -0.53611 C -0.07761 -0.54815 -0.09336 -0.55116 -0.1112 -0.55602 C -0.11602 -0.55463 -0.1211 -0.55532 -0.12552 -0.55208 C -0.13477 -0.54537 -0.14362 -0.53704 -0.1517 -0.52662 C -0.16341 -0.51204 -0.17578 -0.48588 -0.18555 -0.46667 C -0.18776 -0.45648 -0.19024 -0.44653 -0.19219 -0.43611 C -0.1974 -0.40856 -0.2056 -0.35486 -0.20873 -0.32801 C -0.21172 -0.30278 -0.21368 -0.27731 -0.21628 -0.25208 C -0.22071 -0.15972 -0.21966 -0.19884 -0.21771 -0.04815 C -0.21758 -0.03426 -0.21641 -0.02801 -0.21472 -0.01597 C -0.20951 -0.04838 -0.21146 -0.03194 -0.21849 -0.1 C -0.21966 -0.11204 -0.22227 -0.12338 -0.22448 -0.13472 C -0.2362 -0.19375 -0.23464 -0.18796 -0.253 -0.24005 C -0.25365 -0.2419 -0.26771 -0.28032 -0.27175 -0.28796 C -0.2737 -0.29167 -0.27618 -0.29421 -0.27852 -0.29745 C -0.28946 -0.28981 -0.30078 -0.28356 -0.31146 -0.27477 C -0.32591 -0.26296 -0.34375 -0.22292 -0.34974 -0.2081 C -0.35222 -0.20185 -0.35521 -0.19606 -0.35729 -0.18935 C -0.35977 -0.18102 -0.3612 -0.17153 -0.36328 -0.16273 C -0.36446 -0.14838 -0.36576 -0.13472 -0.36628 -0.12014 C -0.36719 -0.08403 -0.36745 -0.04815 -0.36849 -0.01204 C -0.36914 0.01412 -0.36836 0.00857 -0.37071 0.0213 C -0.37344 0.00648 -0.36966 0.02894 -0.36993 -0.01204 C -0.37019 -0.03032 -0.36953 -0.04907 -0.37227 -0.06667 C -0.37396 -0.07755 -0.37878 -0.08611 -0.38269 -0.09467 C -0.39284 -0.11643 -0.40443 -0.13125 -0.41875 -0.14398 C -0.42657 -0.15092 -0.42253 -0.14884 -0.43073 -0.15069 C -0.44427 -0.14977 -0.44584 -0.15393 -0.45469 -0.14398 C -0.45964 -0.13866 -0.46901 -0.12685 -0.46901 -0.12685 C -0.47149 -0.11875 -0.47487 -0.11134 -0.47644 -0.10278 C -0.47696 -0.1 -0.47761 -0.09745 -0.478 -0.09467 C -0.47904 -0.08634 -0.47956 -0.07662 -0.48021 -0.06805 C -0.47943 -0.05301 -0.48008 -0.0375 -0.478 -0.02268 C -0.47748 -0.01921 -0.47696 -0.01574 -0.47644 -0.01204 C -0.47487 0.00139 -0.47448 0.00833 -0.47344 0.02269 C -0.47396 0.0257 -0.47383 0.0294 -0.475 0.03195 C -0.47552 0.0331 -0.47644 0.03102 -0.47722 0.03056 C -0.47852 0.02963 -0.47969 0.0287 -0.48099 0.02801 C -0.48399 0.0213 -0.48828 0.01597 -0.48998 0.00787 C -0.49349 -0.00833 -0.49479 -0.01319 -0.49753 -0.03079 C -0.49857 -0.03819 -0.49948 -0.04583 -0.50052 -0.05347 C -0.49857 -0.07106 -0.49636 -0.10116 -0.49076 -0.11736 C -0.48516 -0.13333 -0.47839 -0.14768 -0.47123 -0.16134 C -0.46654 -0.17037 -0.46159 -0.17963 -0.45547 -0.18542 C -0.45078 -0.18981 -0.44493 -0.18889 -0.43972 -0.19074 C -0.42826 -0.1868 -0.41589 -0.1875 -0.40521 -0.1787 C -0.39987 -0.1743 -0.39714 -0.16296 -0.39466 -0.15347 C -0.38959 -0.13333 -0.38685 -0.09444 -0.38503 -0.07338 C -0.38594 -0.06551 -0.38568 -0.05648 -0.38802 -0.0493 C -0.39453 -0.02963 -0.40313 -0.0338 -0.4142 -0.03217 C -0.44675 -0.0419 -0.45834 -0.03773 -0.48477 -0.07338 C -0.49154 -0.08264 -0.49571 -0.09653 -0.50118 -0.1081 C -0.50378 -0.12222 -0.50808 -0.13588 -0.50873 -0.15069 C -0.51055 -0.19375 -0.50026 -0.21944 -0.4862 -0.25347 C -0.4694 -0.29398 -0.44662 -0.33333 -0.42175 -0.35741 C -0.40795 -0.3706 -0.39271 -0.3794 -0.37748 -0.38542 C -0.36472 -0.39051 -0.35144 -0.38889 -0.33854 -0.39074 C -0.32878 -0.3831 -0.31745 -0.37986 -0.30925 -0.36805 C -0.28464 -0.33287 -0.28425 -0.31458 -0.27552 -0.26944 C -0.27852 -0.24907 -0.27774 -0.22546 -0.28451 -0.2081 C -0.30417 -0.15764 -0.32318 -0.16366 -0.35274 -0.15602 C -0.36823 -0.1662 -0.38711 -0.16667 -0.39922 -0.1868 C -0.41237 -0.20833 -0.42045 -0.24074 -0.42318 -0.27199 C -0.42748 -0.31898 -0.4056 -0.37546 -0.38724 -0.40278 C -0.36602 -0.43426 -0.32552 -0.4588 -0.30026 -0.47083 C -0.28256 -0.47893 -0.2642 -0.4831 -0.24623 -0.48935 L -0.16224 -0.4868 C -0.11055 -0.47731 -0.09909 -0.46319 -0.05573 -0.43079 C -0.04974 -0.41597 -0.04089 -0.40393 -0.03776 -0.3868 C -0.03334 -0.3625 -0.03047 -0.33542 -0.03399 -0.31065 C -0.04466 -0.23518 -0.08073 -0.18565 -0.11875 -0.15602 C -0.13112 -0.1463 -0.14571 -0.15162 -0.15925 -0.1493 C -0.16771 -0.16852 -0.17891 -0.18472 -0.18477 -0.20671 C -0.19375 -0.2412 -0.19961 -0.27847 -0.20274 -0.31597 C -0.20508 -0.34467 -0.20534 -0.37477 -0.20118 -0.40278 C -0.19766 -0.42778 -0.18841 -0.4493 -0.18021 -0.47083 C -0.16302 -0.5162 -0.1487 -0.5375 -0.12019 -0.56134 C -0.11172 -0.56852 -0.07578 -0.58333 -0.06472 -0.58796 C -0.05821 -0.58727 -0.05131 -0.58958 -0.04519 -0.58542 C -0.03555 -0.57893 -0.01407 -0.55185 -0.00326 -0.53866 C 0.00026 -0.52893 0.0039 -0.51921 0.00729 -0.50949 C 0.01041 -0.50023 0.01302 -0.49051 0.01627 -0.48148 C 0.02578 -0.45509 0.01914 -0.48148 0.02669 -0.45347 C 0.02838 -0.44722 0.02968 -0.44097 0.03125 -0.43472 C 0.03242 -0.43032 0.03372 -0.42592 0.03502 -0.4213 C 0.03776 -0.41111 0.03932 -0.39977 0.04323 -0.39074 C 0.04674 -0.38264 0.05039 -0.37477 0.05377 -0.36667 C 0.05638 -0.36065 0.06562 -0.33495 0.06875 -0.33079 C 0.07513 -0.32199 0.08229 -0.31505 0.08971 -0.30949 C 0.09661 -0.30417 0.10416 -0.30185 0.11146 -0.29884 C 0.12304 -0.29398 0.13424 -0.29213 0.14596 -0.28935 C 0.16523 -0.2956 0.18489 -0.29907 0.20377 -0.3081 C 0.24127 -0.32616 0.26302 -0.33217 0.29752 -0.36667 C 0.3289 -0.39838 0.35833 -0.43565 0.38893 -0.46944 C 0.40208 -0.4838 0.41432 -0.50162 0.42877 -0.51065 C 0.44544 -0.5213 0.4625 -0.53102 0.47903 -0.54282 C 0.50494 -0.56111 0.52994 -0.58449 0.55625 -0.60139 C 0.57356 -0.6125 0.57031 -0.6088 0.58476 -0.62407 C 0.58698 -0.62662 0.59153 -0.63194 0.59153 -0.63194 " pathEditMode="relative" ptsTypes="AAAAAAAAAAAAAAAAAAAAAAAAAAAAAAAAAAAAAAAAAAAAAAAAAAAAAAAAAAAAAAAAAAAAAAAAAAAAAAAAAAAAAAAAAAAAAAAAAAAAAAAAAA">
                                      <p:cBhvr>
                                        <p:cTn id="6" dur="5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1">
      <a:majorFont>
        <a:latin typeface="Bahnschrift"/>
        <a:ea typeface=""/>
        <a:cs typeface=""/>
      </a:majorFont>
      <a:minorFont>
        <a:latin typeface="Bahnschrif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30361</TotalTime>
  <Words>1313</Words>
  <Application>Microsoft Office PowerPoint</Application>
  <PresentationFormat>Widescreen</PresentationFormat>
  <Paragraphs>246</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Bahnschrift</vt:lpstr>
      <vt:lpstr>Bahnschrift SemiBold</vt:lpstr>
      <vt:lpstr>Cascadia Code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Hill</dc:creator>
  <cp:lastModifiedBy>Michael Hill</cp:lastModifiedBy>
  <cp:revision>27</cp:revision>
  <dcterms:created xsi:type="dcterms:W3CDTF">2025-08-11T14:07:39Z</dcterms:created>
  <dcterms:modified xsi:type="dcterms:W3CDTF">2026-01-20T19:41:40Z</dcterms:modified>
</cp:coreProperties>
</file>