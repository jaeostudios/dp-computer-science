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427" r:id="rId5"/>
    <p:sldId id="471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1" r:id="rId15"/>
    <p:sldId id="482" r:id="rId16"/>
    <p:sldId id="483" r:id="rId17"/>
    <p:sldId id="484" r:id="rId18"/>
    <p:sldId id="485" r:id="rId19"/>
    <p:sldId id="486" r:id="rId20"/>
    <p:sldId id="487" r:id="rId21"/>
    <p:sldId id="488" r:id="rId22"/>
    <p:sldId id="489" r:id="rId23"/>
    <p:sldId id="492" r:id="rId24"/>
    <p:sldId id="456" r:id="rId25"/>
    <p:sldId id="480" r:id="rId26"/>
    <p:sldId id="490" r:id="rId27"/>
    <p:sldId id="491" r:id="rId28"/>
    <p:sldId id="45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4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1-20T16:19:45.781" v="6600" actId="20577"/>
      <pc:docMkLst>
        <pc:docMk/>
      </pc:docMkLst>
      <pc:sldChg chg="delSp modSp mod">
        <pc:chgData name="Michael Hill" userId="41dba03d-e58d-4389-9894-554c10310ba4" providerId="ADAL" clId="{EF23FE1D-A042-481E-AFD7-2A9FB0847F54}" dt="2026-01-20T15:51:50.107" v="6344" actId="478"/>
        <pc:sldMkLst>
          <pc:docMk/>
          <pc:sldMk cId="1878848435" sldId="256"/>
        </pc:sldMkLst>
        <pc:spChg chg="del">
          <ac:chgData name="Michael Hill" userId="41dba03d-e58d-4389-9894-554c10310ba4" providerId="ADAL" clId="{EF23FE1D-A042-481E-AFD7-2A9FB0847F54}" dt="2026-01-20T15:51:50.107" v="6344" actId="478"/>
          <ac:spMkLst>
            <pc:docMk/>
            <pc:sldMk cId="1878848435" sldId="256"/>
            <ac:spMk id="3" creationId="{7092C056-8544-9BD9-4C2E-525562652EFC}"/>
          </ac:spMkLst>
        </pc:spChg>
        <pc:spChg chg="mod">
          <ac:chgData name="Michael Hill" userId="41dba03d-e58d-4389-9894-554c10310ba4" providerId="ADAL" clId="{EF23FE1D-A042-481E-AFD7-2A9FB0847F54}" dt="2026-01-15T19:02:15.214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15T19:02:23.620" v="18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15T19:10:51.166" v="998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15T19:10:51.166" v="998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1-15T19:08:17.272" v="518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1-15T19:08:17.272" v="518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1-15T19:08:51.862" v="659" actId="20577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6-01-15T19:08:51.862" v="659" actId="20577"/>
          <ac:spMkLst>
            <pc:docMk/>
            <pc:sldMk cId="4217859482" sldId="427"/>
            <ac:spMk id="8" creationId="{D12E8945-8B7A-5FF6-41CB-3A36AA2FF6DA}"/>
          </ac:spMkLst>
        </pc:spChg>
      </pc:sldChg>
      <pc:sldChg chg="modSp mod">
        <pc:chgData name="Michael Hill" userId="41dba03d-e58d-4389-9894-554c10310ba4" providerId="ADAL" clId="{EF23FE1D-A042-481E-AFD7-2A9FB0847F54}" dt="2026-01-20T16:02:20.436" v="6456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1-20T16:02:20.436" v="6456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addSp delSp modSp mod ord">
        <pc:chgData name="Michael Hill" userId="41dba03d-e58d-4389-9894-554c10310ba4" providerId="ADAL" clId="{EF23FE1D-A042-481E-AFD7-2A9FB0847F54}" dt="2026-01-16T19:19:47.236" v="3262"/>
        <pc:sldMkLst>
          <pc:docMk/>
          <pc:sldMk cId="3060638974" sldId="456"/>
        </pc:sldMkLst>
        <pc:spChg chg="mod">
          <ac:chgData name="Michael Hill" userId="41dba03d-e58d-4389-9894-554c10310ba4" providerId="ADAL" clId="{EF23FE1D-A042-481E-AFD7-2A9FB0847F54}" dt="2026-01-15T20:23:51.665" v="1028" actId="20577"/>
          <ac:spMkLst>
            <pc:docMk/>
            <pc:sldMk cId="3060638974" sldId="456"/>
            <ac:spMk id="5" creationId="{13D05023-B49D-4826-0558-B56B39E7F0C2}"/>
          </ac:spMkLst>
        </pc:spChg>
        <pc:spChg chg="mod">
          <ac:chgData name="Michael Hill" userId="41dba03d-e58d-4389-9894-554c10310ba4" providerId="ADAL" clId="{EF23FE1D-A042-481E-AFD7-2A9FB0847F54}" dt="2026-01-16T19:19:16.627" v="3256" actId="20577"/>
          <ac:spMkLst>
            <pc:docMk/>
            <pc:sldMk cId="3060638974" sldId="456"/>
            <ac:spMk id="8" creationId="{971D10A6-6873-83B9-4A7A-C6B9FA36932C}"/>
          </ac:spMkLst>
        </pc:spChg>
        <pc:picChg chg="add mod">
          <ac:chgData name="Michael Hill" userId="41dba03d-e58d-4389-9894-554c10310ba4" providerId="ADAL" clId="{EF23FE1D-A042-481E-AFD7-2A9FB0847F54}" dt="2026-01-15T20:30:33.920" v="1763" actId="1076"/>
          <ac:picMkLst>
            <pc:docMk/>
            <pc:sldMk cId="3060638974" sldId="456"/>
            <ac:picMk id="6" creationId="{95AB2775-FE38-6ECB-4DC3-FBDB9D9D406D}"/>
          </ac:picMkLst>
        </pc:picChg>
      </pc:sldChg>
      <pc:sldChg chg="modSp add mod">
        <pc:chgData name="Michael Hill" userId="41dba03d-e58d-4389-9894-554c10310ba4" providerId="ADAL" clId="{EF23FE1D-A042-481E-AFD7-2A9FB0847F54}" dt="2026-01-15T19:09:28.075" v="820" actId="20577"/>
        <pc:sldMkLst>
          <pc:docMk/>
          <pc:sldMk cId="3874460744" sldId="471"/>
        </pc:sldMkLst>
        <pc:spChg chg="mod">
          <ac:chgData name="Michael Hill" userId="41dba03d-e58d-4389-9894-554c10310ba4" providerId="ADAL" clId="{EF23FE1D-A042-481E-AFD7-2A9FB0847F54}" dt="2026-01-15T19:09:28.075" v="820" actId="20577"/>
          <ac:spMkLst>
            <pc:docMk/>
            <pc:sldMk cId="3874460744" sldId="471"/>
            <ac:spMk id="8" creationId="{3E776609-AC59-47F2-BB4C-19B938A7B3D3}"/>
          </ac:spMkLst>
        </pc:spChg>
      </pc:sldChg>
      <pc:sldChg chg="modSp add mod">
        <pc:chgData name="Michael Hill" userId="41dba03d-e58d-4389-9894-554c10310ba4" providerId="ADAL" clId="{EF23FE1D-A042-481E-AFD7-2A9FB0847F54}" dt="2026-01-15T19:09:59.868" v="941" actId="20577"/>
        <pc:sldMkLst>
          <pc:docMk/>
          <pc:sldMk cId="2621496936" sldId="472"/>
        </pc:sldMkLst>
        <pc:spChg chg="mod">
          <ac:chgData name="Michael Hill" userId="41dba03d-e58d-4389-9894-554c10310ba4" providerId="ADAL" clId="{EF23FE1D-A042-481E-AFD7-2A9FB0847F54}" dt="2026-01-15T19:09:59.868" v="941" actId="20577"/>
          <ac:spMkLst>
            <pc:docMk/>
            <pc:sldMk cId="2621496936" sldId="472"/>
            <ac:spMk id="8" creationId="{6FA659FE-2B71-B3A0-EBE8-D9FF1ED469AD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16T19:27:12.245" v="3458" actId="20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1-16T19:27:12.245" v="3458" actId="207"/>
          <ac:spMkLst>
            <pc:docMk/>
            <pc:sldMk cId="1393903321" sldId="473"/>
            <ac:spMk id="8" creationId="{82EF2758-F3AE-312F-416D-08E61458A56C}"/>
          </ac:spMkLst>
        </pc:spChg>
        <pc:spChg chg="add mod">
          <ac:chgData name="Michael Hill" userId="41dba03d-e58d-4389-9894-554c10310ba4" providerId="ADAL" clId="{EF23FE1D-A042-481E-AFD7-2A9FB0847F54}" dt="2026-01-16T19:26:13.400" v="3451" actId="1582"/>
          <ac:spMkLst>
            <pc:docMk/>
            <pc:sldMk cId="1393903321" sldId="473"/>
            <ac:spMk id="10" creationId="{71C441E6-8FA4-EE7B-C4BC-5D8927F42F51}"/>
          </ac:spMkLst>
        </pc:spChg>
        <pc:picChg chg="add mod">
          <ac:chgData name="Michael Hill" userId="41dba03d-e58d-4389-9894-554c10310ba4" providerId="ADAL" clId="{EF23FE1D-A042-481E-AFD7-2A9FB0847F54}" dt="2026-01-16T19:26:00.645" v="3445" actId="1076"/>
          <ac:picMkLst>
            <pc:docMk/>
            <pc:sldMk cId="1393903321" sldId="473"/>
            <ac:picMk id="3" creationId="{ABAB978C-4BD2-4976-BDDB-0201A8940587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16T19:23:52.666" v="3285" actId="1076"/>
        <pc:sldMkLst>
          <pc:docMk/>
          <pc:sldMk cId="2576407648" sldId="474"/>
        </pc:sldMkLst>
        <pc:spChg chg="mod">
          <ac:chgData name="Michael Hill" userId="41dba03d-e58d-4389-9894-554c10310ba4" providerId="ADAL" clId="{EF23FE1D-A042-481E-AFD7-2A9FB0847F54}" dt="2026-01-15T20:33:46.022" v="2078" actId="20577"/>
          <ac:spMkLst>
            <pc:docMk/>
            <pc:sldMk cId="2576407648" sldId="474"/>
            <ac:spMk id="5" creationId="{24ABB5AE-976C-4377-7648-9208FBDC3B20}"/>
          </ac:spMkLst>
        </pc:spChg>
        <pc:spChg chg="mod">
          <ac:chgData name="Michael Hill" userId="41dba03d-e58d-4389-9894-554c10310ba4" providerId="ADAL" clId="{EF23FE1D-A042-481E-AFD7-2A9FB0847F54}" dt="2026-01-15T20:35:24.991" v="2271" actId="113"/>
          <ac:spMkLst>
            <pc:docMk/>
            <pc:sldMk cId="2576407648" sldId="474"/>
            <ac:spMk id="8" creationId="{FC785AE7-CB73-68F6-4417-DD18EF27F9BB}"/>
          </ac:spMkLst>
        </pc:spChg>
        <pc:picChg chg="add mod">
          <ac:chgData name="Michael Hill" userId="41dba03d-e58d-4389-9894-554c10310ba4" providerId="ADAL" clId="{EF23FE1D-A042-481E-AFD7-2A9FB0847F54}" dt="2026-01-16T19:23:52.666" v="3285" actId="1076"/>
          <ac:picMkLst>
            <pc:docMk/>
            <pc:sldMk cId="2576407648" sldId="474"/>
            <ac:picMk id="1026" creationId="{86125DE8-C93B-5AAC-F2DA-B7558E474263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16T19:28:31.158" v="3548" actId="20577"/>
        <pc:sldMkLst>
          <pc:docMk/>
          <pc:sldMk cId="3996893665" sldId="475"/>
        </pc:sldMkLst>
        <pc:spChg chg="add del mod">
          <ac:chgData name="Michael Hill" userId="41dba03d-e58d-4389-9894-554c10310ba4" providerId="ADAL" clId="{EF23FE1D-A042-481E-AFD7-2A9FB0847F54}" dt="2026-01-16T19:28:14.686" v="3473" actId="2710"/>
          <ac:spMkLst>
            <pc:docMk/>
            <pc:sldMk cId="3996893665" sldId="475"/>
            <ac:spMk id="2" creationId="{D50200B7-53A0-4F2F-100F-75D69BD573B4}"/>
          </ac:spMkLst>
        </pc:spChg>
        <pc:spChg chg="mod">
          <ac:chgData name="Michael Hill" userId="41dba03d-e58d-4389-9894-554c10310ba4" providerId="ADAL" clId="{EF23FE1D-A042-481E-AFD7-2A9FB0847F54}" dt="2026-01-15T20:35:35.386" v="2290" actId="1076"/>
          <ac:spMkLst>
            <pc:docMk/>
            <pc:sldMk cId="3996893665" sldId="475"/>
            <ac:spMk id="5" creationId="{4100F24E-3D1F-8D87-12E2-6DA5CBA1A0E2}"/>
          </ac:spMkLst>
        </pc:spChg>
        <pc:spChg chg="mod">
          <ac:chgData name="Michael Hill" userId="41dba03d-e58d-4389-9894-554c10310ba4" providerId="ADAL" clId="{EF23FE1D-A042-481E-AFD7-2A9FB0847F54}" dt="2026-01-16T19:28:31.158" v="3548" actId="20577"/>
          <ac:spMkLst>
            <pc:docMk/>
            <pc:sldMk cId="3996893665" sldId="475"/>
            <ac:spMk id="8" creationId="{F614DC24-23B1-0F7E-942E-EA3F3E09CC8B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16T19:28:55.632" v="3550"/>
        <pc:sldMkLst>
          <pc:docMk/>
          <pc:sldMk cId="3615782360" sldId="476"/>
        </pc:sldMkLst>
        <pc:spChg chg="add mod">
          <ac:chgData name="Michael Hill" userId="41dba03d-e58d-4389-9894-554c10310ba4" providerId="ADAL" clId="{EF23FE1D-A042-481E-AFD7-2A9FB0847F54}" dt="2026-01-16T19:28:55.632" v="3550"/>
          <ac:spMkLst>
            <pc:docMk/>
            <pc:sldMk cId="3615782360" sldId="476"/>
            <ac:spMk id="3" creationId="{88B078CC-F615-9245-5318-EDC8BDBC5BC3}"/>
          </ac:spMkLst>
        </pc:spChg>
        <pc:spChg chg="mod">
          <ac:chgData name="Michael Hill" userId="41dba03d-e58d-4389-9894-554c10310ba4" providerId="ADAL" clId="{EF23FE1D-A042-481E-AFD7-2A9FB0847F54}" dt="2026-01-15T20:54:54.293" v="2768" actId="20577"/>
          <ac:spMkLst>
            <pc:docMk/>
            <pc:sldMk cId="3615782360" sldId="476"/>
            <ac:spMk id="8" creationId="{154D65B5-FDDD-C86B-9C3C-9C51B98A31EF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16T19:28:58.477" v="3552"/>
        <pc:sldMkLst>
          <pc:docMk/>
          <pc:sldMk cId="1668090276" sldId="477"/>
        </pc:sldMkLst>
        <pc:spChg chg="add mod">
          <ac:chgData name="Michael Hill" userId="41dba03d-e58d-4389-9894-554c10310ba4" providerId="ADAL" clId="{EF23FE1D-A042-481E-AFD7-2A9FB0847F54}" dt="2026-01-16T19:28:58.477" v="3552"/>
          <ac:spMkLst>
            <pc:docMk/>
            <pc:sldMk cId="1668090276" sldId="477"/>
            <ac:spMk id="3" creationId="{032E773C-0745-E9FE-C261-C6780ED7212B}"/>
          </ac:spMkLst>
        </pc:spChg>
        <pc:spChg chg="mod">
          <ac:chgData name="Michael Hill" userId="41dba03d-e58d-4389-9894-554c10310ba4" providerId="ADAL" clId="{EF23FE1D-A042-481E-AFD7-2A9FB0847F54}" dt="2026-01-15T20:55:13.478" v="2849" actId="20577"/>
          <ac:spMkLst>
            <pc:docMk/>
            <pc:sldMk cId="1668090276" sldId="477"/>
            <ac:spMk id="8" creationId="{3102A471-B067-4039-B121-63396519A704}"/>
          </ac:spMkLst>
        </pc:spChg>
      </pc:sldChg>
      <pc:sldChg chg="modSp add mod">
        <pc:chgData name="Michael Hill" userId="41dba03d-e58d-4389-9894-554c10310ba4" providerId="ADAL" clId="{EF23FE1D-A042-481E-AFD7-2A9FB0847F54}" dt="2026-01-16T19:29:37.638" v="3647" actId="20577"/>
        <pc:sldMkLst>
          <pc:docMk/>
          <pc:sldMk cId="2089852819" sldId="478"/>
        </pc:sldMkLst>
        <pc:spChg chg="mod">
          <ac:chgData name="Michael Hill" userId="41dba03d-e58d-4389-9894-554c10310ba4" providerId="ADAL" clId="{EF23FE1D-A042-481E-AFD7-2A9FB0847F54}" dt="2026-01-16T19:29:25.994" v="3556" actId="2710"/>
          <ac:spMkLst>
            <pc:docMk/>
            <pc:sldMk cId="2089852819" sldId="478"/>
            <ac:spMk id="2" creationId="{D9928468-6395-0F93-490F-9493C32E1E82}"/>
          </ac:spMkLst>
        </pc:spChg>
        <pc:spChg chg="mod">
          <ac:chgData name="Michael Hill" userId="41dba03d-e58d-4389-9894-554c10310ba4" providerId="ADAL" clId="{EF23FE1D-A042-481E-AFD7-2A9FB0847F54}" dt="2026-01-16T19:29:37.638" v="3647" actId="20577"/>
          <ac:spMkLst>
            <pc:docMk/>
            <pc:sldMk cId="2089852819" sldId="478"/>
            <ac:spMk id="8" creationId="{BA481762-8B09-55CA-94B0-5B98FA60F233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16T19:30:05.287" v="3755" actId="20577"/>
        <pc:sldMkLst>
          <pc:docMk/>
          <pc:sldMk cId="2299303035" sldId="479"/>
        </pc:sldMkLst>
        <pc:spChg chg="add mod">
          <ac:chgData name="Michael Hill" userId="41dba03d-e58d-4389-9894-554c10310ba4" providerId="ADAL" clId="{EF23FE1D-A042-481E-AFD7-2A9FB0847F54}" dt="2026-01-16T19:29:46.039" v="3650" actId="1076"/>
          <ac:spMkLst>
            <pc:docMk/>
            <pc:sldMk cId="2299303035" sldId="479"/>
            <ac:spMk id="3" creationId="{BD791673-7232-A621-49F0-C11C5831CFAB}"/>
          </ac:spMkLst>
        </pc:spChg>
        <pc:spChg chg="mod">
          <ac:chgData name="Michael Hill" userId="41dba03d-e58d-4389-9894-554c10310ba4" providerId="ADAL" clId="{EF23FE1D-A042-481E-AFD7-2A9FB0847F54}" dt="2026-01-16T19:30:05.287" v="3755" actId="20577"/>
          <ac:spMkLst>
            <pc:docMk/>
            <pc:sldMk cId="2299303035" sldId="479"/>
            <ac:spMk id="8" creationId="{D0ED3024-BE1F-82FB-1C98-9CB44FDFC01D}"/>
          </ac:spMkLst>
        </pc:spChg>
      </pc:sldChg>
      <pc:sldChg chg="modSp add mod ord">
        <pc:chgData name="Michael Hill" userId="41dba03d-e58d-4389-9894-554c10310ba4" providerId="ADAL" clId="{EF23FE1D-A042-481E-AFD7-2A9FB0847F54}" dt="2026-01-16T20:51:04.025" v="6090" actId="1076"/>
        <pc:sldMkLst>
          <pc:docMk/>
          <pc:sldMk cId="3800958179" sldId="480"/>
        </pc:sldMkLst>
        <pc:spChg chg="mod">
          <ac:chgData name="Michael Hill" userId="41dba03d-e58d-4389-9894-554c10310ba4" providerId="ADAL" clId="{EF23FE1D-A042-481E-AFD7-2A9FB0847F54}" dt="2026-01-16T20:51:04.025" v="6090" actId="1076"/>
          <ac:spMkLst>
            <pc:docMk/>
            <pc:sldMk cId="3800958179" sldId="480"/>
            <ac:spMk id="6" creationId="{F1D67AC2-F606-C5EE-178E-0BB13359B4D2}"/>
          </ac:spMkLst>
        </pc:spChg>
        <pc:spChg chg="mod">
          <ac:chgData name="Michael Hill" userId="41dba03d-e58d-4389-9894-554c10310ba4" providerId="ADAL" clId="{EF23FE1D-A042-481E-AFD7-2A9FB0847F54}" dt="2026-01-16T20:50:51.721" v="6087" actId="14100"/>
          <ac:spMkLst>
            <pc:docMk/>
            <pc:sldMk cId="3800958179" sldId="480"/>
            <ac:spMk id="8" creationId="{A416A2D3-BDBB-2D70-ECB8-B67EFF18E45B}"/>
          </ac:spMkLst>
        </pc:spChg>
      </pc:sldChg>
      <pc:sldChg chg="modSp add mod ord">
        <pc:chgData name="Michael Hill" userId="41dba03d-e58d-4389-9894-554c10310ba4" providerId="ADAL" clId="{EF23FE1D-A042-481E-AFD7-2A9FB0847F54}" dt="2026-01-16T20:05:58.549" v="4216" actId="21"/>
        <pc:sldMkLst>
          <pc:docMk/>
          <pc:sldMk cId="1408196763" sldId="481"/>
        </pc:sldMkLst>
        <pc:spChg chg="mod">
          <ac:chgData name="Michael Hill" userId="41dba03d-e58d-4389-9894-554c10310ba4" providerId="ADAL" clId="{EF23FE1D-A042-481E-AFD7-2A9FB0847F54}" dt="2026-01-16T20:02:34.695" v="3961" actId="2710"/>
          <ac:spMkLst>
            <pc:docMk/>
            <pc:sldMk cId="1408196763" sldId="481"/>
            <ac:spMk id="2" creationId="{DF59CF7F-B71E-BD2E-0C9C-D0831B7EECD6}"/>
          </ac:spMkLst>
        </pc:spChg>
        <pc:spChg chg="mod">
          <ac:chgData name="Michael Hill" userId="41dba03d-e58d-4389-9894-554c10310ba4" providerId="ADAL" clId="{EF23FE1D-A042-481E-AFD7-2A9FB0847F54}" dt="2026-01-16T19:30:44.825" v="3773" actId="20577"/>
          <ac:spMkLst>
            <pc:docMk/>
            <pc:sldMk cId="1408196763" sldId="481"/>
            <ac:spMk id="5" creationId="{DC9D3167-189D-9E04-5397-34C6A241DAC7}"/>
          </ac:spMkLst>
        </pc:spChg>
        <pc:spChg chg="mod">
          <ac:chgData name="Michael Hill" userId="41dba03d-e58d-4389-9894-554c10310ba4" providerId="ADAL" clId="{EF23FE1D-A042-481E-AFD7-2A9FB0847F54}" dt="2026-01-16T20:05:58.549" v="4216" actId="21"/>
          <ac:spMkLst>
            <pc:docMk/>
            <pc:sldMk cId="1408196763" sldId="481"/>
            <ac:spMk id="8" creationId="{964FE4C9-B4E0-6896-2B66-C1F82C5F006B}"/>
          </ac:spMkLst>
        </pc:spChg>
      </pc:sldChg>
      <pc:sldChg chg="modSp add mod">
        <pc:chgData name="Michael Hill" userId="41dba03d-e58d-4389-9894-554c10310ba4" providerId="ADAL" clId="{EF23FE1D-A042-481E-AFD7-2A9FB0847F54}" dt="2026-01-16T20:08:12.314" v="4375" actId="404"/>
        <pc:sldMkLst>
          <pc:docMk/>
          <pc:sldMk cId="3356034106" sldId="482"/>
        </pc:sldMkLst>
        <pc:spChg chg="mod">
          <ac:chgData name="Michael Hill" userId="41dba03d-e58d-4389-9894-554c10310ba4" providerId="ADAL" clId="{EF23FE1D-A042-481E-AFD7-2A9FB0847F54}" dt="2026-01-16T20:06:19.120" v="4223" actId="2711"/>
          <ac:spMkLst>
            <pc:docMk/>
            <pc:sldMk cId="3356034106" sldId="482"/>
            <ac:spMk id="2" creationId="{8D97A63F-0DEC-11FD-0F6A-612903E39F43}"/>
          </ac:spMkLst>
        </pc:spChg>
        <pc:spChg chg="mod">
          <ac:chgData name="Michael Hill" userId="41dba03d-e58d-4389-9894-554c10310ba4" providerId="ADAL" clId="{EF23FE1D-A042-481E-AFD7-2A9FB0847F54}" dt="2026-01-16T20:08:12.314" v="4375" actId="404"/>
          <ac:spMkLst>
            <pc:docMk/>
            <pc:sldMk cId="3356034106" sldId="482"/>
            <ac:spMk id="8" creationId="{19CA22D2-1BF4-94B8-71A3-E5D1E95A8C17}"/>
          </ac:spMkLst>
        </pc:spChg>
      </pc:sldChg>
      <pc:sldChg chg="modSp add mod">
        <pc:chgData name="Michael Hill" userId="41dba03d-e58d-4389-9894-554c10310ba4" providerId="ADAL" clId="{EF23FE1D-A042-481E-AFD7-2A9FB0847F54}" dt="2026-01-16T20:09:39.557" v="4465" actId="2710"/>
        <pc:sldMkLst>
          <pc:docMk/>
          <pc:sldMk cId="1246157578" sldId="483"/>
        </pc:sldMkLst>
        <pc:spChg chg="mod">
          <ac:chgData name="Michael Hill" userId="41dba03d-e58d-4389-9894-554c10310ba4" providerId="ADAL" clId="{EF23FE1D-A042-481E-AFD7-2A9FB0847F54}" dt="2026-01-16T20:09:39.557" v="4465" actId="2710"/>
          <ac:spMkLst>
            <pc:docMk/>
            <pc:sldMk cId="1246157578" sldId="483"/>
            <ac:spMk id="2" creationId="{B2953C23-F025-C5D2-3744-5AC24DE42AA2}"/>
          </ac:spMkLst>
        </pc:spChg>
        <pc:spChg chg="mod">
          <ac:chgData name="Michael Hill" userId="41dba03d-e58d-4389-9894-554c10310ba4" providerId="ADAL" clId="{EF23FE1D-A042-481E-AFD7-2A9FB0847F54}" dt="2026-01-16T20:08:36.539" v="4461" actId="20577"/>
          <ac:spMkLst>
            <pc:docMk/>
            <pc:sldMk cId="1246157578" sldId="483"/>
            <ac:spMk id="8" creationId="{C8513EAC-BB29-7315-66E4-4D4F6E0F81A1}"/>
          </ac:spMkLst>
        </pc:spChg>
      </pc:sldChg>
      <pc:sldChg chg="modSp add mod">
        <pc:chgData name="Michael Hill" userId="41dba03d-e58d-4389-9894-554c10310ba4" providerId="ADAL" clId="{EF23FE1D-A042-481E-AFD7-2A9FB0847F54}" dt="2026-01-16T20:12:00.200" v="4498" actId="2710"/>
        <pc:sldMkLst>
          <pc:docMk/>
          <pc:sldMk cId="2468838094" sldId="484"/>
        </pc:sldMkLst>
        <pc:spChg chg="mod">
          <ac:chgData name="Michael Hill" userId="41dba03d-e58d-4389-9894-554c10310ba4" providerId="ADAL" clId="{EF23FE1D-A042-481E-AFD7-2A9FB0847F54}" dt="2026-01-16T20:12:00.200" v="4498" actId="2710"/>
          <ac:spMkLst>
            <pc:docMk/>
            <pc:sldMk cId="2468838094" sldId="484"/>
            <ac:spMk id="2" creationId="{4668712C-E45A-2303-FF65-E8874464ABFF}"/>
          </ac:spMkLst>
        </pc:spChg>
        <pc:spChg chg="mod">
          <ac:chgData name="Michael Hill" userId="41dba03d-e58d-4389-9894-554c10310ba4" providerId="ADAL" clId="{EF23FE1D-A042-481E-AFD7-2A9FB0847F54}" dt="2026-01-16T20:09:50.954" v="4494" actId="20577"/>
          <ac:spMkLst>
            <pc:docMk/>
            <pc:sldMk cId="2468838094" sldId="484"/>
            <ac:spMk id="8" creationId="{D7104923-239D-7935-9C29-FC7A2611FA36}"/>
          </ac:spMkLst>
        </pc:spChg>
      </pc:sldChg>
      <pc:sldChg chg="modSp add mod">
        <pc:chgData name="Michael Hill" userId="41dba03d-e58d-4389-9894-554c10310ba4" providerId="ADAL" clId="{EF23FE1D-A042-481E-AFD7-2A9FB0847F54}" dt="2026-01-16T20:16:28.878" v="4573" actId="2710"/>
        <pc:sldMkLst>
          <pc:docMk/>
          <pc:sldMk cId="387235505" sldId="485"/>
        </pc:sldMkLst>
        <pc:spChg chg="mod">
          <ac:chgData name="Michael Hill" userId="41dba03d-e58d-4389-9894-554c10310ba4" providerId="ADAL" clId="{EF23FE1D-A042-481E-AFD7-2A9FB0847F54}" dt="2026-01-16T20:16:28.878" v="4573" actId="2710"/>
          <ac:spMkLst>
            <pc:docMk/>
            <pc:sldMk cId="387235505" sldId="485"/>
            <ac:spMk id="2" creationId="{A59BEF46-B3E5-2E26-6863-54DDD6F01089}"/>
          </ac:spMkLst>
        </pc:spChg>
        <pc:spChg chg="mod">
          <ac:chgData name="Michael Hill" userId="41dba03d-e58d-4389-9894-554c10310ba4" providerId="ADAL" clId="{EF23FE1D-A042-481E-AFD7-2A9FB0847F54}" dt="2026-01-16T20:16:16.894" v="4569" actId="20577"/>
          <ac:spMkLst>
            <pc:docMk/>
            <pc:sldMk cId="387235505" sldId="485"/>
            <ac:spMk id="8" creationId="{CD21A8F3-8D3B-5FD0-FFE4-E4B9E114825E}"/>
          </ac:spMkLst>
        </pc:spChg>
      </pc:sldChg>
      <pc:sldChg chg="modSp add mod">
        <pc:chgData name="Michael Hill" userId="41dba03d-e58d-4389-9894-554c10310ba4" providerId="ADAL" clId="{EF23FE1D-A042-481E-AFD7-2A9FB0847F54}" dt="2026-01-16T20:17:26.567" v="4711" actId="2710"/>
        <pc:sldMkLst>
          <pc:docMk/>
          <pc:sldMk cId="2776453535" sldId="486"/>
        </pc:sldMkLst>
        <pc:spChg chg="mod">
          <ac:chgData name="Michael Hill" userId="41dba03d-e58d-4389-9894-554c10310ba4" providerId="ADAL" clId="{EF23FE1D-A042-481E-AFD7-2A9FB0847F54}" dt="2026-01-16T20:17:26.567" v="4711" actId="2710"/>
          <ac:spMkLst>
            <pc:docMk/>
            <pc:sldMk cId="2776453535" sldId="486"/>
            <ac:spMk id="2" creationId="{F8D4A9AD-79CA-A4AA-6D1B-C11D11808A20}"/>
          </ac:spMkLst>
        </pc:spChg>
        <pc:spChg chg="mod">
          <ac:chgData name="Michael Hill" userId="41dba03d-e58d-4389-9894-554c10310ba4" providerId="ADAL" clId="{EF23FE1D-A042-481E-AFD7-2A9FB0847F54}" dt="2026-01-16T20:17:03.777" v="4707" actId="14100"/>
          <ac:spMkLst>
            <pc:docMk/>
            <pc:sldMk cId="2776453535" sldId="486"/>
            <ac:spMk id="5" creationId="{496E14A0-DED3-F8A8-E15E-402B4314B6C1}"/>
          </ac:spMkLst>
        </pc:spChg>
        <pc:spChg chg="mod">
          <ac:chgData name="Michael Hill" userId="41dba03d-e58d-4389-9894-554c10310ba4" providerId="ADAL" clId="{EF23FE1D-A042-481E-AFD7-2A9FB0847F54}" dt="2026-01-16T20:16:57.214" v="4702" actId="20577"/>
          <ac:spMkLst>
            <pc:docMk/>
            <pc:sldMk cId="2776453535" sldId="486"/>
            <ac:spMk id="8" creationId="{3BC24885-E56A-1ACE-14E3-BB0176BE6FCB}"/>
          </ac:spMkLst>
        </pc:spChg>
      </pc:sldChg>
      <pc:sldChg chg="modSp add mod">
        <pc:chgData name="Michael Hill" userId="41dba03d-e58d-4389-9894-554c10310ba4" providerId="ADAL" clId="{EF23FE1D-A042-481E-AFD7-2A9FB0847F54}" dt="2026-01-16T20:19:54.404" v="5074" actId="20577"/>
        <pc:sldMkLst>
          <pc:docMk/>
          <pc:sldMk cId="1844177245" sldId="487"/>
        </pc:sldMkLst>
        <pc:spChg chg="mod">
          <ac:chgData name="Michael Hill" userId="41dba03d-e58d-4389-9894-554c10310ba4" providerId="ADAL" clId="{EF23FE1D-A042-481E-AFD7-2A9FB0847F54}" dt="2026-01-16T20:18:10.411" v="4743" actId="1076"/>
          <ac:spMkLst>
            <pc:docMk/>
            <pc:sldMk cId="1844177245" sldId="487"/>
            <ac:spMk id="5" creationId="{871EA292-2BFC-E18D-AD42-FFF79F7BDCAE}"/>
          </ac:spMkLst>
        </pc:spChg>
        <pc:spChg chg="mod">
          <ac:chgData name="Michael Hill" userId="41dba03d-e58d-4389-9894-554c10310ba4" providerId="ADAL" clId="{EF23FE1D-A042-481E-AFD7-2A9FB0847F54}" dt="2026-01-16T20:19:54.404" v="5074" actId="20577"/>
          <ac:spMkLst>
            <pc:docMk/>
            <pc:sldMk cId="1844177245" sldId="487"/>
            <ac:spMk id="8" creationId="{E7A54887-C0ED-E970-66E9-55AAE2109828}"/>
          </ac:spMkLst>
        </pc:spChg>
      </pc:sldChg>
      <pc:sldChg chg="modSp add mod">
        <pc:chgData name="Michael Hill" userId="41dba03d-e58d-4389-9894-554c10310ba4" providerId="ADAL" clId="{EF23FE1D-A042-481E-AFD7-2A9FB0847F54}" dt="2026-01-16T20:44:08.754" v="5513"/>
        <pc:sldMkLst>
          <pc:docMk/>
          <pc:sldMk cId="3957176543" sldId="488"/>
        </pc:sldMkLst>
        <pc:spChg chg="mod">
          <ac:chgData name="Michael Hill" userId="41dba03d-e58d-4389-9894-554c10310ba4" providerId="ADAL" clId="{EF23FE1D-A042-481E-AFD7-2A9FB0847F54}" dt="2026-01-16T20:44:08.754" v="5513"/>
          <ac:spMkLst>
            <pc:docMk/>
            <pc:sldMk cId="3957176543" sldId="488"/>
            <ac:spMk id="2" creationId="{FA3E0A30-A453-086C-ADDA-709D225DEFDA}"/>
          </ac:spMkLst>
        </pc:spChg>
        <pc:spChg chg="mod">
          <ac:chgData name="Michael Hill" userId="41dba03d-e58d-4389-9894-554c10310ba4" providerId="ADAL" clId="{EF23FE1D-A042-481E-AFD7-2A9FB0847F54}" dt="2026-01-16T20:22:05.065" v="5262" actId="1076"/>
          <ac:spMkLst>
            <pc:docMk/>
            <pc:sldMk cId="3957176543" sldId="488"/>
            <ac:spMk id="5" creationId="{BF8E64D0-B4BF-3205-2925-BFB9EEB2B9C0}"/>
          </ac:spMkLst>
        </pc:spChg>
        <pc:spChg chg="mod">
          <ac:chgData name="Michael Hill" userId="41dba03d-e58d-4389-9894-554c10310ba4" providerId="ADAL" clId="{EF23FE1D-A042-481E-AFD7-2A9FB0847F54}" dt="2026-01-16T20:40:45.194" v="5448" actId="20577"/>
          <ac:spMkLst>
            <pc:docMk/>
            <pc:sldMk cId="3957176543" sldId="488"/>
            <ac:spMk id="8" creationId="{E91CA855-0684-B379-7F9D-047A6999E3F9}"/>
          </ac:spMkLst>
        </pc:spChg>
      </pc:sldChg>
      <pc:sldChg chg="modSp add mod">
        <pc:chgData name="Michael Hill" userId="41dba03d-e58d-4389-9894-554c10310ba4" providerId="ADAL" clId="{EF23FE1D-A042-481E-AFD7-2A9FB0847F54}" dt="2026-01-20T16:19:20.963" v="6463" actId="20577"/>
        <pc:sldMkLst>
          <pc:docMk/>
          <pc:sldMk cId="2566164242" sldId="489"/>
        </pc:sldMkLst>
        <pc:spChg chg="mod">
          <ac:chgData name="Michael Hill" userId="41dba03d-e58d-4389-9894-554c10310ba4" providerId="ADAL" clId="{EF23FE1D-A042-481E-AFD7-2A9FB0847F54}" dt="2026-01-16T20:46:59.291" v="5869" actId="1076"/>
          <ac:spMkLst>
            <pc:docMk/>
            <pc:sldMk cId="2566164242" sldId="489"/>
            <ac:spMk id="2" creationId="{3D36EA16-6585-2D56-0602-FF5CA7D50048}"/>
          </ac:spMkLst>
        </pc:spChg>
        <pc:spChg chg="mod">
          <ac:chgData name="Michael Hill" userId="41dba03d-e58d-4389-9894-554c10310ba4" providerId="ADAL" clId="{EF23FE1D-A042-481E-AFD7-2A9FB0847F54}" dt="2026-01-16T20:40:30.356" v="5419" actId="20577"/>
          <ac:spMkLst>
            <pc:docMk/>
            <pc:sldMk cId="2566164242" sldId="489"/>
            <ac:spMk id="5" creationId="{CE4782D1-9F59-4B8A-9E15-9CCA84BBF878}"/>
          </ac:spMkLst>
        </pc:spChg>
        <pc:spChg chg="mod">
          <ac:chgData name="Michael Hill" userId="41dba03d-e58d-4389-9894-554c10310ba4" providerId="ADAL" clId="{EF23FE1D-A042-481E-AFD7-2A9FB0847F54}" dt="2026-01-20T16:19:20.963" v="6463" actId="20577"/>
          <ac:spMkLst>
            <pc:docMk/>
            <pc:sldMk cId="2566164242" sldId="489"/>
            <ac:spMk id="8" creationId="{7303BD8F-8C64-08DE-8EE4-560BD76262AF}"/>
          </ac:spMkLst>
        </pc:spChg>
      </pc:sldChg>
      <pc:sldChg chg="modSp add mod">
        <pc:chgData name="Michael Hill" userId="41dba03d-e58d-4389-9894-554c10310ba4" providerId="ADAL" clId="{EF23FE1D-A042-481E-AFD7-2A9FB0847F54}" dt="2026-01-16T20:51:28.331" v="6276" actId="20577"/>
        <pc:sldMkLst>
          <pc:docMk/>
          <pc:sldMk cId="2195875960" sldId="490"/>
        </pc:sldMkLst>
        <pc:spChg chg="mod">
          <ac:chgData name="Michael Hill" userId="41dba03d-e58d-4389-9894-554c10310ba4" providerId="ADAL" clId="{EF23FE1D-A042-481E-AFD7-2A9FB0847F54}" dt="2026-01-16T20:51:28.331" v="6276" actId="20577"/>
          <ac:spMkLst>
            <pc:docMk/>
            <pc:sldMk cId="2195875960" sldId="490"/>
            <ac:spMk id="8" creationId="{A868B942-BBC6-C6DC-C898-26BA21972BB3}"/>
          </ac:spMkLst>
        </pc:spChg>
      </pc:sldChg>
      <pc:sldChg chg="delSp modSp add mod">
        <pc:chgData name="Michael Hill" userId="41dba03d-e58d-4389-9894-554c10310ba4" providerId="ADAL" clId="{EF23FE1D-A042-481E-AFD7-2A9FB0847F54}" dt="2026-01-20T15:47:59.684" v="6343" actId="478"/>
        <pc:sldMkLst>
          <pc:docMk/>
          <pc:sldMk cId="4218940969" sldId="491"/>
        </pc:sldMkLst>
        <pc:spChg chg="mod">
          <ac:chgData name="Michael Hill" userId="41dba03d-e58d-4389-9894-554c10310ba4" providerId="ADAL" clId="{EF23FE1D-A042-481E-AFD7-2A9FB0847F54}" dt="2026-01-20T15:47:41.429" v="6300" actId="20577"/>
          <ac:spMkLst>
            <pc:docMk/>
            <pc:sldMk cId="4218940969" sldId="491"/>
            <ac:spMk id="5" creationId="{E4CC646B-4635-6050-D4B0-A67535F846E1}"/>
          </ac:spMkLst>
        </pc:spChg>
        <pc:spChg chg="del">
          <ac:chgData name="Michael Hill" userId="41dba03d-e58d-4389-9894-554c10310ba4" providerId="ADAL" clId="{EF23FE1D-A042-481E-AFD7-2A9FB0847F54}" dt="2026-01-20T15:47:59.684" v="6343" actId="478"/>
          <ac:spMkLst>
            <pc:docMk/>
            <pc:sldMk cId="4218940969" sldId="491"/>
            <ac:spMk id="6" creationId="{A1388061-A561-7F98-FECF-688BFE239709}"/>
          </ac:spMkLst>
        </pc:spChg>
        <pc:spChg chg="mod">
          <ac:chgData name="Michael Hill" userId="41dba03d-e58d-4389-9894-554c10310ba4" providerId="ADAL" clId="{EF23FE1D-A042-481E-AFD7-2A9FB0847F54}" dt="2026-01-20T15:47:57.787" v="6342" actId="20577"/>
          <ac:spMkLst>
            <pc:docMk/>
            <pc:sldMk cId="4218940969" sldId="491"/>
            <ac:spMk id="8" creationId="{2AEBA483-932C-0DF3-820A-BA0E92D28961}"/>
          </ac:spMkLst>
        </pc:spChg>
      </pc:sldChg>
      <pc:sldChg chg="modSp add mod">
        <pc:chgData name="Michael Hill" userId="41dba03d-e58d-4389-9894-554c10310ba4" providerId="ADAL" clId="{EF23FE1D-A042-481E-AFD7-2A9FB0847F54}" dt="2026-01-20T16:19:45.781" v="6600" actId="20577"/>
        <pc:sldMkLst>
          <pc:docMk/>
          <pc:sldMk cId="2774128425" sldId="492"/>
        </pc:sldMkLst>
        <pc:spChg chg="mod">
          <ac:chgData name="Michael Hill" userId="41dba03d-e58d-4389-9894-554c10310ba4" providerId="ADAL" clId="{EF23FE1D-A042-481E-AFD7-2A9FB0847F54}" dt="2026-01-20T16:19:45.781" v="6600" actId="20577"/>
          <ac:spMkLst>
            <pc:docMk/>
            <pc:sldMk cId="2774128425" sldId="492"/>
            <ac:spMk id="2" creationId="{400A82A9-DC0D-40DF-1B89-0625273816BC}"/>
          </ac:spMkLst>
        </pc:spChg>
        <pc:spChg chg="mod">
          <ac:chgData name="Michael Hill" userId="41dba03d-e58d-4389-9894-554c10310ba4" providerId="ADAL" clId="{EF23FE1D-A042-481E-AFD7-2A9FB0847F54}" dt="2026-01-20T16:19:43.818" v="6599" actId="207"/>
          <ac:spMkLst>
            <pc:docMk/>
            <pc:sldMk cId="2774128425" sldId="492"/>
            <ac:spMk id="8" creationId="{41BE9E20-A248-4D19-8937-C5E558F58A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026526" y="3692233"/>
            <a:ext cx="3478953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DDL &amp; DML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54132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Linking Python to Access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Definition Language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DDL Instructions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CREATE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ALTER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DROP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Manipulation Language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DML Instructions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SELECT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INSERT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DELETE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UPDATE Statements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distinguishes each of the following database normal forms: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First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Second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Third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First normal form: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Has a primary key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Includes no duplicated attributes from the same table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Includes no repeated groups of attributes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C9CEC-E065-A76F-D68D-7EFF4737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3DFAC934-33DE-C519-1FC8-DBED31DD0C57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58B137D-9557-8E14-90E8-5E17C70564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619E820E-6CF1-790A-60D2-C0761EA5FE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1564922-619E-D8BB-6D60-4EE0AB19FD0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1B63AE-1D7F-2C88-80C0-554988D66609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D20363-9D1E-C23E-DE80-748DA84EFEE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6609-AC59-47F2-BB4C-19B938A7B3D3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Second normal form: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Entities are in First Normal Form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Any non-key attributes are fully functionally dependent on the primary key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No partial dependencies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37807-4F78-8C55-527C-78C70DD2D54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122197C8-CB37-67B9-C1B0-15930DF4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C144A10-2D7A-255F-B66A-3C118BA768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F1992B41-88E8-E381-C7BF-95209FE211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6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BB637-1A5C-FDB9-5DFC-FA080BE4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FC019A99-0163-BDB4-07B3-113BC69338C4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1B97637D-807F-A657-19DB-2D4E9BF3EC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2993E22-73DA-75B4-EE07-6661C97F05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D6E5464-5E20-4F0C-DF33-701251DFF64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2C42AB-2AEA-A935-4549-00552656FDD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F0DBDC-6C09-70A3-6ADF-CE7262C2E49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A659FE-2B71-B3A0-EBE8-D9FF1ED469AD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Third normal form: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Entities are in second normal form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All non key attributes are independent 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No non-key dependencies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169AF-B802-E1CC-815C-FF1FF162C63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072A10A-7BC2-BC1A-73CB-5E9B4EC784F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4D9E5966-DC6E-A998-DCC5-A933ACE970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552097AA-0F6A-399B-D34F-37E7056CCD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9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new access DB file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this lesson, I’ll be creating a Hospital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Click the ‘SQL Query’ button to start typing some queries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SQL – Structured Query Language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SQL Contains both DDL &amp; DML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252158" y="155968"/>
            <a:ext cx="758564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LINKING PYTHON TO ACCESS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B978C-4BD2-4976-BDDB-0201A8940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90" y="4563582"/>
            <a:ext cx="7074264" cy="187334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1C441E6-8FA4-EE7B-C4BC-5D8927F42F51}"/>
              </a:ext>
            </a:extLst>
          </p:cNvPr>
          <p:cNvSpPr/>
          <p:nvPr/>
        </p:nvSpPr>
        <p:spPr>
          <a:xfrm>
            <a:off x="2825496" y="4928616"/>
            <a:ext cx="512064" cy="571639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18F38-025C-A5ED-EA55-4B1E4FD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A30707-3919-3549-5E43-A11E68D149B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7704D4-769A-8F00-BE0F-004287B185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ED3699-4ADA-0DA5-FF7D-B26DA9B9795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28DC1C-0E37-9986-985D-C8E52DBA89F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85AE7-CB73-68F6-4417-DD18EF27F9BB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Definition Language (DDL)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used to create, modify, and remove entities from a relational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three main statements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DROP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BB5AE-976C-4377-7648-9208FBDC3B20}"/>
              </a:ext>
            </a:extLst>
          </p:cNvPr>
          <p:cNvSpPr/>
          <p:nvPr/>
        </p:nvSpPr>
        <p:spPr>
          <a:xfrm>
            <a:off x="-252158" y="155968"/>
            <a:ext cx="758564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DEFINITION LANGUAGE</a:t>
            </a:r>
          </a:p>
        </p:txBody>
      </p:sp>
      <p:pic>
        <p:nvPicPr>
          <p:cNvPr id="1026" name="Picture 2" descr="[100+] Gangster Spongebob Wallpapers | Wallpapers.com">
            <a:extLst>
              <a:ext uri="{FF2B5EF4-FFF2-40B4-BE49-F238E27FC236}">
                <a16:creationId xmlns:a16="http://schemas.microsoft.com/office/drawing/2014/main" id="{86125DE8-C93B-5AAC-F2DA-B7558E474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027" y="1805167"/>
            <a:ext cx="3194088" cy="396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40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7BFD3-B361-CEA8-A99E-7581D03F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A648255-A3F1-534D-146A-5E491C812DD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32964F-303E-E663-ABC3-8736A32AF4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176B35-9149-84DA-E7F6-FAEBD1F847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85221F-945D-88A4-C0FD-7FEECD09C1E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4DC24-23B1-0F7E-942E-EA3F3E09CC8B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CREATE STATEMENT</a:t>
            </a:r>
            <a:r>
              <a:rPr lang="en-US" sz="2800" b="1" i="1" dirty="0">
                <a:solidFill>
                  <a:schemeClr val="bg1"/>
                </a:solidFill>
                <a:latin typeface="Bahnschrift" panose="020B0502040204020203" pitchFamily="34" charset="0"/>
              </a:rPr>
              <a:t> can be used to do a few things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Here, we have added a query that will add a new table to our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Click the ‘Run’ button and it will create the new table on the right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00F24E-3D1F-8D87-12E2-6DA5CBA1A0E2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CREATE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200B7-53A0-4F2F-100F-75D69BD573B4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PRIMARY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LastName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FirstName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89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D21DC-BF77-C352-F7FD-09F8F645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AE60DC-873B-D11F-F462-B3A62F9AC68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D68B11-343E-0CEF-B87A-F926F513EC2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EC023B-8E39-CBB5-F970-534CF486981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C6CCAF-5035-28BB-74BE-AD14369CC9D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4D65B5-FDDD-C86B-9C3C-9C51B98A31EF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Generally, I would recommend defining your tables using Access’ GUI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this is how you do it using a Data Definition Language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does this look a lot like?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9FBAF-3CD3-3E8E-FDAD-C38D7AE7FC4F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CREATE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B078CC-F615-9245-5318-EDC8BDBC5BC3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PRIMARY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LastName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FirstName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78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4DDA0-CD88-5CA4-6DFC-AD5C9D9F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19D2F92-19A9-B52D-1BBF-9AB946E04A6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9AA44E-D629-AA8A-8897-4EE4A70AD8B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B746D6-7CB7-F7FE-C014-C36C4B0346E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E96DAC-D0E6-2075-ADF2-528591A3873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02A471-B067-4039-B121-63396519A704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Yeah, that’s right, this is just the physical schema for this database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134D55-CC4E-B23D-80F3-C85EC09EDC46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CREATE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E773C-0745-E9FE-C261-C6780ED7212B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PRIMARY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LastName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FirstName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9C2D9-6232-C3DC-3DA2-120942E4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65977C3-F475-679D-D767-9B7D7D5994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A9E66-B878-B6D6-05CE-D7C54A2CF4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5D33E3-5B1B-CEAB-4F0E-B0F9B90703F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80AF8A-9844-D1A2-8E54-631D149B352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481762-8B09-55CA-94B0-5B98FA60F233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also index using this statement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must also name indexes done this way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4B55F-CB0B-92B6-799F-230A301C930A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CREATE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928468-6395-0F93-490F-9493C32E1E82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PRIMARY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LastName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FirstName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INDEX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NameIndex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52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BCA0A-88EE-1CFD-4869-8EE5C776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EDD296E-4487-CEB2-1C98-C22BA70788D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0D5379-0AD1-8533-3327-B801280B60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5DE00A-37DB-E386-199C-B96D7B4E2C2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549CD6-9D03-92E5-C20F-7A222D4D4B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ED3024-BE1F-82FB-1C98-9CB44FDFC01D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Important note – running these queries ONCE will PERMANENTLY change your database, it doesn’t reset when the program stops running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run multiple SQL statements at once, but they must be separated by semicolons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will learn how to change these with our DDL next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6DBCA-28B7-031C-C5C0-EB02E4DE6E79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CREATE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91673-7232-A621-49F0-C11C5831CFAB}"/>
              </a:ext>
            </a:extLst>
          </p:cNvPr>
          <p:cNvSpPr/>
          <p:nvPr/>
        </p:nvSpPr>
        <p:spPr>
          <a:xfrm>
            <a:off x="199167" y="4716694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PRIMARY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LastName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FirstName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INDEX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NameIndex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303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6866F-CE4F-2FB5-109C-127EE617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064E5D-4370-DF82-4B27-8A2D06917C2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842DE3-CFBE-169E-B804-FA844DBBC28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20E583-013B-E823-F6B5-0FCE0AB9C12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BCEE2A-DBC4-5B75-3D47-0389369B91E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4FE4C9-B4E0-6896-2B66-C1F82C5F006B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ALTER </a:t>
            </a:r>
            <a:r>
              <a:rPr lang="en-US" sz="2800" dirty="0">
                <a:solidFill>
                  <a:schemeClr val="accent4"/>
                </a:solidFill>
                <a:latin typeface="Bahnschrift" panose="020B0502040204020203" pitchFamily="34" charset="0"/>
              </a:rPr>
              <a:t>STATEMENT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used to modify the database in some way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could be structural, or it could modify the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D3167-189D-9E04-5397-34C6A241DAC7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ALTER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59CF7F-B71E-BD2E-0C9C-D0831B7EECD6}"/>
              </a:ext>
            </a:extLst>
          </p:cNvPr>
          <p:cNvSpPr/>
          <p:nvPr/>
        </p:nvSpPr>
        <p:spPr>
          <a:xfrm>
            <a:off x="444596" y="4731281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ALTER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CONSTRAINT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DepartmentEmployees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FOREIGN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REFERENCES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Department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19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0F5B4-CD48-2A07-67E8-10EE4F8A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C60CE7-D522-62DB-450F-DE67E2E075D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308706-8C5A-4A65-BB61-C77991D89A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E712E1-8293-BE71-29FC-0006733BECB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7B3DE4-EA37-FEA2-20EC-B91B6E31E45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A22D2-1BF4-94B8-71A3-E5D1E95A8C17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Below are two SQL Queries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first is a CREATE statement making a department table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next is an ALTER statement creating a foreign key relationship between Employees and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Deparment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will have to run these separately, you can only do one at a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ensures that queries complete fully before another one starts</a:t>
            </a:r>
            <a:endParaRPr lang="en-US" sz="24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1F2FE-7E69-CD6F-C71C-2DE7DC1F829E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ALTER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97A63F-0DEC-11FD-0F6A-612903E39F43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Department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PRIMARY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ALTER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CONSTRAINT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DepartmentEmployees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FOREIGN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REFERENCES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Department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3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9BBA9-4D08-3F77-8A59-57F39CA6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EC61196-C3C9-9B83-98E9-BBAF18C9538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9D9588-ED25-845C-DC58-F42B17516B6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BF82F9-8D42-2A99-8C2A-E77049A5D87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10D4C7-1009-3696-F7A5-9EE32850EB6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513EAC-BB29-7315-66E4-4D4F6E0F81A1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ALTER statements can even be used to add new columns to pre-existing tables</a:t>
            </a:r>
            <a:endParaRPr lang="en-US" sz="24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985BBF-FB9C-0417-98EC-5035F46964A2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ALTER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53C23-F025-C5D2-3744-5AC24DE42AA2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ALTER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Email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15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28B5B-9425-C2E3-0639-7DEC5838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E407EB-57DF-C282-B66E-9FD0B46ED1E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CB7789-3FC2-1206-FCFE-522F337294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E7794C-1294-7B0A-F55D-7F98855BBBC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0719CA-6D66-AB97-0E0B-2EBEA539A2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104923-239D-7935-9C29-FC7A2611FA36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…or REMOVE a column</a:t>
            </a:r>
            <a:endParaRPr lang="en-US" sz="24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790044-ECE0-7471-1BB9-D46159AA46FF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ALTER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68712C-E45A-2303-FF65-E8874464ABFF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ALTER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DROP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COLUMN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Email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838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B9F91-A6AE-CF06-1BD8-DCE2755B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8E4362B-C500-F9FB-9BAE-E924390694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9C731A-B6D4-3E77-F0DB-7A5FA393CD6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A49BDB-1973-6297-F43A-A3FBAC6F276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F86E94-033F-4829-B2DE-127CEF2651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1A8F3-8D3B-5FD0-FFE4-E4B9E114825E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… or add constraints like UNIQUE</a:t>
            </a:r>
            <a:endParaRPr lang="en-US" sz="24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BAE66-9D3A-D9D3-2B76-3D4C71684C1C}"/>
              </a:ext>
            </a:extLst>
          </p:cNvPr>
          <p:cNvSpPr/>
          <p:nvPr/>
        </p:nvSpPr>
        <p:spPr>
          <a:xfrm>
            <a:off x="-169862" y="129275"/>
            <a:ext cx="560658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ALTER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9BEF46-B3E5-2E26-6863-54DDD6F01089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ALTER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CONSTRAINT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LastNameUnique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UNIQUE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B8538-2B19-0E8D-EC9F-99C81668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3A72290-9894-2B11-32D0-24927B736C9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FC42AD-38C1-BE73-D5ED-430A415CA4A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155BBC-F5DB-586C-3454-2B60C848641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4D2F83-6C58-E13A-BDE0-4555F9EDC7A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C24885-E56A-1ACE-14E3-BB0176BE6FCB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remove tables and indexes using the DROP statement</a:t>
            </a:r>
            <a:endParaRPr lang="en-US" sz="24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E14A0-DED3-F8A8-E15E-402B4314B6C1}"/>
              </a:ext>
            </a:extLst>
          </p:cNvPr>
          <p:cNvSpPr/>
          <p:nvPr/>
        </p:nvSpPr>
        <p:spPr>
          <a:xfrm>
            <a:off x="-169861" y="129275"/>
            <a:ext cx="492474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DROP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4A9AD-79CA-A4AA-6D1B-C11D11808A20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DROP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53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CA258-73FE-A1B9-84CD-EEC5B006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0ED3A22-D11F-0A36-434B-042F91FA99E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939AC0-E8BC-841D-B556-8E163C80236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B277DC-2721-42BC-03EA-86D5B914D87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CEB79E-4940-4C18-EA3C-3A0D511DBAF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A54887-C0ED-E970-66E9-55AAE2109828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Now for the SQL that I would really recommend understanding:</a:t>
            </a:r>
            <a:endParaRPr lang="en-US" sz="2400" dirty="0">
              <a:solidFill>
                <a:schemeClr val="accent4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Manipulation Language – DML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Used to add, modify, delete, and retrieve data stored in a relational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We’ll look at how to use these statements throughout the next few lessons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1EA292-2BFC-E18D-AD42-FFF79F7BDCAE}"/>
              </a:ext>
            </a:extLst>
          </p:cNvPr>
          <p:cNvSpPr/>
          <p:nvPr/>
        </p:nvSpPr>
        <p:spPr>
          <a:xfrm>
            <a:off x="-480758" y="155968"/>
            <a:ext cx="854576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MANIPULATION LANGUAGE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098009-C1A2-CB9C-EC37-D8A6FB2DC3BA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DROP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177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BAF3D-1008-2AC2-7931-AFCF5C02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5AA436F-9AB3-F6D6-EB18-CB9550B972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75DD50-D104-EA31-661E-CF3564E35D9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9FE2FF-EEAF-BD8E-441D-9C6AEE5E08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5B6A0F-F01C-D314-81CB-E66F07DD08E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CA855-0684-B379-7F9D-047A6999E3F9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INSERT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Adds records into a table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DELETE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Removes records from a table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UPDATE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Modifies an existing record in a table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We’ll look at the three of these in detail later in this unit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8E64D0-B4BF-3205-2925-BFB9EEB2B9C0}"/>
              </a:ext>
            </a:extLst>
          </p:cNvPr>
          <p:cNvSpPr/>
          <p:nvPr/>
        </p:nvSpPr>
        <p:spPr>
          <a:xfrm>
            <a:off x="-245762" y="155968"/>
            <a:ext cx="671409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INSERT/DELETE/UPDATE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3E0A30-A453-086C-ADDA-709D225DEFDA}"/>
              </a:ext>
            </a:extLst>
          </p:cNvPr>
          <p:cNvSpPr/>
          <p:nvPr/>
        </p:nvSpPr>
        <p:spPr>
          <a:xfrm>
            <a:off x="444596" y="438214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Department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101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'Computer Science'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176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2D803-D624-98AB-0357-D1C7B251D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C569F6D-FB7B-21E1-43DE-1F5805D5B9E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993118-A022-4DB4-B60E-01069DBF8DB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973558-32AA-AB1B-782E-A06655C13F2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E65973-6018-5B24-4912-52645FC1FE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3BD8F-8C64-08DE-8EE4-560BD76262AF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SELECT statements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retrieve records from a database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Notice that we’re getting the fields in Department out of order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Also notice that the query is spread out across multiple lines here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SQL doesn’t care at ALL how many lines you’re using though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will generate a ‘report’ of the records in department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We’ll explore this more next time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782D1-9F59-4B8A-9E15-9CCA84BBF878}"/>
              </a:ext>
            </a:extLst>
          </p:cNvPr>
          <p:cNvSpPr/>
          <p:nvPr/>
        </p:nvSpPr>
        <p:spPr>
          <a:xfrm>
            <a:off x="-245762" y="155968"/>
            <a:ext cx="671409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 STATEMENTS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36EA16-6585-2D56-0602-FF5CA7D50048}"/>
              </a:ext>
            </a:extLst>
          </p:cNvPr>
          <p:cNvSpPr/>
          <p:nvPr/>
        </p:nvSpPr>
        <p:spPr>
          <a:xfrm>
            <a:off x="421106" y="4534080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Department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164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EEE7C-D467-53CD-5D78-98B0707E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A55E89D-6728-21C0-ACC2-70C95B5DCCB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7FAF9D-F730-EB02-6CAE-C0C365B63DA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574600-9ED3-2B8E-9B4F-76BB5E76C16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3F93AA-AA98-793B-F8B5-52BC9A00F36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BE9E20-A248-4D19-8937-C5E558F58A82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your plan is to get every field and not rename them, you can replace the field names with an asterisk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39C425-341A-2D2F-4E96-9DCE4275AE64}"/>
              </a:ext>
            </a:extLst>
          </p:cNvPr>
          <p:cNvSpPr/>
          <p:nvPr/>
        </p:nvSpPr>
        <p:spPr>
          <a:xfrm>
            <a:off x="-245762" y="155968"/>
            <a:ext cx="671409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 STATEMENTS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0A82A9-DC0D-40DF-1B89-0625273816BC}"/>
              </a:ext>
            </a:extLst>
          </p:cNvPr>
          <p:cNvSpPr/>
          <p:nvPr/>
        </p:nvSpPr>
        <p:spPr>
          <a:xfrm>
            <a:off x="421106" y="4534080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*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Department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128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B2ED3-4EF8-6330-1896-93D426F0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3300CD-DA7F-9CB2-C806-2870D51E42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0E4E65-71FC-1931-9D8E-688C9DADA7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4EA5CB-05C5-DAE7-8A42-D443CC3BA9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71ADAC-1916-8360-D79E-4AF2FBD9B9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D10A6-6873-83B9-4A7A-C6B9FA36932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also link our database to a Python script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will allow us to create programs using our Access Databases!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the resources tab in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find the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A3-Database-Connection-Template.accdb file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Open this in PyCharm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will also need to install the module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pyodbc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05023-B49D-4826-0558-B56B39E7F0C2}"/>
              </a:ext>
            </a:extLst>
          </p:cNvPr>
          <p:cNvSpPr/>
          <p:nvPr/>
        </p:nvSpPr>
        <p:spPr>
          <a:xfrm>
            <a:off x="-252158" y="155968"/>
            <a:ext cx="758564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LINKING PYTHON TO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B2775-FE38-6ECB-4DC3-FBDB9D9D4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665" y="5189622"/>
            <a:ext cx="8466132" cy="16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38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ED462-7751-17ED-7A95-268319C7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1E508E6-E640-2ACD-812A-721C797D486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FA7617-570F-C38F-4EAB-C4814A0D12D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ACFFD7-9E81-B99F-2B53-E8D8AF68814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94BB98-EBEC-C182-67E1-E04125ED374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6A2D3-BDBB-2D70-ECB8-B67EFF18E45B}"/>
              </a:ext>
            </a:extLst>
          </p:cNvPr>
          <p:cNvSpPr/>
          <p:nvPr/>
        </p:nvSpPr>
        <p:spPr>
          <a:xfrm>
            <a:off x="421106" y="1357745"/>
            <a:ext cx="1110947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 this chunk of code, and type a NON SELECT QUERY into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I’ve decided to add a new record to employees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that I need to use a \ in front of my single quotes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5486E-BF8F-54C8-B110-009B8E5EDB5B}"/>
              </a:ext>
            </a:extLst>
          </p:cNvPr>
          <p:cNvSpPr/>
          <p:nvPr/>
        </p:nvSpPr>
        <p:spPr>
          <a:xfrm>
            <a:off x="-252158" y="155968"/>
            <a:ext cx="758564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LINKING PYTHON TO 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67AC2-F606-C5EE-178E-0BB13359B4D2}"/>
              </a:ext>
            </a:extLst>
          </p:cNvPr>
          <p:cNvSpPr/>
          <p:nvPr/>
        </p:nvSpPr>
        <p:spPr>
          <a:xfrm>
            <a:off x="325094" y="3258418"/>
            <a:ext cx="11301502" cy="3383405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###INSERT DATABASE COMMANDS HERE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cursor =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conn.cursor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query = 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'INSERT INTO Employees (</a:t>
            </a:r>
            <a:r>
              <a:rPr lang="en-US" sz="12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LastName, FirstName) VALUES (100, 101, 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Toe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Joe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;'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#change to desired query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cursor.execute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(query)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conn.commit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"Query successful."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0958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646AB-1ABD-E691-9B0E-62D60B76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70FEA7-4BBD-50A3-5A6B-7CD6E4EF72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2F9F43-1C0C-F0CC-9B25-B40B1D82AD5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01E641-F635-9A48-33CF-2FC9284DCB0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527366-E25D-CFA2-D717-848601EBCE9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68B942-BBC6-C6DC-C898-26BA21972BB3}"/>
              </a:ext>
            </a:extLst>
          </p:cNvPr>
          <p:cNvSpPr/>
          <p:nvPr/>
        </p:nvSpPr>
        <p:spPr>
          <a:xfrm>
            <a:off x="421106" y="1357745"/>
            <a:ext cx="1110947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get an error, make sure the table isn’t open in Access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should be able to see whatever change you made reflected there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EA463-4861-B94E-D9AB-55DB9BDC7A09}"/>
              </a:ext>
            </a:extLst>
          </p:cNvPr>
          <p:cNvSpPr/>
          <p:nvPr/>
        </p:nvSpPr>
        <p:spPr>
          <a:xfrm>
            <a:off x="-252158" y="155968"/>
            <a:ext cx="758564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LINKING PYTHON TO 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ABCB2-401D-8BE0-FE14-919E10DFB44A}"/>
              </a:ext>
            </a:extLst>
          </p:cNvPr>
          <p:cNvSpPr/>
          <p:nvPr/>
        </p:nvSpPr>
        <p:spPr>
          <a:xfrm>
            <a:off x="325094" y="3258418"/>
            <a:ext cx="11301502" cy="3383405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###INSERT DATABASE COMMANDS HERE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cursor =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conn.cursor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query = 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'INSERT INTO Employees (</a:t>
            </a:r>
            <a:r>
              <a:rPr lang="en-US" sz="12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EmployeeID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DepartmentID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LastName, FirstName) VALUES (100, 101, 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Toe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Joe</a:t>
            </a:r>
            <a:r>
              <a:rPr lang="en-US" sz="12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\'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;'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#change to desired query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cursor.execute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(query)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conn.commit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"Query successful."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5875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CAC33-ABC2-32C4-3A07-8314730C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B9E3A1-B5B4-6976-6A81-8D8425A5062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40C6A0-B01B-C609-E650-D790EB1C3A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CE1C78-05F1-6596-E430-3F7F7D8292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ED360D-EBE9-78E2-9C36-830EADEB28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BA483-932C-0DF3-820A-BA0E92D28961}"/>
              </a:ext>
            </a:extLst>
          </p:cNvPr>
          <p:cNvSpPr/>
          <p:nvPr/>
        </p:nvSpPr>
        <p:spPr>
          <a:xfrm>
            <a:off x="421106" y="1357745"/>
            <a:ext cx="1110947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for PA A3-2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soldiers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C646B-4635-6050-D4B0-A67535F846E1}"/>
              </a:ext>
            </a:extLst>
          </p:cNvPr>
          <p:cNvSpPr/>
          <p:nvPr/>
        </p:nvSpPr>
        <p:spPr>
          <a:xfrm>
            <a:off x="-252158" y="155968"/>
            <a:ext cx="758564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PAAAAAAAAAAAAAAAAAA</a:t>
            </a:r>
          </a:p>
        </p:txBody>
      </p:sp>
    </p:spTree>
    <p:extLst>
      <p:ext uri="{BB962C8B-B14F-4D97-AF65-F5344CB8AC3E}">
        <p14:creationId xmlns:p14="http://schemas.microsoft.com/office/powerpoint/2010/main" val="4218940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SELECT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DROP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Definition Language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Manipulation Language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30144</TotalTime>
  <Words>1206</Words>
  <Application>Microsoft Office PowerPoint</Application>
  <PresentationFormat>Widescreen</PresentationFormat>
  <Paragraphs>155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26</cp:revision>
  <dcterms:created xsi:type="dcterms:W3CDTF">2025-08-11T14:07:39Z</dcterms:created>
  <dcterms:modified xsi:type="dcterms:W3CDTF">2026-01-20T16:19:47Z</dcterms:modified>
</cp:coreProperties>
</file>