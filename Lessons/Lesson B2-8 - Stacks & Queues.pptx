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87" r:id="rId5"/>
    <p:sldId id="333" r:id="rId6"/>
    <p:sldId id="356" r:id="rId7"/>
    <p:sldId id="357" r:id="rId8"/>
    <p:sldId id="358" r:id="rId9"/>
    <p:sldId id="360" r:id="rId10"/>
    <p:sldId id="359"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55"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4C45"/>
    <a:srgbClr val="326648"/>
    <a:srgbClr val="D2A65C"/>
    <a:srgbClr val="A74923"/>
    <a:srgbClr val="388049"/>
    <a:srgbClr val="274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A15B2-3F19-4545-8607-194F3B7D4271}" v="41" dt="2025-09-09T16:04:29.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p:scale>
          <a:sx n="90" d="100"/>
          <a:sy n="90" d="100"/>
        </p:scale>
        <p:origin x="1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ill" userId="41dba03d-e58d-4389-9894-554c10310ba4" providerId="ADAL" clId="{EF23FE1D-A042-481E-AFD7-2A9FB0847F54}"/>
    <pc:docChg chg="undo custSel addSld delSld modSld sldOrd">
      <pc:chgData name="Michael Hill" userId="41dba03d-e58d-4389-9894-554c10310ba4" providerId="ADAL" clId="{EF23FE1D-A042-481E-AFD7-2A9FB0847F54}" dt="2025-09-09T16:10:56.810" v="4531" actId="20577"/>
      <pc:docMkLst>
        <pc:docMk/>
      </pc:docMkLst>
      <pc:sldChg chg="modSp mod">
        <pc:chgData name="Michael Hill" userId="41dba03d-e58d-4389-9894-554c10310ba4" providerId="ADAL" clId="{EF23FE1D-A042-481E-AFD7-2A9FB0847F54}" dt="2025-09-09T13:42:50.260" v="35" actId="1076"/>
        <pc:sldMkLst>
          <pc:docMk/>
          <pc:sldMk cId="1878848435" sldId="256"/>
        </pc:sldMkLst>
        <pc:spChg chg="mod">
          <ac:chgData name="Michael Hill" userId="41dba03d-e58d-4389-9894-554c10310ba4" providerId="ADAL" clId="{EF23FE1D-A042-481E-AFD7-2A9FB0847F54}" dt="2025-09-09T13:40:08.558" v="3" actId="20577"/>
          <ac:spMkLst>
            <pc:docMk/>
            <pc:sldMk cId="1878848435" sldId="256"/>
            <ac:spMk id="5" creationId="{18C18ECD-1A29-4735-FBF9-2230E3FED94F}"/>
          </ac:spMkLst>
        </pc:spChg>
        <pc:spChg chg="mod">
          <ac:chgData name="Michael Hill" userId="41dba03d-e58d-4389-9894-554c10310ba4" providerId="ADAL" clId="{EF23FE1D-A042-481E-AFD7-2A9FB0847F54}" dt="2025-09-09T13:42:50.260" v="35" actId="1076"/>
          <ac:spMkLst>
            <pc:docMk/>
            <pc:sldMk cId="1878848435" sldId="256"/>
            <ac:spMk id="6" creationId="{945BB639-AC69-FE40-4352-5D3077A94591}"/>
          </ac:spMkLst>
        </pc:spChg>
      </pc:sldChg>
      <pc:sldChg chg="modSp mod">
        <pc:chgData name="Michael Hill" userId="41dba03d-e58d-4389-9894-554c10310ba4" providerId="ADAL" clId="{EF23FE1D-A042-481E-AFD7-2A9FB0847F54}" dt="2025-09-09T13:56:23.138" v="118" actId="20577"/>
        <pc:sldMkLst>
          <pc:docMk/>
          <pc:sldMk cId="854122100" sldId="257"/>
        </pc:sldMkLst>
        <pc:spChg chg="mod">
          <ac:chgData name="Michael Hill" userId="41dba03d-e58d-4389-9894-554c10310ba4" providerId="ADAL" clId="{EF23FE1D-A042-481E-AFD7-2A9FB0847F54}" dt="2025-09-09T13:56:23.138" v="118" actId="20577"/>
          <ac:spMkLst>
            <pc:docMk/>
            <pc:sldMk cId="854122100" sldId="257"/>
            <ac:spMk id="8" creationId="{4D7671A2-401B-58C3-4049-2F9F2E07BD91}"/>
          </ac:spMkLst>
        </pc:spChg>
      </pc:sldChg>
      <pc:sldChg chg="delSp modSp mod">
        <pc:chgData name="Michael Hill" userId="41dba03d-e58d-4389-9894-554c10310ba4" providerId="ADAL" clId="{EF23FE1D-A042-481E-AFD7-2A9FB0847F54}" dt="2025-09-09T14:05:57.722" v="354" actId="20577"/>
        <pc:sldMkLst>
          <pc:docMk/>
          <pc:sldMk cId="1910594286" sldId="258"/>
        </pc:sldMkLst>
        <pc:spChg chg="del">
          <ac:chgData name="Michael Hill" userId="41dba03d-e58d-4389-9894-554c10310ba4" providerId="ADAL" clId="{EF23FE1D-A042-481E-AFD7-2A9FB0847F54}" dt="2025-09-09T14:00:17.231" v="267" actId="21"/>
          <ac:spMkLst>
            <pc:docMk/>
            <pc:sldMk cId="1910594286" sldId="258"/>
            <ac:spMk id="2" creationId="{ECD81634-986F-4974-A0A9-4D21FA765446}"/>
          </ac:spMkLst>
        </pc:spChg>
        <pc:spChg chg="mod">
          <ac:chgData name="Michael Hill" userId="41dba03d-e58d-4389-9894-554c10310ba4" providerId="ADAL" clId="{EF23FE1D-A042-481E-AFD7-2A9FB0847F54}" dt="2025-09-09T14:05:57.722" v="354" actId="20577"/>
          <ac:spMkLst>
            <pc:docMk/>
            <pc:sldMk cId="1910594286" sldId="258"/>
            <ac:spMk id="8" creationId="{9D3B4A7A-A70B-0C4A-C7FF-462ADF36D440}"/>
          </ac:spMkLst>
        </pc:spChg>
      </pc:sldChg>
      <pc:sldChg chg="modSp mod">
        <pc:chgData name="Michael Hill" userId="41dba03d-e58d-4389-9894-554c10310ba4" providerId="ADAL" clId="{EF23FE1D-A042-481E-AFD7-2A9FB0847F54}" dt="2025-09-09T16:10:56.810" v="4531" actId="20577"/>
        <pc:sldMkLst>
          <pc:docMk/>
          <pc:sldMk cId="510623671" sldId="276"/>
        </pc:sldMkLst>
        <pc:spChg chg="mod">
          <ac:chgData name="Michael Hill" userId="41dba03d-e58d-4389-9894-554c10310ba4" providerId="ADAL" clId="{EF23FE1D-A042-481E-AFD7-2A9FB0847F54}" dt="2025-09-09T16:10:56.810" v="4531" actId="20577"/>
          <ac:spMkLst>
            <pc:docMk/>
            <pc:sldMk cId="510623671" sldId="276"/>
            <ac:spMk id="8" creationId="{0D1FA388-F44C-0D62-E127-5DAA237B2FBA}"/>
          </ac:spMkLst>
        </pc:spChg>
      </pc:sldChg>
      <pc:sldChg chg="addSp delSp modSp mod">
        <pc:chgData name="Michael Hill" userId="41dba03d-e58d-4389-9894-554c10310ba4" providerId="ADAL" clId="{EF23FE1D-A042-481E-AFD7-2A9FB0847F54}" dt="2025-09-09T14:14:33.339" v="363" actId="14100"/>
        <pc:sldMkLst>
          <pc:docMk/>
          <pc:sldMk cId="2098128014" sldId="287"/>
        </pc:sldMkLst>
        <pc:spChg chg="add mod">
          <ac:chgData name="Michael Hill" userId="41dba03d-e58d-4389-9894-554c10310ba4" providerId="ADAL" clId="{EF23FE1D-A042-481E-AFD7-2A9FB0847F54}" dt="2025-09-09T14:14:33.339" v="363" actId="14100"/>
          <ac:spMkLst>
            <pc:docMk/>
            <pc:sldMk cId="2098128014" sldId="287"/>
            <ac:spMk id="2" creationId="{ECD81634-986F-4974-A0A9-4D21FA765446}"/>
          </ac:spMkLst>
        </pc:spChg>
        <pc:graphicFrameChg chg="del">
          <ac:chgData name="Michael Hill" userId="41dba03d-e58d-4389-9894-554c10310ba4" providerId="ADAL" clId="{EF23FE1D-A042-481E-AFD7-2A9FB0847F54}" dt="2025-09-09T14:06:06.206" v="355" actId="478"/>
          <ac:graphicFrameMkLst>
            <pc:docMk/>
            <pc:sldMk cId="2098128014" sldId="287"/>
            <ac:graphicFrameMk id="4" creationId="{7EBE4EB1-6915-95E1-697A-745AB200E6B5}"/>
          </ac:graphicFrameMkLst>
        </pc:graphicFrameChg>
      </pc:sldChg>
      <pc:sldChg chg="addSp delSp modSp mod">
        <pc:chgData name="Michael Hill" userId="41dba03d-e58d-4389-9894-554c10310ba4" providerId="ADAL" clId="{EF23FE1D-A042-481E-AFD7-2A9FB0847F54}" dt="2025-09-09T14:49:20.358" v="742" actId="20577"/>
        <pc:sldMkLst>
          <pc:docMk/>
          <pc:sldMk cId="207520820" sldId="333"/>
        </pc:sldMkLst>
        <pc:spChg chg="mod">
          <ac:chgData name="Michael Hill" userId="41dba03d-e58d-4389-9894-554c10310ba4" providerId="ADAL" clId="{EF23FE1D-A042-481E-AFD7-2A9FB0847F54}" dt="2025-09-09T14:42:05.726" v="371" actId="1076"/>
          <ac:spMkLst>
            <pc:docMk/>
            <pc:sldMk cId="207520820" sldId="333"/>
            <ac:spMk id="5" creationId="{4CDAAC60-09A2-5F2C-0295-0B8557A1C1F2}"/>
          </ac:spMkLst>
        </pc:spChg>
        <pc:spChg chg="mod">
          <ac:chgData name="Michael Hill" userId="41dba03d-e58d-4389-9894-554c10310ba4" providerId="ADAL" clId="{EF23FE1D-A042-481E-AFD7-2A9FB0847F54}" dt="2025-09-09T14:49:20.358" v="742" actId="20577"/>
          <ac:spMkLst>
            <pc:docMk/>
            <pc:sldMk cId="207520820" sldId="333"/>
            <ac:spMk id="8" creationId="{DB975E50-7FB3-B06D-773B-3642E1C38505}"/>
          </ac:spMkLst>
        </pc:spChg>
        <pc:spChg chg="del">
          <ac:chgData name="Michael Hill" userId="41dba03d-e58d-4389-9894-554c10310ba4" providerId="ADAL" clId="{EF23FE1D-A042-481E-AFD7-2A9FB0847F54}" dt="2025-09-09T14:43:17.831" v="511" actId="478"/>
          <ac:spMkLst>
            <pc:docMk/>
            <pc:sldMk cId="207520820" sldId="333"/>
            <ac:spMk id="11" creationId="{2AD90842-8733-7A2D-7896-740618043DA5}"/>
          </ac:spMkLst>
        </pc:spChg>
        <pc:spChg chg="del">
          <ac:chgData name="Michael Hill" userId="41dba03d-e58d-4389-9894-554c10310ba4" providerId="ADAL" clId="{EF23FE1D-A042-481E-AFD7-2A9FB0847F54}" dt="2025-09-09T14:43:15.935" v="509" actId="478"/>
          <ac:spMkLst>
            <pc:docMk/>
            <pc:sldMk cId="207520820" sldId="333"/>
            <ac:spMk id="13" creationId="{DA822E3A-E06A-E6FA-CBD2-6754950BF046}"/>
          </ac:spMkLst>
        </pc:spChg>
        <pc:spChg chg="del">
          <ac:chgData name="Michael Hill" userId="41dba03d-e58d-4389-9894-554c10310ba4" providerId="ADAL" clId="{EF23FE1D-A042-481E-AFD7-2A9FB0847F54}" dt="2025-09-09T14:43:17.031" v="510" actId="478"/>
          <ac:spMkLst>
            <pc:docMk/>
            <pc:sldMk cId="207520820" sldId="333"/>
            <ac:spMk id="14" creationId="{244D668F-9E86-4858-48EB-7C5C6FA6E6C4}"/>
          </ac:spMkLst>
        </pc:spChg>
        <pc:picChg chg="add mod">
          <ac:chgData name="Michael Hill" userId="41dba03d-e58d-4389-9894-554c10310ba4" providerId="ADAL" clId="{EF23FE1D-A042-481E-AFD7-2A9FB0847F54}" dt="2025-09-09T14:44:07.211" v="516" actId="1076"/>
          <ac:picMkLst>
            <pc:docMk/>
            <pc:sldMk cId="207520820" sldId="333"/>
            <ac:picMk id="3" creationId="{0B4308F5-777D-42A7-9348-E1CAC35533AC}"/>
          </ac:picMkLst>
        </pc:picChg>
        <pc:picChg chg="del">
          <ac:chgData name="Michael Hill" userId="41dba03d-e58d-4389-9894-554c10310ba4" providerId="ADAL" clId="{EF23FE1D-A042-481E-AFD7-2A9FB0847F54}" dt="2025-09-09T14:43:14.083" v="508" actId="478"/>
          <ac:picMkLst>
            <pc:docMk/>
            <pc:sldMk cId="207520820" sldId="333"/>
            <ac:picMk id="10" creationId="{668FAEA8-31A1-D07F-CE59-8451269C9784}"/>
          </ac:picMkLst>
        </pc:picChg>
      </pc:sldChg>
      <pc:sldChg chg="del">
        <pc:chgData name="Michael Hill" userId="41dba03d-e58d-4389-9894-554c10310ba4" providerId="ADAL" clId="{EF23FE1D-A042-481E-AFD7-2A9FB0847F54}" dt="2025-09-09T15:18:48.091" v="1073" actId="47"/>
        <pc:sldMkLst>
          <pc:docMk/>
          <pc:sldMk cId="3513657152" sldId="334"/>
        </pc:sldMkLst>
      </pc:sldChg>
      <pc:sldChg chg="del">
        <pc:chgData name="Michael Hill" userId="41dba03d-e58d-4389-9894-554c10310ba4" providerId="ADAL" clId="{EF23FE1D-A042-481E-AFD7-2A9FB0847F54}" dt="2025-09-09T15:18:48.091" v="1073" actId="47"/>
        <pc:sldMkLst>
          <pc:docMk/>
          <pc:sldMk cId="3609869026" sldId="335"/>
        </pc:sldMkLst>
      </pc:sldChg>
      <pc:sldChg chg="del">
        <pc:chgData name="Michael Hill" userId="41dba03d-e58d-4389-9894-554c10310ba4" providerId="ADAL" clId="{EF23FE1D-A042-481E-AFD7-2A9FB0847F54}" dt="2025-09-09T15:18:48.091" v="1073" actId="47"/>
        <pc:sldMkLst>
          <pc:docMk/>
          <pc:sldMk cId="3935053020" sldId="336"/>
        </pc:sldMkLst>
      </pc:sldChg>
      <pc:sldChg chg="del">
        <pc:chgData name="Michael Hill" userId="41dba03d-e58d-4389-9894-554c10310ba4" providerId="ADAL" clId="{EF23FE1D-A042-481E-AFD7-2A9FB0847F54}" dt="2025-09-09T15:18:48.091" v="1073" actId="47"/>
        <pc:sldMkLst>
          <pc:docMk/>
          <pc:sldMk cId="3339014756" sldId="337"/>
        </pc:sldMkLst>
      </pc:sldChg>
      <pc:sldChg chg="del">
        <pc:chgData name="Michael Hill" userId="41dba03d-e58d-4389-9894-554c10310ba4" providerId="ADAL" clId="{EF23FE1D-A042-481E-AFD7-2A9FB0847F54}" dt="2025-09-09T15:18:48.091" v="1073" actId="47"/>
        <pc:sldMkLst>
          <pc:docMk/>
          <pc:sldMk cId="2862867123" sldId="338"/>
        </pc:sldMkLst>
      </pc:sldChg>
      <pc:sldChg chg="del">
        <pc:chgData name="Michael Hill" userId="41dba03d-e58d-4389-9894-554c10310ba4" providerId="ADAL" clId="{EF23FE1D-A042-481E-AFD7-2A9FB0847F54}" dt="2025-09-09T15:18:48.091" v="1073" actId="47"/>
        <pc:sldMkLst>
          <pc:docMk/>
          <pc:sldMk cId="3043766732" sldId="339"/>
        </pc:sldMkLst>
      </pc:sldChg>
      <pc:sldChg chg="del">
        <pc:chgData name="Michael Hill" userId="41dba03d-e58d-4389-9894-554c10310ba4" providerId="ADAL" clId="{EF23FE1D-A042-481E-AFD7-2A9FB0847F54}" dt="2025-09-09T15:18:48.091" v="1073" actId="47"/>
        <pc:sldMkLst>
          <pc:docMk/>
          <pc:sldMk cId="4235919380" sldId="340"/>
        </pc:sldMkLst>
      </pc:sldChg>
      <pc:sldChg chg="del">
        <pc:chgData name="Michael Hill" userId="41dba03d-e58d-4389-9894-554c10310ba4" providerId="ADAL" clId="{EF23FE1D-A042-481E-AFD7-2A9FB0847F54}" dt="2025-09-09T15:18:48.091" v="1073" actId="47"/>
        <pc:sldMkLst>
          <pc:docMk/>
          <pc:sldMk cId="2421719330" sldId="341"/>
        </pc:sldMkLst>
      </pc:sldChg>
      <pc:sldChg chg="del">
        <pc:chgData name="Michael Hill" userId="41dba03d-e58d-4389-9894-554c10310ba4" providerId="ADAL" clId="{EF23FE1D-A042-481E-AFD7-2A9FB0847F54}" dt="2025-09-09T15:18:48.091" v="1073" actId="47"/>
        <pc:sldMkLst>
          <pc:docMk/>
          <pc:sldMk cId="382461383" sldId="342"/>
        </pc:sldMkLst>
      </pc:sldChg>
      <pc:sldChg chg="del">
        <pc:chgData name="Michael Hill" userId="41dba03d-e58d-4389-9894-554c10310ba4" providerId="ADAL" clId="{EF23FE1D-A042-481E-AFD7-2A9FB0847F54}" dt="2025-09-09T15:18:48.091" v="1073" actId="47"/>
        <pc:sldMkLst>
          <pc:docMk/>
          <pc:sldMk cId="2501812832" sldId="343"/>
        </pc:sldMkLst>
      </pc:sldChg>
      <pc:sldChg chg="del">
        <pc:chgData name="Michael Hill" userId="41dba03d-e58d-4389-9894-554c10310ba4" providerId="ADAL" clId="{EF23FE1D-A042-481E-AFD7-2A9FB0847F54}" dt="2025-09-09T15:18:48.091" v="1073" actId="47"/>
        <pc:sldMkLst>
          <pc:docMk/>
          <pc:sldMk cId="862973549" sldId="344"/>
        </pc:sldMkLst>
      </pc:sldChg>
      <pc:sldChg chg="del">
        <pc:chgData name="Michael Hill" userId="41dba03d-e58d-4389-9894-554c10310ba4" providerId="ADAL" clId="{EF23FE1D-A042-481E-AFD7-2A9FB0847F54}" dt="2025-09-09T15:18:48.091" v="1073" actId="47"/>
        <pc:sldMkLst>
          <pc:docMk/>
          <pc:sldMk cId="53117732" sldId="345"/>
        </pc:sldMkLst>
      </pc:sldChg>
      <pc:sldChg chg="del">
        <pc:chgData name="Michael Hill" userId="41dba03d-e58d-4389-9894-554c10310ba4" providerId="ADAL" clId="{EF23FE1D-A042-481E-AFD7-2A9FB0847F54}" dt="2025-09-09T15:18:48.091" v="1073" actId="47"/>
        <pc:sldMkLst>
          <pc:docMk/>
          <pc:sldMk cId="2650876277" sldId="346"/>
        </pc:sldMkLst>
      </pc:sldChg>
      <pc:sldChg chg="del">
        <pc:chgData name="Michael Hill" userId="41dba03d-e58d-4389-9894-554c10310ba4" providerId="ADAL" clId="{EF23FE1D-A042-481E-AFD7-2A9FB0847F54}" dt="2025-09-09T15:18:48.091" v="1073" actId="47"/>
        <pc:sldMkLst>
          <pc:docMk/>
          <pc:sldMk cId="3448134632" sldId="347"/>
        </pc:sldMkLst>
      </pc:sldChg>
      <pc:sldChg chg="del">
        <pc:chgData name="Michael Hill" userId="41dba03d-e58d-4389-9894-554c10310ba4" providerId="ADAL" clId="{EF23FE1D-A042-481E-AFD7-2A9FB0847F54}" dt="2025-09-09T15:18:48.091" v="1073" actId="47"/>
        <pc:sldMkLst>
          <pc:docMk/>
          <pc:sldMk cId="448193061" sldId="348"/>
        </pc:sldMkLst>
      </pc:sldChg>
      <pc:sldChg chg="del">
        <pc:chgData name="Michael Hill" userId="41dba03d-e58d-4389-9894-554c10310ba4" providerId="ADAL" clId="{EF23FE1D-A042-481E-AFD7-2A9FB0847F54}" dt="2025-09-09T15:18:48.091" v="1073" actId="47"/>
        <pc:sldMkLst>
          <pc:docMk/>
          <pc:sldMk cId="3312763525" sldId="349"/>
        </pc:sldMkLst>
      </pc:sldChg>
      <pc:sldChg chg="del">
        <pc:chgData name="Michael Hill" userId="41dba03d-e58d-4389-9894-554c10310ba4" providerId="ADAL" clId="{EF23FE1D-A042-481E-AFD7-2A9FB0847F54}" dt="2025-09-09T15:18:48.091" v="1073" actId="47"/>
        <pc:sldMkLst>
          <pc:docMk/>
          <pc:sldMk cId="3914425817" sldId="350"/>
        </pc:sldMkLst>
      </pc:sldChg>
      <pc:sldChg chg="del">
        <pc:chgData name="Michael Hill" userId="41dba03d-e58d-4389-9894-554c10310ba4" providerId="ADAL" clId="{EF23FE1D-A042-481E-AFD7-2A9FB0847F54}" dt="2025-09-09T15:18:48.091" v="1073" actId="47"/>
        <pc:sldMkLst>
          <pc:docMk/>
          <pc:sldMk cId="967708368" sldId="351"/>
        </pc:sldMkLst>
      </pc:sldChg>
      <pc:sldChg chg="del">
        <pc:chgData name="Michael Hill" userId="41dba03d-e58d-4389-9894-554c10310ba4" providerId="ADAL" clId="{EF23FE1D-A042-481E-AFD7-2A9FB0847F54}" dt="2025-09-09T15:18:48.091" v="1073" actId="47"/>
        <pc:sldMkLst>
          <pc:docMk/>
          <pc:sldMk cId="2470631042" sldId="352"/>
        </pc:sldMkLst>
      </pc:sldChg>
      <pc:sldChg chg="del">
        <pc:chgData name="Michael Hill" userId="41dba03d-e58d-4389-9894-554c10310ba4" providerId="ADAL" clId="{EF23FE1D-A042-481E-AFD7-2A9FB0847F54}" dt="2025-09-09T15:18:48.091" v="1073" actId="47"/>
        <pc:sldMkLst>
          <pc:docMk/>
          <pc:sldMk cId="3922517556" sldId="353"/>
        </pc:sldMkLst>
      </pc:sldChg>
      <pc:sldChg chg="delSp modSp mod">
        <pc:chgData name="Michael Hill" userId="41dba03d-e58d-4389-9894-554c10310ba4" providerId="ADAL" clId="{EF23FE1D-A042-481E-AFD7-2A9FB0847F54}" dt="2025-09-09T16:07:27.852" v="4529" actId="1076"/>
        <pc:sldMkLst>
          <pc:docMk/>
          <pc:sldMk cId="491706548" sldId="355"/>
        </pc:sldMkLst>
        <pc:spChg chg="del">
          <ac:chgData name="Michael Hill" userId="41dba03d-e58d-4389-9894-554c10310ba4" providerId="ADAL" clId="{EF23FE1D-A042-481E-AFD7-2A9FB0847F54}" dt="2025-09-09T16:07:24.704" v="4528" actId="478"/>
          <ac:spMkLst>
            <pc:docMk/>
            <pc:sldMk cId="491706548" sldId="355"/>
            <ac:spMk id="2" creationId="{AB8CCA62-836C-1BF9-768D-8BE46239EFBC}"/>
          </ac:spMkLst>
        </pc:spChg>
        <pc:spChg chg="mod">
          <ac:chgData name="Michael Hill" userId="41dba03d-e58d-4389-9894-554c10310ba4" providerId="ADAL" clId="{EF23FE1D-A042-481E-AFD7-2A9FB0847F54}" dt="2025-09-09T16:07:23.270" v="4527" actId="20577"/>
          <ac:spMkLst>
            <pc:docMk/>
            <pc:sldMk cId="491706548" sldId="355"/>
            <ac:spMk id="8" creationId="{32CEAB6A-CE7C-862A-42E1-D86D8C4198B3}"/>
          </ac:spMkLst>
        </pc:spChg>
        <pc:spChg chg="mod">
          <ac:chgData name="Michael Hill" userId="41dba03d-e58d-4389-9894-554c10310ba4" providerId="ADAL" clId="{EF23FE1D-A042-481E-AFD7-2A9FB0847F54}" dt="2025-09-09T16:07:27.852" v="4529" actId="1076"/>
          <ac:spMkLst>
            <pc:docMk/>
            <pc:sldMk cId="491706548" sldId="355"/>
            <ac:spMk id="12" creationId="{FCD3DCD2-C74C-95D3-8AE9-68F3C6AEDF40}"/>
          </ac:spMkLst>
        </pc:spChg>
      </pc:sldChg>
      <pc:sldChg chg="addSp delSp modSp add mod">
        <pc:chgData name="Michael Hill" userId="41dba03d-e58d-4389-9894-554c10310ba4" providerId="ADAL" clId="{EF23FE1D-A042-481E-AFD7-2A9FB0847F54}" dt="2025-09-09T15:30:49.662" v="1854" actId="207"/>
        <pc:sldMkLst>
          <pc:docMk/>
          <pc:sldMk cId="1914996827" sldId="356"/>
        </pc:sldMkLst>
        <pc:spChg chg="mod">
          <ac:chgData name="Michael Hill" userId="41dba03d-e58d-4389-9894-554c10310ba4" providerId="ADAL" clId="{EF23FE1D-A042-481E-AFD7-2A9FB0847F54}" dt="2025-09-09T15:30:49.662" v="1854" actId="207"/>
          <ac:spMkLst>
            <pc:docMk/>
            <pc:sldMk cId="1914996827" sldId="356"/>
            <ac:spMk id="8" creationId="{E170A25A-B0D4-EC40-D159-49DA9E1F9524}"/>
          </ac:spMkLst>
        </pc:spChg>
        <pc:picChg chg="del">
          <ac:chgData name="Michael Hill" userId="41dba03d-e58d-4389-9894-554c10310ba4" providerId="ADAL" clId="{EF23FE1D-A042-481E-AFD7-2A9FB0847F54}" dt="2025-09-09T15:19:22.734" v="1112" actId="478"/>
          <ac:picMkLst>
            <pc:docMk/>
            <pc:sldMk cId="1914996827" sldId="356"/>
            <ac:picMk id="3" creationId="{720B5897-E8F2-BAF3-DA71-6C645AAD6881}"/>
          </ac:picMkLst>
        </pc:picChg>
        <pc:picChg chg="add del mod">
          <ac:chgData name="Michael Hill" userId="41dba03d-e58d-4389-9894-554c10310ba4" providerId="ADAL" clId="{EF23FE1D-A042-481E-AFD7-2A9FB0847F54}" dt="2025-09-09T15:20:03.792" v="1116" actId="478"/>
          <ac:picMkLst>
            <pc:docMk/>
            <pc:sldMk cId="1914996827" sldId="356"/>
            <ac:picMk id="6" creationId="{1C2315B9-732C-D1E7-4995-C38FB64C1737}"/>
          </ac:picMkLst>
        </pc:picChg>
        <pc:picChg chg="add mod">
          <ac:chgData name="Michael Hill" userId="41dba03d-e58d-4389-9894-554c10310ba4" providerId="ADAL" clId="{EF23FE1D-A042-481E-AFD7-2A9FB0847F54}" dt="2025-09-09T15:20:12.299" v="1124" actId="1076"/>
          <ac:picMkLst>
            <pc:docMk/>
            <pc:sldMk cId="1914996827" sldId="356"/>
            <ac:picMk id="11" creationId="{C06981A5-3091-7336-E8D8-1993A4C6FE3D}"/>
          </ac:picMkLst>
        </pc:picChg>
      </pc:sldChg>
      <pc:sldChg chg="addSp delSp modSp add mod">
        <pc:chgData name="Michael Hill" userId="41dba03d-e58d-4389-9894-554c10310ba4" providerId="ADAL" clId="{EF23FE1D-A042-481E-AFD7-2A9FB0847F54}" dt="2025-09-09T15:22:46.307" v="1486" actId="20577"/>
        <pc:sldMkLst>
          <pc:docMk/>
          <pc:sldMk cId="4003677370" sldId="357"/>
        </pc:sldMkLst>
        <pc:spChg chg="mod">
          <ac:chgData name="Michael Hill" userId="41dba03d-e58d-4389-9894-554c10310ba4" providerId="ADAL" clId="{EF23FE1D-A042-481E-AFD7-2A9FB0847F54}" dt="2025-09-09T15:20:26.125" v="1137" actId="14100"/>
          <ac:spMkLst>
            <pc:docMk/>
            <pc:sldMk cId="4003677370" sldId="357"/>
            <ac:spMk id="5" creationId="{B6A56A1E-3740-0C38-6359-7B2B46A8D6F4}"/>
          </ac:spMkLst>
        </pc:spChg>
        <pc:spChg chg="mod">
          <ac:chgData name="Michael Hill" userId="41dba03d-e58d-4389-9894-554c10310ba4" providerId="ADAL" clId="{EF23FE1D-A042-481E-AFD7-2A9FB0847F54}" dt="2025-09-09T15:22:46.307" v="1486" actId="20577"/>
          <ac:spMkLst>
            <pc:docMk/>
            <pc:sldMk cId="4003677370" sldId="357"/>
            <ac:spMk id="8" creationId="{C56DC31A-E7F4-02BC-E6E5-03ABF3ACED63}"/>
          </ac:spMkLst>
        </pc:spChg>
        <pc:picChg chg="add mod">
          <ac:chgData name="Michael Hill" userId="41dba03d-e58d-4389-9894-554c10310ba4" providerId="ADAL" clId="{EF23FE1D-A042-481E-AFD7-2A9FB0847F54}" dt="2025-09-09T15:22:29.568" v="1429"/>
          <ac:picMkLst>
            <pc:docMk/>
            <pc:sldMk cId="4003677370" sldId="357"/>
            <ac:picMk id="2" creationId="{BD5A9B55-856B-2253-E064-7E24D2D7608C}"/>
          </ac:picMkLst>
        </pc:picChg>
        <pc:picChg chg="del">
          <ac:chgData name="Michael Hill" userId="41dba03d-e58d-4389-9894-554c10310ba4" providerId="ADAL" clId="{EF23FE1D-A042-481E-AFD7-2A9FB0847F54}" dt="2025-09-09T15:19:19.956" v="1111" actId="478"/>
          <ac:picMkLst>
            <pc:docMk/>
            <pc:sldMk cId="4003677370" sldId="357"/>
            <ac:picMk id="3" creationId="{793C89A6-4B61-BAF3-6329-302F1DA1AA0D}"/>
          </ac:picMkLst>
        </pc:picChg>
      </pc:sldChg>
      <pc:sldChg chg="addSp delSp modSp add mod">
        <pc:chgData name="Michael Hill" userId="41dba03d-e58d-4389-9894-554c10310ba4" providerId="ADAL" clId="{EF23FE1D-A042-481E-AFD7-2A9FB0847F54}" dt="2025-09-09T15:33:12.160" v="2043" actId="478"/>
        <pc:sldMkLst>
          <pc:docMk/>
          <pc:sldMk cId="781594996" sldId="358"/>
        </pc:sldMkLst>
        <pc:spChg chg="mod">
          <ac:chgData name="Michael Hill" userId="41dba03d-e58d-4389-9894-554c10310ba4" providerId="ADAL" clId="{EF23FE1D-A042-481E-AFD7-2A9FB0847F54}" dt="2025-09-09T15:25:35.833" v="1503" actId="1076"/>
          <ac:spMkLst>
            <pc:docMk/>
            <pc:sldMk cId="781594996" sldId="358"/>
            <ac:spMk id="5" creationId="{F9ADCC4F-84D8-C31A-5353-5880F546C4D4}"/>
          </ac:spMkLst>
        </pc:spChg>
        <pc:spChg chg="mod">
          <ac:chgData name="Michael Hill" userId="41dba03d-e58d-4389-9894-554c10310ba4" providerId="ADAL" clId="{EF23FE1D-A042-481E-AFD7-2A9FB0847F54}" dt="2025-09-09T15:26:43.117" v="1707" actId="14100"/>
          <ac:spMkLst>
            <pc:docMk/>
            <pc:sldMk cId="781594996" sldId="358"/>
            <ac:spMk id="8" creationId="{A1122568-D72C-DA8E-FA4A-AAB16A103BAD}"/>
          </ac:spMkLst>
        </pc:spChg>
        <pc:picChg chg="del">
          <ac:chgData name="Michael Hill" userId="41dba03d-e58d-4389-9894-554c10310ba4" providerId="ADAL" clId="{EF23FE1D-A042-481E-AFD7-2A9FB0847F54}" dt="2025-09-09T15:25:49.664" v="1572" actId="478"/>
          <ac:picMkLst>
            <pc:docMk/>
            <pc:sldMk cId="781594996" sldId="358"/>
            <ac:picMk id="2" creationId="{9650D09D-E5DC-1691-DF07-621E2F5B130B}"/>
          </ac:picMkLst>
        </pc:picChg>
        <pc:picChg chg="add del mod">
          <ac:chgData name="Michael Hill" userId="41dba03d-e58d-4389-9894-554c10310ba4" providerId="ADAL" clId="{EF23FE1D-A042-481E-AFD7-2A9FB0847F54}" dt="2025-09-09T15:33:12.160" v="2043" actId="478"/>
          <ac:picMkLst>
            <pc:docMk/>
            <pc:sldMk cId="781594996" sldId="358"/>
            <ac:picMk id="6" creationId="{75294BCF-EE33-CB82-6920-DBC556C304E4}"/>
          </ac:picMkLst>
        </pc:picChg>
      </pc:sldChg>
      <pc:sldChg chg="addSp modSp add mod">
        <pc:chgData name="Michael Hill" userId="41dba03d-e58d-4389-9894-554c10310ba4" providerId="ADAL" clId="{EF23FE1D-A042-481E-AFD7-2A9FB0847F54}" dt="2025-09-09T15:38:19.750" v="2265" actId="14100"/>
        <pc:sldMkLst>
          <pc:docMk/>
          <pc:sldMk cId="2316047903" sldId="359"/>
        </pc:sldMkLst>
        <pc:spChg chg="add mod">
          <ac:chgData name="Michael Hill" userId="41dba03d-e58d-4389-9894-554c10310ba4" providerId="ADAL" clId="{EF23FE1D-A042-481E-AFD7-2A9FB0847F54}" dt="2025-09-09T15:38:13.076" v="2264" actId="1076"/>
          <ac:spMkLst>
            <pc:docMk/>
            <pc:sldMk cId="2316047903" sldId="359"/>
            <ac:spMk id="2" creationId="{8B727BB3-5C6D-A6FA-3CCF-94700361E289}"/>
          </ac:spMkLst>
        </pc:spChg>
        <pc:spChg chg="mod">
          <ac:chgData name="Michael Hill" userId="41dba03d-e58d-4389-9894-554c10310ba4" providerId="ADAL" clId="{EF23FE1D-A042-481E-AFD7-2A9FB0847F54}" dt="2025-09-09T15:38:19.750" v="2265" actId="14100"/>
          <ac:spMkLst>
            <pc:docMk/>
            <pc:sldMk cId="2316047903" sldId="359"/>
            <ac:spMk id="8" creationId="{32CE08B4-234F-0959-A161-F800965C1389}"/>
          </ac:spMkLst>
        </pc:spChg>
      </pc:sldChg>
      <pc:sldChg chg="addSp delSp modSp add mod">
        <pc:chgData name="Michael Hill" userId="41dba03d-e58d-4389-9894-554c10310ba4" providerId="ADAL" clId="{EF23FE1D-A042-481E-AFD7-2A9FB0847F54}" dt="2025-09-09T15:43:33.465" v="2686"/>
        <pc:sldMkLst>
          <pc:docMk/>
          <pc:sldMk cId="1714670471" sldId="360"/>
        </pc:sldMkLst>
        <pc:spChg chg="mod">
          <ac:chgData name="Michael Hill" userId="41dba03d-e58d-4389-9894-554c10310ba4" providerId="ADAL" clId="{EF23FE1D-A042-481E-AFD7-2A9FB0847F54}" dt="2025-09-09T15:31:26.620" v="2036" actId="20577"/>
          <ac:spMkLst>
            <pc:docMk/>
            <pc:sldMk cId="1714670471" sldId="360"/>
            <ac:spMk id="8" creationId="{72E9A9C4-F161-3165-65B5-09A2089B1CC5}"/>
          </ac:spMkLst>
        </pc:spChg>
        <pc:spChg chg="add mod">
          <ac:chgData name="Michael Hill" userId="41dba03d-e58d-4389-9894-554c10310ba4" providerId="ADAL" clId="{EF23FE1D-A042-481E-AFD7-2A9FB0847F54}" dt="2025-09-09T15:43:33.465" v="2686"/>
          <ac:spMkLst>
            <pc:docMk/>
            <pc:sldMk cId="1714670471" sldId="360"/>
            <ac:spMk id="11" creationId="{8A4625B2-2962-EFBC-FEC0-341B328C2A42}"/>
          </ac:spMkLst>
        </pc:spChg>
        <pc:picChg chg="add del mod">
          <ac:chgData name="Michael Hill" userId="41dba03d-e58d-4389-9894-554c10310ba4" providerId="ADAL" clId="{EF23FE1D-A042-481E-AFD7-2A9FB0847F54}" dt="2025-09-09T15:31:58.086" v="2041" actId="478"/>
          <ac:picMkLst>
            <pc:docMk/>
            <pc:sldMk cId="1714670471" sldId="360"/>
            <ac:picMk id="3" creationId="{10CD682A-C63D-C46E-83CB-52D7D1A92129}"/>
          </ac:picMkLst>
        </pc:picChg>
        <pc:picChg chg="add mod">
          <ac:chgData name="Michael Hill" userId="41dba03d-e58d-4389-9894-554c10310ba4" providerId="ADAL" clId="{EF23FE1D-A042-481E-AFD7-2A9FB0847F54}" dt="2025-09-09T15:33:16.734" v="2044"/>
          <ac:picMkLst>
            <pc:docMk/>
            <pc:sldMk cId="1714670471" sldId="360"/>
            <ac:picMk id="10" creationId="{57ABA88E-CCC8-48E9-328E-D38072904DA7}"/>
          </ac:picMkLst>
        </pc:picChg>
      </pc:sldChg>
      <pc:sldChg chg="modSp add mod">
        <pc:chgData name="Michael Hill" userId="41dba03d-e58d-4389-9894-554c10310ba4" providerId="ADAL" clId="{EF23FE1D-A042-481E-AFD7-2A9FB0847F54}" dt="2025-09-09T15:43:51.461" v="2697" actId="1076"/>
        <pc:sldMkLst>
          <pc:docMk/>
          <pc:sldMk cId="3715995359" sldId="361"/>
        </pc:sldMkLst>
        <pc:spChg chg="mod">
          <ac:chgData name="Michael Hill" userId="41dba03d-e58d-4389-9894-554c10310ba4" providerId="ADAL" clId="{EF23FE1D-A042-481E-AFD7-2A9FB0847F54}" dt="2025-09-09T15:43:51.461" v="2697" actId="1076"/>
          <ac:spMkLst>
            <pc:docMk/>
            <pc:sldMk cId="3715995359" sldId="361"/>
            <ac:spMk id="2" creationId="{0B9BB050-8F99-CD6D-5623-4010377DB6EB}"/>
          </ac:spMkLst>
        </pc:spChg>
        <pc:spChg chg="mod">
          <ac:chgData name="Michael Hill" userId="41dba03d-e58d-4389-9894-554c10310ba4" providerId="ADAL" clId="{EF23FE1D-A042-481E-AFD7-2A9FB0847F54}" dt="2025-09-09T15:38:40.317" v="2285" actId="14100"/>
          <ac:spMkLst>
            <pc:docMk/>
            <pc:sldMk cId="3715995359" sldId="361"/>
            <ac:spMk id="5" creationId="{E0240BBD-4FAF-E615-C027-1CDE749F4AB0}"/>
          </ac:spMkLst>
        </pc:spChg>
        <pc:spChg chg="mod">
          <ac:chgData name="Michael Hill" userId="41dba03d-e58d-4389-9894-554c10310ba4" providerId="ADAL" clId="{EF23FE1D-A042-481E-AFD7-2A9FB0847F54}" dt="2025-09-09T15:43:33.797" v="2687" actId="20577"/>
          <ac:spMkLst>
            <pc:docMk/>
            <pc:sldMk cId="3715995359" sldId="361"/>
            <ac:spMk id="8" creationId="{233DF1ED-A5C9-0D19-F5AE-255CF0F94027}"/>
          </ac:spMkLst>
        </pc:spChg>
      </pc:sldChg>
      <pc:sldChg chg="modSp add mod ord">
        <pc:chgData name="Michael Hill" userId="41dba03d-e58d-4389-9894-554c10310ba4" providerId="ADAL" clId="{EF23FE1D-A042-481E-AFD7-2A9FB0847F54}" dt="2025-09-09T15:44:11.763" v="2782" actId="5793"/>
        <pc:sldMkLst>
          <pc:docMk/>
          <pc:sldMk cId="3949358145" sldId="362"/>
        </pc:sldMkLst>
        <pc:spChg chg="mod">
          <ac:chgData name="Michael Hill" userId="41dba03d-e58d-4389-9894-554c10310ba4" providerId="ADAL" clId="{EF23FE1D-A042-481E-AFD7-2A9FB0847F54}" dt="2025-09-09T15:44:01.746" v="2714" actId="20577"/>
          <ac:spMkLst>
            <pc:docMk/>
            <pc:sldMk cId="3949358145" sldId="362"/>
            <ac:spMk id="5" creationId="{1E71A46B-EE55-9685-40BE-8F9476A829B4}"/>
          </ac:spMkLst>
        </pc:spChg>
        <pc:spChg chg="mod">
          <ac:chgData name="Michael Hill" userId="41dba03d-e58d-4389-9894-554c10310ba4" providerId="ADAL" clId="{EF23FE1D-A042-481E-AFD7-2A9FB0847F54}" dt="2025-09-09T15:44:11.763" v="2782" actId="5793"/>
          <ac:spMkLst>
            <pc:docMk/>
            <pc:sldMk cId="3949358145" sldId="362"/>
            <ac:spMk id="8" creationId="{9E85A3A5-58C1-BB87-D125-BFE17E51E0E5}"/>
          </ac:spMkLst>
        </pc:spChg>
      </pc:sldChg>
      <pc:sldChg chg="modSp add mod">
        <pc:chgData name="Michael Hill" userId="41dba03d-e58d-4389-9894-554c10310ba4" providerId="ADAL" clId="{EF23FE1D-A042-481E-AFD7-2A9FB0847F54}" dt="2025-09-09T15:46:17.489" v="3175" actId="14100"/>
        <pc:sldMkLst>
          <pc:docMk/>
          <pc:sldMk cId="863474108" sldId="363"/>
        </pc:sldMkLst>
        <pc:spChg chg="mod">
          <ac:chgData name="Michael Hill" userId="41dba03d-e58d-4389-9894-554c10310ba4" providerId="ADAL" clId="{EF23FE1D-A042-481E-AFD7-2A9FB0847F54}" dt="2025-09-09T15:46:17.489" v="3175" actId="14100"/>
          <ac:spMkLst>
            <pc:docMk/>
            <pc:sldMk cId="863474108" sldId="363"/>
            <ac:spMk id="8" creationId="{A236D5CE-C8B2-A5F6-654A-CD8103E3C8C3}"/>
          </ac:spMkLst>
        </pc:spChg>
      </pc:sldChg>
      <pc:sldChg chg="addSp delSp modSp add mod ord">
        <pc:chgData name="Michael Hill" userId="41dba03d-e58d-4389-9894-554c10310ba4" providerId="ADAL" clId="{EF23FE1D-A042-481E-AFD7-2A9FB0847F54}" dt="2025-09-09T15:50:53.452" v="3549" actId="20577"/>
        <pc:sldMkLst>
          <pc:docMk/>
          <pc:sldMk cId="69489509" sldId="364"/>
        </pc:sldMkLst>
        <pc:spChg chg="mod">
          <ac:chgData name="Michael Hill" userId="41dba03d-e58d-4389-9894-554c10310ba4" providerId="ADAL" clId="{EF23FE1D-A042-481E-AFD7-2A9FB0847F54}" dt="2025-09-09T15:49:24.296" v="3185" actId="14100"/>
          <ac:spMkLst>
            <pc:docMk/>
            <pc:sldMk cId="69489509" sldId="364"/>
            <ac:spMk id="5" creationId="{E344D486-3DE3-811B-72EA-9720FD2D1DD1}"/>
          </ac:spMkLst>
        </pc:spChg>
        <pc:spChg chg="mod">
          <ac:chgData name="Michael Hill" userId="41dba03d-e58d-4389-9894-554c10310ba4" providerId="ADAL" clId="{EF23FE1D-A042-481E-AFD7-2A9FB0847F54}" dt="2025-09-09T15:50:53.452" v="3549" actId="20577"/>
          <ac:spMkLst>
            <pc:docMk/>
            <pc:sldMk cId="69489509" sldId="364"/>
            <ac:spMk id="8" creationId="{4FF81C78-0B23-FFA7-76B5-28566CCFEB37}"/>
          </ac:spMkLst>
        </pc:spChg>
        <pc:picChg chg="del">
          <ac:chgData name="Michael Hill" userId="41dba03d-e58d-4389-9894-554c10310ba4" providerId="ADAL" clId="{EF23FE1D-A042-481E-AFD7-2A9FB0847F54}" dt="2025-09-09T15:49:43.130" v="3186" actId="478"/>
          <ac:picMkLst>
            <pc:docMk/>
            <pc:sldMk cId="69489509" sldId="364"/>
            <ac:picMk id="3" creationId="{E4C3AE48-122F-F350-03D7-D0C392BE0BBF}"/>
          </ac:picMkLst>
        </pc:picChg>
        <pc:picChg chg="add mod modCrop">
          <ac:chgData name="Michael Hill" userId="41dba03d-e58d-4389-9894-554c10310ba4" providerId="ADAL" clId="{EF23FE1D-A042-481E-AFD7-2A9FB0847F54}" dt="2025-09-09T15:49:55.395" v="3195" actId="1076"/>
          <ac:picMkLst>
            <pc:docMk/>
            <pc:sldMk cId="69489509" sldId="364"/>
            <ac:picMk id="6" creationId="{B2A3936E-4AAE-0747-D078-A8B8915B47F3}"/>
          </ac:picMkLst>
        </pc:picChg>
      </pc:sldChg>
      <pc:sldChg chg="addSp delSp modSp add mod ord">
        <pc:chgData name="Michael Hill" userId="41dba03d-e58d-4389-9894-554c10310ba4" providerId="ADAL" clId="{EF23FE1D-A042-481E-AFD7-2A9FB0847F54}" dt="2025-09-09T15:54:39.252" v="3756" actId="20577"/>
        <pc:sldMkLst>
          <pc:docMk/>
          <pc:sldMk cId="1776407468" sldId="365"/>
        </pc:sldMkLst>
        <pc:spChg chg="mod">
          <ac:chgData name="Michael Hill" userId="41dba03d-e58d-4389-9894-554c10310ba4" providerId="ADAL" clId="{EF23FE1D-A042-481E-AFD7-2A9FB0847F54}" dt="2025-09-09T15:54:39.252" v="3756" actId="20577"/>
          <ac:spMkLst>
            <pc:docMk/>
            <pc:sldMk cId="1776407468" sldId="365"/>
            <ac:spMk id="8" creationId="{5A5BE02F-3A54-C4F9-654A-9E5083324C51}"/>
          </ac:spMkLst>
        </pc:spChg>
        <pc:spChg chg="mod">
          <ac:chgData name="Michael Hill" userId="41dba03d-e58d-4389-9894-554c10310ba4" providerId="ADAL" clId="{EF23FE1D-A042-481E-AFD7-2A9FB0847F54}" dt="2025-09-09T15:53:49.600" v="3611" actId="1076"/>
          <ac:spMkLst>
            <pc:docMk/>
            <pc:sldMk cId="1776407468" sldId="365"/>
            <ac:spMk id="9" creationId="{12E155D2-6121-CDF9-ACBA-0768E23B2008}"/>
          </ac:spMkLst>
        </pc:spChg>
        <pc:spChg chg="mod">
          <ac:chgData name="Michael Hill" userId="41dba03d-e58d-4389-9894-554c10310ba4" providerId="ADAL" clId="{EF23FE1D-A042-481E-AFD7-2A9FB0847F54}" dt="2025-09-09T15:53:42.354" v="3610" actId="1076"/>
          <ac:spMkLst>
            <pc:docMk/>
            <pc:sldMk cId="1776407468" sldId="365"/>
            <ac:spMk id="12" creationId="{5E16790E-E91C-6060-499E-3A2B839A8E6A}"/>
          </ac:spMkLst>
        </pc:spChg>
        <pc:picChg chg="add mod">
          <ac:chgData name="Michael Hill" userId="41dba03d-e58d-4389-9894-554c10310ba4" providerId="ADAL" clId="{EF23FE1D-A042-481E-AFD7-2A9FB0847F54}" dt="2025-09-09T15:53:30.809" v="3609" actId="1076"/>
          <ac:picMkLst>
            <pc:docMk/>
            <pc:sldMk cId="1776407468" sldId="365"/>
            <ac:picMk id="3" creationId="{0531CF84-FFA4-E557-5022-87F71F267BC9}"/>
          </ac:picMkLst>
        </pc:picChg>
        <pc:picChg chg="del">
          <ac:chgData name="Michael Hill" userId="41dba03d-e58d-4389-9894-554c10310ba4" providerId="ADAL" clId="{EF23FE1D-A042-481E-AFD7-2A9FB0847F54}" dt="2025-09-09T15:53:00.273" v="3604" actId="478"/>
          <ac:picMkLst>
            <pc:docMk/>
            <pc:sldMk cId="1776407468" sldId="365"/>
            <ac:picMk id="11" creationId="{8B111CD7-B043-6362-9055-E6C4AAE7D337}"/>
          </ac:picMkLst>
        </pc:picChg>
      </pc:sldChg>
      <pc:sldChg chg="addSp delSp modSp add mod ord">
        <pc:chgData name="Michael Hill" userId="41dba03d-e58d-4389-9894-554c10310ba4" providerId="ADAL" clId="{EF23FE1D-A042-481E-AFD7-2A9FB0847F54}" dt="2025-09-09T16:05:01.901" v="3992" actId="14100"/>
        <pc:sldMkLst>
          <pc:docMk/>
          <pc:sldMk cId="3951691500" sldId="366"/>
        </pc:sldMkLst>
        <pc:spChg chg="mod">
          <ac:chgData name="Michael Hill" userId="41dba03d-e58d-4389-9894-554c10310ba4" providerId="ADAL" clId="{EF23FE1D-A042-481E-AFD7-2A9FB0847F54}" dt="2025-09-09T16:05:01.901" v="3992" actId="14100"/>
          <ac:spMkLst>
            <pc:docMk/>
            <pc:sldMk cId="3951691500" sldId="366"/>
            <ac:spMk id="5" creationId="{E0AD883D-FA89-DCE1-F245-F1427C2DD5FE}"/>
          </ac:spMkLst>
        </pc:spChg>
        <pc:spChg chg="mod">
          <ac:chgData name="Michael Hill" userId="41dba03d-e58d-4389-9894-554c10310ba4" providerId="ADAL" clId="{EF23FE1D-A042-481E-AFD7-2A9FB0847F54}" dt="2025-09-09T15:55:33.471" v="3763" actId="14100"/>
          <ac:spMkLst>
            <pc:docMk/>
            <pc:sldMk cId="3951691500" sldId="366"/>
            <ac:spMk id="8" creationId="{231E71C4-8256-2AB0-D0D8-BDF3C5162E20}"/>
          </ac:spMkLst>
        </pc:spChg>
        <pc:picChg chg="del">
          <ac:chgData name="Michael Hill" userId="41dba03d-e58d-4389-9894-554c10310ba4" providerId="ADAL" clId="{EF23FE1D-A042-481E-AFD7-2A9FB0847F54}" dt="2025-09-09T15:55:34.644" v="3764" actId="478"/>
          <ac:picMkLst>
            <pc:docMk/>
            <pc:sldMk cId="3951691500" sldId="366"/>
            <ac:picMk id="2" creationId="{17C01CEA-138F-6AE1-D5C7-41041C93E085}"/>
          </ac:picMkLst>
        </pc:picChg>
        <pc:picChg chg="add mod">
          <ac:chgData name="Michael Hill" userId="41dba03d-e58d-4389-9894-554c10310ba4" providerId="ADAL" clId="{EF23FE1D-A042-481E-AFD7-2A9FB0847F54}" dt="2025-09-09T15:55:39.144" v="3768" actId="1076"/>
          <ac:picMkLst>
            <pc:docMk/>
            <pc:sldMk cId="3951691500" sldId="366"/>
            <ac:picMk id="6" creationId="{70B5EB76-ACD7-04C0-B0DB-3611F1EE0591}"/>
          </ac:picMkLst>
        </pc:picChg>
      </pc:sldChg>
      <pc:sldChg chg="modSp add mod ord">
        <pc:chgData name="Michael Hill" userId="41dba03d-e58d-4389-9894-554c10310ba4" providerId="ADAL" clId="{EF23FE1D-A042-481E-AFD7-2A9FB0847F54}" dt="2025-09-09T16:05:05.664" v="3994"/>
        <pc:sldMkLst>
          <pc:docMk/>
          <pc:sldMk cId="1878210064" sldId="367"/>
        </pc:sldMkLst>
        <pc:spChg chg="mod">
          <ac:chgData name="Michael Hill" userId="41dba03d-e58d-4389-9894-554c10310ba4" providerId="ADAL" clId="{EF23FE1D-A042-481E-AFD7-2A9FB0847F54}" dt="2025-09-09T15:55:59.462" v="3794" actId="20577"/>
          <ac:spMkLst>
            <pc:docMk/>
            <pc:sldMk cId="1878210064" sldId="367"/>
            <ac:spMk id="8" creationId="{FF714879-014B-BF31-CDF6-A163EF610FA8}"/>
          </ac:spMkLst>
        </pc:spChg>
      </pc:sldChg>
      <pc:sldChg chg="modSp add mod ord">
        <pc:chgData name="Michael Hill" userId="41dba03d-e58d-4389-9894-554c10310ba4" providerId="ADAL" clId="{EF23FE1D-A042-481E-AFD7-2A9FB0847F54}" dt="2025-09-09T15:57:15.294" v="3805" actId="2711"/>
        <pc:sldMkLst>
          <pc:docMk/>
          <pc:sldMk cId="2128986174" sldId="368"/>
        </pc:sldMkLst>
        <pc:spChg chg="mod">
          <ac:chgData name="Michael Hill" userId="41dba03d-e58d-4389-9894-554c10310ba4" providerId="ADAL" clId="{EF23FE1D-A042-481E-AFD7-2A9FB0847F54}" dt="2025-09-09T15:56:22.832" v="3801" actId="20577"/>
          <ac:spMkLst>
            <pc:docMk/>
            <pc:sldMk cId="2128986174" sldId="368"/>
            <ac:spMk id="8" creationId="{035170F0-7B92-A672-BE9B-B4752B59C7D6}"/>
          </ac:spMkLst>
        </pc:spChg>
        <pc:spChg chg="mod">
          <ac:chgData name="Michael Hill" userId="41dba03d-e58d-4389-9894-554c10310ba4" providerId="ADAL" clId="{EF23FE1D-A042-481E-AFD7-2A9FB0847F54}" dt="2025-09-09T15:57:15.294" v="3805" actId="2711"/>
          <ac:spMkLst>
            <pc:docMk/>
            <pc:sldMk cId="2128986174" sldId="368"/>
            <ac:spMk id="11" creationId="{B4D9F445-F669-2774-96A6-6983A14DD8BF}"/>
          </ac:spMkLst>
        </pc:spChg>
      </pc:sldChg>
      <pc:sldChg chg="modSp add mod ord">
        <pc:chgData name="Michael Hill" userId="41dba03d-e58d-4389-9894-554c10310ba4" providerId="ADAL" clId="{EF23FE1D-A042-481E-AFD7-2A9FB0847F54}" dt="2025-09-09T16:05:13.333" v="3996"/>
        <pc:sldMkLst>
          <pc:docMk/>
          <pc:sldMk cId="2328148728" sldId="369"/>
        </pc:sldMkLst>
        <pc:spChg chg="mod">
          <ac:chgData name="Michael Hill" userId="41dba03d-e58d-4389-9894-554c10310ba4" providerId="ADAL" clId="{EF23FE1D-A042-481E-AFD7-2A9FB0847F54}" dt="2025-09-09T16:00:22.342" v="3816" actId="2711"/>
          <ac:spMkLst>
            <pc:docMk/>
            <pc:sldMk cId="2328148728" sldId="369"/>
            <ac:spMk id="2" creationId="{BEB846EA-C7B4-16C3-8D4B-B3A36E1438E4}"/>
          </ac:spMkLst>
        </pc:spChg>
        <pc:spChg chg="mod">
          <ac:chgData name="Michael Hill" userId="41dba03d-e58d-4389-9894-554c10310ba4" providerId="ADAL" clId="{EF23FE1D-A042-481E-AFD7-2A9FB0847F54}" dt="2025-09-09T16:02:10.064" v="3879" actId="20577"/>
          <ac:spMkLst>
            <pc:docMk/>
            <pc:sldMk cId="2328148728" sldId="369"/>
            <ac:spMk id="8" creationId="{B04358D9-612D-45FA-3E50-388A915C63D6}"/>
          </ac:spMkLst>
        </pc:spChg>
      </pc:sldChg>
      <pc:sldChg chg="modSp add mod ord">
        <pc:chgData name="Michael Hill" userId="41dba03d-e58d-4389-9894-554c10310ba4" providerId="ADAL" clId="{EF23FE1D-A042-481E-AFD7-2A9FB0847F54}" dt="2025-09-09T16:04:32.351" v="3962" actId="2711"/>
        <pc:sldMkLst>
          <pc:docMk/>
          <pc:sldMk cId="2394421862" sldId="370"/>
        </pc:sldMkLst>
        <pc:spChg chg="mod">
          <ac:chgData name="Michael Hill" userId="41dba03d-e58d-4389-9894-554c10310ba4" providerId="ADAL" clId="{EF23FE1D-A042-481E-AFD7-2A9FB0847F54}" dt="2025-09-09T16:04:32.351" v="3962" actId="2711"/>
          <ac:spMkLst>
            <pc:docMk/>
            <pc:sldMk cId="2394421862" sldId="370"/>
            <ac:spMk id="2" creationId="{7E8EDF2B-424C-B9EB-3A0B-47A6D75A2319}"/>
          </ac:spMkLst>
        </pc:spChg>
        <pc:spChg chg="mod">
          <ac:chgData name="Michael Hill" userId="41dba03d-e58d-4389-9894-554c10310ba4" providerId="ADAL" clId="{EF23FE1D-A042-481E-AFD7-2A9FB0847F54}" dt="2025-09-09T16:02:34.653" v="3889" actId="20577"/>
          <ac:spMkLst>
            <pc:docMk/>
            <pc:sldMk cId="2394421862" sldId="370"/>
            <ac:spMk id="5" creationId="{54516733-8B57-FD5C-DA13-CF9C15E3B649}"/>
          </ac:spMkLst>
        </pc:spChg>
        <pc:spChg chg="mod">
          <ac:chgData name="Michael Hill" userId="41dba03d-e58d-4389-9894-554c10310ba4" providerId="ADAL" clId="{EF23FE1D-A042-481E-AFD7-2A9FB0847F54}" dt="2025-09-09T16:03:25.572" v="3959" actId="20577"/>
          <ac:spMkLst>
            <pc:docMk/>
            <pc:sldMk cId="2394421862" sldId="370"/>
            <ac:spMk id="8" creationId="{9BBD67CA-2BD0-9DFE-696D-39C5B5B85A4D}"/>
          </ac:spMkLst>
        </pc:spChg>
      </pc:sldChg>
      <pc:sldChg chg="modSp add mod ord">
        <pc:chgData name="Michael Hill" userId="41dba03d-e58d-4389-9894-554c10310ba4" providerId="ADAL" clId="{EF23FE1D-A042-481E-AFD7-2A9FB0847F54}" dt="2025-09-09T16:05:39.653" v="4013" actId="20577"/>
        <pc:sldMkLst>
          <pc:docMk/>
          <pc:sldMk cId="3552876647" sldId="371"/>
        </pc:sldMkLst>
        <pc:spChg chg="mod">
          <ac:chgData name="Michael Hill" userId="41dba03d-e58d-4389-9894-554c10310ba4" providerId="ADAL" clId="{EF23FE1D-A042-481E-AFD7-2A9FB0847F54}" dt="2025-09-09T16:05:34.116" v="4007" actId="20577"/>
          <ac:spMkLst>
            <pc:docMk/>
            <pc:sldMk cId="3552876647" sldId="371"/>
            <ac:spMk id="5" creationId="{D625093D-D908-2EE1-ACBF-8FA32B1ED213}"/>
          </ac:spMkLst>
        </pc:spChg>
        <pc:spChg chg="mod">
          <ac:chgData name="Michael Hill" userId="41dba03d-e58d-4389-9894-554c10310ba4" providerId="ADAL" clId="{EF23FE1D-A042-481E-AFD7-2A9FB0847F54}" dt="2025-09-09T16:05:39.653" v="4013" actId="20577"/>
          <ac:spMkLst>
            <pc:docMk/>
            <pc:sldMk cId="3552876647" sldId="371"/>
            <ac:spMk id="8" creationId="{96F3AD16-3577-AF1D-BDCC-7BE1CF18C3F0}"/>
          </ac:spMkLst>
        </pc:spChg>
      </pc:sldChg>
      <pc:sldChg chg="modSp add mod ord">
        <pc:chgData name="Michael Hill" userId="41dba03d-e58d-4389-9894-554c10310ba4" providerId="ADAL" clId="{EF23FE1D-A042-481E-AFD7-2A9FB0847F54}" dt="2025-09-09T16:07:05.113" v="4477" actId="20577"/>
        <pc:sldMkLst>
          <pc:docMk/>
          <pc:sldMk cId="1933328189" sldId="372"/>
        </pc:sldMkLst>
        <pc:spChg chg="mod">
          <ac:chgData name="Michael Hill" userId="41dba03d-e58d-4389-9894-554c10310ba4" providerId="ADAL" clId="{EF23FE1D-A042-481E-AFD7-2A9FB0847F54}" dt="2025-09-09T16:05:49.441" v="4022" actId="20577"/>
          <ac:spMkLst>
            <pc:docMk/>
            <pc:sldMk cId="1933328189" sldId="372"/>
            <ac:spMk id="5" creationId="{0E8995B7-0B51-FB6D-C85E-A50719A35FBB}"/>
          </ac:spMkLst>
        </pc:spChg>
        <pc:spChg chg="mod">
          <ac:chgData name="Michael Hill" userId="41dba03d-e58d-4389-9894-554c10310ba4" providerId="ADAL" clId="{EF23FE1D-A042-481E-AFD7-2A9FB0847F54}" dt="2025-09-09T16:07:05.113" v="4477" actId="20577"/>
          <ac:spMkLst>
            <pc:docMk/>
            <pc:sldMk cId="1933328189" sldId="372"/>
            <ac:spMk id="8" creationId="{38FE130F-721A-4E33-3E98-369B32A9CB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EF95B-9744-42BF-8E95-B5A640A352E6}"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3B401-C566-4517-ADD4-C67058331A8A}" type="slidenum">
              <a:rPr lang="en-US" smtClean="0"/>
              <a:t>‹#›</a:t>
            </a:fld>
            <a:endParaRPr lang="en-US"/>
          </a:p>
        </p:txBody>
      </p:sp>
    </p:spTree>
    <p:extLst>
      <p:ext uri="{BB962C8B-B14F-4D97-AF65-F5344CB8AC3E}">
        <p14:creationId xmlns:p14="http://schemas.microsoft.com/office/powerpoint/2010/main" val="212892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187A-54B1-63BB-0C3C-8EF4407A2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374D3-5CAC-73C3-D477-B9339FC26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8F993-B5C9-DF5C-9651-2609B9AF82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674EC4-B1EC-421C-F984-FBF90B88A526}"/>
              </a:ext>
            </a:extLst>
          </p:cNvPr>
          <p:cNvSpPr>
            <a:spLocks noGrp="1"/>
          </p:cNvSpPr>
          <p:nvPr>
            <p:ph type="sldNum" sz="quarter" idx="5"/>
          </p:nvPr>
        </p:nvSpPr>
        <p:spPr/>
        <p:txBody>
          <a:bodyPr/>
          <a:lstStyle/>
          <a:p>
            <a:fld id="{BF9DB48C-FCC8-4682-A5C6-34BDEF33D275}" type="slidenum">
              <a:rPr lang="en-US" smtClean="0"/>
              <a:t>23</a:t>
            </a:fld>
            <a:endParaRPr lang="en-US"/>
          </a:p>
        </p:txBody>
      </p:sp>
    </p:spTree>
    <p:extLst>
      <p:ext uri="{BB962C8B-B14F-4D97-AF65-F5344CB8AC3E}">
        <p14:creationId xmlns:p14="http://schemas.microsoft.com/office/powerpoint/2010/main" val="3887106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6A4B-E724-C642-63ED-9C1381B808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5E653-4903-1005-D15B-66DB874D2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4A978-A4B2-A67F-C69F-38ADC7DB4D2B}"/>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FE4910B7-42B2-3D3D-3AE4-AC7E6C388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21657-9CFD-95BE-EEE3-E1B47D77D80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0227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003-439B-FA69-F591-6D66E27419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C20904-0912-32D7-F6E6-31372E488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3E7E8-F851-BEB7-2C68-8FE1EF6742E1}"/>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CABAE2CA-7781-6E95-12BA-557F775A9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9952B-F381-1189-2020-9A14F470CCE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05763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F060-3D96-5480-3C88-EE775B82FB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3569D8-9209-8B7C-1538-E818415FF6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66B1C-5056-EDDF-CD36-E7BFD2F437E0}"/>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77CF8CB3-3858-3C51-AA38-3F86C0974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EA923-CF31-8772-A331-247B9144D1B6}"/>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6220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25B0-376D-3011-4FDF-D4CA713D7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71C86-3E65-FA4B-6F6C-0BB7AA3900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E646B-5AE1-A23D-3D1F-474544BF3B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279F2-41EE-1489-59DC-32CD90629E44}"/>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6" name="Footer Placeholder 5">
            <a:extLst>
              <a:ext uri="{FF2B5EF4-FFF2-40B4-BE49-F238E27FC236}">
                <a16:creationId xmlns:a16="http://schemas.microsoft.com/office/drawing/2014/main" id="{159EC4E9-67EE-D095-37A7-39EFE82D1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B2442-8F9C-AC5E-9546-BDE753C186C9}"/>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95994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8DBA-2489-9EF4-F45E-238BC26EF7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34AAF-B93F-48B6-1B8B-FD3E959FB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8698B-3528-B8DC-27B8-D49145D604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9008AA-A42D-2259-0D36-908024A20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A62E1-25E1-7552-ABA8-BE7F2A3B1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97670D-8F54-733D-3639-1B7CCE4C117B}"/>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8" name="Footer Placeholder 7">
            <a:extLst>
              <a:ext uri="{FF2B5EF4-FFF2-40B4-BE49-F238E27FC236}">
                <a16:creationId xmlns:a16="http://schemas.microsoft.com/office/drawing/2014/main" id="{4B3C6C20-7A45-CC6A-CA55-61F7CCF3B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B7766C-30F5-1A8E-58AF-CDC986CF869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94457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690D-7611-3967-E6F3-81F032CFF7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1D4BA6-7CE7-229C-2BD5-FECCA2886FAF}"/>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4" name="Footer Placeholder 3">
            <a:extLst>
              <a:ext uri="{FF2B5EF4-FFF2-40B4-BE49-F238E27FC236}">
                <a16:creationId xmlns:a16="http://schemas.microsoft.com/office/drawing/2014/main" id="{81CA691A-621C-6EB1-3EB8-CA9FF47FB9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57F05-B410-F8DD-455C-490CEB149F11}"/>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7156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709F58-5A85-92F4-B06D-2164303344CB}"/>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3" name="Footer Placeholder 2">
            <a:extLst>
              <a:ext uri="{FF2B5EF4-FFF2-40B4-BE49-F238E27FC236}">
                <a16:creationId xmlns:a16="http://schemas.microsoft.com/office/drawing/2014/main" id="{CB9B9967-5360-F0CB-62AE-C03CEF75ED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E68E6-84C0-1723-6611-61380FA19F8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6795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55B2-ECD6-C08F-72AD-183650C66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96BA6-2739-2BD7-969A-4113A5119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886298-57FD-A8A8-D424-73178F2DB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D784E3-D576-8AA7-A98D-17AA30F763C6}"/>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6" name="Footer Placeholder 5">
            <a:extLst>
              <a:ext uri="{FF2B5EF4-FFF2-40B4-BE49-F238E27FC236}">
                <a16:creationId xmlns:a16="http://schemas.microsoft.com/office/drawing/2014/main" id="{42948EE1-5288-E1AE-89F1-37B64F23E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75274-EEF3-4830-9978-53BE36B7A20D}"/>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10270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2C3-BAF4-D846-43C1-525BE354E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2DC9A-2E8B-6C73-166E-961BCED000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E3A54-E42B-7858-93B4-F1A981487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C60C9-5A10-7256-4190-5DE6C1C3006E}"/>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6" name="Footer Placeholder 5">
            <a:extLst>
              <a:ext uri="{FF2B5EF4-FFF2-40B4-BE49-F238E27FC236}">
                <a16:creationId xmlns:a16="http://schemas.microsoft.com/office/drawing/2014/main" id="{1E52744C-0DE9-DCDB-4998-7A3221F15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D5596-7365-792E-D0E3-4ED3B5E7D42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6950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8605-B3B6-D788-279D-476906E34B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AD9E01-2C5E-0FD4-BF7C-54659537D7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685CA-CEBB-6B85-90D4-1BEF716FCB6C}"/>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15B0A526-A1AA-3BC7-DC9D-B44EBC07B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ED0B1-5EB5-A414-75E8-6BA511C07E04}"/>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22125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D8E7E-5301-E447-23C8-B8B5D2932F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36805-717E-9F25-0794-88BD42C6E8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03C3FF-BEC2-31C8-6723-85EC312761E6}"/>
              </a:ext>
            </a:extLst>
          </p:cNvPr>
          <p:cNvSpPr>
            <a:spLocks noGrp="1"/>
          </p:cNvSpPr>
          <p:nvPr>
            <p:ph type="dt" sz="half" idx="10"/>
          </p:nvPr>
        </p:nvSpPr>
        <p:spPr/>
        <p:txBody>
          <a:body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63DA1747-0799-AAD2-1377-F19D1A5E7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F77C4-38FB-B4D4-348D-9D2957422C3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88171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3BEBB-B682-7839-B2B4-500CE17CB2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BD3092-A078-5BEF-361E-CB3FDD457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4A81F-9B16-8EEC-9FE4-9E9D0C8E8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CFA067-BC5A-4095-A3A5-99A1BAFE9208}" type="datetimeFigureOut">
              <a:rPr lang="en-US" smtClean="0"/>
              <a:t>9/8/2025</a:t>
            </a:fld>
            <a:endParaRPr lang="en-US"/>
          </a:p>
        </p:txBody>
      </p:sp>
      <p:sp>
        <p:nvSpPr>
          <p:cNvPr id="5" name="Footer Placeholder 4">
            <a:extLst>
              <a:ext uri="{FF2B5EF4-FFF2-40B4-BE49-F238E27FC236}">
                <a16:creationId xmlns:a16="http://schemas.microsoft.com/office/drawing/2014/main" id="{1EB43794-F45F-30BE-BC6F-DDF9A70C2A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82708D-8AD6-9D50-70CF-8FFDD3AB7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0788BB-6672-4C27-B0EA-4C0AD0E80F39}" type="slidenum">
              <a:rPr lang="en-US" smtClean="0"/>
              <a:t>‹#›</a:t>
            </a:fld>
            <a:endParaRPr lang="en-US"/>
          </a:p>
        </p:txBody>
      </p:sp>
    </p:spTree>
    <p:extLst>
      <p:ext uri="{BB962C8B-B14F-4D97-AF65-F5344CB8AC3E}">
        <p14:creationId xmlns:p14="http://schemas.microsoft.com/office/powerpoint/2010/main" val="63889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9BBF4B62-D7BF-1C6A-40E3-7B807FA87977}"/>
              </a:ext>
            </a:extLst>
          </p:cNvPr>
          <p:cNvSpPr/>
          <p:nvPr/>
        </p:nvSpPr>
        <p:spPr>
          <a:xfrm>
            <a:off x="4713768" y="2110368"/>
            <a:ext cx="2565990" cy="2565990"/>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B883CE-936E-CB73-2B3E-56A618536A26}"/>
              </a:ext>
            </a:extLst>
          </p:cNvPr>
          <p:cNvSpPr/>
          <p:nvPr/>
        </p:nvSpPr>
        <p:spPr>
          <a:xfrm>
            <a:off x="895936" y="1574232"/>
            <a:ext cx="5652932" cy="2301533"/>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541717" lon="20311593" rev="27507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Bahnschrift SemiBold" panose="020B0502040204020203" pitchFamily="34" charset="0"/>
              </a:rPr>
              <a:t>TOPIC B2:</a:t>
            </a:r>
          </a:p>
          <a:p>
            <a:pPr algn="ctr"/>
            <a:r>
              <a:rPr lang="en-US" sz="6000" dirty="0">
                <a:latin typeface="Bahnschrift SemiBold" panose="020B0502040204020203" pitchFamily="34" charset="0"/>
              </a:rPr>
              <a:t>PROGRAMMING</a:t>
            </a:r>
          </a:p>
        </p:txBody>
      </p:sp>
      <p:sp>
        <p:nvSpPr>
          <p:cNvPr id="5" name="Rectangle 4">
            <a:extLst>
              <a:ext uri="{FF2B5EF4-FFF2-40B4-BE49-F238E27FC236}">
                <a16:creationId xmlns:a16="http://schemas.microsoft.com/office/drawing/2014/main" id="{18C18ECD-1A29-4735-FBF9-2230E3FED94F}"/>
              </a:ext>
            </a:extLst>
          </p:cNvPr>
          <p:cNvSpPr/>
          <p:nvPr/>
        </p:nvSpPr>
        <p:spPr>
          <a:xfrm>
            <a:off x="6890905" y="2714847"/>
            <a:ext cx="4096073" cy="1160918"/>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LESSON B2-8</a:t>
            </a:r>
          </a:p>
        </p:txBody>
      </p:sp>
      <p:sp>
        <p:nvSpPr>
          <p:cNvPr id="6" name="Rectangle 5">
            <a:extLst>
              <a:ext uri="{FF2B5EF4-FFF2-40B4-BE49-F238E27FC236}">
                <a16:creationId xmlns:a16="http://schemas.microsoft.com/office/drawing/2014/main" id="{945BB639-AC69-FE40-4352-5D3077A94591}"/>
              </a:ext>
            </a:extLst>
          </p:cNvPr>
          <p:cNvSpPr/>
          <p:nvPr/>
        </p:nvSpPr>
        <p:spPr>
          <a:xfrm>
            <a:off x="4792006" y="3692233"/>
            <a:ext cx="5479525" cy="984125"/>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STACKS &amp; QUEUES</a:t>
            </a:r>
          </a:p>
        </p:txBody>
      </p:sp>
    </p:spTree>
    <p:extLst>
      <p:ext uri="{BB962C8B-B14F-4D97-AF65-F5344CB8AC3E}">
        <p14:creationId xmlns:p14="http://schemas.microsoft.com/office/powerpoint/2010/main" val="187884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66950A9E-999F-1BB1-2C00-779227746E04}"/>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86893419-8B7B-38C3-2D89-D4BB95E0AB27}"/>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D4645F-350F-77B1-036C-D01223EB808D}"/>
              </a:ext>
            </a:extLst>
          </p:cNvPr>
          <p:cNvSpPr/>
          <p:nvPr/>
        </p:nvSpPr>
        <p:spPr>
          <a:xfrm>
            <a:off x="6881567" y="1777234"/>
            <a:ext cx="4516539" cy="2255680"/>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1072296" lon="587304" rev="21567845"/>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Have a way to take notes and a way to write code available for this lesson</a:t>
            </a:r>
          </a:p>
        </p:txBody>
      </p:sp>
      <p:sp>
        <p:nvSpPr>
          <p:cNvPr id="9" name="Oval 8">
            <a:extLst>
              <a:ext uri="{FF2B5EF4-FFF2-40B4-BE49-F238E27FC236}">
                <a16:creationId xmlns:a16="http://schemas.microsoft.com/office/drawing/2014/main" id="{39CF6B3F-1F6D-7800-03EB-3D197914A30A}"/>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3133FC-E875-8442-9063-C305CC0BFB20}"/>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7671A2-401B-58C3-4049-2F9F2E07BD91}"/>
              </a:ext>
            </a:extLst>
          </p:cNvPr>
          <p:cNvSpPr/>
          <p:nvPr/>
        </p:nvSpPr>
        <p:spPr>
          <a:xfrm>
            <a:off x="1060728" y="1213429"/>
            <a:ext cx="4516539" cy="539167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800" dirty="0">
                <a:latin typeface="Bahnschrift" panose="020B0502040204020203" pitchFamily="34" charset="0"/>
              </a:rPr>
              <a:t>Warm-up Question</a:t>
            </a:r>
          </a:p>
          <a:p>
            <a:pPr marL="457200" indent="-457200" algn="ctr">
              <a:buFont typeface="Arial" panose="020B0604020202020204" pitchFamily="34" charset="0"/>
              <a:buChar char="•"/>
            </a:pPr>
            <a:r>
              <a:rPr lang="en-US" sz="2800" dirty="0">
                <a:latin typeface="Bahnschrift" panose="020B0502040204020203" pitchFamily="34" charset="0"/>
              </a:rPr>
              <a:t>Stacks</a:t>
            </a:r>
          </a:p>
          <a:p>
            <a:pPr marL="457200" indent="-457200" algn="ctr">
              <a:buFont typeface="Arial" panose="020B0604020202020204" pitchFamily="34" charset="0"/>
              <a:buChar char="•"/>
            </a:pPr>
            <a:r>
              <a:rPr lang="en-US" sz="2800" dirty="0">
                <a:latin typeface="Bahnschrift" panose="020B0502040204020203" pitchFamily="34" charset="0"/>
              </a:rPr>
              <a:t>Stack Operations</a:t>
            </a:r>
          </a:p>
          <a:p>
            <a:pPr marL="457200" indent="-457200" algn="ctr">
              <a:buFont typeface="Arial" panose="020B0604020202020204" pitchFamily="34" charset="0"/>
              <a:buChar char="•"/>
            </a:pPr>
            <a:r>
              <a:rPr lang="en-US" sz="2800" dirty="0">
                <a:latin typeface="Bahnschrift" panose="020B0502040204020203" pitchFamily="34" charset="0"/>
              </a:rPr>
              <a:t>Uses of Stacks</a:t>
            </a:r>
          </a:p>
          <a:p>
            <a:pPr marL="457200" indent="-457200" algn="ctr">
              <a:buFont typeface="Arial" panose="020B0604020202020204" pitchFamily="34" charset="0"/>
              <a:buChar char="•"/>
            </a:pPr>
            <a:r>
              <a:rPr lang="en-US" sz="2800" dirty="0">
                <a:latin typeface="Bahnschrift" panose="020B0502040204020203" pitchFamily="34" charset="0"/>
              </a:rPr>
              <a:t>Queues</a:t>
            </a:r>
          </a:p>
          <a:p>
            <a:pPr marL="457200" indent="-457200" algn="ctr">
              <a:buFont typeface="Arial" panose="020B0604020202020204" pitchFamily="34" charset="0"/>
              <a:buChar char="•"/>
            </a:pPr>
            <a:r>
              <a:rPr lang="en-US" sz="2800" dirty="0">
                <a:latin typeface="Bahnschrift" panose="020B0502040204020203" pitchFamily="34" charset="0"/>
              </a:rPr>
              <a:t>Queue Operations</a:t>
            </a:r>
          </a:p>
          <a:p>
            <a:pPr marL="457200" indent="-457200" algn="ctr">
              <a:buFont typeface="Arial" panose="020B0604020202020204" pitchFamily="34" charset="0"/>
              <a:buChar char="•"/>
            </a:pPr>
            <a:r>
              <a:rPr lang="en-US" sz="2800" dirty="0">
                <a:latin typeface="Bahnschrift" panose="020B0502040204020203" pitchFamily="34" charset="0"/>
              </a:rPr>
              <a:t>Uses of Queues</a:t>
            </a:r>
          </a:p>
          <a:p>
            <a:pPr marL="457200" indent="-457200" algn="ctr">
              <a:buFont typeface="Arial" panose="020B0604020202020204" pitchFamily="34" charset="0"/>
              <a:buChar char="•"/>
            </a:pPr>
            <a:endParaRPr lang="en-US" sz="2800" dirty="0">
              <a:latin typeface="Bahnschrift" panose="020B0502040204020203" pitchFamily="34" charset="0"/>
            </a:endParaRPr>
          </a:p>
        </p:txBody>
      </p:sp>
      <p:sp>
        <p:nvSpPr>
          <p:cNvPr id="10" name="Rectangle 9">
            <a:extLst>
              <a:ext uri="{FF2B5EF4-FFF2-40B4-BE49-F238E27FC236}">
                <a16:creationId xmlns:a16="http://schemas.microsoft.com/office/drawing/2014/main" id="{22468F18-96E8-0BDE-DEDF-19E7735BE1E6}"/>
              </a:ext>
            </a:extLst>
          </p:cNvPr>
          <p:cNvSpPr/>
          <p:nvPr/>
        </p:nvSpPr>
        <p:spPr>
          <a:xfrm>
            <a:off x="6598031" y="1564953"/>
            <a:ext cx="1708202" cy="632442"/>
          </a:xfrm>
          <a:prstGeom prst="rect">
            <a:avLst/>
          </a:prstGeom>
          <a:solidFill>
            <a:schemeClr val="accent5">
              <a:lumMod val="75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ahnschrift SemiBold" panose="020B0502040204020203" pitchFamily="34" charset="0"/>
              </a:rPr>
              <a:t>NOTE!</a:t>
            </a:r>
          </a:p>
        </p:txBody>
      </p:sp>
      <p:sp>
        <p:nvSpPr>
          <p:cNvPr id="5" name="Rectangle 4">
            <a:extLst>
              <a:ext uri="{FF2B5EF4-FFF2-40B4-BE49-F238E27FC236}">
                <a16:creationId xmlns:a16="http://schemas.microsoft.com/office/drawing/2014/main" id="{AFCD8CB0-8A02-BF4E-6CF1-A22B96E02C67}"/>
              </a:ext>
            </a:extLst>
          </p:cNvPr>
          <p:cNvSpPr/>
          <p:nvPr/>
        </p:nvSpPr>
        <p:spPr>
          <a:xfrm>
            <a:off x="1824466" y="252900"/>
            <a:ext cx="2903431" cy="928577"/>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AGENDA</a:t>
            </a:r>
          </a:p>
        </p:txBody>
      </p:sp>
    </p:spTree>
    <p:extLst>
      <p:ext uri="{BB962C8B-B14F-4D97-AF65-F5344CB8AC3E}">
        <p14:creationId xmlns:p14="http://schemas.microsoft.com/office/powerpoint/2010/main" val="85412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44DF31C7-9D62-34F3-51FF-D499D2944EF0}"/>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CA8483F3-9D91-69C6-DAE4-E819F0292C96}"/>
              </a:ext>
            </a:extLst>
          </p:cNvPr>
          <p:cNvSpPr/>
          <p:nvPr/>
        </p:nvSpPr>
        <p:spPr>
          <a:xfrm>
            <a:off x="9605200" y="3896291"/>
            <a:ext cx="1497660" cy="1497660"/>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9103A45C-BE5A-478E-4718-72C97F147BDD}"/>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59044FD4-E5CB-7F72-D4E0-B3FF57F10D64}"/>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1FB06C32-785C-D086-3043-42F7FBD0932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DCA5AE-052C-5076-411F-06E5A022CDA7}"/>
              </a:ext>
            </a:extLst>
          </p:cNvPr>
          <p:cNvSpPr/>
          <p:nvPr/>
        </p:nvSpPr>
        <p:spPr>
          <a:xfrm>
            <a:off x="358687" y="2026486"/>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3C7B8BA-8B31-7B2C-E2AB-60712C1F61E8}"/>
              </a:ext>
            </a:extLst>
          </p:cNvPr>
          <p:cNvSpPr/>
          <p:nvPr/>
        </p:nvSpPr>
        <p:spPr>
          <a:xfrm>
            <a:off x="9978799" y="1099676"/>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3B4A7A-A70B-0C4A-C7FF-462ADF36D440}"/>
              </a:ext>
            </a:extLst>
          </p:cNvPr>
          <p:cNvSpPr/>
          <p:nvPr/>
        </p:nvSpPr>
        <p:spPr>
          <a:xfrm>
            <a:off x="1089140" y="1246841"/>
            <a:ext cx="9808033" cy="3830500"/>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Make a list of your top five movies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Then ask the user for their favorite movie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the movie is already in the list, print a message saying that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it’s not, add it to the list and print out the list</a:t>
            </a:r>
          </a:p>
        </p:txBody>
      </p:sp>
      <p:sp>
        <p:nvSpPr>
          <p:cNvPr id="5" name="Rectangle 4">
            <a:extLst>
              <a:ext uri="{FF2B5EF4-FFF2-40B4-BE49-F238E27FC236}">
                <a16:creationId xmlns:a16="http://schemas.microsoft.com/office/drawing/2014/main" id="{3050233D-41DE-6588-7EB0-97A3A19FFCB8}"/>
              </a:ext>
            </a:extLst>
          </p:cNvPr>
          <p:cNvSpPr/>
          <p:nvPr/>
        </p:nvSpPr>
        <p:spPr>
          <a:xfrm>
            <a:off x="1989751" y="65791"/>
            <a:ext cx="7581804" cy="928577"/>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QUESTION</a:t>
            </a:r>
          </a:p>
        </p:txBody>
      </p:sp>
      <p:pic>
        <p:nvPicPr>
          <p:cNvPr id="15" name="Picture 14" descr="A close up of fire&#10;&#10;AI-generated content may be incorrect.">
            <a:extLst>
              <a:ext uri="{FF2B5EF4-FFF2-40B4-BE49-F238E27FC236}">
                <a16:creationId xmlns:a16="http://schemas.microsoft.com/office/drawing/2014/main" id="{0572BAA1-AB30-2A31-99DA-E2636EF78735}"/>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F9670370-72F4-78E6-7DE3-64A5614A0062}"/>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21F28121-5FF8-B768-E483-38897AA8B765}"/>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191059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93386392-143E-AF29-937D-6BD2CAAB1AF8}"/>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4E6D3C1D-2FC9-5A8F-0680-C3AF2E643DB5}"/>
              </a:ext>
            </a:extLst>
          </p:cNvPr>
          <p:cNvSpPr/>
          <p:nvPr/>
        </p:nvSpPr>
        <p:spPr>
          <a:xfrm>
            <a:off x="9605200" y="3896291"/>
            <a:ext cx="1497660" cy="1497660"/>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8A1CF06-772E-FF2C-3839-78AAEFA0A11B}"/>
              </a:ext>
            </a:extLst>
          </p:cNvPr>
          <p:cNvSpPr/>
          <p:nvPr/>
        </p:nvSpPr>
        <p:spPr>
          <a:xfrm>
            <a:off x="6157610" y="1363072"/>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77F076D-4943-0214-F6EE-FF302EBEC62C}"/>
              </a:ext>
            </a:extLst>
          </p:cNvPr>
          <p:cNvSpPr/>
          <p:nvPr/>
        </p:nvSpPr>
        <p:spPr>
          <a:xfrm>
            <a:off x="1183710" y="1780701"/>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292782C-EA7B-F0D2-017B-9D6E5AEE03FA}"/>
              </a:ext>
            </a:extLst>
          </p:cNvPr>
          <p:cNvSpPr/>
          <p:nvPr/>
        </p:nvSpPr>
        <p:spPr>
          <a:xfrm>
            <a:off x="9978799" y="1099676"/>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8864B057-355B-8306-248E-60E16CA7C11B}"/>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7FCFCCE3-C51B-5BE3-133A-CC40A8792F61}"/>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5" name="Rectangle 4">
            <a:extLst>
              <a:ext uri="{FF2B5EF4-FFF2-40B4-BE49-F238E27FC236}">
                <a16:creationId xmlns:a16="http://schemas.microsoft.com/office/drawing/2014/main" id="{9F7FEA21-E6C0-9AC9-9EB8-E7528ED5B6C8}"/>
              </a:ext>
            </a:extLst>
          </p:cNvPr>
          <p:cNvSpPr/>
          <p:nvPr/>
        </p:nvSpPr>
        <p:spPr>
          <a:xfrm>
            <a:off x="1989751" y="65791"/>
            <a:ext cx="7581804" cy="928577"/>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ANSWER</a:t>
            </a:r>
          </a:p>
        </p:txBody>
      </p:sp>
      <p:pic>
        <p:nvPicPr>
          <p:cNvPr id="15" name="Picture 14" descr="A close up of fire&#10;&#10;AI-generated content may be incorrect.">
            <a:extLst>
              <a:ext uri="{FF2B5EF4-FFF2-40B4-BE49-F238E27FC236}">
                <a16:creationId xmlns:a16="http://schemas.microsoft.com/office/drawing/2014/main" id="{6D6FC8A7-837D-0C82-0508-398DDF1DB91E}"/>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D3612398-5230-03BA-7AB5-DC74EB9BDE04}"/>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648B85D8-8113-F692-CDA7-CA2CB6F41109}"/>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
        <p:nvSpPr>
          <p:cNvPr id="2" name="Rectangle 1">
            <a:extLst>
              <a:ext uri="{FF2B5EF4-FFF2-40B4-BE49-F238E27FC236}">
                <a16:creationId xmlns:a16="http://schemas.microsoft.com/office/drawing/2014/main" id="{ECD81634-986F-4974-A0A9-4D21FA765446}"/>
              </a:ext>
            </a:extLst>
          </p:cNvPr>
          <p:cNvSpPr/>
          <p:nvPr/>
        </p:nvSpPr>
        <p:spPr>
          <a:xfrm>
            <a:off x="618767" y="1537358"/>
            <a:ext cx="10821545" cy="4169047"/>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2000" dirty="0" err="1">
                <a:solidFill>
                  <a:srgbClr val="A8AFBE"/>
                </a:solidFill>
                <a:effectLst/>
                <a:latin typeface="Cascadia Code" panose="020B0609020000020004" pitchFamily="49" charset="0"/>
                <a:cs typeface="Cascadia Code" panose="020B0609020000020004" pitchFamily="49" charset="0"/>
              </a:rPr>
              <a:t>movieList</a:t>
            </a:r>
            <a:r>
              <a:rPr lang="en-US" sz="2000" dirty="0">
                <a:solidFill>
                  <a:srgbClr val="A8AFBE"/>
                </a:solidFill>
                <a:effectLst/>
                <a:latin typeface="Cascadia Code" panose="020B0609020000020004" pitchFamily="49" charset="0"/>
                <a:cs typeface="Cascadia Code" panose="020B0609020000020004" pitchFamily="49" charset="0"/>
              </a:rPr>
              <a:t> = [</a:t>
            </a:r>
            <a:r>
              <a:rPr lang="en-US" sz="2000" dirty="0">
                <a:solidFill>
                  <a:srgbClr val="75AA5F"/>
                </a:solidFill>
                <a:effectLst/>
                <a:latin typeface="Cascadia Code" panose="020B0609020000020004" pitchFamily="49" charset="0"/>
                <a:cs typeface="Cascadia Code" panose="020B0609020000020004" pitchFamily="49" charset="0"/>
              </a:rPr>
              <a:t>"Garfield"</a:t>
            </a:r>
            <a:r>
              <a:rPr lang="en-US" sz="2000" dirty="0">
                <a:solidFill>
                  <a:srgbClr val="CC7832"/>
                </a:solidFill>
                <a:effectLst/>
                <a:latin typeface="Cascadia Code" panose="020B0609020000020004" pitchFamily="49" charset="0"/>
                <a:cs typeface="Cascadia Code" panose="020B0609020000020004" pitchFamily="49" charset="0"/>
              </a:rPr>
              <a:t>, </a:t>
            </a:r>
            <a:r>
              <a:rPr lang="en-US" sz="2000" dirty="0">
                <a:solidFill>
                  <a:srgbClr val="75AA5F"/>
                </a:solidFill>
                <a:effectLst/>
                <a:latin typeface="Cascadia Code" panose="020B0609020000020004" pitchFamily="49" charset="0"/>
                <a:cs typeface="Cascadia Code" panose="020B0609020000020004" pitchFamily="49" charset="0"/>
              </a:rPr>
              <a:t>"Garfield: A Tale of Two Kitties"</a:t>
            </a:r>
            <a:r>
              <a:rPr lang="en-US" sz="2000" dirty="0">
                <a:solidFill>
                  <a:srgbClr val="CC7832"/>
                </a:solidFill>
                <a:effectLst/>
                <a:latin typeface="Cascadia Code" panose="020B0609020000020004" pitchFamily="49" charset="0"/>
                <a:cs typeface="Cascadia Code" panose="020B0609020000020004" pitchFamily="49" charset="0"/>
              </a:rPr>
              <a:t>, </a:t>
            </a:r>
            <a:r>
              <a:rPr lang="en-US" sz="2000" dirty="0">
                <a:solidFill>
                  <a:srgbClr val="75AA5F"/>
                </a:solidFill>
                <a:effectLst/>
                <a:latin typeface="Cascadia Code" panose="020B0609020000020004" pitchFamily="49" charset="0"/>
                <a:cs typeface="Cascadia Code" panose="020B0609020000020004" pitchFamily="49" charset="0"/>
              </a:rPr>
              <a:t>"Garfield's Pet Force"</a:t>
            </a:r>
            <a:r>
              <a:rPr lang="en-US" sz="2000" dirty="0">
                <a:solidFill>
                  <a:srgbClr val="CC7832"/>
                </a:solidFill>
                <a:effectLst/>
                <a:latin typeface="Cascadia Code" panose="020B0609020000020004" pitchFamily="49" charset="0"/>
                <a:cs typeface="Cascadia Code" panose="020B0609020000020004" pitchFamily="49" charset="0"/>
              </a:rPr>
              <a:t>, </a:t>
            </a:r>
            <a:r>
              <a:rPr lang="en-US" sz="2000" dirty="0">
                <a:solidFill>
                  <a:srgbClr val="75AA5F"/>
                </a:solidFill>
                <a:effectLst/>
                <a:latin typeface="Cascadia Code" panose="020B0609020000020004" pitchFamily="49" charset="0"/>
                <a:cs typeface="Cascadia Code" panose="020B0609020000020004" pitchFamily="49" charset="0"/>
              </a:rPr>
              <a:t>"Garfield Gets Real"</a:t>
            </a:r>
            <a:r>
              <a:rPr lang="en-US" sz="2000" dirty="0">
                <a:solidFill>
                  <a:srgbClr val="CC7832"/>
                </a:solidFill>
                <a:effectLst/>
                <a:latin typeface="Cascadia Code" panose="020B0609020000020004" pitchFamily="49" charset="0"/>
                <a:cs typeface="Cascadia Code" panose="020B0609020000020004" pitchFamily="49" charset="0"/>
              </a:rPr>
              <a:t>, </a:t>
            </a:r>
            <a:r>
              <a:rPr lang="en-US" sz="2000" dirty="0">
                <a:solidFill>
                  <a:srgbClr val="75AA5F"/>
                </a:solidFill>
                <a:effectLst/>
                <a:latin typeface="Cascadia Code" panose="020B0609020000020004" pitchFamily="49" charset="0"/>
                <a:cs typeface="Cascadia Code" panose="020B0609020000020004" pitchFamily="49" charset="0"/>
              </a:rPr>
              <a:t>"Garfield's Fun Fest"</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movie = </a:t>
            </a:r>
            <a:r>
              <a:rPr lang="en-US" sz="2000" dirty="0">
                <a:solidFill>
                  <a:srgbClr val="8888C6"/>
                </a:solidFill>
                <a:effectLst/>
                <a:latin typeface="Cascadia Code" panose="020B0609020000020004" pitchFamily="49" charset="0"/>
                <a:cs typeface="Cascadia Code" panose="020B0609020000020004" pitchFamily="49" charset="0"/>
              </a:rPr>
              <a:t>input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"Enter a new movie: "</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isInList</a:t>
            </a:r>
            <a:r>
              <a:rPr lang="en-US" sz="2000" dirty="0">
                <a:solidFill>
                  <a:srgbClr val="A8AFBE"/>
                </a:solidFill>
                <a:effectLst/>
                <a:latin typeface="Cascadia Code" panose="020B0609020000020004" pitchFamily="49" charset="0"/>
                <a:cs typeface="Cascadia Code" panose="020B0609020000020004" pitchFamily="49" charset="0"/>
              </a:rPr>
              <a:t> = </a:t>
            </a:r>
            <a:r>
              <a:rPr lang="en-US" sz="2000" dirty="0">
                <a:solidFill>
                  <a:srgbClr val="CC844F"/>
                </a:solidFill>
                <a:effectLst/>
                <a:latin typeface="Cascadia Code" panose="020B0609020000020004" pitchFamily="49" charset="0"/>
                <a:cs typeface="Cascadia Code" panose="020B0609020000020004" pitchFamily="49" charset="0"/>
              </a:rPr>
              <a:t>False</a:t>
            </a:r>
            <a:br>
              <a:rPr lang="en-US" sz="2000" dirty="0">
                <a:solidFill>
                  <a:srgbClr val="CC844F"/>
                </a:solidFill>
                <a:effectLst/>
                <a:latin typeface="Cascadia Code" panose="020B0609020000020004" pitchFamily="49" charset="0"/>
                <a:cs typeface="Cascadia Code" panose="020B0609020000020004" pitchFamily="49" charset="0"/>
              </a:rPr>
            </a:br>
            <a:r>
              <a:rPr lang="en-US" sz="2000" dirty="0">
                <a:solidFill>
                  <a:srgbClr val="CC844F"/>
                </a:solidFill>
                <a:effectLst/>
                <a:latin typeface="Cascadia Code" panose="020B0609020000020004" pitchFamily="49" charset="0"/>
                <a:cs typeface="Cascadia Code" panose="020B0609020000020004" pitchFamily="49" charset="0"/>
              </a:rPr>
              <a:t>for </a:t>
            </a:r>
            <a:r>
              <a:rPr lang="en-US" sz="2000" dirty="0" err="1">
                <a:solidFill>
                  <a:srgbClr val="A8AFBE"/>
                </a:solidFill>
                <a:effectLst/>
                <a:latin typeface="Cascadia Code" panose="020B0609020000020004" pitchFamily="49" charset="0"/>
                <a:cs typeface="Cascadia Code" panose="020B0609020000020004" pitchFamily="49" charset="0"/>
              </a:rPr>
              <a:t>i</a:t>
            </a: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a:solidFill>
                  <a:srgbClr val="CC844F"/>
                </a:solidFill>
                <a:effectLst/>
                <a:latin typeface="Cascadia Code" panose="020B0609020000020004" pitchFamily="49" charset="0"/>
                <a:cs typeface="Cascadia Code" panose="020B0609020000020004" pitchFamily="49" charset="0"/>
              </a:rPr>
              <a:t>in </a:t>
            </a:r>
            <a:r>
              <a:rPr lang="en-US" sz="2000" dirty="0">
                <a:solidFill>
                  <a:srgbClr val="8888C6"/>
                </a:solidFill>
                <a:effectLst/>
                <a:latin typeface="Cascadia Code" panose="020B0609020000020004" pitchFamily="49" charset="0"/>
                <a:cs typeface="Cascadia Code" panose="020B0609020000020004" pitchFamily="49" charset="0"/>
              </a:rPr>
              <a:t>range</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CC7832"/>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5</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a:solidFill>
                  <a:srgbClr val="CC844F"/>
                </a:solidFill>
                <a:effectLst/>
                <a:latin typeface="Cascadia Code" panose="020B0609020000020004" pitchFamily="49" charset="0"/>
                <a:cs typeface="Cascadia Code" panose="020B0609020000020004" pitchFamily="49" charset="0"/>
              </a:rPr>
              <a:t>if</a:t>
            </a:r>
            <a:r>
              <a:rPr lang="en-US" sz="2000" dirty="0">
                <a:solidFill>
                  <a:srgbClr val="A8AFBE"/>
                </a:solidFill>
                <a:effectLst/>
                <a:latin typeface="Cascadia Code" panose="020B0609020000020004" pitchFamily="49" charset="0"/>
                <a:cs typeface="Cascadia Code" panose="020B0609020000020004" pitchFamily="49" charset="0"/>
              </a:rPr>
              <a:t>(movie == </a:t>
            </a:r>
            <a:r>
              <a:rPr lang="en-US" sz="2000" dirty="0" err="1">
                <a:solidFill>
                  <a:srgbClr val="A8AFBE"/>
                </a:solidFill>
                <a:effectLst/>
                <a:latin typeface="Cascadia Code" panose="020B0609020000020004" pitchFamily="49" charset="0"/>
                <a:cs typeface="Cascadia Code" panose="020B0609020000020004" pitchFamily="49" charset="0"/>
              </a:rPr>
              <a:t>movieList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err="1">
                <a:solidFill>
                  <a:srgbClr val="A8AFBE"/>
                </a:solidFill>
                <a:effectLst/>
                <a:latin typeface="Cascadia Code" panose="020B0609020000020004" pitchFamily="49" charset="0"/>
                <a:cs typeface="Cascadia Code" panose="020B0609020000020004" pitchFamily="49" charset="0"/>
              </a:rPr>
              <a:t>i</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err="1">
                <a:solidFill>
                  <a:srgbClr val="A8AFBE"/>
                </a:solidFill>
                <a:effectLst/>
                <a:latin typeface="Cascadia Code" panose="020B0609020000020004" pitchFamily="49" charset="0"/>
                <a:cs typeface="Cascadia Code" panose="020B0609020000020004" pitchFamily="49" charset="0"/>
              </a:rPr>
              <a:t>isInList</a:t>
            </a:r>
            <a:r>
              <a:rPr lang="en-US" sz="2000" dirty="0">
                <a:solidFill>
                  <a:srgbClr val="A8AFBE"/>
                </a:solidFill>
                <a:effectLst/>
                <a:latin typeface="Cascadia Code" panose="020B0609020000020004" pitchFamily="49" charset="0"/>
                <a:cs typeface="Cascadia Code" panose="020B0609020000020004" pitchFamily="49" charset="0"/>
              </a:rPr>
              <a:t> = </a:t>
            </a:r>
            <a:r>
              <a:rPr lang="en-US" sz="2000" dirty="0">
                <a:solidFill>
                  <a:srgbClr val="CC844F"/>
                </a:solidFill>
                <a:effectLst/>
                <a:latin typeface="Cascadia Code" panose="020B0609020000020004" pitchFamily="49" charset="0"/>
                <a:cs typeface="Cascadia Code" panose="020B0609020000020004" pitchFamily="49" charset="0"/>
              </a:rPr>
              <a:t>True</a:t>
            </a:r>
            <a:br>
              <a:rPr lang="en-US" sz="2000" dirty="0">
                <a:solidFill>
                  <a:srgbClr val="CC844F"/>
                </a:solidFill>
                <a:effectLst/>
                <a:latin typeface="Cascadia Code" panose="020B0609020000020004" pitchFamily="49" charset="0"/>
                <a:cs typeface="Cascadia Code" panose="020B0609020000020004" pitchFamily="49" charset="0"/>
              </a:rPr>
            </a:br>
            <a:r>
              <a:rPr lang="en-US" sz="2000" dirty="0">
                <a:solidFill>
                  <a:srgbClr val="CC844F"/>
                </a:solidFill>
                <a:effectLst/>
                <a:latin typeface="Cascadia Code" panose="020B0609020000020004" pitchFamily="49" charset="0"/>
                <a:cs typeface="Cascadia Code" panose="020B0609020000020004" pitchFamily="49" charset="0"/>
              </a:rPr>
              <a:t>if</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err="1">
                <a:solidFill>
                  <a:srgbClr val="A8AFBE"/>
                </a:solidFill>
                <a:effectLst/>
                <a:latin typeface="Cascadia Code" panose="020B0609020000020004" pitchFamily="49" charset="0"/>
                <a:cs typeface="Cascadia Code" panose="020B0609020000020004" pitchFamily="49" charset="0"/>
              </a:rPr>
              <a:t>isInList</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"Movie is already in list"</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CC844F"/>
                </a:solidFill>
                <a:effectLst/>
                <a:latin typeface="Cascadia Code" panose="020B0609020000020004" pitchFamily="49" charset="0"/>
                <a:cs typeface="Cascadia Code" panose="020B0609020000020004" pitchFamily="49" charset="0"/>
              </a:rPr>
              <a:t>else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"Movie added"</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err="1">
                <a:solidFill>
                  <a:srgbClr val="A8AFBE"/>
                </a:solidFill>
                <a:effectLst/>
                <a:latin typeface="Cascadia Code" panose="020B0609020000020004" pitchFamily="49" charset="0"/>
                <a:cs typeface="Cascadia Code" panose="020B0609020000020004" pitchFamily="49" charset="0"/>
              </a:rPr>
              <a:t>movieList.append</a:t>
            </a:r>
            <a:r>
              <a:rPr lang="en-US" sz="2000" dirty="0">
                <a:solidFill>
                  <a:srgbClr val="A8AFBE"/>
                </a:solidFill>
                <a:effectLst/>
                <a:latin typeface="Cascadia Code" panose="020B0609020000020004" pitchFamily="49" charset="0"/>
                <a:cs typeface="Cascadia Code" panose="020B0609020000020004" pitchFamily="49" charset="0"/>
              </a:rPr>
              <a:t>(movie)</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A8AFBE"/>
                </a:solidFill>
                <a:effectLst/>
                <a:latin typeface="Cascadia Code" panose="020B0609020000020004" pitchFamily="49" charset="0"/>
                <a:cs typeface="Cascadia Code" panose="020B0609020000020004" pitchFamily="49" charset="0"/>
              </a:rPr>
              <a:t>    </a:t>
            </a: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err="1">
                <a:solidFill>
                  <a:srgbClr val="A8AFBE"/>
                </a:solidFill>
                <a:effectLst/>
                <a:latin typeface="Cascadia Code" panose="020B0609020000020004" pitchFamily="49" charset="0"/>
                <a:cs typeface="Cascadia Code" panose="020B0609020000020004" pitchFamily="49" charset="0"/>
              </a:rPr>
              <a:t>movieList</a:t>
            </a:r>
            <a:r>
              <a:rPr lang="en-US" sz="2000" dirty="0">
                <a:solidFill>
                  <a:srgbClr val="A8AFBE"/>
                </a:solidFill>
                <a:effectLst/>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098128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E34FA2EC-9EF9-3D22-D37A-D2C33F0B4AF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7BC2747-FB23-B074-583B-05DEE5E0EE0E}"/>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2017C27-92C2-299E-6755-D147C70435F2}"/>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FE46BAD-1368-1BD0-D12A-151BCA712580}"/>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86EDE8F-DB6A-6B58-4BF7-E9F7319EADD3}"/>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975E50-7FB3-B06D-773B-3642E1C38505}"/>
              </a:ext>
            </a:extLst>
          </p:cNvPr>
          <p:cNvSpPr/>
          <p:nvPr/>
        </p:nvSpPr>
        <p:spPr>
          <a:xfrm>
            <a:off x="421105" y="1212852"/>
            <a:ext cx="6777399" cy="539167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Imagine that your parent made good on their promise to force you to wash dishes after a meal at an expensive restaurant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As beautifully demonstrated, the top plate is the one that gets cleaned</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 cannot effectively clean a plate that isn’t the top plate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add a new plate, it goes on top of the stack of other plates</a:t>
            </a:r>
          </a:p>
        </p:txBody>
      </p:sp>
      <p:sp>
        <p:nvSpPr>
          <p:cNvPr id="5" name="Rectangle 4">
            <a:extLst>
              <a:ext uri="{FF2B5EF4-FFF2-40B4-BE49-F238E27FC236}">
                <a16:creationId xmlns:a16="http://schemas.microsoft.com/office/drawing/2014/main" id="{4CDAAC60-09A2-5F2C-0295-0B8557A1C1F2}"/>
              </a:ext>
            </a:extLst>
          </p:cNvPr>
          <p:cNvSpPr/>
          <p:nvPr/>
        </p:nvSpPr>
        <p:spPr>
          <a:xfrm>
            <a:off x="174576" y="155968"/>
            <a:ext cx="2182137"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STACKS</a:t>
            </a:r>
          </a:p>
        </p:txBody>
      </p:sp>
      <p:pic>
        <p:nvPicPr>
          <p:cNvPr id="3" name="Picture 2" descr="A person washing dishes in a kitchen&#10;&#10;AI-generated content may be incorrect.">
            <a:extLst>
              <a:ext uri="{FF2B5EF4-FFF2-40B4-BE49-F238E27FC236}">
                <a16:creationId xmlns:a16="http://schemas.microsoft.com/office/drawing/2014/main" id="{0B4308F5-777D-42A7-9348-E1CAC3553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5721" y="1564953"/>
            <a:ext cx="3773619" cy="4339662"/>
          </a:xfrm>
          <a:prstGeom prst="rect">
            <a:avLst/>
          </a:prstGeom>
        </p:spPr>
      </p:pic>
    </p:spTree>
    <p:extLst>
      <p:ext uri="{BB962C8B-B14F-4D97-AF65-F5344CB8AC3E}">
        <p14:creationId xmlns:p14="http://schemas.microsoft.com/office/powerpoint/2010/main" val="20752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A74CF92E-AE9C-FF90-733B-05749CF4610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20C625B-3C2B-D99E-1AE3-30B5CA2643C7}"/>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16C7A0E-C951-3B5F-6EB7-10B6A87FDA1D}"/>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2357983-E694-D41B-8FD7-BED090C115FB}"/>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A373019-90B6-D530-ADE1-F51B85F3FB45}"/>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170A25A-B0D4-EC40-D159-49DA9E1F9524}"/>
              </a:ext>
            </a:extLst>
          </p:cNvPr>
          <p:cNvSpPr/>
          <p:nvPr/>
        </p:nvSpPr>
        <p:spPr>
          <a:xfrm>
            <a:off x="421105" y="1212852"/>
            <a:ext cx="11514972" cy="266973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And this logic underpins the data structure of the </a:t>
            </a:r>
            <a:r>
              <a:rPr lang="en-US" sz="2800" b="1" i="1" dirty="0">
                <a:solidFill>
                  <a:schemeClr val="accent5">
                    <a:lumMod val="40000"/>
                    <a:lumOff val="60000"/>
                  </a:schemeClr>
                </a:solidFill>
                <a:latin typeface="Bahnschrift" panose="020B0502040204020203" pitchFamily="34" charset="0"/>
              </a:rPr>
              <a:t>stack</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stack works on the </a:t>
            </a:r>
            <a:r>
              <a:rPr lang="en-US" sz="2800" b="1" i="1" dirty="0">
                <a:solidFill>
                  <a:schemeClr val="accent5">
                    <a:lumMod val="40000"/>
                    <a:lumOff val="60000"/>
                  </a:schemeClr>
                </a:solidFill>
                <a:latin typeface="Bahnschrift" panose="020B0502040204020203" pitchFamily="34" charset="0"/>
              </a:rPr>
              <a:t>“Last In, First Out” (LIFO) </a:t>
            </a:r>
            <a:r>
              <a:rPr lang="en-US" sz="2800" dirty="0">
                <a:solidFill>
                  <a:schemeClr val="bg1"/>
                </a:solidFill>
                <a:latin typeface="Bahnschrift" panose="020B0502040204020203" pitchFamily="34" charset="0"/>
              </a:rPr>
              <a:t>principle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last thing added to the stack is the first thing that will be removed from the stack</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Only the ‘top’ element of the stack is ever accessed</a:t>
            </a:r>
          </a:p>
        </p:txBody>
      </p:sp>
      <p:sp>
        <p:nvSpPr>
          <p:cNvPr id="5" name="Rectangle 4">
            <a:extLst>
              <a:ext uri="{FF2B5EF4-FFF2-40B4-BE49-F238E27FC236}">
                <a16:creationId xmlns:a16="http://schemas.microsoft.com/office/drawing/2014/main" id="{D689703B-4BBD-7705-2C78-0181452CB78D}"/>
              </a:ext>
            </a:extLst>
          </p:cNvPr>
          <p:cNvSpPr/>
          <p:nvPr/>
        </p:nvSpPr>
        <p:spPr>
          <a:xfrm>
            <a:off x="174576" y="155968"/>
            <a:ext cx="2182137"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STACKS</a:t>
            </a:r>
          </a:p>
        </p:txBody>
      </p:sp>
      <p:pic>
        <p:nvPicPr>
          <p:cNvPr id="11" name="Picture 10" descr="A diagram of a data element&#10;&#10;AI-generated content may be incorrect.">
            <a:extLst>
              <a:ext uri="{FF2B5EF4-FFF2-40B4-BE49-F238E27FC236}">
                <a16:creationId xmlns:a16="http://schemas.microsoft.com/office/drawing/2014/main" id="{C06981A5-3091-7336-E8D8-1993A4C6F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2697" y="4081032"/>
            <a:ext cx="5400651" cy="2602654"/>
          </a:xfrm>
          <a:prstGeom prst="rect">
            <a:avLst/>
          </a:prstGeom>
        </p:spPr>
      </p:pic>
    </p:spTree>
    <p:extLst>
      <p:ext uri="{BB962C8B-B14F-4D97-AF65-F5344CB8AC3E}">
        <p14:creationId xmlns:p14="http://schemas.microsoft.com/office/powerpoint/2010/main" val="1914996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EDEB69D7-B63E-7023-69E8-2F7E3362321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531E7AA-694F-E6BA-8B62-C8E0207F98BB}"/>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1AF59D9-9285-ED96-505B-42B0EBD9AB63}"/>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02DE9CB-1430-1483-3572-9952EB3BD243}"/>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914DC80-A457-1CFF-6605-A4C92FE62F71}"/>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56DC31A-E7F4-02BC-E6E5-03ABF3ACED63}"/>
              </a:ext>
            </a:extLst>
          </p:cNvPr>
          <p:cNvSpPr/>
          <p:nvPr/>
        </p:nvSpPr>
        <p:spPr>
          <a:xfrm>
            <a:off x="421105" y="1212853"/>
            <a:ext cx="10691824" cy="2662856"/>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When you add an item to the top of a stack, this is referred to as a </a:t>
            </a:r>
            <a:r>
              <a:rPr lang="en-US" sz="2800" b="1" i="1" dirty="0">
                <a:solidFill>
                  <a:schemeClr val="accent5">
                    <a:lumMod val="40000"/>
                    <a:lumOff val="60000"/>
                  </a:schemeClr>
                </a:solidFill>
                <a:latin typeface="Bahnschrift" panose="020B0502040204020203" pitchFamily="34" charset="0"/>
              </a:rPr>
              <a:t>push </a:t>
            </a:r>
            <a:r>
              <a:rPr lang="en-US" sz="2800" dirty="0">
                <a:solidFill>
                  <a:schemeClr val="bg1"/>
                </a:solidFill>
                <a:latin typeface="Bahnschrift" panose="020B0502040204020203" pitchFamily="34" charset="0"/>
              </a:rPr>
              <a:t>operation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Removing the top item of a stack is referred to as a</a:t>
            </a:r>
            <a:r>
              <a:rPr lang="en-US" sz="2800" b="1" i="1" dirty="0">
                <a:solidFill>
                  <a:schemeClr val="accent5">
                    <a:lumMod val="40000"/>
                    <a:lumOff val="60000"/>
                  </a:schemeClr>
                </a:solidFill>
                <a:latin typeface="Bahnschrift" panose="020B0502040204020203" pitchFamily="34" charset="0"/>
              </a:rPr>
              <a:t> pop</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Where have we seen this terminology so far?</a:t>
            </a:r>
          </a:p>
        </p:txBody>
      </p:sp>
      <p:sp>
        <p:nvSpPr>
          <p:cNvPr id="5" name="Rectangle 4">
            <a:extLst>
              <a:ext uri="{FF2B5EF4-FFF2-40B4-BE49-F238E27FC236}">
                <a16:creationId xmlns:a16="http://schemas.microsoft.com/office/drawing/2014/main" id="{B6A56A1E-3740-0C38-6359-7B2B46A8D6F4}"/>
              </a:ext>
            </a:extLst>
          </p:cNvPr>
          <p:cNvSpPr/>
          <p:nvPr/>
        </p:nvSpPr>
        <p:spPr>
          <a:xfrm>
            <a:off x="174576" y="155968"/>
            <a:ext cx="3386771"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PUSH &amp; POP</a:t>
            </a:r>
          </a:p>
        </p:txBody>
      </p:sp>
      <p:pic>
        <p:nvPicPr>
          <p:cNvPr id="2" name="Picture 1" descr="A diagram of a data element&#10;&#10;AI-generated content may be incorrect.">
            <a:extLst>
              <a:ext uri="{FF2B5EF4-FFF2-40B4-BE49-F238E27FC236}">
                <a16:creationId xmlns:a16="http://schemas.microsoft.com/office/drawing/2014/main" id="{BD5A9B55-856B-2253-E064-7E24D2D76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2697" y="4081032"/>
            <a:ext cx="5400651" cy="2602654"/>
          </a:xfrm>
          <a:prstGeom prst="rect">
            <a:avLst/>
          </a:prstGeom>
        </p:spPr>
      </p:pic>
    </p:spTree>
    <p:extLst>
      <p:ext uri="{BB962C8B-B14F-4D97-AF65-F5344CB8AC3E}">
        <p14:creationId xmlns:p14="http://schemas.microsoft.com/office/powerpoint/2010/main" val="4003677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3C64D499-AD9A-07A1-8EFA-C31DF6EC95B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97C2AB9-F9CA-63E4-2D4D-1E75E7069D5B}"/>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3AA6B3F-133E-237B-5848-FDAF2A9D01B8}"/>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B557706-CF34-6C54-59AE-838C3C95B8EA}"/>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156F68C-2BE1-7AD0-9A88-58F089A83BAA}"/>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1122568-D72C-DA8E-FA4A-AAB16A103BAD}"/>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Python does not come in with a built-in stack data type (</a:t>
            </a:r>
            <a:r>
              <a:rPr lang="en-US" sz="2800" dirty="0" err="1">
                <a:solidFill>
                  <a:schemeClr val="bg1"/>
                </a:solidFill>
                <a:latin typeface="Bahnschrift" panose="020B0502040204020203" pitchFamily="34" charset="0"/>
              </a:rPr>
              <a:t>booo</a:t>
            </a:r>
            <a:r>
              <a:rPr lang="en-US" sz="2800" dirty="0">
                <a:solidFill>
                  <a:schemeClr val="bg1"/>
                </a:solidFill>
                <a:latin typeface="Bahnschrift" panose="020B0502040204020203" pitchFamily="34" charset="0"/>
              </a:rPr>
              <a: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From here, we have two options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can enforce stack-styled restrictions onto our list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would these restrictions be?</a:t>
            </a:r>
          </a:p>
        </p:txBody>
      </p:sp>
      <p:sp>
        <p:nvSpPr>
          <p:cNvPr id="5" name="Rectangle 4">
            <a:extLst>
              <a:ext uri="{FF2B5EF4-FFF2-40B4-BE49-F238E27FC236}">
                <a16:creationId xmlns:a16="http://schemas.microsoft.com/office/drawing/2014/main" id="{F9ADCC4F-84D8-C31A-5353-5880F546C4D4}"/>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Tree>
    <p:extLst>
      <p:ext uri="{BB962C8B-B14F-4D97-AF65-F5344CB8AC3E}">
        <p14:creationId xmlns:p14="http://schemas.microsoft.com/office/powerpoint/2010/main" val="781594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25BAEE14-F447-004E-1E92-69D7951DD7C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19721F4-B7FD-CCD7-3D75-CC86A75DDE50}"/>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04CF549-87AD-8757-9844-2F6262221100}"/>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5AB705B-166D-49F2-9796-06F5F6C857FC}"/>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EAA322E-05F5-44FC-92D4-75CA50074064}"/>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2E9A9C4-F161-3165-65B5-09A2089B1CC5}"/>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restrict ourselves to only operating on lists using .append( ) and .pop( ) functions (with nothing in the .pop) they will behave like stacks!</a:t>
            </a:r>
          </a:p>
        </p:txBody>
      </p:sp>
      <p:sp>
        <p:nvSpPr>
          <p:cNvPr id="5" name="Rectangle 4">
            <a:extLst>
              <a:ext uri="{FF2B5EF4-FFF2-40B4-BE49-F238E27FC236}">
                <a16:creationId xmlns:a16="http://schemas.microsoft.com/office/drawing/2014/main" id="{420BCFE1-BF0A-71B4-079D-F61CF2F00109}"/>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
        <p:nvSpPr>
          <p:cNvPr id="11" name="Rectangle 10">
            <a:extLst>
              <a:ext uri="{FF2B5EF4-FFF2-40B4-BE49-F238E27FC236}">
                <a16:creationId xmlns:a16="http://schemas.microsoft.com/office/drawing/2014/main" id="{8A4625B2-2962-EFBC-FEC0-341B328C2A42}"/>
              </a:ext>
            </a:extLst>
          </p:cNvPr>
          <p:cNvSpPr/>
          <p:nvPr/>
        </p:nvSpPr>
        <p:spPr>
          <a:xfrm>
            <a:off x="6853554" y="1344476"/>
            <a:ext cx="4038027" cy="4169047"/>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2000" dirty="0">
                <a:solidFill>
                  <a:srgbClr val="A8AFBE"/>
                </a:solidFill>
                <a:effectLst/>
                <a:latin typeface="Cascadia Code" panose="020B0609020000020004" pitchFamily="49" charset="0"/>
                <a:cs typeface="Cascadia Code" panose="020B0609020000020004" pitchFamily="49" charset="0"/>
              </a:rPr>
              <a:t>stack = []</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10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20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15</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stack.pop</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25</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90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stack.pop</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(stack)</a:t>
            </a:r>
          </a:p>
          <a:p>
            <a:pPr>
              <a:buNone/>
            </a:pPr>
            <a:endParaRPr lang="en-US" sz="2000" dirty="0">
              <a:solidFill>
                <a:srgbClr val="A8AFBE"/>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71467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6F89D23F-5A23-04FD-BC64-9128F641DC2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3A8B6898-9B9D-E6F7-90CF-D05BA3BBAABE}"/>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7C7976-B68D-D38E-65F9-416311F3DC34}"/>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9BF4E6-E96C-5E13-55B7-3C725A680509}"/>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2863CDD-9A92-B1FC-A5C7-914B9E338682}"/>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2CE08B4-234F-0959-A161-F800965C1389}"/>
              </a:ext>
            </a:extLst>
          </p:cNvPr>
          <p:cNvSpPr/>
          <p:nvPr/>
        </p:nvSpPr>
        <p:spPr>
          <a:xfrm>
            <a:off x="421106" y="1212852"/>
            <a:ext cx="5575657"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want to strictly enforce stack constraints though, we can use the python queue library to import what’s called a LIFO 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Instead of push or append, they use .put( ), and instead of .pop( ), they use .get(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 are free to use these, but I would recommend using the lists as we just discussed</a:t>
            </a:r>
          </a:p>
        </p:txBody>
      </p:sp>
      <p:sp>
        <p:nvSpPr>
          <p:cNvPr id="5" name="Rectangle 4">
            <a:extLst>
              <a:ext uri="{FF2B5EF4-FFF2-40B4-BE49-F238E27FC236}">
                <a16:creationId xmlns:a16="http://schemas.microsoft.com/office/drawing/2014/main" id="{7DE70D7F-D6C7-FD1E-AA43-B58BC09D503E}"/>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
        <p:nvSpPr>
          <p:cNvPr id="2" name="Rectangle 1">
            <a:extLst>
              <a:ext uri="{FF2B5EF4-FFF2-40B4-BE49-F238E27FC236}">
                <a16:creationId xmlns:a16="http://schemas.microsoft.com/office/drawing/2014/main" id="{8B727BB3-5C6D-A6FA-3CCF-94700361E289}"/>
              </a:ext>
            </a:extLst>
          </p:cNvPr>
          <p:cNvSpPr/>
          <p:nvPr/>
        </p:nvSpPr>
        <p:spPr>
          <a:xfrm>
            <a:off x="6612922" y="1076344"/>
            <a:ext cx="5006145" cy="5152577"/>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1400" dirty="0">
                <a:solidFill>
                  <a:srgbClr val="CC844F"/>
                </a:solidFill>
                <a:effectLst/>
                <a:latin typeface="Cascadia Code" panose="020B0609020000020004" pitchFamily="49" charset="0"/>
                <a:cs typeface="Cascadia Code" panose="020B0609020000020004" pitchFamily="49" charset="0"/>
              </a:rPr>
              <a:t>from </a:t>
            </a:r>
            <a:r>
              <a:rPr lang="en-US" sz="1400" dirty="0">
                <a:solidFill>
                  <a:srgbClr val="A8AFBE"/>
                </a:solidFill>
                <a:effectLst/>
                <a:latin typeface="Cascadia Code" panose="020B0609020000020004" pitchFamily="49" charset="0"/>
                <a:cs typeface="Cascadia Code" panose="020B0609020000020004" pitchFamily="49" charset="0"/>
              </a:rPr>
              <a:t>queue </a:t>
            </a:r>
            <a:r>
              <a:rPr lang="en-US" sz="1400" dirty="0">
                <a:solidFill>
                  <a:srgbClr val="CC844F"/>
                </a:solidFill>
                <a:effectLst/>
                <a:latin typeface="Cascadia Code" panose="020B0609020000020004" pitchFamily="49" charset="0"/>
                <a:cs typeface="Cascadia Code" panose="020B0609020000020004" pitchFamily="49" charset="0"/>
              </a:rPr>
              <a:t>import </a:t>
            </a:r>
            <a:r>
              <a:rPr lang="en-US" sz="1400" dirty="0" err="1">
                <a:solidFill>
                  <a:srgbClr val="A8AFBE"/>
                </a:solidFill>
                <a:effectLst/>
                <a:latin typeface="Cascadia Code" panose="020B0609020000020004" pitchFamily="49" charset="0"/>
                <a:cs typeface="Cascadia Code" panose="020B0609020000020004" pitchFamily="49" charset="0"/>
              </a:rPr>
              <a:t>LifoQueue</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 Initializing a stack</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stack</a:t>
            </a:r>
            <a:r>
              <a:rPr lang="en-US" sz="1400" dirty="0">
                <a:solidFill>
                  <a:srgbClr val="A8AFBE"/>
                </a:solidFill>
                <a:effectLst/>
                <a:latin typeface="Cascadia Code" panose="020B0609020000020004" pitchFamily="49" charset="0"/>
                <a:cs typeface="Cascadia Code" panose="020B0609020000020004" pitchFamily="49" charset="0"/>
              </a:rPr>
              <a:t> = </a:t>
            </a:r>
            <a:r>
              <a:rPr lang="en-US" sz="1400" dirty="0" err="1">
                <a:solidFill>
                  <a:srgbClr val="A8AFBE"/>
                </a:solidFill>
                <a:effectLst/>
                <a:latin typeface="Cascadia Code" panose="020B0609020000020004" pitchFamily="49" charset="0"/>
                <a:cs typeface="Cascadia Code" panose="020B0609020000020004" pitchFamily="49" charset="0"/>
              </a:rPr>
              <a:t>LifoQueue</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A4926"/>
                </a:solidFill>
                <a:effectLst/>
                <a:latin typeface="Cascadia Code" panose="020B0609020000020004" pitchFamily="49" charset="0"/>
                <a:cs typeface="Cascadia Code" panose="020B0609020000020004" pitchFamily="49" charset="0"/>
              </a:rPr>
              <a:t>maxsize</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6897BB"/>
                </a:solidFill>
                <a:effectLst/>
                <a:latin typeface="Cascadia Code" panose="020B0609020000020004" pitchFamily="49" charset="0"/>
                <a:cs typeface="Cascadia Code" panose="020B0609020000020004" pitchFamily="49" charset="0"/>
              </a:rPr>
              <a:t>3</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 </a:t>
            </a:r>
            <a:r>
              <a:rPr lang="en-US" sz="1400" dirty="0" err="1">
                <a:solidFill>
                  <a:srgbClr val="808080"/>
                </a:solidFill>
                <a:effectLst/>
                <a:latin typeface="Cascadia Code" panose="020B0609020000020004" pitchFamily="49" charset="0"/>
                <a:cs typeface="Cascadia Code" panose="020B0609020000020004" pitchFamily="49" charset="0"/>
              </a:rPr>
              <a:t>qsize</a:t>
            </a:r>
            <a:r>
              <a:rPr lang="en-US" sz="1400" dirty="0">
                <a:solidFill>
                  <a:srgbClr val="808080"/>
                </a:solidFill>
                <a:effectLst/>
                <a:latin typeface="Cascadia Code" panose="020B0609020000020004" pitchFamily="49" charset="0"/>
                <a:cs typeface="Cascadia Code" panose="020B0609020000020004" pitchFamily="49" charset="0"/>
              </a:rPr>
              <a:t>() show the number of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stack.qsize</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#pushing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stack.put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stack.put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'b'</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stack.put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'c'</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"Full: "</a:t>
            </a:r>
            <a:r>
              <a:rPr lang="en-US" sz="1400" dirty="0">
                <a:solidFill>
                  <a:srgbClr val="CC7832"/>
                </a:solidFill>
                <a:effectLst/>
                <a:latin typeface="Cascadia Code" panose="020B0609020000020004" pitchFamily="49" charset="0"/>
                <a:cs typeface="Cascadia Code" panose="020B0609020000020004" pitchFamily="49" charset="0"/>
              </a:rPr>
              <a:t>, </a:t>
            </a:r>
            <a:r>
              <a:rPr lang="en-US" sz="1400" dirty="0" err="1">
                <a:solidFill>
                  <a:srgbClr val="A8AFBE"/>
                </a:solidFill>
                <a:effectLst/>
                <a:latin typeface="Cascadia Code" panose="020B0609020000020004" pitchFamily="49" charset="0"/>
                <a:cs typeface="Cascadia Code" panose="020B0609020000020004" pitchFamily="49" charset="0"/>
              </a:rPr>
              <a:t>stack.full</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"Size: "</a:t>
            </a:r>
            <a:r>
              <a:rPr lang="en-US" sz="1400" dirty="0">
                <a:solidFill>
                  <a:srgbClr val="CC7832"/>
                </a:solidFill>
                <a:effectLst/>
                <a:latin typeface="Cascadia Code" panose="020B0609020000020004" pitchFamily="49" charset="0"/>
                <a:cs typeface="Cascadia Code" panose="020B0609020000020004" pitchFamily="49" charset="0"/>
              </a:rPr>
              <a:t>, </a:t>
            </a:r>
            <a:r>
              <a:rPr lang="en-US" sz="1400" dirty="0" err="1">
                <a:solidFill>
                  <a:srgbClr val="A8AFBE"/>
                </a:solidFill>
                <a:effectLst/>
                <a:latin typeface="Cascadia Code" panose="020B0609020000020004" pitchFamily="49" charset="0"/>
                <a:cs typeface="Cascadia Code" panose="020B0609020000020004" pitchFamily="49" charset="0"/>
              </a:rPr>
              <a:t>stack.qsize</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#popping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t>
            </a:r>
            <a:r>
              <a:rPr lang="en-US" sz="1400" b="1" dirty="0">
                <a:solidFill>
                  <a:srgbClr val="AC6EB7"/>
                </a:solidFill>
                <a:effectLst/>
                <a:latin typeface="Cascadia Code" panose="020B0609020000020004" pitchFamily="49" charset="0"/>
                <a:cs typeface="Cascadia Code" panose="020B0609020000020004" pitchFamily="49" charset="0"/>
              </a:rPr>
              <a:t>\</a:t>
            </a:r>
            <a:r>
              <a:rPr lang="en-US" sz="1400" b="1" dirty="0" err="1">
                <a:solidFill>
                  <a:srgbClr val="AC6EB7"/>
                </a:solidFill>
                <a:effectLst/>
                <a:latin typeface="Cascadia Code" panose="020B0609020000020004" pitchFamily="49" charset="0"/>
                <a:cs typeface="Cascadia Code" panose="020B0609020000020004" pitchFamily="49" charset="0"/>
              </a:rPr>
              <a:t>n</a:t>
            </a:r>
            <a:r>
              <a:rPr lang="en-US" sz="1400" dirty="0" err="1">
                <a:solidFill>
                  <a:srgbClr val="75AA5F"/>
                </a:solidFill>
                <a:effectLst/>
                <a:latin typeface="Cascadia Code" panose="020B0609020000020004" pitchFamily="49" charset="0"/>
                <a:cs typeface="Cascadia Code" panose="020B0609020000020004" pitchFamily="49" charset="0"/>
              </a:rPr>
              <a:t>Elements</a:t>
            </a:r>
            <a:r>
              <a:rPr lang="en-US" sz="1400" dirty="0">
                <a:solidFill>
                  <a:srgbClr val="75AA5F"/>
                </a:solidFill>
                <a:effectLst/>
                <a:latin typeface="Cascadia Code" panose="020B0609020000020004" pitchFamily="49" charset="0"/>
                <a:cs typeface="Cascadia Code" panose="020B0609020000020004" pitchFamily="49" charset="0"/>
              </a:rPr>
              <a:t> popped from the stack'</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stack.get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stack.get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stack.get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t>
            </a:r>
            <a:r>
              <a:rPr lang="en-US" sz="1400" b="1" dirty="0">
                <a:solidFill>
                  <a:srgbClr val="AC6EB7"/>
                </a:solidFill>
                <a:effectLst/>
                <a:latin typeface="Cascadia Code" panose="020B0609020000020004" pitchFamily="49" charset="0"/>
                <a:cs typeface="Cascadia Code" panose="020B0609020000020004" pitchFamily="49" charset="0"/>
              </a:rPr>
              <a:t>\</a:t>
            </a:r>
            <a:r>
              <a:rPr lang="en-US" sz="1400" b="1" dirty="0" err="1">
                <a:solidFill>
                  <a:srgbClr val="AC6EB7"/>
                </a:solidFill>
                <a:effectLst/>
                <a:latin typeface="Cascadia Code" panose="020B0609020000020004" pitchFamily="49" charset="0"/>
                <a:cs typeface="Cascadia Code" panose="020B0609020000020004" pitchFamily="49" charset="0"/>
              </a:rPr>
              <a:t>n</a:t>
            </a:r>
            <a:r>
              <a:rPr lang="en-US" sz="1400" dirty="0" err="1">
                <a:solidFill>
                  <a:srgbClr val="75AA5F"/>
                </a:solidFill>
                <a:effectLst/>
                <a:latin typeface="Cascadia Code" panose="020B0609020000020004" pitchFamily="49" charset="0"/>
                <a:cs typeface="Cascadia Code" panose="020B0609020000020004" pitchFamily="49" charset="0"/>
              </a:rPr>
              <a:t>Empty</a:t>
            </a:r>
            <a:r>
              <a:rPr lang="en-US" sz="1400" dirty="0">
                <a:solidFill>
                  <a:srgbClr val="75AA5F"/>
                </a:solidFill>
                <a:effectLst/>
                <a:latin typeface="Cascadia Code" panose="020B0609020000020004" pitchFamily="49" charset="0"/>
                <a:cs typeface="Cascadia Code" panose="020B0609020000020004" pitchFamily="49" charset="0"/>
              </a:rPr>
              <a:t>: "</a:t>
            </a:r>
            <a:r>
              <a:rPr lang="en-US" sz="1400" dirty="0">
                <a:solidFill>
                  <a:srgbClr val="CC7832"/>
                </a:solidFill>
                <a:effectLst/>
                <a:latin typeface="Cascadia Code" panose="020B0609020000020004" pitchFamily="49" charset="0"/>
                <a:cs typeface="Cascadia Code" panose="020B0609020000020004" pitchFamily="49" charset="0"/>
              </a:rPr>
              <a:t>, </a:t>
            </a:r>
            <a:r>
              <a:rPr lang="en-US" sz="1400" dirty="0" err="1">
                <a:solidFill>
                  <a:srgbClr val="A8AFBE"/>
                </a:solidFill>
                <a:effectLst/>
                <a:latin typeface="Cascadia Code" panose="020B0609020000020004" pitchFamily="49" charset="0"/>
                <a:cs typeface="Cascadia Code" panose="020B0609020000020004" pitchFamily="49" charset="0"/>
              </a:rPr>
              <a:t>stack.empty</a:t>
            </a:r>
            <a:r>
              <a:rPr lang="en-US" sz="1400" dirty="0">
                <a:solidFill>
                  <a:srgbClr val="A8AFBE"/>
                </a:solidFill>
                <a:effectLst/>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316047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B1ABE0FE-8E2A-D313-11DB-AF670FB4FB6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ADD9B34-E955-C7E8-E9BE-C103D2FB2E6C}"/>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2D66C5B-53D0-F55E-2FB0-DE235BE7D803}"/>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7C4BF8C-120A-3A30-6083-460DF288A2F6}"/>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D3CE5E8-0AE5-2083-0F08-994D4080AE4B}"/>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3DF1ED-A5C9-0D19-F5AE-255CF0F94027}"/>
              </a:ext>
            </a:extLst>
          </p:cNvPr>
          <p:cNvSpPr/>
          <p:nvPr/>
        </p:nvSpPr>
        <p:spPr>
          <a:xfrm>
            <a:off x="421106" y="1212852"/>
            <a:ext cx="5575657"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Checking if the stack is empty:</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Not a built in feature, check to see if </a:t>
            </a:r>
            <a:r>
              <a:rPr lang="en-US" sz="2800" dirty="0" err="1">
                <a:solidFill>
                  <a:schemeClr val="bg1"/>
                </a:solidFill>
                <a:latin typeface="Bahnschrift" panose="020B0502040204020203" pitchFamily="34" charset="0"/>
              </a:rPr>
              <a:t>len</a:t>
            </a:r>
            <a:r>
              <a:rPr lang="en-US" sz="2800" dirty="0">
                <a:solidFill>
                  <a:schemeClr val="bg1"/>
                </a:solidFill>
                <a:latin typeface="Bahnschrift" panose="020B0502040204020203" pitchFamily="34" charset="0"/>
              </a:rPr>
              <a:t>(stack) == 0</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Peeking at the top element of the stack without popping it: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Access the top element of the stack by indexing it like so:</a:t>
            </a:r>
          </a:p>
          <a:p>
            <a:pPr marL="914400" lvl="1"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E0240BBD-4FAF-E615-C027-1CDE749F4AB0}"/>
              </a:ext>
            </a:extLst>
          </p:cNvPr>
          <p:cNvSpPr/>
          <p:nvPr/>
        </p:nvSpPr>
        <p:spPr>
          <a:xfrm>
            <a:off x="-95789" y="142544"/>
            <a:ext cx="5518394"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STACK OPERATIONS</a:t>
            </a:r>
          </a:p>
        </p:txBody>
      </p:sp>
      <p:sp>
        <p:nvSpPr>
          <p:cNvPr id="2" name="Rectangle 1">
            <a:extLst>
              <a:ext uri="{FF2B5EF4-FFF2-40B4-BE49-F238E27FC236}">
                <a16:creationId xmlns:a16="http://schemas.microsoft.com/office/drawing/2014/main" id="{0B9BB050-8F99-CD6D-5623-4010377DB6EB}"/>
              </a:ext>
            </a:extLst>
          </p:cNvPr>
          <p:cNvSpPr/>
          <p:nvPr/>
        </p:nvSpPr>
        <p:spPr>
          <a:xfrm>
            <a:off x="6930261" y="1337386"/>
            <a:ext cx="4182668" cy="4183228"/>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2000" dirty="0">
                <a:solidFill>
                  <a:srgbClr val="A8AFBE"/>
                </a:solidFill>
                <a:effectLst/>
                <a:latin typeface="Cascadia Code" panose="020B0609020000020004" pitchFamily="49" charset="0"/>
                <a:cs typeface="Cascadia Code" panose="020B0609020000020004" pitchFamily="49" charset="0"/>
              </a:rPr>
              <a:t>stack = []</a:t>
            </a:r>
            <a:br>
              <a:rPr lang="en-US" sz="2000" dirty="0">
                <a:solidFill>
                  <a:srgbClr val="A8AFBE"/>
                </a:solidFill>
                <a:effectLst/>
                <a:latin typeface="Cascadia Code" panose="020B0609020000020004" pitchFamily="49" charset="0"/>
                <a:cs typeface="Cascadia Code" panose="020B0609020000020004" pitchFamily="49" charset="0"/>
              </a:rPr>
            </a:b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"Joe"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"Toe"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"Moe"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(stack[</a:t>
            </a:r>
            <a:r>
              <a:rPr lang="en-US" sz="2000" dirty="0" err="1">
                <a:solidFill>
                  <a:srgbClr val="8888C6"/>
                </a:solidFill>
                <a:effectLst/>
                <a:latin typeface="Cascadia Code" panose="020B0609020000020004" pitchFamily="49" charset="0"/>
                <a:cs typeface="Cascadia Code" panose="020B0609020000020004" pitchFamily="49" charset="0"/>
              </a:rPr>
              <a:t>len</a:t>
            </a:r>
            <a:r>
              <a:rPr lang="en-US" sz="2000" dirty="0">
                <a:solidFill>
                  <a:srgbClr val="A8AFBE"/>
                </a:solidFill>
                <a:effectLst/>
                <a:latin typeface="Cascadia Code" panose="020B0609020000020004" pitchFamily="49" charset="0"/>
                <a:cs typeface="Cascadia Code" panose="020B0609020000020004" pitchFamily="49" charset="0"/>
              </a:rPr>
              <a:t>(stack)-</a:t>
            </a:r>
            <a:r>
              <a:rPr lang="en-US" sz="2000" dirty="0">
                <a:solidFill>
                  <a:srgbClr val="6897BB"/>
                </a:solidFill>
                <a:effectLst/>
                <a:latin typeface="Cascadia Code" panose="020B0609020000020004" pitchFamily="49" charset="0"/>
                <a:cs typeface="Cascadia Code" panose="020B0609020000020004" pitchFamily="49" charset="0"/>
              </a:rPr>
              <a:t>1</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stack.pop</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stack.pop</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stack.pop</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err="1">
                <a:solidFill>
                  <a:srgbClr val="8888C6"/>
                </a:solidFill>
                <a:effectLst/>
                <a:latin typeface="Cascadia Code" panose="020B0609020000020004" pitchFamily="49" charset="0"/>
                <a:cs typeface="Cascadia Code" panose="020B0609020000020004" pitchFamily="49" charset="0"/>
              </a:rPr>
              <a:t>len</a:t>
            </a:r>
            <a:r>
              <a:rPr lang="en-US" sz="2000" dirty="0">
                <a:solidFill>
                  <a:srgbClr val="A8AFBE"/>
                </a:solidFill>
                <a:effectLst/>
                <a:latin typeface="Cascadia Code" panose="020B0609020000020004" pitchFamily="49" charset="0"/>
                <a:cs typeface="Cascadia Code" panose="020B0609020000020004" pitchFamily="49" charset="0"/>
              </a:rPr>
              <a:t>(stack) == </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371599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2F4D4E82-A752-577A-8D89-D50CD9EA387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66A41652-CB99-AE9B-3AC0-E7CEC2106EAB}"/>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EE20843-7AA0-3B57-711E-B23ECB0F5F63}"/>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0475337-C4B3-CC9D-2AAD-EC93A7F0CA3B}"/>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0F5398A-4924-BDE3-57F7-55C720D7B30C}"/>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E85A3A5-58C1-BB87-D125-BFE17E51E0E5}"/>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use cases that you can think of for stacks like this?</a:t>
            </a:r>
          </a:p>
        </p:txBody>
      </p:sp>
      <p:sp>
        <p:nvSpPr>
          <p:cNvPr id="5" name="Rectangle 4">
            <a:extLst>
              <a:ext uri="{FF2B5EF4-FFF2-40B4-BE49-F238E27FC236}">
                <a16:creationId xmlns:a16="http://schemas.microsoft.com/office/drawing/2014/main" id="{1E71A46B-EE55-9685-40BE-8F9476A829B4}"/>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USES OF STACKS</a:t>
            </a:r>
          </a:p>
        </p:txBody>
      </p:sp>
    </p:spTree>
    <p:extLst>
      <p:ext uri="{BB962C8B-B14F-4D97-AF65-F5344CB8AC3E}">
        <p14:creationId xmlns:p14="http://schemas.microsoft.com/office/powerpoint/2010/main" val="394935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F718604E-57B0-BE78-166F-E332040B8916}"/>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4D4FDDC9-7E6D-11A1-23A9-63C240758BBD}"/>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D49B48D-E345-E0D2-73D9-F23BD57C5B0A}"/>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54FA26E-736A-AA91-9120-C9729EDB7834}"/>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989142C-8BC2-FFBE-98BE-20118E5A3B5F}"/>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236D5CE-C8B2-A5F6-654A-CD8103E3C8C3}"/>
              </a:ext>
            </a:extLst>
          </p:cNvPr>
          <p:cNvSpPr/>
          <p:nvPr/>
        </p:nvSpPr>
        <p:spPr>
          <a:xfrm>
            <a:off x="421106" y="1212852"/>
            <a:ext cx="10927378"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Creating an undo feature in applications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Push the actions you take to a stack, pop them off if they are undone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Going back pages in a web browser</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Interrupt handling in a CPU (will discuss in depth later)</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Evaluating arithmetic expressions in Reverse Polish Notation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Recursion</a:t>
            </a:r>
          </a:p>
        </p:txBody>
      </p:sp>
      <p:sp>
        <p:nvSpPr>
          <p:cNvPr id="5" name="Rectangle 4">
            <a:extLst>
              <a:ext uri="{FF2B5EF4-FFF2-40B4-BE49-F238E27FC236}">
                <a16:creationId xmlns:a16="http://schemas.microsoft.com/office/drawing/2014/main" id="{8B112F0E-92CA-E6D8-EBED-315A218DA9D2}"/>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USES OF STACKS</a:t>
            </a:r>
          </a:p>
        </p:txBody>
      </p:sp>
    </p:spTree>
    <p:extLst>
      <p:ext uri="{BB962C8B-B14F-4D97-AF65-F5344CB8AC3E}">
        <p14:creationId xmlns:p14="http://schemas.microsoft.com/office/powerpoint/2010/main" val="863474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1902DD03-9853-C849-C594-211B8C555FA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AC09FF5-7F0D-DA88-A3F6-EE8C0972E029}"/>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89A0D0-A2E6-191A-B1DC-ED8138F147D5}"/>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AB32612-457F-CB17-B068-7AFEEDB6E1F8}"/>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9A7B9A7-3E4F-1128-841E-99E5A1AA24E5}"/>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F81C78-0B23-FFA7-76B5-28566CCFEB37}"/>
              </a:ext>
            </a:extLst>
          </p:cNvPr>
          <p:cNvSpPr/>
          <p:nvPr/>
        </p:nvSpPr>
        <p:spPr>
          <a:xfrm>
            <a:off x="421105" y="1212852"/>
            <a:ext cx="6777399" cy="539167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Now, imagine that you’re at the end of a long, long line at the ticket booth</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You’ll have to wait for the people who got into line first to get through before you get the chance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Obviously, if you cut in line you don’t have a soul</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first person to enter the line is the first person to leave</a:t>
            </a:r>
          </a:p>
        </p:txBody>
      </p:sp>
      <p:sp>
        <p:nvSpPr>
          <p:cNvPr id="5" name="Rectangle 4">
            <a:extLst>
              <a:ext uri="{FF2B5EF4-FFF2-40B4-BE49-F238E27FC236}">
                <a16:creationId xmlns:a16="http://schemas.microsoft.com/office/drawing/2014/main" id="{E344D486-3DE3-811B-72EA-9720FD2D1DD1}"/>
              </a:ext>
            </a:extLst>
          </p:cNvPr>
          <p:cNvSpPr/>
          <p:nvPr/>
        </p:nvSpPr>
        <p:spPr>
          <a:xfrm>
            <a:off x="174576" y="155968"/>
            <a:ext cx="2582801"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QUEUES</a:t>
            </a:r>
          </a:p>
        </p:txBody>
      </p:sp>
      <p:pic>
        <p:nvPicPr>
          <p:cNvPr id="6" name="Picture 5" descr="A line of people standing in a line&#10;&#10;AI-generated content may be incorrect.">
            <a:extLst>
              <a:ext uri="{FF2B5EF4-FFF2-40B4-BE49-F238E27FC236}">
                <a16:creationId xmlns:a16="http://schemas.microsoft.com/office/drawing/2014/main" id="{B2A3936E-4AAE-0747-D078-A8B8915B47F3}"/>
              </a:ext>
            </a:extLst>
          </p:cNvPr>
          <p:cNvPicPr>
            <a:picLocks noChangeAspect="1"/>
          </p:cNvPicPr>
          <p:nvPr/>
        </p:nvPicPr>
        <p:blipFill>
          <a:blip r:embed="rId2">
            <a:extLst>
              <a:ext uri="{28A0092B-C50C-407E-A947-70E740481C1C}">
                <a14:useLocalDpi xmlns:a14="http://schemas.microsoft.com/office/drawing/2010/main" val="0"/>
              </a:ext>
            </a:extLst>
          </a:blip>
          <a:srcRect b="9630"/>
          <a:stretch>
            <a:fillRect/>
          </a:stretch>
        </p:blipFill>
        <p:spPr>
          <a:xfrm>
            <a:off x="7501553" y="1479892"/>
            <a:ext cx="4534421" cy="4353838"/>
          </a:xfrm>
          <a:prstGeom prst="rect">
            <a:avLst/>
          </a:prstGeom>
        </p:spPr>
      </p:pic>
    </p:spTree>
    <p:extLst>
      <p:ext uri="{BB962C8B-B14F-4D97-AF65-F5344CB8AC3E}">
        <p14:creationId xmlns:p14="http://schemas.microsoft.com/office/powerpoint/2010/main" val="69489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AE02F8E7-429A-3C26-6C12-74C277343AD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0FA13A0-8110-372A-C890-F7202E28DC96}"/>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E16790E-E91C-6060-499E-3A2B839A8E6A}"/>
              </a:ext>
            </a:extLst>
          </p:cNvPr>
          <p:cNvSpPr/>
          <p:nvPr/>
        </p:nvSpPr>
        <p:spPr>
          <a:xfrm>
            <a:off x="8516305" y="6216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2E155D2-6121-CDF9-ACBA-0768E23B2008}"/>
              </a:ext>
            </a:extLst>
          </p:cNvPr>
          <p:cNvSpPr/>
          <p:nvPr/>
        </p:nvSpPr>
        <p:spPr>
          <a:xfrm>
            <a:off x="0" y="2384209"/>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19B8EE5-5D58-3789-401C-B03B46962DF6}"/>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A5BE02F-3A54-C4F9-654A-9E5083324C51}"/>
              </a:ext>
            </a:extLst>
          </p:cNvPr>
          <p:cNvSpPr/>
          <p:nvPr/>
        </p:nvSpPr>
        <p:spPr>
          <a:xfrm>
            <a:off x="421105" y="1212852"/>
            <a:ext cx="11514972" cy="266973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And this logic underpins the data structure of the </a:t>
            </a:r>
            <a:r>
              <a:rPr lang="en-US" sz="2800" b="1" i="1" dirty="0">
                <a:solidFill>
                  <a:schemeClr val="accent5">
                    <a:lumMod val="40000"/>
                    <a:lumOff val="60000"/>
                  </a:schemeClr>
                </a:solidFill>
                <a:latin typeface="Bahnschrift" panose="020B0502040204020203" pitchFamily="34" charset="0"/>
              </a:rPr>
              <a:t>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queue works on the </a:t>
            </a:r>
            <a:r>
              <a:rPr lang="en-US" sz="2800" b="1" i="1" dirty="0">
                <a:solidFill>
                  <a:schemeClr val="accent5">
                    <a:lumMod val="40000"/>
                    <a:lumOff val="60000"/>
                  </a:schemeClr>
                </a:solidFill>
                <a:latin typeface="Bahnschrift" panose="020B0502040204020203" pitchFamily="34" charset="0"/>
              </a:rPr>
              <a:t>“First In, First Out” (FIFO) </a:t>
            </a:r>
            <a:r>
              <a:rPr lang="en-US" sz="2800" dirty="0">
                <a:solidFill>
                  <a:schemeClr val="bg1"/>
                </a:solidFill>
                <a:latin typeface="Bahnschrift" panose="020B0502040204020203" pitchFamily="34" charset="0"/>
              </a:rPr>
              <a:t>principle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first thing added to the queue is the first thing that will be removed from the 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Only the ‘front’ element of the queue is ever accessed</a:t>
            </a:r>
          </a:p>
        </p:txBody>
      </p:sp>
      <p:sp>
        <p:nvSpPr>
          <p:cNvPr id="5" name="Rectangle 4">
            <a:extLst>
              <a:ext uri="{FF2B5EF4-FFF2-40B4-BE49-F238E27FC236}">
                <a16:creationId xmlns:a16="http://schemas.microsoft.com/office/drawing/2014/main" id="{AAB9F060-BB2F-5A4C-EC89-765F16DAB69F}"/>
              </a:ext>
            </a:extLst>
          </p:cNvPr>
          <p:cNvSpPr/>
          <p:nvPr/>
        </p:nvSpPr>
        <p:spPr>
          <a:xfrm>
            <a:off x="174576" y="155968"/>
            <a:ext cx="2182137"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STACKS</a:t>
            </a:r>
          </a:p>
        </p:txBody>
      </p:sp>
      <p:pic>
        <p:nvPicPr>
          <p:cNvPr id="3" name="Picture 2" descr="A screenshot of a computer&#10;&#10;AI-generated content may be incorrect.">
            <a:extLst>
              <a:ext uri="{FF2B5EF4-FFF2-40B4-BE49-F238E27FC236}">
                <a16:creationId xmlns:a16="http://schemas.microsoft.com/office/drawing/2014/main" id="{0531CF84-FFA4-E557-5022-87F71F267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83" y="4473791"/>
            <a:ext cx="12014817" cy="1866996"/>
          </a:xfrm>
          <a:prstGeom prst="rect">
            <a:avLst/>
          </a:prstGeom>
        </p:spPr>
      </p:pic>
    </p:spTree>
    <p:extLst>
      <p:ext uri="{BB962C8B-B14F-4D97-AF65-F5344CB8AC3E}">
        <p14:creationId xmlns:p14="http://schemas.microsoft.com/office/powerpoint/2010/main" val="177640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AB1C6FA6-9516-A0EA-29A8-DBAC3568D38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8DD87DC0-6518-7FBE-BF52-351EC544FD85}"/>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4FCB0E6-6E47-DF08-9814-FCF6EC9E2609}"/>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C2B4B4F-747C-92C6-31BD-2428F5AA5686}"/>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9DE440D-F5C5-8BB4-1DC9-0B7758E7ACB5}"/>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1E71C4-8256-2AB0-D0D8-BDF3C5162E20}"/>
              </a:ext>
            </a:extLst>
          </p:cNvPr>
          <p:cNvSpPr/>
          <p:nvPr/>
        </p:nvSpPr>
        <p:spPr>
          <a:xfrm>
            <a:off x="421105" y="1212853"/>
            <a:ext cx="10691824" cy="164376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 add an item to the end of the queue, we </a:t>
            </a:r>
            <a:r>
              <a:rPr lang="en-US" sz="2800" b="1" i="1" dirty="0">
                <a:solidFill>
                  <a:schemeClr val="accent5">
                    <a:lumMod val="40000"/>
                    <a:lumOff val="60000"/>
                  </a:schemeClr>
                </a:solidFill>
                <a:latin typeface="Bahnschrift" panose="020B0502040204020203" pitchFamily="34" charset="0"/>
              </a:rPr>
              <a:t>enqueue</a:t>
            </a:r>
            <a:r>
              <a:rPr lang="en-US" sz="2800" dirty="0">
                <a:solidFill>
                  <a:schemeClr val="bg1"/>
                </a:solidFill>
                <a:latin typeface="Bahnschrift" panose="020B0502040204020203" pitchFamily="34" charset="0"/>
              </a:rPr>
              <a:t> it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 remove an item from the front of the queue, we </a:t>
            </a:r>
            <a:r>
              <a:rPr lang="en-US" sz="2800" b="1" i="1" dirty="0">
                <a:solidFill>
                  <a:schemeClr val="accent5">
                    <a:lumMod val="40000"/>
                    <a:lumOff val="60000"/>
                  </a:schemeClr>
                </a:solidFill>
                <a:latin typeface="Bahnschrift" panose="020B0502040204020203" pitchFamily="34" charset="0"/>
              </a:rPr>
              <a:t>dequeue</a:t>
            </a:r>
            <a:r>
              <a:rPr lang="en-US" sz="2800" dirty="0">
                <a:solidFill>
                  <a:schemeClr val="bg1"/>
                </a:solidFill>
                <a:latin typeface="Bahnschrift" panose="020B0502040204020203" pitchFamily="34" charset="0"/>
              </a:rPr>
              <a:t> it</a:t>
            </a:r>
          </a:p>
        </p:txBody>
      </p:sp>
      <p:sp>
        <p:nvSpPr>
          <p:cNvPr id="5" name="Rectangle 4">
            <a:extLst>
              <a:ext uri="{FF2B5EF4-FFF2-40B4-BE49-F238E27FC236}">
                <a16:creationId xmlns:a16="http://schemas.microsoft.com/office/drawing/2014/main" id="{E0AD883D-FA89-DCE1-F245-F1427C2DD5FE}"/>
              </a:ext>
            </a:extLst>
          </p:cNvPr>
          <p:cNvSpPr/>
          <p:nvPr/>
        </p:nvSpPr>
        <p:spPr>
          <a:xfrm>
            <a:off x="174576" y="155968"/>
            <a:ext cx="5921424"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ENQUEUE &amp; DEQUEUE</a:t>
            </a:r>
          </a:p>
        </p:txBody>
      </p:sp>
      <p:pic>
        <p:nvPicPr>
          <p:cNvPr id="6" name="Picture 5" descr="A screenshot of a computer&#10;&#10;AI-generated content may be incorrect.">
            <a:extLst>
              <a:ext uri="{FF2B5EF4-FFF2-40B4-BE49-F238E27FC236}">
                <a16:creationId xmlns:a16="http://schemas.microsoft.com/office/drawing/2014/main" id="{70B5EB76-ACD7-04C0-B0DB-3611F1EE0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1" y="4239242"/>
            <a:ext cx="12014817" cy="1866996"/>
          </a:xfrm>
          <a:prstGeom prst="rect">
            <a:avLst/>
          </a:prstGeom>
        </p:spPr>
      </p:pic>
    </p:spTree>
    <p:extLst>
      <p:ext uri="{BB962C8B-B14F-4D97-AF65-F5344CB8AC3E}">
        <p14:creationId xmlns:p14="http://schemas.microsoft.com/office/powerpoint/2010/main" val="3951691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5C721235-47F2-D155-CA49-65D56544CD3C}"/>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4579F3A2-0897-0755-4D86-D001D023BD9B}"/>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D9F91A0-EFBF-EE3D-122D-9B6FCBA029D9}"/>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5095943-B5A3-2BBF-A4DA-24F87A08D8F8}"/>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A6E2FCA-8005-F2E9-573C-454C49BF8D0C}"/>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F714879-014B-BF31-CDF6-A163EF610FA8}"/>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Python does not come in with a built-in queue data type either (</a:t>
            </a:r>
            <a:r>
              <a:rPr lang="en-US" sz="2800" dirty="0" err="1">
                <a:solidFill>
                  <a:schemeClr val="bg1"/>
                </a:solidFill>
                <a:latin typeface="Bahnschrift" panose="020B0502040204020203" pitchFamily="34" charset="0"/>
              </a:rPr>
              <a:t>booo</a:t>
            </a:r>
            <a:r>
              <a:rPr lang="en-US" sz="2800" dirty="0">
                <a:solidFill>
                  <a:schemeClr val="bg1"/>
                </a:solidFill>
                <a:latin typeface="Bahnschrift" panose="020B0502040204020203" pitchFamily="34" charset="0"/>
              </a:rPr>
              <a:t> again)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From here, we have two options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can enforce queue-styled restrictions onto our list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would these restrictions be?</a:t>
            </a:r>
          </a:p>
        </p:txBody>
      </p:sp>
      <p:sp>
        <p:nvSpPr>
          <p:cNvPr id="5" name="Rectangle 4">
            <a:extLst>
              <a:ext uri="{FF2B5EF4-FFF2-40B4-BE49-F238E27FC236}">
                <a16:creationId xmlns:a16="http://schemas.microsoft.com/office/drawing/2014/main" id="{33F2AEDA-7CA9-0F1F-2873-3B1AE7319AB2}"/>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Tree>
    <p:extLst>
      <p:ext uri="{BB962C8B-B14F-4D97-AF65-F5344CB8AC3E}">
        <p14:creationId xmlns:p14="http://schemas.microsoft.com/office/powerpoint/2010/main" val="1878210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C696AC7D-E765-D228-8838-C6A8132B0A84}"/>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010B2D2-AEFE-48BF-C409-DD9B30631DAE}"/>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915B7BF-FAAE-22E2-FECA-97BBFA736684}"/>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8F49EFF-F024-635D-83FD-9F94A176A994}"/>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C747673-87F6-8779-87FF-CE6BA4A38A6E}"/>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35170F0-7B92-A672-BE9B-B4752B59C7D6}"/>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restrict ourselves to only operating on lists using .append( ) and .pop(0) functions they will behave like stacks!</a:t>
            </a:r>
          </a:p>
        </p:txBody>
      </p:sp>
      <p:sp>
        <p:nvSpPr>
          <p:cNvPr id="5" name="Rectangle 4">
            <a:extLst>
              <a:ext uri="{FF2B5EF4-FFF2-40B4-BE49-F238E27FC236}">
                <a16:creationId xmlns:a16="http://schemas.microsoft.com/office/drawing/2014/main" id="{BC286841-AB3E-170A-2E2E-BECA8E252659}"/>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
        <p:nvSpPr>
          <p:cNvPr id="11" name="Rectangle 10">
            <a:extLst>
              <a:ext uri="{FF2B5EF4-FFF2-40B4-BE49-F238E27FC236}">
                <a16:creationId xmlns:a16="http://schemas.microsoft.com/office/drawing/2014/main" id="{B4D9F445-F669-2774-96A6-6983A14DD8BF}"/>
              </a:ext>
            </a:extLst>
          </p:cNvPr>
          <p:cNvSpPr/>
          <p:nvPr/>
        </p:nvSpPr>
        <p:spPr>
          <a:xfrm>
            <a:off x="6853554" y="1344476"/>
            <a:ext cx="4038027" cy="4169047"/>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2000" dirty="0">
                <a:solidFill>
                  <a:srgbClr val="A8AFBE"/>
                </a:solidFill>
                <a:effectLst/>
                <a:latin typeface="Cascadia Code" panose="020B0609020000020004" pitchFamily="49" charset="0"/>
                <a:cs typeface="Cascadia Code" panose="020B0609020000020004" pitchFamily="49" charset="0"/>
              </a:rPr>
              <a:t>queue = []</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"12"</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"13"</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"14"</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queue.pop</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queue.pop</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"15"</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(queue)</a:t>
            </a:r>
          </a:p>
        </p:txBody>
      </p:sp>
    </p:spTree>
    <p:extLst>
      <p:ext uri="{BB962C8B-B14F-4D97-AF65-F5344CB8AC3E}">
        <p14:creationId xmlns:p14="http://schemas.microsoft.com/office/powerpoint/2010/main" val="2128986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78DE611B-0E8D-BA1E-D9E2-C046A1B17DD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56AA063-A8CC-87B8-A460-8E143119B8F1}"/>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B8D88D1-B205-4016-96C8-05D491AA4AFF}"/>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BEC3706-0CF8-0F59-6414-0AA05349BAC8}"/>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3E806-2A91-E558-41A2-D9CCDFC91B08}"/>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04358D9-612D-45FA-3E50-388A915C63D6}"/>
              </a:ext>
            </a:extLst>
          </p:cNvPr>
          <p:cNvSpPr/>
          <p:nvPr/>
        </p:nvSpPr>
        <p:spPr>
          <a:xfrm>
            <a:off x="421106" y="1212852"/>
            <a:ext cx="5575657"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want to strictly enforce queue constraints though, we can use the python queue library to import a 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Instead of queue or append, they use .put( ), and instead of dequeue or .pop( ), they use .get(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 are free to use these, but I would recommend using the lists as we just discussed</a:t>
            </a:r>
          </a:p>
        </p:txBody>
      </p:sp>
      <p:sp>
        <p:nvSpPr>
          <p:cNvPr id="5" name="Rectangle 4">
            <a:extLst>
              <a:ext uri="{FF2B5EF4-FFF2-40B4-BE49-F238E27FC236}">
                <a16:creationId xmlns:a16="http://schemas.microsoft.com/office/drawing/2014/main" id="{D35C859A-F5E9-ACB3-D08C-D16B95047CC3}"/>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IMPLEMENTATION</a:t>
            </a:r>
          </a:p>
        </p:txBody>
      </p:sp>
      <p:sp>
        <p:nvSpPr>
          <p:cNvPr id="2" name="Rectangle 1">
            <a:extLst>
              <a:ext uri="{FF2B5EF4-FFF2-40B4-BE49-F238E27FC236}">
                <a16:creationId xmlns:a16="http://schemas.microsoft.com/office/drawing/2014/main" id="{BEB846EA-C7B4-16C3-8D4B-B3A36E1438E4}"/>
              </a:ext>
            </a:extLst>
          </p:cNvPr>
          <p:cNvSpPr/>
          <p:nvPr/>
        </p:nvSpPr>
        <p:spPr>
          <a:xfrm>
            <a:off x="6612922" y="1076344"/>
            <a:ext cx="5006145" cy="5152577"/>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1400" dirty="0">
                <a:solidFill>
                  <a:srgbClr val="CC844F"/>
                </a:solidFill>
                <a:effectLst/>
                <a:latin typeface="Cascadia Code" panose="020B0609020000020004" pitchFamily="49" charset="0"/>
                <a:cs typeface="Cascadia Code" panose="020B0609020000020004" pitchFamily="49" charset="0"/>
              </a:rPr>
              <a:t>from </a:t>
            </a:r>
            <a:r>
              <a:rPr lang="en-US" sz="1400" dirty="0">
                <a:solidFill>
                  <a:srgbClr val="A8AFBE"/>
                </a:solidFill>
                <a:effectLst/>
                <a:latin typeface="Cascadia Code" panose="020B0609020000020004" pitchFamily="49" charset="0"/>
                <a:cs typeface="Cascadia Code" panose="020B0609020000020004" pitchFamily="49" charset="0"/>
              </a:rPr>
              <a:t>queue </a:t>
            </a:r>
            <a:r>
              <a:rPr lang="en-US" sz="1400" dirty="0">
                <a:solidFill>
                  <a:srgbClr val="CC844F"/>
                </a:solidFill>
                <a:effectLst/>
                <a:latin typeface="Cascadia Code" panose="020B0609020000020004" pitchFamily="49" charset="0"/>
                <a:cs typeface="Cascadia Code" panose="020B0609020000020004" pitchFamily="49" charset="0"/>
              </a:rPr>
              <a:t>import </a:t>
            </a:r>
            <a:r>
              <a:rPr lang="en-US" sz="1400" dirty="0">
                <a:solidFill>
                  <a:srgbClr val="A8AFBE"/>
                </a:solidFill>
                <a:effectLst/>
                <a:latin typeface="Cascadia Code" panose="020B0609020000020004" pitchFamily="49" charset="0"/>
                <a:cs typeface="Cascadia Code" panose="020B0609020000020004" pitchFamily="49" charset="0"/>
              </a:rPr>
              <a:t>Queue</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#initializing a queue</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a:solidFill>
                  <a:srgbClr val="A8AFBE"/>
                </a:solidFill>
                <a:effectLst/>
                <a:latin typeface="Cascadia Code" panose="020B0609020000020004" pitchFamily="49" charset="0"/>
                <a:cs typeface="Cascadia Code" panose="020B0609020000020004" pitchFamily="49" charset="0"/>
              </a:rPr>
              <a:t>q = Queue(</a:t>
            </a:r>
            <a:r>
              <a:rPr lang="en-US" sz="1400" dirty="0" err="1">
                <a:solidFill>
                  <a:srgbClr val="AA4926"/>
                </a:solidFill>
                <a:effectLst/>
                <a:latin typeface="Cascadia Code" panose="020B0609020000020004" pitchFamily="49" charset="0"/>
                <a:cs typeface="Cascadia Code" panose="020B0609020000020004" pitchFamily="49" charset="0"/>
              </a:rPr>
              <a:t>maxsize</a:t>
            </a:r>
            <a:r>
              <a:rPr lang="en-US" sz="1400" dirty="0">
                <a:solidFill>
                  <a:srgbClr val="AA4926"/>
                </a:solidFill>
                <a:effectLst/>
                <a:latin typeface="Cascadia Code" panose="020B0609020000020004" pitchFamily="49" charset="0"/>
                <a:cs typeface="Cascadia Code" panose="020B0609020000020004" pitchFamily="49" charset="0"/>
              </a:rPr>
              <a:t> </a:t>
            </a:r>
            <a:r>
              <a:rPr lang="en-US" sz="1400" dirty="0">
                <a:solidFill>
                  <a:srgbClr val="A8AFBE"/>
                </a:solidFill>
                <a:effectLst/>
                <a:latin typeface="Cascadia Code" panose="020B0609020000020004" pitchFamily="49" charset="0"/>
                <a:cs typeface="Cascadia Code" panose="020B0609020000020004" pitchFamily="49" charset="0"/>
              </a:rPr>
              <a:t>= </a:t>
            </a:r>
            <a:r>
              <a:rPr lang="en-US" sz="1400" dirty="0">
                <a:solidFill>
                  <a:srgbClr val="6897BB"/>
                </a:solidFill>
                <a:effectLst/>
                <a:latin typeface="Cascadia Code" panose="020B0609020000020004" pitchFamily="49" charset="0"/>
                <a:cs typeface="Cascadia Code" panose="020B0609020000020004" pitchFamily="49" charset="0"/>
              </a:rPr>
              <a:t>3</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#shows the number of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q.qsize</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#enqueueing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q.put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q.put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'b'</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err="1">
                <a:solidFill>
                  <a:srgbClr val="A8AFBE"/>
                </a:solidFill>
                <a:effectLst/>
                <a:latin typeface="Cascadia Code" panose="020B0609020000020004" pitchFamily="49" charset="0"/>
                <a:cs typeface="Cascadia Code" panose="020B0609020000020004" pitchFamily="49" charset="0"/>
              </a:rPr>
              <a:t>q.put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'c'</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t>
            </a:r>
            <a:r>
              <a:rPr lang="en-US" sz="1400" b="1" dirty="0">
                <a:solidFill>
                  <a:srgbClr val="AC6EB7"/>
                </a:solidFill>
                <a:effectLst/>
                <a:latin typeface="Cascadia Code" panose="020B0609020000020004" pitchFamily="49" charset="0"/>
                <a:cs typeface="Cascadia Code" panose="020B0609020000020004" pitchFamily="49" charset="0"/>
              </a:rPr>
              <a:t>\</a:t>
            </a:r>
            <a:r>
              <a:rPr lang="en-US" sz="1400" b="1" dirty="0" err="1">
                <a:solidFill>
                  <a:srgbClr val="AC6EB7"/>
                </a:solidFill>
                <a:effectLst/>
                <a:latin typeface="Cascadia Code" panose="020B0609020000020004" pitchFamily="49" charset="0"/>
                <a:cs typeface="Cascadia Code" panose="020B0609020000020004" pitchFamily="49" charset="0"/>
              </a:rPr>
              <a:t>n</a:t>
            </a:r>
            <a:r>
              <a:rPr lang="en-US" sz="1400" dirty="0" err="1">
                <a:solidFill>
                  <a:srgbClr val="75AA5F"/>
                </a:solidFill>
                <a:effectLst/>
                <a:latin typeface="Cascadia Code" panose="020B0609020000020004" pitchFamily="49" charset="0"/>
                <a:cs typeface="Cascadia Code" panose="020B0609020000020004" pitchFamily="49" charset="0"/>
              </a:rPr>
              <a:t>Full</a:t>
            </a:r>
            <a:r>
              <a:rPr lang="en-US" sz="1400" dirty="0">
                <a:solidFill>
                  <a:srgbClr val="75AA5F"/>
                </a:solidFill>
                <a:effectLst/>
                <a:latin typeface="Cascadia Code" panose="020B0609020000020004" pitchFamily="49" charset="0"/>
                <a:cs typeface="Cascadia Code" panose="020B0609020000020004" pitchFamily="49" charset="0"/>
              </a:rPr>
              <a:t>: "</a:t>
            </a:r>
            <a:r>
              <a:rPr lang="en-US" sz="1400" dirty="0">
                <a:solidFill>
                  <a:srgbClr val="CC7832"/>
                </a:solidFill>
                <a:effectLst/>
                <a:latin typeface="Cascadia Code" panose="020B0609020000020004" pitchFamily="49" charset="0"/>
                <a:cs typeface="Cascadia Code" panose="020B0609020000020004" pitchFamily="49" charset="0"/>
              </a:rPr>
              <a:t>, </a:t>
            </a:r>
            <a:r>
              <a:rPr lang="en-US" sz="1400" dirty="0" err="1">
                <a:solidFill>
                  <a:srgbClr val="A8AFBE"/>
                </a:solidFill>
                <a:effectLst/>
                <a:latin typeface="Cascadia Code" panose="020B0609020000020004" pitchFamily="49" charset="0"/>
                <a:cs typeface="Cascadia Code" panose="020B0609020000020004" pitchFamily="49" charset="0"/>
              </a:rPr>
              <a:t>q.full</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t>
            </a:r>
            <a:r>
              <a:rPr lang="en-US" sz="1400" b="1" dirty="0">
                <a:solidFill>
                  <a:srgbClr val="AC6EB7"/>
                </a:solidFill>
                <a:effectLst/>
                <a:latin typeface="Cascadia Code" panose="020B0609020000020004" pitchFamily="49" charset="0"/>
                <a:cs typeface="Cascadia Code" panose="020B0609020000020004" pitchFamily="49" charset="0"/>
              </a:rPr>
              <a:t>\</a:t>
            </a:r>
            <a:r>
              <a:rPr lang="en-US" sz="1400" b="1" dirty="0" err="1">
                <a:solidFill>
                  <a:srgbClr val="AC6EB7"/>
                </a:solidFill>
                <a:effectLst/>
                <a:latin typeface="Cascadia Code" panose="020B0609020000020004" pitchFamily="49" charset="0"/>
                <a:cs typeface="Cascadia Code" panose="020B0609020000020004" pitchFamily="49" charset="0"/>
              </a:rPr>
              <a:t>n</a:t>
            </a:r>
            <a:r>
              <a:rPr lang="en-US" sz="1400" dirty="0" err="1">
                <a:solidFill>
                  <a:srgbClr val="75AA5F"/>
                </a:solidFill>
                <a:effectLst/>
                <a:latin typeface="Cascadia Code" panose="020B0609020000020004" pitchFamily="49" charset="0"/>
                <a:cs typeface="Cascadia Code" panose="020B0609020000020004" pitchFamily="49" charset="0"/>
              </a:rPr>
              <a:t>Elements</a:t>
            </a:r>
            <a:r>
              <a:rPr lang="en-US" sz="1400" dirty="0">
                <a:solidFill>
                  <a:srgbClr val="75AA5F"/>
                </a:solidFill>
                <a:effectLst/>
                <a:latin typeface="Cascadia Code" panose="020B0609020000020004" pitchFamily="49" charset="0"/>
                <a:cs typeface="Cascadia Code" panose="020B0609020000020004" pitchFamily="49" charset="0"/>
              </a:rPr>
              <a:t> dequeued from the queue"</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08080"/>
                </a:solidFill>
                <a:effectLst/>
                <a:latin typeface="Cascadia Code" panose="020B0609020000020004" pitchFamily="49" charset="0"/>
                <a:cs typeface="Cascadia Code" panose="020B0609020000020004" pitchFamily="49" charset="0"/>
              </a:rPr>
              <a:t>#dequeueing elements</a:t>
            </a:r>
            <a:br>
              <a:rPr lang="en-US" sz="1400" dirty="0">
                <a:solidFill>
                  <a:srgbClr val="808080"/>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q.get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q.get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err="1">
                <a:solidFill>
                  <a:srgbClr val="A8AFBE"/>
                </a:solidFill>
                <a:effectLst/>
                <a:latin typeface="Cascadia Code" panose="020B0609020000020004" pitchFamily="49" charset="0"/>
                <a:cs typeface="Cascadia Code" panose="020B0609020000020004" pitchFamily="49" charset="0"/>
              </a:rPr>
              <a:t>q.get</a:t>
            </a:r>
            <a:r>
              <a:rPr lang="en-US" sz="1400" dirty="0">
                <a:solidFill>
                  <a:srgbClr val="A8AFBE"/>
                </a:solidFill>
                <a:effectLst/>
                <a:latin typeface="Cascadia Code" panose="020B0609020000020004" pitchFamily="49" charset="0"/>
                <a:cs typeface="Cascadia Code" panose="020B0609020000020004" pitchFamily="49" charset="0"/>
              </a:rPr>
              <a:t>())</a:t>
            </a:r>
            <a:br>
              <a:rPr lang="en-US" sz="1400" dirty="0">
                <a:solidFill>
                  <a:srgbClr val="A8AFBE"/>
                </a:solidFill>
                <a:effectLst/>
                <a:latin typeface="Cascadia Code" panose="020B0609020000020004" pitchFamily="49" charset="0"/>
                <a:cs typeface="Cascadia Code" panose="020B0609020000020004" pitchFamily="49" charset="0"/>
              </a:rPr>
            </a:br>
            <a:r>
              <a:rPr lang="en-US" sz="1400" dirty="0">
                <a:solidFill>
                  <a:srgbClr val="8888C6"/>
                </a:solidFill>
                <a:effectLst/>
                <a:latin typeface="Cascadia Code" panose="020B0609020000020004" pitchFamily="49" charset="0"/>
                <a:cs typeface="Cascadia Code" panose="020B0609020000020004" pitchFamily="49" charset="0"/>
              </a:rPr>
              <a:t>print</a:t>
            </a:r>
            <a:r>
              <a:rPr lang="en-US" sz="1400" dirty="0">
                <a:solidFill>
                  <a:srgbClr val="A8AFBE"/>
                </a:solidFill>
                <a:effectLst/>
                <a:latin typeface="Cascadia Code" panose="020B0609020000020004" pitchFamily="49" charset="0"/>
                <a:cs typeface="Cascadia Code" panose="020B0609020000020004" pitchFamily="49" charset="0"/>
              </a:rPr>
              <a:t>(</a:t>
            </a:r>
            <a:r>
              <a:rPr lang="en-US" sz="1400" dirty="0">
                <a:solidFill>
                  <a:srgbClr val="75AA5F"/>
                </a:solidFill>
                <a:effectLst/>
                <a:latin typeface="Cascadia Code" panose="020B0609020000020004" pitchFamily="49" charset="0"/>
                <a:cs typeface="Cascadia Code" panose="020B0609020000020004" pitchFamily="49" charset="0"/>
              </a:rPr>
              <a:t>"</a:t>
            </a:r>
            <a:r>
              <a:rPr lang="en-US" sz="1400" b="1" dirty="0">
                <a:solidFill>
                  <a:srgbClr val="AC6EB7"/>
                </a:solidFill>
                <a:effectLst/>
                <a:latin typeface="Cascadia Code" panose="020B0609020000020004" pitchFamily="49" charset="0"/>
                <a:cs typeface="Cascadia Code" panose="020B0609020000020004" pitchFamily="49" charset="0"/>
              </a:rPr>
              <a:t>\</a:t>
            </a:r>
            <a:r>
              <a:rPr lang="en-US" sz="1400" b="1" dirty="0" err="1">
                <a:solidFill>
                  <a:srgbClr val="AC6EB7"/>
                </a:solidFill>
                <a:effectLst/>
                <a:latin typeface="Cascadia Code" panose="020B0609020000020004" pitchFamily="49" charset="0"/>
                <a:cs typeface="Cascadia Code" panose="020B0609020000020004" pitchFamily="49" charset="0"/>
              </a:rPr>
              <a:t>n</a:t>
            </a:r>
            <a:r>
              <a:rPr lang="en-US" sz="1400" dirty="0" err="1">
                <a:solidFill>
                  <a:srgbClr val="75AA5F"/>
                </a:solidFill>
                <a:effectLst/>
                <a:latin typeface="Cascadia Code" panose="020B0609020000020004" pitchFamily="49" charset="0"/>
                <a:cs typeface="Cascadia Code" panose="020B0609020000020004" pitchFamily="49" charset="0"/>
              </a:rPr>
              <a:t>Empty</a:t>
            </a:r>
            <a:r>
              <a:rPr lang="en-US" sz="1400" dirty="0">
                <a:solidFill>
                  <a:srgbClr val="75AA5F"/>
                </a:solidFill>
                <a:effectLst/>
                <a:latin typeface="Cascadia Code" panose="020B0609020000020004" pitchFamily="49" charset="0"/>
                <a:cs typeface="Cascadia Code" panose="020B0609020000020004" pitchFamily="49" charset="0"/>
              </a:rPr>
              <a:t>: "</a:t>
            </a:r>
            <a:r>
              <a:rPr lang="en-US" sz="1400" dirty="0">
                <a:solidFill>
                  <a:srgbClr val="CC7832"/>
                </a:solidFill>
                <a:effectLst/>
                <a:latin typeface="Cascadia Code" panose="020B0609020000020004" pitchFamily="49" charset="0"/>
                <a:cs typeface="Cascadia Code" panose="020B0609020000020004" pitchFamily="49" charset="0"/>
              </a:rPr>
              <a:t>, </a:t>
            </a:r>
            <a:r>
              <a:rPr lang="en-US" sz="1400" dirty="0" err="1">
                <a:solidFill>
                  <a:srgbClr val="A8AFBE"/>
                </a:solidFill>
                <a:effectLst/>
                <a:latin typeface="Cascadia Code" panose="020B0609020000020004" pitchFamily="49" charset="0"/>
                <a:cs typeface="Cascadia Code" panose="020B0609020000020004" pitchFamily="49" charset="0"/>
              </a:rPr>
              <a:t>q.empty</a:t>
            </a:r>
            <a:r>
              <a:rPr lang="en-US" sz="1400" dirty="0">
                <a:solidFill>
                  <a:srgbClr val="A8AFBE"/>
                </a:solidFill>
                <a:effectLst/>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328148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DACBEE08-974D-02FB-4676-1A2696319D8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0385081-C522-8EBF-57EC-5DF0ACFAD02C}"/>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BEB4275-D710-70C3-0EC4-555A1A997DB9}"/>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6D5339-1614-F10E-EFBA-49C71975EB48}"/>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3410B9E-050E-AAE7-9E1F-0958D6784BF0}"/>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BBD67CA-2BD0-9DFE-696D-39C5B5B85A4D}"/>
              </a:ext>
            </a:extLst>
          </p:cNvPr>
          <p:cNvSpPr/>
          <p:nvPr/>
        </p:nvSpPr>
        <p:spPr>
          <a:xfrm>
            <a:off x="421106" y="1212852"/>
            <a:ext cx="5575657"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Checking if the queue is empty:</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Not a built in feature, check to see if </a:t>
            </a:r>
            <a:r>
              <a:rPr lang="en-US" sz="2800" dirty="0" err="1">
                <a:solidFill>
                  <a:schemeClr val="bg1"/>
                </a:solidFill>
                <a:latin typeface="Bahnschrift" panose="020B0502040204020203" pitchFamily="34" charset="0"/>
              </a:rPr>
              <a:t>len</a:t>
            </a:r>
            <a:r>
              <a:rPr lang="en-US" sz="2800" dirty="0">
                <a:solidFill>
                  <a:schemeClr val="bg1"/>
                </a:solidFill>
                <a:latin typeface="Bahnschrift" panose="020B0502040204020203" pitchFamily="34" charset="0"/>
              </a:rPr>
              <a:t>(queue) == 0</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Examining the element in the front of the queue without </a:t>
            </a:r>
            <a:r>
              <a:rPr lang="en-US" sz="2800" dirty="0" err="1">
                <a:solidFill>
                  <a:schemeClr val="bg1"/>
                </a:solidFill>
                <a:latin typeface="Bahnschrift" panose="020B0502040204020203" pitchFamily="34" charset="0"/>
              </a:rPr>
              <a:t>dequeueing</a:t>
            </a:r>
            <a:r>
              <a:rPr lang="en-US" sz="2800" dirty="0">
                <a:solidFill>
                  <a:schemeClr val="bg1"/>
                </a:solidFill>
                <a:latin typeface="Bahnschrift" panose="020B0502040204020203" pitchFamily="34" charset="0"/>
              </a:rPr>
              <a:t> it: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Access the top element of the stack by indexing it like so:</a:t>
            </a:r>
          </a:p>
          <a:p>
            <a:pPr marL="914400" lvl="1"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54516733-8B57-FD5C-DA13-CF9C15E3B649}"/>
              </a:ext>
            </a:extLst>
          </p:cNvPr>
          <p:cNvSpPr/>
          <p:nvPr/>
        </p:nvSpPr>
        <p:spPr>
          <a:xfrm>
            <a:off x="-95789" y="142544"/>
            <a:ext cx="5518394"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QUEUE OPERATIONS</a:t>
            </a:r>
          </a:p>
        </p:txBody>
      </p:sp>
      <p:sp>
        <p:nvSpPr>
          <p:cNvPr id="2" name="Rectangle 1">
            <a:extLst>
              <a:ext uri="{FF2B5EF4-FFF2-40B4-BE49-F238E27FC236}">
                <a16:creationId xmlns:a16="http://schemas.microsoft.com/office/drawing/2014/main" id="{7E8EDF2B-424C-B9EB-3A0B-47A6D75A2319}"/>
              </a:ext>
            </a:extLst>
          </p:cNvPr>
          <p:cNvSpPr/>
          <p:nvPr/>
        </p:nvSpPr>
        <p:spPr>
          <a:xfrm>
            <a:off x="6930261" y="1337386"/>
            <a:ext cx="4182668" cy="4183228"/>
          </a:xfrm>
          <a:prstGeom prst="rect">
            <a:avLst/>
          </a:prstGeom>
          <a:solidFill>
            <a:schemeClr val="tx1">
              <a:lumMod val="85000"/>
              <a:lumOff val="15000"/>
            </a:schemeClr>
          </a:solidFill>
          <a:ln w="38100">
            <a:solidFill>
              <a:srgbClr val="326648"/>
            </a:solidFill>
          </a:ln>
          <a:effectLst>
            <a:outerShdw blurRad="76200" dist="12700" dir="2700000" sy="-23000" kx="-800400" algn="bl" rotWithShape="0">
              <a:prstClr val="black">
                <a:alpha val="20000"/>
              </a:prstClr>
            </a:outerShdw>
          </a:effectLst>
          <a:scene3d>
            <a:camera prst="perspectiveContrastingRightFacing">
              <a:rot lat="69195" lon="290748"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sz="2000" dirty="0">
                <a:solidFill>
                  <a:srgbClr val="A8AFBE"/>
                </a:solidFill>
                <a:effectLst/>
                <a:latin typeface="Cascadia Code" panose="020B0609020000020004" pitchFamily="49" charset="0"/>
                <a:cs typeface="Cascadia Code" panose="020B0609020000020004" pitchFamily="49" charset="0"/>
              </a:rPr>
              <a:t>queue = []</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"Joe"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"Toe"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queue.append</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75AA5F"/>
                </a:solidFill>
                <a:effectLst/>
                <a:latin typeface="Cascadia Code" panose="020B0609020000020004" pitchFamily="49" charset="0"/>
                <a:cs typeface="Cascadia Code" panose="020B0609020000020004" pitchFamily="49" charset="0"/>
              </a:rPr>
              <a:t>"Moe"</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(queue[</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queue.pop</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queue.pop</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err="1">
                <a:solidFill>
                  <a:srgbClr val="A8AFBE"/>
                </a:solidFill>
                <a:effectLst/>
                <a:latin typeface="Cascadia Code" panose="020B0609020000020004" pitchFamily="49" charset="0"/>
                <a:cs typeface="Cascadia Code" panose="020B0609020000020004" pitchFamily="49" charset="0"/>
              </a:rPr>
              <a:t>queue.pop</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br>
              <a:rPr lang="en-US" sz="2000" dirty="0">
                <a:solidFill>
                  <a:srgbClr val="A8AFBE"/>
                </a:solidFill>
                <a:effectLst/>
                <a:latin typeface="Cascadia Code" panose="020B0609020000020004" pitchFamily="49" charset="0"/>
                <a:cs typeface="Cascadia Code" panose="020B0609020000020004" pitchFamily="49" charset="0"/>
              </a:rPr>
            </a:br>
            <a:r>
              <a:rPr lang="en-US" sz="2000" dirty="0">
                <a:solidFill>
                  <a:srgbClr val="8888C6"/>
                </a:solidFill>
                <a:effectLst/>
                <a:latin typeface="Cascadia Code" panose="020B0609020000020004" pitchFamily="49" charset="0"/>
                <a:cs typeface="Cascadia Code" panose="020B0609020000020004" pitchFamily="49" charset="0"/>
              </a:rPr>
              <a:t>print</a:t>
            </a:r>
            <a:r>
              <a:rPr lang="en-US" sz="2000" dirty="0">
                <a:solidFill>
                  <a:srgbClr val="A8AFBE"/>
                </a:solidFill>
                <a:effectLst/>
                <a:latin typeface="Cascadia Code" panose="020B0609020000020004" pitchFamily="49" charset="0"/>
                <a:cs typeface="Cascadia Code" panose="020B0609020000020004" pitchFamily="49" charset="0"/>
              </a:rPr>
              <a:t>(</a:t>
            </a:r>
            <a:r>
              <a:rPr lang="en-US" sz="2000" dirty="0" err="1">
                <a:solidFill>
                  <a:srgbClr val="8888C6"/>
                </a:solidFill>
                <a:effectLst/>
                <a:latin typeface="Cascadia Code" panose="020B0609020000020004" pitchFamily="49" charset="0"/>
                <a:cs typeface="Cascadia Code" panose="020B0609020000020004" pitchFamily="49" charset="0"/>
              </a:rPr>
              <a:t>len</a:t>
            </a:r>
            <a:r>
              <a:rPr lang="en-US" sz="2000" dirty="0">
                <a:solidFill>
                  <a:srgbClr val="A8AFBE"/>
                </a:solidFill>
                <a:effectLst/>
                <a:latin typeface="Cascadia Code" panose="020B0609020000020004" pitchFamily="49" charset="0"/>
                <a:cs typeface="Cascadia Code" panose="020B0609020000020004" pitchFamily="49" charset="0"/>
              </a:rPr>
              <a:t>(queue)==</a:t>
            </a:r>
            <a:r>
              <a:rPr lang="en-US" sz="2000" dirty="0">
                <a:solidFill>
                  <a:srgbClr val="6897BB"/>
                </a:solidFill>
                <a:effectLst/>
                <a:latin typeface="Cascadia Code" panose="020B0609020000020004" pitchFamily="49" charset="0"/>
                <a:cs typeface="Cascadia Code" panose="020B0609020000020004" pitchFamily="49" charset="0"/>
              </a:rPr>
              <a:t>0</a:t>
            </a:r>
            <a:r>
              <a:rPr lang="en-US" sz="2000" dirty="0">
                <a:solidFill>
                  <a:srgbClr val="A8AFBE"/>
                </a:solidFill>
                <a:effectLst/>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394421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0012BE87-14BD-DBE0-1B72-77EF6794E42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98E866D-CEED-336F-2AAD-4F55B7E82082}"/>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3ABD943-965F-FE21-E2D0-1BDBD548CCEE}"/>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DDE9EB5-46B1-CB4A-D89C-3C3EDF8BC6BF}"/>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A88F653-5931-2F4D-C7F0-4C6236FB29DB}"/>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6F3AD16-3577-AF1D-BDCC-7BE1CF18C3F0}"/>
              </a:ext>
            </a:extLst>
          </p:cNvPr>
          <p:cNvSpPr/>
          <p:nvPr/>
        </p:nvSpPr>
        <p:spPr>
          <a:xfrm>
            <a:off x="421106" y="1212852"/>
            <a:ext cx="5154671"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use cases that you can think of for queues like this?</a:t>
            </a:r>
          </a:p>
        </p:txBody>
      </p:sp>
      <p:sp>
        <p:nvSpPr>
          <p:cNvPr id="5" name="Rectangle 4">
            <a:extLst>
              <a:ext uri="{FF2B5EF4-FFF2-40B4-BE49-F238E27FC236}">
                <a16:creationId xmlns:a16="http://schemas.microsoft.com/office/drawing/2014/main" id="{D625093D-D908-2EE1-ACBF-8FA32B1ED213}"/>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USES OF QUEUES</a:t>
            </a:r>
          </a:p>
        </p:txBody>
      </p:sp>
    </p:spTree>
    <p:extLst>
      <p:ext uri="{BB962C8B-B14F-4D97-AF65-F5344CB8AC3E}">
        <p14:creationId xmlns:p14="http://schemas.microsoft.com/office/powerpoint/2010/main" val="3552876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F97E3C90-33FC-589A-B847-B304FE62BA46}"/>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E46D4F10-8B21-5E13-CD40-3BB290788FAB}"/>
              </a:ext>
            </a:extLst>
          </p:cNvPr>
          <p:cNvSpPr/>
          <p:nvPr/>
        </p:nvSpPr>
        <p:spPr>
          <a:xfrm>
            <a:off x="11112929" y="2956491"/>
            <a:ext cx="832924" cy="83292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2DB104-22A7-BD8D-44C5-19E51DFFEBCA}"/>
              </a:ext>
            </a:extLst>
          </p:cNvPr>
          <p:cNvSpPr/>
          <p:nvPr/>
        </p:nvSpPr>
        <p:spPr>
          <a:xfrm>
            <a:off x="5801459" y="517213"/>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87478B4-C90D-F14F-8508-19F8E7B937E4}"/>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D850464-9580-6349-BFD7-878C34A1B0D4}"/>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8FE130F-721A-4E33-3E98-369B32A9CBE8}"/>
              </a:ext>
            </a:extLst>
          </p:cNvPr>
          <p:cNvSpPr/>
          <p:nvPr/>
        </p:nvSpPr>
        <p:spPr>
          <a:xfrm>
            <a:off x="421106" y="1212852"/>
            <a:ext cx="10927378" cy="533325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Printers store their tasks to print inside of queues, this way if multiple people send files at roughly the same time, then the one that sent it first will get printed first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Keyboards store keystrokes in queues, the first letter typed is the first letter that shows up on screen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Simulations of real world queues for data modelling will often use the queue data structure as well</a:t>
            </a:r>
          </a:p>
        </p:txBody>
      </p:sp>
      <p:sp>
        <p:nvSpPr>
          <p:cNvPr id="5" name="Rectangle 4">
            <a:extLst>
              <a:ext uri="{FF2B5EF4-FFF2-40B4-BE49-F238E27FC236}">
                <a16:creationId xmlns:a16="http://schemas.microsoft.com/office/drawing/2014/main" id="{0E8995B7-0B51-FB6D-C85E-A50719A35FBB}"/>
              </a:ext>
            </a:extLst>
          </p:cNvPr>
          <p:cNvSpPr/>
          <p:nvPr/>
        </p:nvSpPr>
        <p:spPr>
          <a:xfrm>
            <a:off x="-95789" y="142544"/>
            <a:ext cx="4823686" cy="722489"/>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USES OF QUEUES</a:t>
            </a:r>
          </a:p>
        </p:txBody>
      </p:sp>
    </p:spTree>
    <p:extLst>
      <p:ext uri="{BB962C8B-B14F-4D97-AF65-F5344CB8AC3E}">
        <p14:creationId xmlns:p14="http://schemas.microsoft.com/office/powerpoint/2010/main" val="1933328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9CAFF432-3742-E8CF-89DA-84C94CDD29A8}"/>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FCD3DCD2-C74C-95D3-8AE9-68F3C6AEDF40}"/>
              </a:ext>
            </a:extLst>
          </p:cNvPr>
          <p:cNvSpPr/>
          <p:nvPr/>
        </p:nvSpPr>
        <p:spPr>
          <a:xfrm>
            <a:off x="3181874" y="4727575"/>
            <a:ext cx="1253064" cy="1253064"/>
          </a:xfrm>
          <a:prstGeom prst="ellipse">
            <a:avLst/>
          </a:prstGeom>
          <a:noFill/>
          <a:ln w="101600">
            <a:solidFill>
              <a:srgbClr val="2A4C45"/>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47092CD-4DF3-59F0-5AB9-E50FA41C4902}"/>
              </a:ext>
            </a:extLst>
          </p:cNvPr>
          <p:cNvSpPr/>
          <p:nvPr/>
        </p:nvSpPr>
        <p:spPr>
          <a:xfrm>
            <a:off x="215845" y="3717853"/>
            <a:ext cx="2019444" cy="2019444"/>
          </a:xfrm>
          <a:prstGeom prst="ellipse">
            <a:avLst/>
          </a:prstGeom>
          <a:noFill/>
          <a:ln w="101600">
            <a:solidFill>
              <a:srgbClr val="2A4C45"/>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CC3CAB5-3061-5F94-A88E-C0BDD9B048E5}"/>
              </a:ext>
            </a:extLst>
          </p:cNvPr>
          <p:cNvSpPr/>
          <p:nvPr/>
        </p:nvSpPr>
        <p:spPr>
          <a:xfrm>
            <a:off x="4061287" y="311889"/>
            <a:ext cx="1253064" cy="1253064"/>
          </a:xfrm>
          <a:prstGeom prst="ellipse">
            <a:avLst/>
          </a:prstGeom>
          <a:noFill/>
          <a:ln w="101600">
            <a:solidFill>
              <a:srgbClr val="2A4C45"/>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2CEAB6A-CE7C-862A-42E1-D86D8C4198B3}"/>
              </a:ext>
            </a:extLst>
          </p:cNvPr>
          <p:cNvSpPr/>
          <p:nvPr/>
        </p:nvSpPr>
        <p:spPr>
          <a:xfrm>
            <a:off x="330519" y="1120703"/>
            <a:ext cx="3089370" cy="5486353"/>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Stack</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Pop</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Push</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Enqueue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Dequeue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FIFO</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LIFO</a:t>
            </a:r>
            <a:endParaRPr lang="en-US" sz="2800" dirty="0">
              <a:solidFill>
                <a:schemeClr val="accent5">
                  <a:lumMod val="40000"/>
                  <a:lumOff val="60000"/>
                </a:schemeClr>
              </a:solidFill>
              <a:latin typeface="Bahnschrift" panose="020B0502040204020203" pitchFamily="34" charset="0"/>
            </a:endParaRPr>
          </a:p>
        </p:txBody>
      </p:sp>
      <p:sp>
        <p:nvSpPr>
          <p:cNvPr id="5" name="Rectangle 4">
            <a:extLst>
              <a:ext uri="{FF2B5EF4-FFF2-40B4-BE49-F238E27FC236}">
                <a16:creationId xmlns:a16="http://schemas.microsoft.com/office/drawing/2014/main" id="{A6AFD995-70BC-6581-0161-071153C10586}"/>
              </a:ext>
            </a:extLst>
          </p:cNvPr>
          <p:cNvSpPr/>
          <p:nvPr/>
        </p:nvSpPr>
        <p:spPr>
          <a:xfrm>
            <a:off x="-297523" y="201730"/>
            <a:ext cx="6265695" cy="736691"/>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VOCAB TO REMEMBER</a:t>
            </a:r>
          </a:p>
        </p:txBody>
      </p:sp>
      <p:pic>
        <p:nvPicPr>
          <p:cNvPr id="6" name="Picture 5" descr="A cartoon of a person with a large brain&#10;&#10;AI-generated content may be incorrect.">
            <a:extLst>
              <a:ext uri="{FF2B5EF4-FFF2-40B4-BE49-F238E27FC236}">
                <a16:creationId xmlns:a16="http://schemas.microsoft.com/office/drawing/2014/main" id="{ADD5DD30-FEB4-6F2F-CD56-BC8E3371E4FE}"/>
              </a:ext>
            </a:extLst>
          </p:cNvPr>
          <p:cNvPicPr>
            <a:picLocks noChangeAspect="1"/>
          </p:cNvPicPr>
          <p:nvPr/>
        </p:nvPicPr>
        <p:blipFill>
          <a:blip r:embed="rId3">
            <a:extLst>
              <a:ext uri="{28A0092B-C50C-407E-A947-70E740481C1C}">
                <a14:useLocalDpi xmlns:a14="http://schemas.microsoft.com/office/drawing/2010/main" val="0"/>
              </a:ext>
            </a:extLst>
          </a:blip>
          <a:srcRect t="-1" r="788" b="909"/>
          <a:stretch>
            <a:fillRect/>
          </a:stretch>
        </p:blipFill>
        <p:spPr>
          <a:xfrm flipH="1">
            <a:off x="7198831" y="2629528"/>
            <a:ext cx="3767602" cy="3338135"/>
          </a:xfrm>
          <a:prstGeom prst="rect">
            <a:avLst/>
          </a:prstGeom>
        </p:spPr>
      </p:pic>
    </p:spTree>
    <p:extLst>
      <p:ext uri="{BB962C8B-B14F-4D97-AF65-F5344CB8AC3E}">
        <p14:creationId xmlns:p14="http://schemas.microsoft.com/office/powerpoint/2010/main" val="49170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221 0.025 L 0.00221 0.025 C 0.00169 0.01898 0.00091 0.01296 0.00052 0.00694 C 0.00013 -0.00255 0.00091 -0.01204 3.75E-6 -0.0213 C -0.00105 -0.03241 -0.00365 -0.04329 -0.00508 -0.0544 C -0.00834 -0.0794 -0.00912 -0.08843 -0.01693 -0.11759 C -0.02032 -0.13009 -0.02318 -0.14329 -0.02709 -0.15556 C -0.02878 -0.16088 -0.03034 -0.16643 -0.03217 -0.17153 C -0.03373 -0.17639 -0.03568 -0.18079 -0.03724 -0.18565 C -0.03881 -0.19097 -0.03959 -0.19699 -0.04167 -0.20162 C -0.04558 -0.20995 -0.06459 -0.24028 -0.06993 -0.24676 C -0.07709 -0.25579 -0.07813 -0.25255 -0.08568 -0.25694 C -0.0892 -0.2588 -0.09245 -0.26157 -0.09584 -0.26389 C -0.10651 -0.27083 -0.11407 -0.27569 -0.12461 -0.27986 C -0.13776 -0.28518 -0.16407 -0.29491 -0.16407 -0.29491 L -0.19336 -0.2919 C -0.19662 -0.29143 -0.19987 -0.2912 -0.203 -0.29005 C -0.21029 -0.28704 -0.22526 -0.27431 -0.22891 -0.26898 C -0.23125 -0.26551 -0.23321 -0.26181 -0.23568 -0.2588 C -0.23646 -0.25787 -0.23464 -0.26157 -0.23399 -0.26296 C -0.2319 -0.26759 -0.23021 -0.27268 -0.22787 -0.27685 C -0.22539 -0.28125 -0.22331 -0.28634 -0.22045 -0.29005 C -0.21185 -0.30046 -0.19558 -0.31319 -0.18607 -0.31991 C -0.17813 -0.32569 -0.17019 -0.33194 -0.16185 -0.33611 C -0.13646 -0.34838 -0.11081 -0.35833 -0.08516 -0.36921 C -0.07565 -0.37315 -0.06602 -0.37662 -0.05638 -0.38009 C -0.04089 -0.38588 -0.02592 -0.39074 -0.01016 -0.39421 C -0.00039 -0.3963 0.00937 -0.39745 0.01914 -0.39931 C 0.04739 -0.39815 0.07565 -0.39907 0.10377 -0.3963 C 0.10989 -0.3956 0.11588 -0.3919 0.12187 -0.38912 C 0.13255 -0.38449 0.14323 -0.37893 0.15403 -0.37407 C 0.2095 -0.34884 0.13476 -0.38449 0.19179 -0.35602 C 0.19687 -0.3537 0.20208 -0.35231 0.20703 -0.34907 C 0.21354 -0.34468 0.21966 -0.33796 0.22617 -0.3331 C 0.22838 -0.33148 0.23073 -0.33009 0.23294 -0.32801 C 0.23463 -0.32639 0.2358 -0.32384 0.2375 -0.32199 C 0.2388 -0.32037 0.24049 -0.31944 0.24192 -0.31806 C 0.24323 -0.31667 0.24453 -0.31528 0.24596 -0.31412 C 0.24427 -0.31806 0.24297 -0.32292 0.24088 -0.32593 C 0.22252 -0.35255 0.19974 -0.37014 0.17877 -0.38727 C 0.16562 -0.39792 0.15247 -0.4088 0.1388 -0.41736 C 0.0888 -0.44815 0.04114 -0.47222 -0.01185 -0.48148 C -0.07318 -0.49213 -0.27201 -0.4919 -0.30847 -0.49236 C -0.36537 -0.48704 -0.42266 -0.48796 -0.4793 -0.47639 C -0.48386 -0.47546 -0.56172 -0.44329 -0.59271 -0.43032 C -0.60052 -0.42708 -0.60834 -0.42268 -0.61641 -0.42037 C -0.64636 -0.41111 -0.68008 -0.40162 -0.70834 -0.38611 C -0.71993 -0.37986 -0.73203 -0.37546 -0.74323 -0.36713 C -0.76029 -0.35463 -0.77631 -0.33704 -0.79336 -0.32407 C -0.79636 -0.32176 -0.81472 -0.30833 -0.81927 -0.30301 C -0.85704 -0.25833 -0.7668 -0.34653 -0.85365 -0.26481 C -0.86133 -0.25764 -0.86901 -0.25069 -0.87683 -0.24375 C -0.88711 -0.23472 -0.89766 -0.22639 -0.90782 -0.21667 C -0.92592 -0.19931 -0.94493 -0.18495 -0.96198 -0.16458 L -0.98907 -0.13264 C -0.99519 -0.08843 -0.99245 -0.11667 -0.99245 -0.0463 " pathEditMode="relative" ptsTypes="AAAAAAAAAAAAAAAAAAAAAAAAAAAAAAAAAAAAAAAAAAAAAAAAAAAAAAAA">
                                      <p:cBhvr>
                                        <p:cTn id="6" dur="2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26648"/>
        </a:solidFill>
        <a:effectLst/>
      </p:bgPr>
    </p:bg>
    <p:spTree>
      <p:nvGrpSpPr>
        <p:cNvPr id="1" name="">
          <a:extLst>
            <a:ext uri="{FF2B5EF4-FFF2-40B4-BE49-F238E27FC236}">
              <a16:creationId xmlns:a16="http://schemas.microsoft.com/office/drawing/2014/main" id="{DC5BA6D2-661C-629D-3A0B-D8916DF3A8E5}"/>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8B93D669-FD26-373F-CDBC-983ED72E17F3}"/>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493F1B6-8034-6006-77FD-6E60A6700CC2}"/>
              </a:ext>
            </a:extLst>
          </p:cNvPr>
          <p:cNvSpPr/>
          <p:nvPr/>
        </p:nvSpPr>
        <p:spPr>
          <a:xfrm>
            <a:off x="255923" y="3717853"/>
            <a:ext cx="2019444" cy="201944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3B445EE-DFCD-15A2-8253-548969370912}"/>
              </a:ext>
            </a:extLst>
          </p:cNvPr>
          <p:cNvSpPr/>
          <p:nvPr/>
        </p:nvSpPr>
        <p:spPr>
          <a:xfrm>
            <a:off x="4101365" y="311889"/>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D1FA388-F44C-0D62-E127-5DAA237B2FBA}"/>
              </a:ext>
            </a:extLst>
          </p:cNvPr>
          <p:cNvSpPr/>
          <p:nvPr/>
        </p:nvSpPr>
        <p:spPr>
          <a:xfrm>
            <a:off x="825243" y="1120703"/>
            <a:ext cx="10296411" cy="5550244"/>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Check the </a:t>
            </a:r>
            <a:r>
              <a:rPr lang="en-US" sz="2800" dirty="0" err="1">
                <a:solidFill>
                  <a:schemeClr val="bg1"/>
                </a:solidFill>
                <a:latin typeface="Bahnschrift" panose="020B0502040204020203" pitchFamily="34" charset="0"/>
              </a:rPr>
              <a:t>github</a:t>
            </a:r>
            <a:r>
              <a:rPr lang="en-US" sz="2800" dirty="0">
                <a:solidFill>
                  <a:schemeClr val="bg1"/>
                </a:solidFill>
                <a:latin typeface="Bahnschrift" panose="020B0502040204020203" pitchFamily="34" charset="0"/>
              </a:rPr>
              <a:t> repository for this class to find </a:t>
            </a:r>
            <a:r>
              <a:rPr lang="en-US" sz="2800">
                <a:solidFill>
                  <a:schemeClr val="bg1"/>
                </a:solidFill>
                <a:latin typeface="Bahnschrift" panose="020B0502040204020203" pitchFamily="34" charset="0"/>
              </a:rPr>
              <a:t>PA B2-4!</a:t>
            </a: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Good luck, and let me know if you need any help!</a:t>
            </a:r>
          </a:p>
        </p:txBody>
      </p:sp>
      <p:sp>
        <p:nvSpPr>
          <p:cNvPr id="5" name="Rectangle 4">
            <a:extLst>
              <a:ext uri="{FF2B5EF4-FFF2-40B4-BE49-F238E27FC236}">
                <a16:creationId xmlns:a16="http://schemas.microsoft.com/office/drawing/2014/main" id="{7A51E191-FB80-DD01-12DA-A63D6699BDF7}"/>
              </a:ext>
            </a:extLst>
          </p:cNvPr>
          <p:cNvSpPr/>
          <p:nvPr/>
        </p:nvSpPr>
        <p:spPr>
          <a:xfrm>
            <a:off x="-372352" y="59058"/>
            <a:ext cx="8446504" cy="928577"/>
          </a:xfrm>
          <a:prstGeom prst="rect">
            <a:avLst/>
          </a:prstGeom>
          <a:solidFill>
            <a:srgbClr val="326648"/>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PROGRAMMING ASSIGNMENT</a:t>
            </a:r>
          </a:p>
        </p:txBody>
      </p:sp>
    </p:spTree>
    <p:extLst>
      <p:ext uri="{BB962C8B-B14F-4D97-AF65-F5344CB8AC3E}">
        <p14:creationId xmlns:p14="http://schemas.microsoft.com/office/powerpoint/2010/main" val="510623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4936</TotalTime>
  <Words>1563</Words>
  <Application>Microsoft Office PowerPoint</Application>
  <PresentationFormat>Widescreen</PresentationFormat>
  <Paragraphs>115</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Bahnschrift</vt:lpstr>
      <vt:lpstr>Bahnschrift SemiBold</vt:lpstr>
      <vt:lpstr>Cascadia 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Hill</dc:creator>
  <cp:lastModifiedBy>Michael Hill</cp:lastModifiedBy>
  <cp:revision>7</cp:revision>
  <dcterms:created xsi:type="dcterms:W3CDTF">2025-08-11T14:07:39Z</dcterms:created>
  <dcterms:modified xsi:type="dcterms:W3CDTF">2025-09-09T16:11:07Z</dcterms:modified>
</cp:coreProperties>
</file>