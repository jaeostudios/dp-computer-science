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231BC-3257-4F93-B363-12C63B1A5FC4}" v="2" dt="2026-04-29T15:15:26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29T15:35:50.459" v="1759" actId="20577"/>
      <pc:docMkLst>
        <pc:docMk/>
      </pc:docMkLst>
      <pc:sldChg chg="modSp mod">
        <pc:chgData name="Michael Hill" userId="41dba03d-e58d-4389-9894-554c10310ba4" providerId="ADAL" clId="{EF23FE1D-A042-481E-AFD7-2A9FB0847F54}" dt="2026-04-29T15:15:27.180" v="201" actId="20577"/>
        <pc:sldMkLst>
          <pc:docMk/>
          <pc:sldMk cId="1054858550" sldId="258"/>
        </pc:sldMkLst>
        <pc:spChg chg="mod">
          <ac:chgData name="Michael Hill" userId="41dba03d-e58d-4389-9894-554c10310ba4" providerId="ADAL" clId="{EF23FE1D-A042-481E-AFD7-2A9FB0847F54}" dt="2026-04-29T15:14:44.777" v="80" actId="14100"/>
          <ac:spMkLst>
            <pc:docMk/>
            <pc:sldMk cId="1054858550" sldId="258"/>
            <ac:spMk id="2" creationId="{DF4E63B3-4AED-C1FE-1D29-3C791E9C6DBB}"/>
          </ac:spMkLst>
        </pc:spChg>
        <pc:spChg chg="mod">
          <ac:chgData name="Michael Hill" userId="41dba03d-e58d-4389-9894-554c10310ba4" providerId="ADAL" clId="{EF23FE1D-A042-481E-AFD7-2A9FB0847F54}" dt="2026-04-29T15:15:27.180" v="201" actId="20577"/>
          <ac:spMkLst>
            <pc:docMk/>
            <pc:sldMk cId="1054858550" sldId="258"/>
            <ac:spMk id="3" creationId="{CE11664C-3DE3-A183-4D05-95E7ED2FFF1B}"/>
          </ac:spMkLst>
        </pc:spChg>
      </pc:sldChg>
      <pc:sldChg chg="addSp modSp mod">
        <pc:chgData name="Michael Hill" userId="41dba03d-e58d-4389-9894-554c10310ba4" providerId="ADAL" clId="{EF23FE1D-A042-481E-AFD7-2A9FB0847F54}" dt="2026-04-29T15:08:15.525" v="25"/>
        <pc:sldMkLst>
          <pc:docMk/>
          <pc:sldMk cId="3974668657" sldId="266"/>
        </pc:sldMkLst>
        <pc:spChg chg="mod">
          <ac:chgData name="Michael Hill" userId="41dba03d-e58d-4389-9894-554c10310ba4" providerId="ADAL" clId="{EF23FE1D-A042-481E-AFD7-2A9FB0847F54}" dt="2026-04-29T15:07:15.822" v="24" actId="20577"/>
          <ac:spMkLst>
            <pc:docMk/>
            <pc:sldMk cId="3974668657" sldId="266"/>
            <ac:spMk id="3" creationId="{0FFE4E6B-41D3-503D-29B2-2DDB817828CB}"/>
          </ac:spMkLst>
        </pc:spChg>
        <pc:picChg chg="add mod">
          <ac:chgData name="Michael Hill" userId="41dba03d-e58d-4389-9894-554c10310ba4" providerId="ADAL" clId="{EF23FE1D-A042-481E-AFD7-2A9FB0847F54}" dt="2026-04-29T15:08:15.525" v="25"/>
          <ac:picMkLst>
            <pc:docMk/>
            <pc:sldMk cId="3974668657" sldId="266"/>
            <ac:picMk id="4" creationId="{4B78AF29-83ED-B98A-C06D-39E3A6361143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1119635077" sldId="267"/>
        </pc:sldMkLst>
      </pc:sldChg>
      <pc:sldChg chg="modSp add mod">
        <pc:chgData name="Michael Hill" userId="41dba03d-e58d-4389-9894-554c10310ba4" providerId="ADAL" clId="{EF23FE1D-A042-481E-AFD7-2A9FB0847F54}" dt="2026-04-29T15:16:52.808" v="502" actId="20577"/>
        <pc:sldMkLst>
          <pc:docMk/>
          <pc:sldMk cId="1347278824" sldId="267"/>
        </pc:sldMkLst>
        <pc:spChg chg="mod">
          <ac:chgData name="Michael Hill" userId="41dba03d-e58d-4389-9894-554c10310ba4" providerId="ADAL" clId="{EF23FE1D-A042-481E-AFD7-2A9FB0847F54}" dt="2026-04-29T15:16:07.651" v="219" actId="20577"/>
          <ac:spMkLst>
            <pc:docMk/>
            <pc:sldMk cId="1347278824" sldId="267"/>
            <ac:spMk id="2" creationId="{99A2B169-E0BA-B025-8530-9D8F951E5A67}"/>
          </ac:spMkLst>
        </pc:spChg>
        <pc:spChg chg="mod">
          <ac:chgData name="Michael Hill" userId="41dba03d-e58d-4389-9894-554c10310ba4" providerId="ADAL" clId="{EF23FE1D-A042-481E-AFD7-2A9FB0847F54}" dt="2026-04-29T15:16:52.808" v="502" actId="20577"/>
          <ac:spMkLst>
            <pc:docMk/>
            <pc:sldMk cId="1347278824" sldId="267"/>
            <ac:spMk id="3" creationId="{0685CE02-B018-5969-4E24-7CE18797947E}"/>
          </ac:spMkLst>
        </pc:spChg>
      </pc:sldChg>
      <pc:sldChg chg="modSp add mod">
        <pc:chgData name="Michael Hill" userId="41dba03d-e58d-4389-9894-554c10310ba4" providerId="ADAL" clId="{EF23FE1D-A042-481E-AFD7-2A9FB0847F54}" dt="2026-04-29T15:17:33.127" v="748" actId="20577"/>
        <pc:sldMkLst>
          <pc:docMk/>
          <pc:sldMk cId="3496449257" sldId="268"/>
        </pc:sldMkLst>
        <pc:spChg chg="mod">
          <ac:chgData name="Michael Hill" userId="41dba03d-e58d-4389-9894-554c10310ba4" providerId="ADAL" clId="{EF23FE1D-A042-481E-AFD7-2A9FB0847F54}" dt="2026-04-29T15:17:01.258" v="519" actId="20577"/>
          <ac:spMkLst>
            <pc:docMk/>
            <pc:sldMk cId="3496449257" sldId="268"/>
            <ac:spMk id="2" creationId="{6D2370D1-8D7B-A0BF-FF66-03E191461885}"/>
          </ac:spMkLst>
        </pc:spChg>
        <pc:spChg chg="mod">
          <ac:chgData name="Michael Hill" userId="41dba03d-e58d-4389-9894-554c10310ba4" providerId="ADAL" clId="{EF23FE1D-A042-481E-AFD7-2A9FB0847F54}" dt="2026-04-29T15:17:33.127" v="748" actId="20577"/>
          <ac:spMkLst>
            <pc:docMk/>
            <pc:sldMk cId="3496449257" sldId="268"/>
            <ac:spMk id="3" creationId="{7E531AD8-DBB8-443F-3BB5-ED8408AFDF77}"/>
          </ac:spMkLst>
        </pc:spChg>
      </pc:sldChg>
      <pc:sldChg chg="modSp add mod">
        <pc:chgData name="Michael Hill" userId="41dba03d-e58d-4389-9894-554c10310ba4" providerId="ADAL" clId="{EF23FE1D-A042-481E-AFD7-2A9FB0847F54}" dt="2026-04-29T15:18:13.837" v="902" actId="20577"/>
        <pc:sldMkLst>
          <pc:docMk/>
          <pc:sldMk cId="1175019513" sldId="269"/>
        </pc:sldMkLst>
        <pc:spChg chg="mod">
          <ac:chgData name="Michael Hill" userId="41dba03d-e58d-4389-9894-554c10310ba4" providerId="ADAL" clId="{EF23FE1D-A042-481E-AFD7-2A9FB0847F54}" dt="2026-04-29T15:18:13.837" v="902" actId="20577"/>
          <ac:spMkLst>
            <pc:docMk/>
            <pc:sldMk cId="1175019513" sldId="269"/>
            <ac:spMk id="2" creationId="{0F5AA68B-B037-1D0A-1559-92D41CE50B74}"/>
          </ac:spMkLst>
        </pc:spChg>
        <pc:spChg chg="mod">
          <ac:chgData name="Michael Hill" userId="41dba03d-e58d-4389-9894-554c10310ba4" providerId="ADAL" clId="{EF23FE1D-A042-481E-AFD7-2A9FB0847F54}" dt="2026-04-29T15:17:57.935" v="860" actId="20577"/>
          <ac:spMkLst>
            <pc:docMk/>
            <pc:sldMk cId="1175019513" sldId="269"/>
            <ac:spMk id="3" creationId="{6D939F44-1366-1325-AD0B-D3BAF9EAAA07}"/>
          </ac:spMkLst>
        </pc:spChg>
      </pc:sldChg>
      <pc:sldChg chg="addSp modSp add mod">
        <pc:chgData name="Michael Hill" userId="41dba03d-e58d-4389-9894-554c10310ba4" providerId="ADAL" clId="{EF23FE1D-A042-481E-AFD7-2A9FB0847F54}" dt="2026-04-29T15:22:50.700" v="916" actId="1076"/>
        <pc:sldMkLst>
          <pc:docMk/>
          <pc:sldMk cId="797890341" sldId="270"/>
        </pc:sldMkLst>
        <pc:spChg chg="mod">
          <ac:chgData name="Michael Hill" userId="41dba03d-e58d-4389-9894-554c10310ba4" providerId="ADAL" clId="{EF23FE1D-A042-481E-AFD7-2A9FB0847F54}" dt="2026-04-29T15:22:32.217" v="912" actId="20577"/>
          <ac:spMkLst>
            <pc:docMk/>
            <pc:sldMk cId="797890341" sldId="270"/>
            <ac:spMk id="2" creationId="{7DFD5631-646F-8B65-DC7F-1CCE4447A2EA}"/>
          </ac:spMkLst>
        </pc:spChg>
        <pc:spChg chg="mod">
          <ac:chgData name="Michael Hill" userId="41dba03d-e58d-4389-9894-554c10310ba4" providerId="ADAL" clId="{EF23FE1D-A042-481E-AFD7-2A9FB0847F54}" dt="2026-04-29T15:18:05.664" v="877" actId="20577"/>
          <ac:spMkLst>
            <pc:docMk/>
            <pc:sldMk cId="797890341" sldId="270"/>
            <ac:spMk id="3" creationId="{2C1FA60B-1299-DD65-220D-88F646E8800C}"/>
          </ac:spMkLst>
        </pc:spChg>
        <pc:picChg chg="add mod">
          <ac:chgData name="Michael Hill" userId="41dba03d-e58d-4389-9894-554c10310ba4" providerId="ADAL" clId="{EF23FE1D-A042-481E-AFD7-2A9FB0847F54}" dt="2026-04-29T15:22:50.700" v="916" actId="1076"/>
          <ac:picMkLst>
            <pc:docMk/>
            <pc:sldMk cId="797890341" sldId="270"/>
            <ac:picMk id="5" creationId="{706001E8-1641-1115-24D1-CEE42A4C5C31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4-29T15:25:24.061" v="988" actId="1076"/>
        <pc:sldMkLst>
          <pc:docMk/>
          <pc:sldMk cId="2174280541" sldId="271"/>
        </pc:sldMkLst>
        <pc:spChg chg="mod">
          <ac:chgData name="Michael Hill" userId="41dba03d-e58d-4389-9894-554c10310ba4" providerId="ADAL" clId="{EF23FE1D-A042-481E-AFD7-2A9FB0847F54}" dt="2026-04-29T15:24:19.324" v="957" actId="14100"/>
          <ac:spMkLst>
            <pc:docMk/>
            <pc:sldMk cId="2174280541" sldId="271"/>
            <ac:spMk id="2" creationId="{F6E220D4-BDD3-68FA-84AB-12470C44B05C}"/>
          </ac:spMkLst>
        </pc:spChg>
        <pc:spChg chg="mod">
          <ac:chgData name="Michael Hill" userId="41dba03d-e58d-4389-9894-554c10310ba4" providerId="ADAL" clId="{EF23FE1D-A042-481E-AFD7-2A9FB0847F54}" dt="2026-04-29T15:25:24.061" v="988" actId="1076"/>
          <ac:spMkLst>
            <pc:docMk/>
            <pc:sldMk cId="2174280541" sldId="271"/>
            <ac:spMk id="3" creationId="{3510C5D1-2B5D-0CA3-62E8-152721CFA215}"/>
          </ac:spMkLst>
        </pc:spChg>
        <pc:picChg chg="del">
          <ac:chgData name="Michael Hill" userId="41dba03d-e58d-4389-9894-554c10310ba4" providerId="ADAL" clId="{EF23FE1D-A042-481E-AFD7-2A9FB0847F54}" dt="2026-04-29T15:23:11.740" v="944" actId="478"/>
          <ac:picMkLst>
            <pc:docMk/>
            <pc:sldMk cId="2174280541" sldId="271"/>
            <ac:picMk id="5" creationId="{E5CFB9CB-C1E1-77D4-E008-F057D7E2DC0E}"/>
          </ac:picMkLst>
        </pc:picChg>
        <pc:picChg chg="add mod">
          <ac:chgData name="Michael Hill" userId="41dba03d-e58d-4389-9894-554c10310ba4" providerId="ADAL" clId="{EF23FE1D-A042-481E-AFD7-2A9FB0847F54}" dt="2026-04-29T15:25:21.158" v="987" actId="1076"/>
          <ac:picMkLst>
            <pc:docMk/>
            <pc:sldMk cId="2174280541" sldId="271"/>
            <ac:picMk id="6" creationId="{BC5B0C14-A3BE-1A84-F7B0-EDA9A13C437A}"/>
          </ac:picMkLst>
        </pc:picChg>
        <pc:picChg chg="add mod">
          <ac:chgData name="Michael Hill" userId="41dba03d-e58d-4389-9894-554c10310ba4" providerId="ADAL" clId="{EF23FE1D-A042-481E-AFD7-2A9FB0847F54}" dt="2026-04-29T15:24:20.480" v="958" actId="1076"/>
          <ac:picMkLst>
            <pc:docMk/>
            <pc:sldMk cId="2174280541" sldId="271"/>
            <ac:picMk id="8" creationId="{339915D8-5810-9B8C-6F28-4C0E9E85B898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2745572143" sldId="271"/>
        </pc:sldMkLst>
      </pc:sldChg>
      <pc:sldChg chg="addSp modSp add mod">
        <pc:chgData name="Michael Hill" userId="41dba03d-e58d-4389-9894-554c10310ba4" providerId="ADAL" clId="{EF23FE1D-A042-481E-AFD7-2A9FB0847F54}" dt="2026-04-29T15:26:57.185" v="993" actId="1076"/>
        <pc:sldMkLst>
          <pc:docMk/>
          <pc:sldMk cId="1612110752" sldId="272"/>
        </pc:sldMkLst>
        <pc:picChg chg="add mod">
          <ac:chgData name="Michael Hill" userId="41dba03d-e58d-4389-9894-554c10310ba4" providerId="ADAL" clId="{EF23FE1D-A042-481E-AFD7-2A9FB0847F54}" dt="2026-04-29T15:26:57.185" v="993" actId="1076"/>
          <ac:picMkLst>
            <pc:docMk/>
            <pc:sldMk cId="1612110752" sldId="272"/>
            <ac:picMk id="5" creationId="{FE966B54-B09D-3571-F084-9B1C9C9EE3D4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2130389455" sldId="272"/>
        </pc:sldMkLst>
      </pc:sldChg>
      <pc:sldChg chg="addSp delSp modSp add mod ord">
        <pc:chgData name="Michael Hill" userId="41dba03d-e58d-4389-9894-554c10310ba4" providerId="ADAL" clId="{EF23FE1D-A042-481E-AFD7-2A9FB0847F54}" dt="2026-04-29T15:28:05.604" v="1020" actId="1076"/>
        <pc:sldMkLst>
          <pc:docMk/>
          <pc:sldMk cId="1775110346" sldId="273"/>
        </pc:sldMkLst>
        <pc:spChg chg="mod">
          <ac:chgData name="Michael Hill" userId="41dba03d-e58d-4389-9894-554c10310ba4" providerId="ADAL" clId="{EF23FE1D-A042-481E-AFD7-2A9FB0847F54}" dt="2026-04-29T15:27:14.500" v="1015" actId="20577"/>
          <ac:spMkLst>
            <pc:docMk/>
            <pc:sldMk cId="1775110346" sldId="273"/>
            <ac:spMk id="3" creationId="{B1B198C2-4DE4-24B3-DC25-E0729A2F801A}"/>
          </ac:spMkLst>
        </pc:spChg>
        <pc:picChg chg="add mod">
          <ac:chgData name="Michael Hill" userId="41dba03d-e58d-4389-9894-554c10310ba4" providerId="ADAL" clId="{EF23FE1D-A042-481E-AFD7-2A9FB0847F54}" dt="2026-04-29T15:28:05.604" v="1020" actId="1076"/>
          <ac:picMkLst>
            <pc:docMk/>
            <pc:sldMk cId="1775110346" sldId="273"/>
            <ac:picMk id="5" creationId="{99BF9E4C-2659-E799-C6F4-B3CE0F85E609}"/>
          </ac:picMkLst>
        </pc:picChg>
        <pc:picChg chg="del">
          <ac:chgData name="Michael Hill" userId="41dba03d-e58d-4389-9894-554c10310ba4" providerId="ADAL" clId="{EF23FE1D-A042-481E-AFD7-2A9FB0847F54}" dt="2026-04-29T15:27:59.496" v="1016" actId="478"/>
          <ac:picMkLst>
            <pc:docMk/>
            <pc:sldMk cId="1775110346" sldId="273"/>
            <ac:picMk id="8" creationId="{03A9F831-2C2C-4244-F97E-DADEEB4944A1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3949283384" sldId="273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1287727161" sldId="274"/>
        </pc:sldMkLst>
      </pc:sldChg>
      <pc:sldChg chg="addSp modSp add mod">
        <pc:chgData name="Michael Hill" userId="41dba03d-e58d-4389-9894-554c10310ba4" providerId="ADAL" clId="{EF23FE1D-A042-481E-AFD7-2A9FB0847F54}" dt="2026-04-29T15:28:42.977" v="1025" actId="1076"/>
        <pc:sldMkLst>
          <pc:docMk/>
          <pc:sldMk cId="2544330485" sldId="274"/>
        </pc:sldMkLst>
        <pc:picChg chg="add mod">
          <ac:chgData name="Michael Hill" userId="41dba03d-e58d-4389-9894-554c10310ba4" providerId="ADAL" clId="{EF23FE1D-A042-481E-AFD7-2A9FB0847F54}" dt="2026-04-29T15:28:42.977" v="1025" actId="1076"/>
          <ac:picMkLst>
            <pc:docMk/>
            <pc:sldMk cId="2544330485" sldId="274"/>
            <ac:picMk id="7" creationId="{4AE27A62-2DA2-9A82-E4E2-B1264FBAB30D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4-29T15:31:00.788" v="1059" actId="14100"/>
        <pc:sldMkLst>
          <pc:docMk/>
          <pc:sldMk cId="1346945179" sldId="275"/>
        </pc:sldMkLst>
        <pc:spChg chg="mod">
          <ac:chgData name="Michael Hill" userId="41dba03d-e58d-4389-9894-554c10310ba4" providerId="ADAL" clId="{EF23FE1D-A042-481E-AFD7-2A9FB0847F54}" dt="2026-04-29T15:28:53.602" v="1045" actId="20577"/>
          <ac:spMkLst>
            <pc:docMk/>
            <pc:sldMk cId="1346945179" sldId="275"/>
            <ac:spMk id="3" creationId="{BC91EA13-2A82-F1F7-1A3A-762F3E28DA89}"/>
          </ac:spMkLst>
        </pc:spChg>
        <pc:picChg chg="del">
          <ac:chgData name="Michael Hill" userId="41dba03d-e58d-4389-9894-554c10310ba4" providerId="ADAL" clId="{EF23FE1D-A042-481E-AFD7-2A9FB0847F54}" dt="2026-04-29T15:30:31.994" v="1046" actId="478"/>
          <ac:picMkLst>
            <pc:docMk/>
            <pc:sldMk cId="1346945179" sldId="275"/>
            <ac:picMk id="5" creationId="{AA58E873-A2C7-E368-9778-5DA0346A68C6}"/>
          </ac:picMkLst>
        </pc:picChg>
        <pc:picChg chg="add mod">
          <ac:chgData name="Michael Hill" userId="41dba03d-e58d-4389-9894-554c10310ba4" providerId="ADAL" clId="{EF23FE1D-A042-481E-AFD7-2A9FB0847F54}" dt="2026-04-29T15:30:58.862" v="1058" actId="14100"/>
          <ac:picMkLst>
            <pc:docMk/>
            <pc:sldMk cId="1346945179" sldId="275"/>
            <ac:picMk id="7" creationId="{84F8EEF5-7030-D2C5-C7A0-DE219E0A7103}"/>
          </ac:picMkLst>
        </pc:picChg>
        <pc:picChg chg="add mod">
          <ac:chgData name="Michael Hill" userId="41dba03d-e58d-4389-9894-554c10310ba4" providerId="ADAL" clId="{EF23FE1D-A042-481E-AFD7-2A9FB0847F54}" dt="2026-04-29T15:31:00.788" v="1059" actId="14100"/>
          <ac:picMkLst>
            <pc:docMk/>
            <pc:sldMk cId="1346945179" sldId="275"/>
            <ac:picMk id="9" creationId="{8120DB13-7A6B-39D8-5D5C-466CDE7CAEC1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2657440649" sldId="275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1324825895" sldId="276"/>
        </pc:sldMkLst>
      </pc:sldChg>
      <pc:sldChg chg="addSp modSp add mod">
        <pc:chgData name="Michael Hill" userId="41dba03d-e58d-4389-9894-554c10310ba4" providerId="ADAL" clId="{EF23FE1D-A042-481E-AFD7-2A9FB0847F54}" dt="2026-04-29T15:31:22.347" v="1064" actId="1076"/>
        <pc:sldMkLst>
          <pc:docMk/>
          <pc:sldMk cId="2317931823" sldId="276"/>
        </pc:sldMkLst>
        <pc:picChg chg="add mod">
          <ac:chgData name="Michael Hill" userId="41dba03d-e58d-4389-9894-554c10310ba4" providerId="ADAL" clId="{EF23FE1D-A042-481E-AFD7-2A9FB0847F54}" dt="2026-04-29T15:31:22.347" v="1064" actId="1076"/>
          <ac:picMkLst>
            <pc:docMk/>
            <pc:sldMk cId="2317931823" sldId="276"/>
            <ac:picMk id="5" creationId="{467C48CC-864A-4434-EEEC-EC889C7BE051}"/>
          </ac:picMkLst>
        </pc:picChg>
      </pc:sldChg>
      <pc:sldChg chg="delSp modSp add mod">
        <pc:chgData name="Michael Hill" userId="41dba03d-e58d-4389-9894-554c10310ba4" providerId="ADAL" clId="{EF23FE1D-A042-481E-AFD7-2A9FB0847F54}" dt="2026-04-29T15:31:48.595" v="1175" actId="20577"/>
        <pc:sldMkLst>
          <pc:docMk/>
          <pc:sldMk cId="924323044" sldId="277"/>
        </pc:sldMkLst>
        <pc:spChg chg="mod">
          <ac:chgData name="Michael Hill" userId="41dba03d-e58d-4389-9894-554c10310ba4" providerId="ADAL" clId="{EF23FE1D-A042-481E-AFD7-2A9FB0847F54}" dt="2026-04-29T15:31:48.595" v="1175" actId="20577"/>
          <ac:spMkLst>
            <pc:docMk/>
            <pc:sldMk cId="924323044" sldId="277"/>
            <ac:spMk id="3" creationId="{48C18F99-AD51-C23E-F9E3-FF53E9385AE6}"/>
          </ac:spMkLst>
        </pc:spChg>
        <pc:picChg chg="del">
          <ac:chgData name="Michael Hill" userId="41dba03d-e58d-4389-9894-554c10310ba4" providerId="ADAL" clId="{EF23FE1D-A042-481E-AFD7-2A9FB0847F54}" dt="2026-04-29T15:31:27.937" v="1066" actId="478"/>
          <ac:picMkLst>
            <pc:docMk/>
            <pc:sldMk cId="924323044" sldId="277"/>
            <ac:picMk id="5" creationId="{E5FD2939-6C8D-667B-A4D1-56862CDECF3E}"/>
          </ac:picMkLst>
        </pc:pic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2557989941" sldId="277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3281441583" sldId="278"/>
        </pc:sldMkLst>
      </pc:sldChg>
      <pc:sldChg chg="delSp modSp add mod">
        <pc:chgData name="Michael Hill" userId="41dba03d-e58d-4389-9894-554c10310ba4" providerId="ADAL" clId="{EF23FE1D-A042-481E-AFD7-2A9FB0847F54}" dt="2026-04-29T15:35:23.542" v="1628" actId="20577"/>
        <pc:sldMkLst>
          <pc:docMk/>
          <pc:sldMk cId="3465100063" sldId="278"/>
        </pc:sldMkLst>
        <pc:spChg chg="mod">
          <ac:chgData name="Michael Hill" userId="41dba03d-e58d-4389-9894-554c10310ba4" providerId="ADAL" clId="{EF23FE1D-A042-481E-AFD7-2A9FB0847F54}" dt="2026-04-29T15:32:21.812" v="1193" actId="313"/>
          <ac:spMkLst>
            <pc:docMk/>
            <pc:sldMk cId="3465100063" sldId="278"/>
            <ac:spMk id="2" creationId="{06793BE9-C363-8965-103D-2BA7E5C27B2D}"/>
          </ac:spMkLst>
        </pc:spChg>
        <pc:spChg chg="mod">
          <ac:chgData name="Michael Hill" userId="41dba03d-e58d-4389-9894-554c10310ba4" providerId="ADAL" clId="{EF23FE1D-A042-481E-AFD7-2A9FB0847F54}" dt="2026-04-29T15:35:23.542" v="1628" actId="20577"/>
          <ac:spMkLst>
            <pc:docMk/>
            <pc:sldMk cId="3465100063" sldId="278"/>
            <ac:spMk id="3" creationId="{3FD64C31-EC7D-785E-A995-7803D7B60BB5}"/>
          </ac:spMkLst>
        </pc:spChg>
        <pc:picChg chg="del">
          <ac:chgData name="Michael Hill" userId="41dba03d-e58d-4389-9894-554c10310ba4" providerId="ADAL" clId="{EF23FE1D-A042-481E-AFD7-2A9FB0847F54}" dt="2026-04-29T15:32:18.693" v="1179" actId="478"/>
          <ac:picMkLst>
            <pc:docMk/>
            <pc:sldMk cId="3465100063" sldId="278"/>
            <ac:picMk id="6" creationId="{DF7DA61E-7F69-CAD8-B2FE-302A87040339}"/>
          </ac:picMkLst>
        </pc:picChg>
        <pc:picChg chg="del">
          <ac:chgData name="Michael Hill" userId="41dba03d-e58d-4389-9894-554c10310ba4" providerId="ADAL" clId="{EF23FE1D-A042-481E-AFD7-2A9FB0847F54}" dt="2026-04-29T15:32:17.634" v="1177" actId="478"/>
          <ac:picMkLst>
            <pc:docMk/>
            <pc:sldMk cId="3465100063" sldId="278"/>
            <ac:picMk id="7" creationId="{8E67DA0F-A5F5-6CD5-241C-C74183F6A143}"/>
          </ac:picMkLst>
        </pc:picChg>
        <pc:picChg chg="del">
          <ac:chgData name="Michael Hill" userId="41dba03d-e58d-4389-9894-554c10310ba4" providerId="ADAL" clId="{EF23FE1D-A042-481E-AFD7-2A9FB0847F54}" dt="2026-04-29T15:32:18.394" v="1178" actId="478"/>
          <ac:picMkLst>
            <pc:docMk/>
            <pc:sldMk cId="3465100063" sldId="278"/>
            <ac:picMk id="9" creationId="{1A4ADBF9-58D7-2BB1-385F-98E97D7D3D66}"/>
          </ac:picMkLst>
        </pc:picChg>
      </pc:sldChg>
      <pc:sldChg chg="modSp add mod">
        <pc:chgData name="Michael Hill" userId="41dba03d-e58d-4389-9894-554c10310ba4" providerId="ADAL" clId="{EF23FE1D-A042-481E-AFD7-2A9FB0847F54}" dt="2026-04-29T15:35:50.459" v="1759" actId="20577"/>
        <pc:sldMkLst>
          <pc:docMk/>
          <pc:sldMk cId="3182041119" sldId="279"/>
        </pc:sldMkLst>
        <pc:spChg chg="mod">
          <ac:chgData name="Michael Hill" userId="41dba03d-e58d-4389-9894-554c10310ba4" providerId="ADAL" clId="{EF23FE1D-A042-481E-AFD7-2A9FB0847F54}" dt="2026-04-29T15:35:39.157" v="1682" actId="14100"/>
          <ac:spMkLst>
            <pc:docMk/>
            <pc:sldMk cId="3182041119" sldId="279"/>
            <ac:spMk id="2" creationId="{9867F2E6-5A64-013A-724F-ED2764C86B7B}"/>
          </ac:spMkLst>
        </pc:spChg>
        <pc:spChg chg="mod">
          <ac:chgData name="Michael Hill" userId="41dba03d-e58d-4389-9894-554c10310ba4" providerId="ADAL" clId="{EF23FE1D-A042-481E-AFD7-2A9FB0847F54}" dt="2026-04-29T15:35:50.459" v="1759" actId="20577"/>
          <ac:spMkLst>
            <pc:docMk/>
            <pc:sldMk cId="3182041119" sldId="279"/>
            <ac:spMk id="3" creationId="{3A3A8670-EE2F-7D3C-8C71-EC89B2FCC5D8}"/>
          </ac:spMkLst>
        </pc:spChg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4002909863" sldId="279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1902092980" sldId="280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365852415" sldId="281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501679918" sldId="282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993692344" sldId="283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457896995" sldId="284"/>
        </pc:sldMkLst>
      </pc:sldChg>
      <pc:sldChg chg="del">
        <pc:chgData name="Michael Hill" userId="41dba03d-e58d-4389-9894-554c10310ba4" providerId="ADAL" clId="{EF23FE1D-A042-481E-AFD7-2A9FB0847F54}" dt="2026-04-29T15:15:36.539" v="202" actId="47"/>
        <pc:sldMkLst>
          <pc:docMk/>
          <pc:sldMk cId="2570194882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8F8C-3BC4-2C2A-FE15-4B0900B9C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46FDC-EFBD-9643-13FA-3ADABCF7C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114E-266A-65EF-23DF-FDD28EBC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04C5-2129-2E5D-21D4-B5F83C0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D3DE-2438-8703-F3A4-8BFD17E2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BFD5-A5BC-78AC-A9C3-7F2C1E3E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F3C2-D14E-9900-A00E-878E6C3F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3415F-496A-57C4-48A0-E2D5E918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552D-000F-BD61-D905-146B2A8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7404-DC83-5A5C-E69B-2CB04631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9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2A11-FC98-6824-DAB5-88003844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5C534-3611-CCD7-ADA0-DACBE367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0E192-EC7B-16A6-EE1A-FAF02B6E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2EC8-61E2-D49F-D438-92727082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1950-D285-6770-7468-5A22A210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5D6C-A4FD-1F29-E982-FCD7E356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E31A-AA7E-660C-8844-B39312BD6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FC096-434E-80E3-C5AC-BCEA6EA8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DB2D3-E0C7-91D9-FAB5-8632633B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861B-6C0C-27E5-C905-4A8B92F0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64558-82ED-C8D4-F447-85CD2459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E12-0306-EE9A-7DE1-C6188F55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80E8-413A-3EBC-A52F-C5769505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C4C82-F51B-1892-B04F-09A206D69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3E9D8-2C0C-9630-7078-ADDDD5708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EB4CC-97BE-9C7E-5694-8FF671D09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9D9DD-EB74-60AD-BF97-52741BC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D622-B7C5-EE66-3E8B-735082AB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CCF7B-5C0F-03B2-218E-8BEDD44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2901-94C4-04EF-30C2-E90CABF3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4C812-C0F6-EBAC-C309-974C99FA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981E7-B07E-3B6C-F413-E01061A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34AF4-19B7-B2FB-9AEB-DD3DD11A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2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015F1-6435-1159-F63C-96827638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B0AFD-817F-E8BC-0248-AA421A70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E04F-15A6-4913-D168-B875FFDA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1771-6C18-AC44-ED30-C2EF62FB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0F52-0DCA-8742-37C5-B44CAB20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119C0-4620-F984-9FEF-BF0338BA5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3010-5F8A-2A83-6FAD-6A64064D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6514B-7FA6-7724-D422-0D0CC84E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6BBB2-B302-78D0-99F6-6C8B1EEA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EB97-42A4-57AF-97A8-B2625559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49A09-DC3F-F111-6E04-AA44B27B5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7B21-C5D1-5B60-EF20-E9136EBC7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BC51A-56CE-F73C-BC6C-01ADDF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6B1F-6A13-C431-8179-A6188415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8E118-41E0-99C6-09CA-CF6C95FF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4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0FEF-E6A7-B26F-3F65-CE3A0990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1149C-08CC-7CF2-6E92-951793CEA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D87-982C-1BFB-1EC9-CD2613A9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BFB0-9D27-68B3-329F-8894EC2A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7B3F-0D97-EB25-3325-398767B7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10203-61B7-3B6A-92C6-C000A803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C29B1-7BD8-1EE2-35BE-A9953F783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1FC5-266B-6A28-D873-0DE84720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33E4-F16D-F066-390D-3352BA4F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98CD-5AD0-6721-9EE6-58DBC09B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2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3398C-C0E4-2A08-842A-39AF61D1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CBAF7-BB69-942C-DD27-E49A0361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1E32-97A2-95F6-03BA-85CA3F579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4FF7-17C2-470A-B450-6756AAF160B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12C7-B16B-0FB8-34FF-68FBA8BF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62B0-EFC9-880A-3555-4C595CD8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F5E5C-3757-4B24-9056-5BB53BBD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9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5D6D-4ED1-5461-E787-468F7CB5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5822-CB41-B4DF-61CE-2E8C5C185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609" y="1070608"/>
            <a:ext cx="5844988" cy="238760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THE 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E4E6B-41D3-503D-29B2-2DDB81782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684295" cy="1655762"/>
          </a:xfrm>
        </p:spPr>
        <p:txBody>
          <a:bodyPr/>
          <a:lstStyle/>
          <a:p>
            <a:r>
              <a:rPr lang="en-US" dirty="0"/>
              <a:t>IA – 2 – Criteria A</a:t>
            </a:r>
          </a:p>
        </p:txBody>
      </p:sp>
      <p:pic>
        <p:nvPicPr>
          <p:cNvPr id="4" name="Picture 4" descr="Letter A (Leapfrog Letter) - The Letter A Foto (45353223) - Fanpop">
            <a:extLst>
              <a:ext uri="{FF2B5EF4-FFF2-40B4-BE49-F238E27FC236}">
                <a16:creationId xmlns:a16="http://schemas.microsoft.com/office/drawing/2014/main" id="{4B78AF29-83ED-B98A-C06D-39E3A6361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02" y="1122363"/>
            <a:ext cx="5358653" cy="533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66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871A-0C2D-A734-6382-9FDFC3F5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3B3-4AED-C1FE-1D29-3C791E9C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A – PROBLEM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664C-3DE3-A183-4D05-95E7ED2F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300 words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Criteria A has THREE parts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Problem Scenario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Success Criteria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Computational Context</a:t>
            </a:r>
          </a:p>
        </p:txBody>
      </p:sp>
    </p:spTree>
    <p:extLst>
      <p:ext uri="{BB962C8B-B14F-4D97-AF65-F5344CB8AC3E}">
        <p14:creationId xmlns:p14="http://schemas.microsoft.com/office/powerpoint/2010/main" val="105485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68E7-D457-9960-1FD1-797D4772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B169-E0BA-B025-8530-9D8F951E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PROBLEM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CE02-B018-5969-4E24-7CE18797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The problem scenario is a clear description of the problem including its measurable solution requirements</a:t>
            </a:r>
          </a:p>
          <a:p>
            <a:r>
              <a:rPr lang="en-US" dirty="0">
                <a:latin typeface="Comic Sans MS" panose="030F0702030302020204" pitchFamily="66" charset="0"/>
              </a:rPr>
              <a:t>Description should relate directly to the problem, whether this be in the world around us, other fields of knowledge, or a current issue in computing</a:t>
            </a:r>
          </a:p>
        </p:txBody>
      </p:sp>
    </p:spTree>
    <p:extLst>
      <p:ext uri="{BB962C8B-B14F-4D97-AF65-F5344CB8AC3E}">
        <p14:creationId xmlns:p14="http://schemas.microsoft.com/office/powerpoint/2010/main" val="134727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84AA-1243-D11F-D4E0-A3749E67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70D1-8D7B-A0BF-FF66-03E19146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1AD8-DBB8-443F-3BB5-ED8408AF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You guys know the drill with success criteria</a:t>
            </a:r>
          </a:p>
          <a:p>
            <a:r>
              <a:rPr lang="en-US" dirty="0">
                <a:latin typeface="Comic Sans MS" panose="030F0702030302020204" pitchFamily="66" charset="0"/>
              </a:rPr>
              <a:t>Measurable outcomes derived from the solution requirements</a:t>
            </a:r>
          </a:p>
          <a:p>
            <a:r>
              <a:rPr lang="en-US" dirty="0">
                <a:latin typeface="Comic Sans MS" panose="030F0702030302020204" pitchFamily="66" charset="0"/>
              </a:rPr>
              <a:t>Indicate successful development of the product</a:t>
            </a:r>
          </a:p>
        </p:txBody>
      </p:sp>
    </p:spTree>
    <p:extLst>
      <p:ext uri="{BB962C8B-B14F-4D97-AF65-F5344CB8AC3E}">
        <p14:creationId xmlns:p14="http://schemas.microsoft.com/office/powerpoint/2010/main" val="349644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A7B9-292F-CCA2-B65C-915AA2E3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A68B-B037-1D0A-1559-92D41CE5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COMPUTATIONAL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9F44-1366-1325-AD0B-D3BAF9EAA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Computational context – the specific area of computing that is selected to be used in the solution</a:t>
            </a:r>
          </a:p>
        </p:txBody>
      </p:sp>
    </p:spTree>
    <p:extLst>
      <p:ext uri="{BB962C8B-B14F-4D97-AF65-F5344CB8AC3E}">
        <p14:creationId xmlns:p14="http://schemas.microsoft.com/office/powerpoint/2010/main" val="117501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AA34-9F23-7306-3BE4-3DD76EC8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5631-646F-8B65-DC7F-1CCE4447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11910117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MARKSCHEME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A60B-1299-DD65-220D-88F646E8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93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mic Sans MS" panose="030F0702030302020204" pitchFamily="66" charset="0"/>
              </a:rPr>
              <a:t>Markscheme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001E8-1641-1115-24D1-CEE42A4C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61" y="2256727"/>
            <a:ext cx="9902077" cy="443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9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5AA1-13BC-BABB-31ED-8E91E791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20D4-BDD3-68FA-84AB-12470C44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0C5D1-2B5D-0CA3-62E8-152721CF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do we think this got?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B0C14-A3BE-1A84-F7B0-EDA9A13C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9915D8-5810-9B8C-6F28-4C0E9E85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863" y="285415"/>
            <a:ext cx="5402886" cy="64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8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E27F-7A08-9D02-A0FC-6750D8B5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2930-66B4-A4A3-6472-702E41B0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36632-BD35-1C93-AED6-73B9DD5F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do we think this got?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68DB70-F440-BC94-9F90-4551628F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F37E1A-AEC8-E8C9-B3B6-376A139FD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863" y="285415"/>
            <a:ext cx="5402886" cy="6453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966B54-B09D-3571-F084-9B1C9C9EE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46" y="2646447"/>
            <a:ext cx="5706917" cy="11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1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BF13-9D4E-18BF-2E7D-4FE33B17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DD30-A3FA-EC70-81AE-EA7ECF23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98C2-4DE4-24B3-DC25-E0729A2F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How about this one?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D7E99F-86CA-8533-EC00-0605016D0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BF9E4C-2659-E799-C6F4-B3CE0F85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56" y="684206"/>
            <a:ext cx="6055560" cy="56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1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0178-1C01-5499-73EC-645C6008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1B8B-3EDE-E5AA-DD70-7E80B308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446E-8C04-309F-36C8-CCA85C44D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How about this one?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49BAC-1E8A-86EA-C20E-A345EDFE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48C38B-3DA1-84AB-EE40-201B94BA8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56" y="684206"/>
            <a:ext cx="6055560" cy="5695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27A62-2DA2-9A82-E4E2-B1264FBAB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03" y="3107653"/>
            <a:ext cx="6116535" cy="8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30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2BE5-E2BD-DE84-FA07-BBC058C8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AF41-9714-F284-4792-32DC257F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EA13-2A82-F1F7-1A3A-762F3E28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Finally, this 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AB591-95D0-61FE-0E77-67AC890F2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F8EEF5-7030-D2C5-C7A0-DE219E0A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893" y="-1"/>
            <a:ext cx="6123294" cy="5359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20DB13-7A6B-39D8-5D5C-466CDE7CA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93" y="5359399"/>
            <a:ext cx="5454930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4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CC07-5693-4DFD-3948-F1752355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EA7F-B055-A1C4-B79E-03C0488B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D1B3-80DD-7B6E-79FE-A3CDA52F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7669107" cy="183068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Finally, this 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5A3BC-2D14-45BC-BA4C-C22B77A5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07076-36C6-2313-386D-9916CAD2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893" y="-1"/>
            <a:ext cx="6123294" cy="5359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E0F25E-C665-AAEF-F270-C79630F4E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93" y="5359399"/>
            <a:ext cx="5454930" cy="1492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C48CC-864A-4434-EEEC-EC889C7BE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24" y="2491725"/>
            <a:ext cx="5521728" cy="164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31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6FF8-67D3-D30A-997E-A113FAFC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B76F-CF67-77E0-A735-038ABE50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DO SOME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8F99-AD51-C23E-F9E3-FF53E938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4" y="1907329"/>
            <a:ext cx="5096144" cy="183068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Now, you might notice this one is above the recommended 300 words, closer to 500</a:t>
            </a:r>
          </a:p>
          <a:p>
            <a:r>
              <a:rPr lang="en-US" dirty="0">
                <a:latin typeface="Comic Sans MS" panose="030F0702030302020204" pitchFamily="66" charset="0"/>
              </a:rPr>
              <a:t>yeah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0A64F-C9AE-D569-0C49-BF073BDC9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3" y="4140137"/>
            <a:ext cx="5454930" cy="24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0208AC-3902-DAB6-2A8B-9A425038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893" y="-1"/>
            <a:ext cx="6123294" cy="5359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9EA492-E17A-B40A-F23A-CA0C16DD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93" y="5359399"/>
            <a:ext cx="5454930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23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7B14-142C-7560-DA37-D85BE842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3BE9-C363-8965-103D-2BA7E5C2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4" y="365125"/>
            <a:ext cx="490649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“WORD COUNT”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4C31-EC7D-785E-A995-7803D7B60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11591769" cy="458554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You cannot exceed 2000 words total</a:t>
            </a:r>
          </a:p>
          <a:p>
            <a:r>
              <a:rPr lang="en-US" dirty="0">
                <a:latin typeface="Comic Sans MS" panose="030F0702030302020204" pitchFamily="66" charset="0"/>
              </a:rPr>
              <a:t>But, you can shuffle the recommended word count per section around. You can have a slightly shorter Criteria C to have a slightly longer criteria A.</a:t>
            </a:r>
          </a:p>
          <a:p>
            <a:r>
              <a:rPr lang="en-US" dirty="0">
                <a:latin typeface="Comic Sans MS" panose="030F0702030302020204" pitchFamily="66" charset="0"/>
              </a:rPr>
              <a:t>It seems difficult to score full marks for criteria A without using more than 300 words, so use slightly more to make sure your ideas come across well</a:t>
            </a:r>
          </a:p>
          <a:p>
            <a:pPr lvl="1"/>
            <a:r>
              <a:rPr lang="en-US" dirty="0">
                <a:latin typeface="Comic Sans MS" panose="030F0702030302020204" pitchFamily="66" charset="0"/>
              </a:rPr>
              <a:t>It is your first impression after all</a:t>
            </a:r>
          </a:p>
          <a:p>
            <a:pPr lvl="1"/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10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9823-40DB-93E2-E7AB-B851736B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F2E6-5A64-013A-724F-ED2764C8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83" y="365125"/>
            <a:ext cx="8103503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CRITERIA A -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8670-EE2F-7D3C-8C71-EC89B2FCC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83" y="1907329"/>
            <a:ext cx="11591769" cy="4585546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Check GitHub for the Criteria A document to know what to write and create for </a:t>
            </a:r>
            <a:r>
              <a:rPr lang="en-US">
                <a:latin typeface="Comic Sans MS" panose="030F0702030302020204" pitchFamily="66" charset="0"/>
              </a:rPr>
              <a:t>your presentation 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4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289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Comic Sans MS</vt:lpstr>
      <vt:lpstr>Office Theme</vt:lpstr>
      <vt:lpstr>THE IA</vt:lpstr>
      <vt:lpstr>CRITERIA A – PROBLEM SPECIFICATION</vt:lpstr>
      <vt:lpstr>PROBLEM SCENARIO</vt:lpstr>
      <vt:lpstr>SUCCESS CRITERIA</vt:lpstr>
      <vt:lpstr>COMPUTATIONAL CONTEXT</vt:lpstr>
      <vt:lpstr>MARKSCHEME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LET’S DO SOME MARKING</vt:lpstr>
      <vt:lpstr>“WORD COUNT”</vt:lpstr>
      <vt:lpstr>CRITERIA A - ASSIGNED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</cp:revision>
  <dcterms:created xsi:type="dcterms:W3CDTF">2025-02-04T14:31:25Z</dcterms:created>
  <dcterms:modified xsi:type="dcterms:W3CDTF">2026-04-29T15:35:52Z</dcterms:modified>
</cp:coreProperties>
</file>