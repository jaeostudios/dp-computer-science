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87" r:id="rId5"/>
    <p:sldId id="400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35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D42F0C-FB03-45F3-B1EE-028CC0FBDD77}" v="24" dt="2025-09-19T21:07:31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4" autoAdjust="0"/>
    <p:restoredTop sz="94660"/>
  </p:normalViewPr>
  <p:slideViewPr>
    <p:cSldViewPr snapToGrid="0">
      <p:cViewPr varScale="1">
        <p:scale>
          <a:sx n="91" d="100"/>
          <a:sy n="91" d="100"/>
        </p:scale>
        <p:origin x="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5-09-19T21:09:29.043" v="3718" actId="20577"/>
      <pc:docMkLst>
        <pc:docMk/>
      </pc:docMkLst>
      <pc:sldChg chg="addSp modSp mod">
        <pc:chgData name="Michael Hill" userId="41dba03d-e58d-4389-9894-554c10310ba4" providerId="ADAL" clId="{EF23FE1D-A042-481E-AFD7-2A9FB0847F54}" dt="2025-09-19T19:45:52.464" v="39" actId="207"/>
        <pc:sldMkLst>
          <pc:docMk/>
          <pc:sldMk cId="1878848435" sldId="256"/>
        </pc:sldMkLst>
        <pc:spChg chg="add mod">
          <ac:chgData name="Michael Hill" userId="41dba03d-e58d-4389-9894-554c10310ba4" providerId="ADAL" clId="{EF23FE1D-A042-481E-AFD7-2A9FB0847F54}" dt="2025-09-19T19:45:52.464" v="39" actId="207"/>
          <ac:spMkLst>
            <pc:docMk/>
            <pc:sldMk cId="1878848435" sldId="256"/>
            <ac:spMk id="2" creationId="{BF8076CA-76A1-8CBD-2EC2-C676B82F5E4F}"/>
          </ac:spMkLst>
        </pc:spChg>
        <pc:spChg chg="mod">
          <ac:chgData name="Michael Hill" userId="41dba03d-e58d-4389-9894-554c10310ba4" providerId="ADAL" clId="{EF23FE1D-A042-481E-AFD7-2A9FB0847F54}" dt="2025-09-19T19:44:19.688" v="0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19T19:44:30.305" v="11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09-19T19:56:15.868" v="73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19T19:56:15.868" v="73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 modShow">
        <pc:chgData name="Michael Hill" userId="41dba03d-e58d-4389-9894-554c10310ba4" providerId="ADAL" clId="{EF23FE1D-A042-481E-AFD7-2A9FB0847F54}" dt="2025-09-19T19:50:07.541" v="40" actId="729"/>
        <pc:sldMkLst>
          <pc:docMk/>
          <pc:sldMk cId="1910594286" sldId="258"/>
        </pc:sldMkLst>
      </pc:sldChg>
      <pc:sldChg chg="modSp mod">
        <pc:chgData name="Michael Hill" userId="41dba03d-e58d-4389-9894-554c10310ba4" providerId="ADAL" clId="{EF23FE1D-A042-481E-AFD7-2A9FB0847F54}" dt="2025-09-19T21:09:29.043" v="3718" actId="20577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09-19T21:07:59.407" v="3335" actId="20577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EF23FE1D-A042-481E-AFD7-2A9FB0847F54}" dt="2025-09-19T21:09:29.043" v="3718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mod modShow">
        <pc:chgData name="Michael Hill" userId="41dba03d-e58d-4389-9894-554c10310ba4" providerId="ADAL" clId="{EF23FE1D-A042-481E-AFD7-2A9FB0847F54}" dt="2025-09-19T19:50:07.541" v="40" actId="729"/>
        <pc:sldMkLst>
          <pc:docMk/>
          <pc:sldMk cId="2098128014" sldId="287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207520820" sldId="333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2684314339" sldId="396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1703663579" sldId="397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1837915060" sldId="398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3395777817" sldId="399"/>
        </pc:sldMkLst>
      </pc:sldChg>
      <pc:sldChg chg="addSp delSp modSp mod">
        <pc:chgData name="Michael Hill" userId="41dba03d-e58d-4389-9894-554c10310ba4" providerId="ADAL" clId="{EF23FE1D-A042-481E-AFD7-2A9FB0847F54}" dt="2025-09-19T20:20:18.280" v="689" actId="14100"/>
        <pc:sldMkLst>
          <pc:docMk/>
          <pc:sldMk cId="3941057527" sldId="400"/>
        </pc:sldMkLst>
        <pc:spChg chg="mod">
          <ac:chgData name="Michael Hill" userId="41dba03d-e58d-4389-9894-554c10310ba4" providerId="ADAL" clId="{EF23FE1D-A042-481E-AFD7-2A9FB0847F54}" dt="2025-09-19T19:57:23.779" v="84" actId="1076"/>
          <ac:spMkLst>
            <pc:docMk/>
            <pc:sldMk cId="3941057527" sldId="400"/>
            <ac:spMk id="5" creationId="{5BCBD5F0-804C-3A33-77C6-0CBC8E2723EE}"/>
          </ac:spMkLst>
        </pc:spChg>
        <pc:spChg chg="mod">
          <ac:chgData name="Michael Hill" userId="41dba03d-e58d-4389-9894-554c10310ba4" providerId="ADAL" clId="{EF23FE1D-A042-481E-AFD7-2A9FB0847F54}" dt="2025-09-19T20:20:18.280" v="689" actId="14100"/>
          <ac:spMkLst>
            <pc:docMk/>
            <pc:sldMk cId="3941057527" sldId="400"/>
            <ac:spMk id="8" creationId="{34307991-018E-2677-C298-9F1BCC67D929}"/>
          </ac:spMkLst>
        </pc:spChg>
        <pc:picChg chg="del">
          <ac:chgData name="Michael Hill" userId="41dba03d-e58d-4389-9894-554c10310ba4" providerId="ADAL" clId="{EF23FE1D-A042-481E-AFD7-2A9FB0847F54}" dt="2025-09-19T20:06:00.672" v="681" actId="478"/>
          <ac:picMkLst>
            <pc:docMk/>
            <pc:sldMk cId="3941057527" sldId="400"/>
            <ac:picMk id="3" creationId="{54BDC908-8028-FAD0-5ACC-D2C1874AF94E}"/>
          </ac:picMkLst>
        </pc:picChg>
        <pc:picChg chg="add mod">
          <ac:chgData name="Michael Hill" userId="41dba03d-e58d-4389-9894-554c10310ba4" providerId="ADAL" clId="{EF23FE1D-A042-481E-AFD7-2A9FB0847F54}" dt="2025-09-19T20:13:21.447" v="688" actId="1076"/>
          <ac:picMkLst>
            <pc:docMk/>
            <pc:sldMk cId="3941057527" sldId="400"/>
            <ac:picMk id="6" creationId="{74BC11C0-19FE-AB0B-1477-CC02AF866017}"/>
          </ac:picMkLst>
        </pc:picChg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12411772" sldId="401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3858808196" sldId="402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2215692771" sldId="403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292882338" sldId="404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3789716125" sldId="405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302144614" sldId="406"/>
        </pc:sldMkLst>
      </pc:sldChg>
      <pc:sldChg chg="del">
        <pc:chgData name="Michael Hill" userId="41dba03d-e58d-4389-9894-554c10310ba4" providerId="ADAL" clId="{EF23FE1D-A042-481E-AFD7-2A9FB0847F54}" dt="2025-09-19T21:07:45.840" v="3313" actId="47"/>
        <pc:sldMkLst>
          <pc:docMk/>
          <pc:sldMk cId="2318456272" sldId="407"/>
        </pc:sldMkLst>
      </pc:sldChg>
      <pc:sldChg chg="addSp delSp modSp add mod">
        <pc:chgData name="Michael Hill" userId="41dba03d-e58d-4389-9894-554c10310ba4" providerId="ADAL" clId="{EF23FE1D-A042-481E-AFD7-2A9FB0847F54}" dt="2025-09-19T20:21:08.273" v="695" actId="1076"/>
        <pc:sldMkLst>
          <pc:docMk/>
          <pc:sldMk cId="3198520212" sldId="408"/>
        </pc:sldMkLst>
        <pc:spChg chg="mod">
          <ac:chgData name="Michael Hill" userId="41dba03d-e58d-4389-9894-554c10310ba4" providerId="ADAL" clId="{EF23FE1D-A042-481E-AFD7-2A9FB0847F54}" dt="2025-09-19T20:05:43.487" v="606" actId="20577"/>
          <ac:spMkLst>
            <pc:docMk/>
            <pc:sldMk cId="3198520212" sldId="408"/>
            <ac:spMk id="8" creationId="{3AAEA12B-C5A1-3D3E-D359-D95F2A68285B}"/>
          </ac:spMkLst>
        </pc:spChg>
        <pc:picChg chg="del">
          <ac:chgData name="Michael Hill" userId="41dba03d-e58d-4389-9894-554c10310ba4" providerId="ADAL" clId="{EF23FE1D-A042-481E-AFD7-2A9FB0847F54}" dt="2025-09-19T20:21:01.743" v="690" actId="478"/>
          <ac:picMkLst>
            <pc:docMk/>
            <pc:sldMk cId="3198520212" sldId="408"/>
            <ac:picMk id="3" creationId="{B5CAC3AF-35C5-AA99-5FBE-ED4AF5628BF4}"/>
          </ac:picMkLst>
        </pc:picChg>
        <pc:picChg chg="add mod">
          <ac:chgData name="Michael Hill" userId="41dba03d-e58d-4389-9894-554c10310ba4" providerId="ADAL" clId="{EF23FE1D-A042-481E-AFD7-2A9FB0847F54}" dt="2025-09-19T20:21:08.273" v="695" actId="1076"/>
          <ac:picMkLst>
            <pc:docMk/>
            <pc:sldMk cId="3198520212" sldId="408"/>
            <ac:picMk id="6" creationId="{BBF95FD7-8464-54EA-C7DC-AD304BB90F83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19T20:24:25.289" v="829" actId="1076"/>
        <pc:sldMkLst>
          <pc:docMk/>
          <pc:sldMk cId="2732684361" sldId="409"/>
        </pc:sldMkLst>
        <pc:spChg chg="mod">
          <ac:chgData name="Michael Hill" userId="41dba03d-e58d-4389-9894-554c10310ba4" providerId="ADAL" clId="{EF23FE1D-A042-481E-AFD7-2A9FB0847F54}" dt="2025-09-19T20:23:14.981" v="824" actId="20577"/>
          <ac:spMkLst>
            <pc:docMk/>
            <pc:sldMk cId="2732684361" sldId="409"/>
            <ac:spMk id="8" creationId="{1C507950-5930-099A-4611-BDFA6F9842FA}"/>
          </ac:spMkLst>
        </pc:spChg>
        <pc:picChg chg="del">
          <ac:chgData name="Michael Hill" userId="41dba03d-e58d-4389-9894-554c10310ba4" providerId="ADAL" clId="{EF23FE1D-A042-481E-AFD7-2A9FB0847F54}" dt="2025-09-19T20:23:01.158" v="737" actId="478"/>
          <ac:picMkLst>
            <pc:docMk/>
            <pc:sldMk cId="2732684361" sldId="409"/>
            <ac:picMk id="3" creationId="{69B55E28-0F6B-3BE0-E2B9-634CDF08212E}"/>
          </ac:picMkLst>
        </pc:picChg>
        <pc:picChg chg="add mod">
          <ac:chgData name="Michael Hill" userId="41dba03d-e58d-4389-9894-554c10310ba4" providerId="ADAL" clId="{EF23FE1D-A042-481E-AFD7-2A9FB0847F54}" dt="2025-09-19T20:24:25.289" v="829" actId="1076"/>
          <ac:picMkLst>
            <pc:docMk/>
            <pc:sldMk cId="2732684361" sldId="409"/>
            <ac:picMk id="6" creationId="{1BC72F90-7660-A55A-01B5-34E539B0DFC1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19T20:32:05.338" v="1018" actId="20577"/>
        <pc:sldMkLst>
          <pc:docMk/>
          <pc:sldMk cId="4083787807" sldId="410"/>
        </pc:sldMkLst>
        <pc:spChg chg="mod">
          <ac:chgData name="Michael Hill" userId="41dba03d-e58d-4389-9894-554c10310ba4" providerId="ADAL" clId="{EF23FE1D-A042-481E-AFD7-2A9FB0847F54}" dt="2025-09-19T20:25:39.739" v="839" actId="20577"/>
          <ac:spMkLst>
            <pc:docMk/>
            <pc:sldMk cId="4083787807" sldId="410"/>
            <ac:spMk id="5" creationId="{D133AD88-992C-D8D9-ED39-E66E7E9342D3}"/>
          </ac:spMkLst>
        </pc:spChg>
        <pc:spChg chg="mod">
          <ac:chgData name="Michael Hill" userId="41dba03d-e58d-4389-9894-554c10310ba4" providerId="ADAL" clId="{EF23FE1D-A042-481E-AFD7-2A9FB0847F54}" dt="2025-09-19T20:32:05.338" v="1018" actId="20577"/>
          <ac:spMkLst>
            <pc:docMk/>
            <pc:sldMk cId="4083787807" sldId="410"/>
            <ac:spMk id="8" creationId="{4BEDF984-0468-DB8A-ED4C-0415BA014295}"/>
          </ac:spMkLst>
        </pc:spChg>
        <pc:spChg chg="add mod">
          <ac:chgData name="Michael Hill" userId="41dba03d-e58d-4389-9894-554c10310ba4" providerId="ADAL" clId="{EF23FE1D-A042-481E-AFD7-2A9FB0847F54}" dt="2025-09-19T20:31:55.866" v="997" actId="403"/>
          <ac:spMkLst>
            <pc:docMk/>
            <pc:sldMk cId="4083787807" sldId="410"/>
            <ac:spMk id="10" creationId="{3E893760-ED66-E6D3-2D40-C57368ED8E19}"/>
          </ac:spMkLst>
        </pc:spChg>
        <pc:picChg chg="add mod">
          <ac:chgData name="Michael Hill" userId="41dba03d-e58d-4389-9894-554c10310ba4" providerId="ADAL" clId="{EF23FE1D-A042-481E-AFD7-2A9FB0847F54}" dt="2025-09-19T20:31:32.329" v="986"/>
          <ac:picMkLst>
            <pc:docMk/>
            <pc:sldMk cId="4083787807" sldId="410"/>
            <ac:picMk id="3" creationId="{02BD6D3B-A383-DD59-E76C-5F3483BFA081}"/>
          </ac:picMkLst>
        </pc:picChg>
        <pc:picChg chg="del">
          <ac:chgData name="Michael Hill" userId="41dba03d-e58d-4389-9894-554c10310ba4" providerId="ADAL" clId="{EF23FE1D-A042-481E-AFD7-2A9FB0847F54}" dt="2025-09-19T20:30:36.600" v="980" actId="478"/>
          <ac:picMkLst>
            <pc:docMk/>
            <pc:sldMk cId="4083787807" sldId="410"/>
            <ac:picMk id="6" creationId="{E32B6449-2D8C-DA54-099B-E004FDF303D0}"/>
          </ac:picMkLst>
        </pc:picChg>
      </pc:sldChg>
      <pc:sldChg chg="modSp add mod">
        <pc:chgData name="Michael Hill" userId="41dba03d-e58d-4389-9894-554c10310ba4" providerId="ADAL" clId="{EF23FE1D-A042-481E-AFD7-2A9FB0847F54}" dt="2025-09-19T20:39:46.173" v="1220" actId="20577"/>
        <pc:sldMkLst>
          <pc:docMk/>
          <pc:sldMk cId="359975313" sldId="411"/>
        </pc:sldMkLst>
        <pc:spChg chg="mod">
          <ac:chgData name="Michael Hill" userId="41dba03d-e58d-4389-9894-554c10310ba4" providerId="ADAL" clId="{EF23FE1D-A042-481E-AFD7-2A9FB0847F54}" dt="2025-09-19T20:39:46.173" v="1220" actId="20577"/>
          <ac:spMkLst>
            <pc:docMk/>
            <pc:sldMk cId="359975313" sldId="411"/>
            <ac:spMk id="8" creationId="{4B9C9D0C-DB6B-5ABB-DAC8-1899A445E2AA}"/>
          </ac:spMkLst>
        </pc:spChg>
        <pc:spChg chg="mod">
          <ac:chgData name="Michael Hill" userId="41dba03d-e58d-4389-9894-554c10310ba4" providerId="ADAL" clId="{EF23FE1D-A042-481E-AFD7-2A9FB0847F54}" dt="2025-09-19T20:33:24.507" v="1083" actId="2711"/>
          <ac:spMkLst>
            <pc:docMk/>
            <pc:sldMk cId="359975313" sldId="411"/>
            <ac:spMk id="10" creationId="{0504736F-98F1-8A32-A155-A2FE3C635BD8}"/>
          </ac:spMkLst>
        </pc:spChg>
      </pc:sldChg>
      <pc:sldChg chg="addSp modSp add mod">
        <pc:chgData name="Michael Hill" userId="41dba03d-e58d-4389-9894-554c10310ba4" providerId="ADAL" clId="{EF23FE1D-A042-481E-AFD7-2A9FB0847F54}" dt="2025-09-19T20:56:37.348" v="1719" actId="1076"/>
        <pc:sldMkLst>
          <pc:docMk/>
          <pc:sldMk cId="547522185" sldId="412"/>
        </pc:sldMkLst>
        <pc:spChg chg="mod">
          <ac:chgData name="Michael Hill" userId="41dba03d-e58d-4389-9894-554c10310ba4" providerId="ADAL" clId="{EF23FE1D-A042-481E-AFD7-2A9FB0847F54}" dt="2025-09-19T20:51:31.191" v="1321" actId="20577"/>
          <ac:spMkLst>
            <pc:docMk/>
            <pc:sldMk cId="547522185" sldId="412"/>
            <ac:spMk id="5" creationId="{DEF303ED-A8E9-0482-9ED3-1B2EC4E0AD0A}"/>
          </ac:spMkLst>
        </pc:spChg>
        <pc:spChg chg="mod">
          <ac:chgData name="Michael Hill" userId="41dba03d-e58d-4389-9894-554c10310ba4" providerId="ADAL" clId="{EF23FE1D-A042-481E-AFD7-2A9FB0847F54}" dt="2025-09-19T20:55:58.242" v="1709" actId="20577"/>
          <ac:spMkLst>
            <pc:docMk/>
            <pc:sldMk cId="547522185" sldId="412"/>
            <ac:spMk id="8" creationId="{E777B393-6CE2-DD9F-5B99-D77CAC1B5E22}"/>
          </ac:spMkLst>
        </pc:spChg>
        <pc:spChg chg="mod">
          <ac:chgData name="Michael Hill" userId="41dba03d-e58d-4389-9894-554c10310ba4" providerId="ADAL" clId="{EF23FE1D-A042-481E-AFD7-2A9FB0847F54}" dt="2025-09-19T20:56:34.396" v="1717" actId="1076"/>
          <ac:spMkLst>
            <pc:docMk/>
            <pc:sldMk cId="547522185" sldId="412"/>
            <ac:spMk id="10" creationId="{D345ED30-2439-FFDB-2834-61AD56959934}"/>
          </ac:spMkLst>
        </pc:spChg>
        <pc:picChg chg="add mod">
          <ac:chgData name="Michael Hill" userId="41dba03d-e58d-4389-9894-554c10310ba4" providerId="ADAL" clId="{EF23FE1D-A042-481E-AFD7-2A9FB0847F54}" dt="2025-09-19T20:56:37.348" v="1719" actId="1076"/>
          <ac:picMkLst>
            <pc:docMk/>
            <pc:sldMk cId="547522185" sldId="412"/>
            <ac:picMk id="3" creationId="{5F46C29E-A768-9F76-027E-9B829751809D}"/>
          </ac:picMkLst>
        </pc:picChg>
      </pc:sldChg>
      <pc:sldChg chg="modSp add mod">
        <pc:chgData name="Michael Hill" userId="41dba03d-e58d-4389-9894-554c10310ba4" providerId="ADAL" clId="{EF23FE1D-A042-481E-AFD7-2A9FB0847F54}" dt="2025-09-19T20:57:06.339" v="1832" actId="20577"/>
        <pc:sldMkLst>
          <pc:docMk/>
          <pc:sldMk cId="771415691" sldId="413"/>
        </pc:sldMkLst>
        <pc:spChg chg="mod">
          <ac:chgData name="Michael Hill" userId="41dba03d-e58d-4389-9894-554c10310ba4" providerId="ADAL" clId="{EF23FE1D-A042-481E-AFD7-2A9FB0847F54}" dt="2025-09-19T20:57:06.339" v="1832" actId="20577"/>
          <ac:spMkLst>
            <pc:docMk/>
            <pc:sldMk cId="771415691" sldId="413"/>
            <ac:spMk id="8" creationId="{BAB0D633-054E-91AA-F4CE-A9A42FC4AA54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19T21:02:09.362" v="2058" actId="1076"/>
        <pc:sldMkLst>
          <pc:docMk/>
          <pc:sldMk cId="3656614381" sldId="414"/>
        </pc:sldMkLst>
        <pc:spChg chg="mod">
          <ac:chgData name="Michael Hill" userId="41dba03d-e58d-4389-9894-554c10310ba4" providerId="ADAL" clId="{EF23FE1D-A042-481E-AFD7-2A9FB0847F54}" dt="2025-09-19T20:57:51.879" v="1854" actId="1076"/>
          <ac:spMkLst>
            <pc:docMk/>
            <pc:sldMk cId="3656614381" sldId="414"/>
            <ac:spMk id="5" creationId="{BA0A4E3C-8277-0ADD-ED06-86158A45B1E2}"/>
          </ac:spMkLst>
        </pc:spChg>
        <pc:spChg chg="mod">
          <ac:chgData name="Michael Hill" userId="41dba03d-e58d-4389-9894-554c10310ba4" providerId="ADAL" clId="{EF23FE1D-A042-481E-AFD7-2A9FB0847F54}" dt="2025-09-19T20:58:20.923" v="2042" actId="20577"/>
          <ac:spMkLst>
            <pc:docMk/>
            <pc:sldMk cId="3656614381" sldId="414"/>
            <ac:spMk id="8" creationId="{74E6E5AF-B994-F596-AFA9-52FB9091ABE4}"/>
          </ac:spMkLst>
        </pc:spChg>
        <pc:spChg chg="mod">
          <ac:chgData name="Michael Hill" userId="41dba03d-e58d-4389-9894-554c10310ba4" providerId="ADAL" clId="{EF23FE1D-A042-481E-AFD7-2A9FB0847F54}" dt="2025-09-19T21:02:09.362" v="2058" actId="1076"/>
          <ac:spMkLst>
            <pc:docMk/>
            <pc:sldMk cId="3656614381" sldId="414"/>
            <ac:spMk id="10" creationId="{E4A4B027-AFF8-E817-A473-395BAFDEDC68}"/>
          </ac:spMkLst>
        </pc:spChg>
        <pc:picChg chg="add del">
          <ac:chgData name="Michael Hill" userId="41dba03d-e58d-4389-9894-554c10310ba4" providerId="ADAL" clId="{EF23FE1D-A042-481E-AFD7-2A9FB0847F54}" dt="2025-09-19T21:02:07.424" v="2057" actId="478"/>
          <ac:picMkLst>
            <pc:docMk/>
            <pc:sldMk cId="3656614381" sldId="414"/>
            <ac:picMk id="3" creationId="{F45697FE-78F2-59FC-89F0-D84E4D4222A9}"/>
          </ac:picMkLst>
        </pc:picChg>
      </pc:sldChg>
      <pc:sldChg chg="modSp add mod">
        <pc:chgData name="Michael Hill" userId="41dba03d-e58d-4389-9894-554c10310ba4" providerId="ADAL" clId="{EF23FE1D-A042-481E-AFD7-2A9FB0847F54}" dt="2025-09-19T21:04:01.558" v="2274" actId="20577"/>
        <pc:sldMkLst>
          <pc:docMk/>
          <pc:sldMk cId="2281025764" sldId="415"/>
        </pc:sldMkLst>
        <pc:spChg chg="mod">
          <ac:chgData name="Michael Hill" userId="41dba03d-e58d-4389-9894-554c10310ba4" providerId="ADAL" clId="{EF23FE1D-A042-481E-AFD7-2A9FB0847F54}" dt="2025-09-19T21:04:01.558" v="2274" actId="20577"/>
          <ac:spMkLst>
            <pc:docMk/>
            <pc:sldMk cId="2281025764" sldId="415"/>
            <ac:spMk id="8" creationId="{575A330B-00E2-1FAC-F423-2E6F8D1DE24B}"/>
          </ac:spMkLst>
        </pc:spChg>
        <pc:spChg chg="mod">
          <ac:chgData name="Michael Hill" userId="41dba03d-e58d-4389-9894-554c10310ba4" providerId="ADAL" clId="{EF23FE1D-A042-481E-AFD7-2A9FB0847F54}" dt="2025-09-19T21:03:24.108" v="2121" actId="2711"/>
          <ac:spMkLst>
            <pc:docMk/>
            <pc:sldMk cId="2281025764" sldId="415"/>
            <ac:spMk id="10" creationId="{1B313133-E195-831E-DCCF-C8492E772983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19T21:07:34.604" v="3312" actId="1076"/>
        <pc:sldMkLst>
          <pc:docMk/>
          <pc:sldMk cId="4040348236" sldId="416"/>
        </pc:sldMkLst>
        <pc:spChg chg="mod">
          <ac:chgData name="Michael Hill" userId="41dba03d-e58d-4389-9894-554c10310ba4" providerId="ADAL" clId="{EF23FE1D-A042-481E-AFD7-2A9FB0847F54}" dt="2025-09-19T21:07:00.605" v="3307" actId="14100"/>
          <ac:spMkLst>
            <pc:docMk/>
            <pc:sldMk cId="4040348236" sldId="416"/>
            <ac:spMk id="8" creationId="{72656BFA-B1E8-3032-4C73-C43174D51B7B}"/>
          </ac:spMkLst>
        </pc:spChg>
        <pc:spChg chg="del">
          <ac:chgData name="Michael Hill" userId="41dba03d-e58d-4389-9894-554c10310ba4" providerId="ADAL" clId="{EF23FE1D-A042-481E-AFD7-2A9FB0847F54}" dt="2025-09-19T21:04:43.111" v="2501" actId="478"/>
          <ac:spMkLst>
            <pc:docMk/>
            <pc:sldMk cId="4040348236" sldId="416"/>
            <ac:spMk id="10" creationId="{A4450344-A161-4E94-2B92-06CAADAA9061}"/>
          </ac:spMkLst>
        </pc:spChg>
        <pc:picChg chg="add mod">
          <ac:chgData name="Michael Hill" userId="41dba03d-e58d-4389-9894-554c10310ba4" providerId="ADAL" clId="{EF23FE1D-A042-481E-AFD7-2A9FB0847F54}" dt="2025-09-19T21:07:34.604" v="3312" actId="1076"/>
          <ac:picMkLst>
            <pc:docMk/>
            <pc:sldMk cId="4040348236" sldId="416"/>
            <ac:picMk id="3" creationId="{1A7BA303-5806-F770-3D94-3DBF53C53D26}"/>
          </ac:picMkLst>
        </pc:picChg>
      </pc:sldChg>
      <pc:sldChg chg="modSp add mod">
        <pc:chgData name="Michael Hill" userId="41dba03d-e58d-4389-9894-554c10310ba4" providerId="ADAL" clId="{EF23FE1D-A042-481E-AFD7-2A9FB0847F54}" dt="2025-09-19T21:06:54.604" v="3306" actId="20577"/>
        <pc:sldMkLst>
          <pc:docMk/>
          <pc:sldMk cId="2761944784" sldId="417"/>
        </pc:sldMkLst>
        <pc:spChg chg="mod">
          <ac:chgData name="Michael Hill" userId="41dba03d-e58d-4389-9894-554c10310ba4" providerId="ADAL" clId="{EF23FE1D-A042-481E-AFD7-2A9FB0847F54}" dt="2025-09-19T21:06:54.604" v="3306" actId="20577"/>
          <ac:spMkLst>
            <pc:docMk/>
            <pc:sldMk cId="2761944784" sldId="417"/>
            <ac:spMk id="8" creationId="{E6060824-B672-DBA7-794E-3A32248DD9F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6096000" y="3692233"/>
            <a:ext cx="3481994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RECURSION</a:t>
            </a:r>
          </a:p>
        </p:txBody>
      </p:sp>
      <p:sp>
        <p:nvSpPr>
          <p:cNvPr id="2" name="Star: 16 Points 1">
            <a:extLst>
              <a:ext uri="{FF2B5EF4-FFF2-40B4-BE49-F238E27FC236}">
                <a16:creationId xmlns:a16="http://schemas.microsoft.com/office/drawing/2014/main" id="{BF8076CA-76A1-8CBD-2EC2-C676B82F5E4F}"/>
              </a:ext>
            </a:extLst>
          </p:cNvPr>
          <p:cNvSpPr/>
          <p:nvPr/>
        </p:nvSpPr>
        <p:spPr>
          <a:xfrm>
            <a:off x="4926418" y="750951"/>
            <a:ext cx="2140689" cy="2140689"/>
          </a:xfrm>
          <a:prstGeom prst="star16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  <a:scene3d>
            <a:camera prst="perspectiveHeroicExtreme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Bahnschrift" panose="020B0502040204020203" pitchFamily="34" charset="0"/>
              </a:rPr>
              <a:t>HL ONLY!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Recursion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Y’all are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gonna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love this 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the binary search algorithm from memory (as best you can)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(yes, again)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618767" y="1537358"/>
            <a:ext cx="10821545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19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27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29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30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31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34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key =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found =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b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 =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upper = </a:t>
            </a:r>
            <a:r>
              <a:rPr lang="en-US" sz="1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mid =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 &lt;= upper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and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found ==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mid = </a:t>
            </a:r>
            <a:r>
              <a:rPr lang="en-US" sz="1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((lower+ upper)/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[mid] == key: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found =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b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[mid] &lt; key: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lower = mid +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upper = mid -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found: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'The value was found at index'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mid)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value was not found"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421105" y="1212852"/>
            <a:ext cx="4193425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Recursion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a technique that involves the use of functions that call themselves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continue doing this until a specific condition is met, and the functions exit with a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RECURSION</a:t>
            </a:r>
          </a:p>
        </p:txBody>
      </p:sp>
      <p:pic>
        <p:nvPicPr>
          <p:cNvPr id="6" name="Picture 5" descr="A close-up of a sign&#10;&#10;AI-generated content may be incorrect.">
            <a:extLst>
              <a:ext uri="{FF2B5EF4-FFF2-40B4-BE49-F238E27FC236}">
                <a16:creationId xmlns:a16="http://schemas.microsoft.com/office/drawing/2014/main" id="{74BC11C0-19FE-AB0B-1477-CC02AF866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562" y="1564953"/>
            <a:ext cx="7036515" cy="396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BF488-041B-00F7-7215-ADC61899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6718656-666E-68C3-DA8F-7267F7B7438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1A39C4-BD6D-4C83-9878-150E8B34269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4555C2-B9F9-234A-413C-FAA122BC391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84BAD3-07FC-D3A1-024D-436AA682696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EA12B-C5A1-3D3E-D359-D95F2A68285B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Recursive algorithms generally carry a few characteristics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termination condition known as a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base case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(catchy!)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Without this, the algorithm would run forever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recursive case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that moves the algorithm forwards towards the base case by changing itself</a:t>
            </a:r>
            <a:endParaRPr lang="en-US" sz="2800" b="1" i="1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BD2550-5C0F-4DB6-66C4-D59D34152A9A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RECURSION</a:t>
            </a:r>
          </a:p>
        </p:txBody>
      </p:sp>
      <p:pic>
        <p:nvPicPr>
          <p:cNvPr id="6" name="Picture 5" descr="A group of luggage bags&#10;&#10;AI-generated content may be incorrect.">
            <a:extLst>
              <a:ext uri="{FF2B5EF4-FFF2-40B4-BE49-F238E27FC236}">
                <a16:creationId xmlns:a16="http://schemas.microsoft.com/office/drawing/2014/main" id="{BBF95FD7-8464-54EA-C7DC-AD304BB90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534" y="663077"/>
            <a:ext cx="4380088" cy="229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2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B2C77-7A7B-D8EF-C307-B2E00E73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E852C04-EF7B-DDDC-4706-7B6D4111EB4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69E15A-E523-8DCD-AE2E-C63A3B2CD0C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40AC8F-ACBB-7E2D-B227-2BB38FB02B5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C495ED-5ED7-8EA7-EC11-17E9ACA2435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507950-5930-099A-4611-BDFA6F9842FA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Once the base case is reached, the algorithm will ‘unwind’ itself, exiting all of the functions it entered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think about this like Russian nesting dolls if you want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2B42F-F1C9-7732-91A1-272FC4CE4F07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RECURSION</a:t>
            </a:r>
          </a:p>
        </p:txBody>
      </p:sp>
      <p:pic>
        <p:nvPicPr>
          <p:cNvPr id="6" name="Picture 5" descr="A group of dolls with flowers painted on them&#10;&#10;AI-generated content may be incorrect.">
            <a:extLst>
              <a:ext uri="{FF2B5EF4-FFF2-40B4-BE49-F238E27FC236}">
                <a16:creationId xmlns:a16="http://schemas.microsoft.com/office/drawing/2014/main" id="{1BC72F90-7660-A55A-01B5-34E539B0D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429" y="3429000"/>
            <a:ext cx="5523602" cy="293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8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6E77B-35CC-3E64-3767-D0F7D8A8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14ED4C9-C15F-9320-18C5-F6852A655D4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F3F706-C7A1-D113-4628-BBE7B6C114D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A362E7-F572-708C-29D3-AFDD04A58FA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B036AC-E741-41D7-DC0A-F2FEAA63E8C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DF984-0468-DB8A-ED4C-0415BA014295}"/>
              </a:ext>
            </a:extLst>
          </p:cNvPr>
          <p:cNvSpPr/>
          <p:nvPr/>
        </p:nvSpPr>
        <p:spPr>
          <a:xfrm>
            <a:off x="421106" y="1212852"/>
            <a:ext cx="4413654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Previously, we’ve looked at how to implement factorial calculation using loops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see code to do that on the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Pretty simple right?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33AD88-992C-D8D9-ED39-E66E7E9342D3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893760-ED66-E6D3-2D40-C57368ED8E19}"/>
              </a:ext>
            </a:extLst>
          </p:cNvPr>
          <p:cNvSpPr/>
          <p:nvPr/>
        </p:nvSpPr>
        <p:spPr>
          <a:xfrm>
            <a:off x="5244662" y="1212852"/>
            <a:ext cx="6195650" cy="53916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the number to factorial: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factorial 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n+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factorial *=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(factorial)</a:t>
            </a:r>
          </a:p>
        </p:txBody>
      </p:sp>
    </p:spTree>
    <p:extLst>
      <p:ext uri="{BB962C8B-B14F-4D97-AF65-F5344CB8AC3E}">
        <p14:creationId xmlns:p14="http://schemas.microsoft.com/office/powerpoint/2010/main" val="408378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6B599-72C3-7730-EC9C-CA15C7AC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B30045-C417-D9D6-5AEB-FAD8C2A7EF9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895F39-F460-75D2-185D-96873239BDE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E7C867-5A23-D55C-8819-2C9690AFDF1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FAF7B1-0898-6AEE-816E-5FC54A0B736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9C9D0C-DB6B-5ABB-DAC8-1899A445E2AA}"/>
              </a:ext>
            </a:extLst>
          </p:cNvPr>
          <p:cNvSpPr/>
          <p:nvPr/>
        </p:nvSpPr>
        <p:spPr>
          <a:xfrm>
            <a:off x="421106" y="1212852"/>
            <a:ext cx="4413654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here’s the recursive implementation of factorial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see that it’s approximately the same length of code, but it’s just a different approach to the same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8E2B0-BFD0-B3F0-3ECA-2AAAC4E149A7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FACTORIAL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04736F-98F1-8A32-A155-A2FE3C635BD8}"/>
              </a:ext>
            </a:extLst>
          </p:cNvPr>
          <p:cNvSpPr/>
          <p:nvPr/>
        </p:nvSpPr>
        <p:spPr>
          <a:xfrm>
            <a:off x="5244662" y="1212852"/>
            <a:ext cx="6195650" cy="53916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4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factorial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 factorial(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(factorial(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5997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EEE60-7EFB-6C52-773C-1A9583AF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A5CAD8-CD52-900C-6989-3DD96D68C76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4AC807-687F-2B33-95C7-79B590F9FED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50F576-10AD-246B-5C1F-5CD9421F0D4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20D4F5-4195-8837-CE98-C7573273B59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7B393-6CE2-DD9F-5B99-D77CAC1B5E22}"/>
              </a:ext>
            </a:extLst>
          </p:cNvPr>
          <p:cNvSpPr/>
          <p:nvPr/>
        </p:nvSpPr>
        <p:spPr>
          <a:xfrm>
            <a:off x="421106" y="1212852"/>
            <a:ext cx="482355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let’s look at another classic recursion example: The Fibonacci sequence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number in the Fibonacci sequence is the result of the two numbers before it added together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base cases are that fib(0) = 0 and fib(1) =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303ED-A8E9-0482-9ED3-1B2EC4E0AD0A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FIBONACCI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45ED30-2439-FFDB-2834-61AD56959934}"/>
              </a:ext>
            </a:extLst>
          </p:cNvPr>
          <p:cNvSpPr/>
          <p:nvPr/>
        </p:nvSpPr>
        <p:spPr>
          <a:xfrm>
            <a:off x="5575244" y="162475"/>
            <a:ext cx="6195650" cy="30509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fib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fib(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+ fib(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(fib(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  <p:pic>
        <p:nvPicPr>
          <p:cNvPr id="3" name="Picture 2" descr="A number sequence with numbers and numbers&#10;&#10;AI-generated content may be incorrect.">
            <a:extLst>
              <a:ext uri="{FF2B5EF4-FFF2-40B4-BE49-F238E27FC236}">
                <a16:creationId xmlns:a16="http://schemas.microsoft.com/office/drawing/2014/main" id="{5F46C29E-A768-9F76-027E-9B8297518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388" y="3372965"/>
            <a:ext cx="5870522" cy="327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28E86-589B-3C8E-1FB1-759D3D5C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DD1991B-AC68-6E15-9034-7870F862FB2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0D885C-B667-EA2A-621D-C52C97D9B41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7E3A88-D785-5D5E-8C12-9A4954BC563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27086-CAE1-4E85-C085-0EBA580B2DE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0D633-054E-91AA-F4CE-A9A42FC4AA54}"/>
              </a:ext>
            </a:extLst>
          </p:cNvPr>
          <p:cNvSpPr/>
          <p:nvPr/>
        </p:nvSpPr>
        <p:spPr>
          <a:xfrm>
            <a:off x="421106" y="1212852"/>
            <a:ext cx="482355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fib function calls itself with n-1 and n-2 to represent the two previous numbers in the sequence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7346EA-CDF0-237D-BD26-F517E3F9D135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FIBONACCI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7D285D-4011-22CE-178A-2189EF2473CF}"/>
              </a:ext>
            </a:extLst>
          </p:cNvPr>
          <p:cNvSpPr/>
          <p:nvPr/>
        </p:nvSpPr>
        <p:spPr>
          <a:xfrm>
            <a:off x="5575244" y="162475"/>
            <a:ext cx="6195650" cy="30509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fib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fib(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+ fib(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(fib(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  <p:pic>
        <p:nvPicPr>
          <p:cNvPr id="3" name="Picture 2" descr="A number sequence with numbers and numbers&#10;&#10;AI-generated content may be incorrect.">
            <a:extLst>
              <a:ext uri="{FF2B5EF4-FFF2-40B4-BE49-F238E27FC236}">
                <a16:creationId xmlns:a16="http://schemas.microsoft.com/office/drawing/2014/main" id="{6DA18A82-4691-CDCC-377F-90D4B706C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388" y="3372965"/>
            <a:ext cx="5870522" cy="327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15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0DC09-CEE4-AD05-40A3-96103C18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604F5C-3781-731C-0A91-ACF3B925479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8141A4-F008-8FDE-251D-596EE3DB6D4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77D722-49D3-8B88-5BFC-AE0563F19D8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A67B7E-A7CE-F4E9-7451-4AA2D140525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6E5AF-B994-F596-AFA9-52FB9091ABE4}"/>
              </a:ext>
            </a:extLst>
          </p:cNvPr>
          <p:cNvSpPr/>
          <p:nvPr/>
        </p:nvSpPr>
        <p:spPr>
          <a:xfrm>
            <a:off x="421106" y="1212852"/>
            <a:ext cx="482355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Many algorithms that could be implemented using loops (iteratively) can also be implemented using functions (recursively)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our linear search code on the right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0A4E3C-8277-0ADD-ED06-86158A45B1E2}"/>
              </a:ext>
            </a:extLst>
          </p:cNvPr>
          <p:cNvSpPr/>
          <p:nvPr/>
        </p:nvSpPr>
        <p:spPr>
          <a:xfrm>
            <a:off x="-147144" y="155968"/>
            <a:ext cx="57223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USES OF RECURSION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A4B027-AFF8-E817-A473-395BAFDEDC68}"/>
              </a:ext>
            </a:extLst>
          </p:cNvPr>
          <p:cNvSpPr/>
          <p:nvPr/>
        </p:nvSpPr>
        <p:spPr>
          <a:xfrm>
            <a:off x="5575244" y="1676604"/>
            <a:ext cx="6195650" cy="30509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123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13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64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89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location = -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64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== key: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location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(location)</a:t>
            </a:r>
          </a:p>
        </p:txBody>
      </p:sp>
    </p:spTree>
    <p:extLst>
      <p:ext uri="{BB962C8B-B14F-4D97-AF65-F5344CB8AC3E}">
        <p14:creationId xmlns:p14="http://schemas.microsoft.com/office/powerpoint/2010/main" val="3656614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086C7-5741-1FE9-DA7A-68572B2F5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AD0AFF3-2DFC-56B5-E165-02B024B42AA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55A671-7EAC-87E7-D4B5-01B2233FBB9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3CE891-F7AA-29CE-093B-D1AD7F92935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FF0FBD-4292-25B8-90BD-4B082791A9E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5A330B-00E2-1FAC-F423-2E6F8D1DE24B}"/>
              </a:ext>
            </a:extLst>
          </p:cNvPr>
          <p:cNvSpPr/>
          <p:nvPr/>
        </p:nvSpPr>
        <p:spPr>
          <a:xfrm>
            <a:off x="421106" y="1212852"/>
            <a:ext cx="482355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could also be implemented using recursion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are using very similar logic, and it takes roughly the same amount of code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79563-5500-C55E-3568-82EB69B0355F}"/>
              </a:ext>
            </a:extLst>
          </p:cNvPr>
          <p:cNvSpPr/>
          <p:nvPr/>
        </p:nvSpPr>
        <p:spPr>
          <a:xfrm>
            <a:off x="-147144" y="155968"/>
            <a:ext cx="57223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USES OF RECURSION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313133-E195-831E-DCCF-C8492E772983}"/>
              </a:ext>
            </a:extLst>
          </p:cNvPr>
          <p:cNvSpPr/>
          <p:nvPr/>
        </p:nvSpPr>
        <p:spPr>
          <a:xfrm>
            <a:off x="5575244" y="1676604"/>
            <a:ext cx="6195650" cy="30509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linear_search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linear_search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123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13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64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89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linear_search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64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28102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C643C2-5D18-0B6F-3B89-21F5F688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1366490-04E6-C5BF-7F72-5264A86DD99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F9321E-9683-0AB1-5E8A-27F295D4DC7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79AB33-A42C-EEDC-778D-1E3DF11ED6B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C3508C-B6F2-0E5F-9C38-B94B8DEB52F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56BFA-B1E8-3032-4C73-C43174D51B7B}"/>
              </a:ext>
            </a:extLst>
          </p:cNvPr>
          <p:cNvSpPr/>
          <p:nvPr/>
        </p:nvSpPr>
        <p:spPr>
          <a:xfrm>
            <a:off x="421105" y="1212852"/>
            <a:ext cx="793461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for a problem like linear search, we don’t really need to use recursion… do we?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Recursion comes with quite a bit of overhead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method that we call is still running when we call the next 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input got large enough, we’d eventually run out of space in memory for the algorithm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would be the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space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complexity for this linear search algorithm implemented recursively?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24B99-A0F4-3A90-2556-E0E9304FDB8B}"/>
              </a:ext>
            </a:extLst>
          </p:cNvPr>
          <p:cNvSpPr/>
          <p:nvPr/>
        </p:nvSpPr>
        <p:spPr>
          <a:xfrm>
            <a:off x="-147144" y="155968"/>
            <a:ext cx="57223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USES OF RECURSION</a:t>
            </a:r>
          </a:p>
        </p:txBody>
      </p:sp>
      <p:pic>
        <p:nvPicPr>
          <p:cNvPr id="3" name="Picture 2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1A7BA303-5806-F770-3D94-3DBF53C53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92154">
            <a:off x="7447101" y="1714499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48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9AE08-6F15-44C5-E5B1-4DC0CE60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EDD6B42-3B4E-5917-6FC5-6FF190B4AFD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2E5BAC-5AFA-ECC7-A353-F977A279739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496C1A-890F-890C-0404-737B117C1C6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F020CF-2DF7-EF84-5AAC-7569D0CD05B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60824-B672-DBA7-794E-3A32248DD9FF}"/>
              </a:ext>
            </a:extLst>
          </p:cNvPr>
          <p:cNvSpPr/>
          <p:nvPr/>
        </p:nvSpPr>
        <p:spPr>
          <a:xfrm>
            <a:off x="421105" y="1212852"/>
            <a:ext cx="1112976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Generally, it is best to use recursion only for problems where the code is much simpler, or the recursion mimics the way that we think about the problem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example, when I think of factorial or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fibonacci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sequences, I think of them recursively in my own mind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linear search, I think of the algorithm sequentially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your purposes in this class, either is generally valid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some problems for which recursion is the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much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easier way to solve them that we will discuss much later in the year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1EC89-B960-B808-AF6A-B19216F2B074}"/>
              </a:ext>
            </a:extLst>
          </p:cNvPr>
          <p:cNvSpPr/>
          <p:nvPr/>
        </p:nvSpPr>
        <p:spPr>
          <a:xfrm>
            <a:off x="-147144" y="155968"/>
            <a:ext cx="57223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USES OF RECURSION</a:t>
            </a:r>
          </a:p>
        </p:txBody>
      </p:sp>
    </p:spTree>
    <p:extLst>
      <p:ext uri="{BB962C8B-B14F-4D97-AF65-F5344CB8AC3E}">
        <p14:creationId xmlns:p14="http://schemas.microsoft.com/office/powerpoint/2010/main" val="2761944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Sorting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Bubble Sort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Selection Sort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of the most famous recursion problems is the Towers of Hanoi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Look up ‘towers of Hanoi’ on Google and click the first link (probably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Mathisfun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link)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Try to solve the towers of Hanoi at sizes of at least 5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Once you’re done, let me know why you think this is a recursion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882502" y="59058"/>
            <a:ext cx="1163201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LABBY LAB (JUST ONE)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6032</TotalTime>
  <Words>1078</Words>
  <Application>Microsoft Office PowerPoint</Application>
  <PresentationFormat>Widescreen</PresentationFormat>
  <Paragraphs>73</Paragraphs>
  <Slides>17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11</cp:revision>
  <dcterms:created xsi:type="dcterms:W3CDTF">2025-08-11T14:07:39Z</dcterms:created>
  <dcterms:modified xsi:type="dcterms:W3CDTF">2025-09-19T21:09:34Z</dcterms:modified>
</cp:coreProperties>
</file>