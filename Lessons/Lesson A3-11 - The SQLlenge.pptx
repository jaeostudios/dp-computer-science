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427" r:id="rId5"/>
    <p:sldId id="471" r:id="rId6"/>
    <p:sldId id="472" r:id="rId7"/>
    <p:sldId id="473" r:id="rId8"/>
    <p:sldId id="493" r:id="rId9"/>
    <p:sldId id="494" r:id="rId10"/>
    <p:sldId id="474" r:id="rId11"/>
    <p:sldId id="495" r:id="rId12"/>
    <p:sldId id="475" r:id="rId13"/>
    <p:sldId id="496" r:id="rId14"/>
    <p:sldId id="497" r:id="rId15"/>
    <p:sldId id="498" r:id="rId16"/>
    <p:sldId id="499" r:id="rId17"/>
    <p:sldId id="500" r:id="rId18"/>
    <p:sldId id="501" r:id="rId19"/>
    <p:sldId id="504" r:id="rId20"/>
    <p:sldId id="503" r:id="rId21"/>
    <p:sldId id="502" r:id="rId22"/>
    <p:sldId id="505" r:id="rId23"/>
    <p:sldId id="506" r:id="rId24"/>
    <p:sldId id="507" r:id="rId25"/>
    <p:sldId id="508" r:id="rId26"/>
    <p:sldId id="509" r:id="rId27"/>
    <p:sldId id="510" r:id="rId28"/>
    <p:sldId id="512" r:id="rId29"/>
    <p:sldId id="511" r:id="rId30"/>
    <p:sldId id="514" r:id="rId31"/>
    <p:sldId id="513" r:id="rId32"/>
    <p:sldId id="49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E0055-702C-4122-A27E-9D66A149FA45}" v="49" dt="2026-01-27T18:18:01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2" y="10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1-27T18:18:37.657" v="1250" actId="47"/>
      <pc:docMkLst>
        <pc:docMk/>
      </pc:docMkLst>
      <pc:sldChg chg="modSp mod">
        <pc:chgData name="Michael Hill" userId="41dba03d-e58d-4389-9894-554c10310ba4" providerId="ADAL" clId="{EF23FE1D-A042-481E-AFD7-2A9FB0847F54}" dt="2026-01-27T17:46:55.023" v="17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1-27T17:46:55.023" v="17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add del mod modShow">
        <pc:chgData name="Michael Hill" userId="41dba03d-e58d-4389-9894-554c10310ba4" providerId="ADAL" clId="{EF23FE1D-A042-481E-AFD7-2A9FB0847F54}" dt="2026-01-27T17:47:19.692" v="20" actId="729"/>
        <pc:sldMkLst>
          <pc:docMk/>
          <pc:sldMk cId="1910594286" sldId="258"/>
        </pc:sldMkLst>
      </pc:sldChg>
      <pc:sldChg chg="add del setBg">
        <pc:chgData name="Michael Hill" userId="41dba03d-e58d-4389-9894-554c10310ba4" providerId="ADAL" clId="{EF23FE1D-A042-481E-AFD7-2A9FB0847F54}" dt="2026-01-27T17:55:22.432" v="474" actId="47"/>
        <pc:sldMkLst>
          <pc:docMk/>
          <pc:sldMk cId="2098128014" sldId="297"/>
        </pc:sldMkLst>
      </pc:sldChg>
      <pc:sldChg chg="add del mod modShow">
        <pc:chgData name="Michael Hill" userId="41dba03d-e58d-4389-9894-554c10310ba4" providerId="ADAL" clId="{EF23FE1D-A042-481E-AFD7-2A9FB0847F54}" dt="2026-01-27T17:47:19.692" v="20" actId="729"/>
        <pc:sldMkLst>
          <pc:docMk/>
          <pc:sldMk cId="4217859482" sldId="427"/>
        </pc:sldMkLst>
      </pc:sldChg>
      <pc:sldChg chg="del">
        <pc:chgData name="Michael Hill" userId="41dba03d-e58d-4389-9894-554c10310ba4" providerId="ADAL" clId="{EF23FE1D-A042-481E-AFD7-2A9FB0847F54}" dt="2026-01-27T18:18:37.657" v="1250" actId="47"/>
        <pc:sldMkLst>
          <pc:docMk/>
          <pc:sldMk cId="782115972" sldId="454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3060638974" sldId="456"/>
        </pc:sldMkLst>
      </pc:sldChg>
      <pc:sldChg chg="add del mod modShow">
        <pc:chgData name="Michael Hill" userId="41dba03d-e58d-4389-9894-554c10310ba4" providerId="ADAL" clId="{EF23FE1D-A042-481E-AFD7-2A9FB0847F54}" dt="2026-01-27T17:47:19.692" v="20" actId="729"/>
        <pc:sldMkLst>
          <pc:docMk/>
          <pc:sldMk cId="3874460744" sldId="471"/>
        </pc:sldMkLst>
      </pc:sldChg>
      <pc:sldChg chg="add del mod modShow">
        <pc:chgData name="Michael Hill" userId="41dba03d-e58d-4389-9894-554c10310ba4" providerId="ADAL" clId="{EF23FE1D-A042-481E-AFD7-2A9FB0847F54}" dt="2026-01-27T17:47:19.692" v="20" actId="729"/>
        <pc:sldMkLst>
          <pc:docMk/>
          <pc:sldMk cId="2621496936" sldId="472"/>
        </pc:sldMkLst>
      </pc:sldChg>
      <pc:sldChg chg="addSp delSp modSp mod">
        <pc:chgData name="Michael Hill" userId="41dba03d-e58d-4389-9894-554c10310ba4" providerId="ADAL" clId="{EF23FE1D-A042-481E-AFD7-2A9FB0847F54}" dt="2026-01-27T17:50:17.727" v="158" actId="1076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1-27T17:50:17.727" v="158" actId="1076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1-27T17:47:33.614" v="32" actId="14100"/>
          <ac:spMkLst>
            <pc:docMk/>
            <pc:sldMk cId="1393903321" sldId="473"/>
            <ac:spMk id="8" creationId="{82EF2758-F3AE-312F-416D-08E61458A56C}"/>
          </ac:spMkLst>
        </pc:spChg>
        <pc:spChg chg="del">
          <ac:chgData name="Michael Hill" userId="41dba03d-e58d-4389-9894-554c10310ba4" providerId="ADAL" clId="{EF23FE1D-A042-481E-AFD7-2A9FB0847F54}" dt="2026-01-27T17:47:30.655" v="31" actId="478"/>
          <ac:spMkLst>
            <pc:docMk/>
            <pc:sldMk cId="1393903321" sldId="473"/>
            <ac:spMk id="10" creationId="{71C441E6-8FA4-EE7B-C4BC-5D8927F42F51}"/>
          </ac:spMkLst>
        </pc:spChg>
        <pc:picChg chg="add mod">
          <ac:chgData name="Michael Hill" userId="41dba03d-e58d-4389-9894-554c10310ba4" providerId="ADAL" clId="{EF23FE1D-A042-481E-AFD7-2A9FB0847F54}" dt="2026-01-27T17:47:39.918" v="34" actId="1076"/>
          <ac:picMkLst>
            <pc:docMk/>
            <pc:sldMk cId="1393903321" sldId="473"/>
            <ac:picMk id="2" creationId="{1CA7E5CD-BEBD-A9C1-77BD-233DEDCA4D93}"/>
          </ac:picMkLst>
        </pc:picChg>
        <pc:picChg chg="del">
          <ac:chgData name="Michael Hill" userId="41dba03d-e58d-4389-9894-554c10310ba4" providerId="ADAL" clId="{EF23FE1D-A042-481E-AFD7-2A9FB0847F54}" dt="2026-01-27T17:47:28.659" v="30" actId="478"/>
          <ac:picMkLst>
            <pc:docMk/>
            <pc:sldMk cId="1393903321" sldId="473"/>
            <ac:picMk id="3" creationId="{ABAB978C-4BD2-4976-BDDB-0201A8940587}"/>
          </ac:picMkLst>
        </pc:picChg>
      </pc:sldChg>
      <pc:sldChg chg="delSp modSp mod">
        <pc:chgData name="Michael Hill" userId="41dba03d-e58d-4389-9894-554c10310ba4" providerId="ADAL" clId="{EF23FE1D-A042-481E-AFD7-2A9FB0847F54}" dt="2026-01-27T17:54:24.335" v="449" actId="20577"/>
        <pc:sldMkLst>
          <pc:docMk/>
          <pc:sldMk cId="2576407648" sldId="474"/>
        </pc:sldMkLst>
        <pc:spChg chg="mod">
          <ac:chgData name="Michael Hill" userId="41dba03d-e58d-4389-9894-554c10310ba4" providerId="ADAL" clId="{EF23FE1D-A042-481E-AFD7-2A9FB0847F54}" dt="2026-01-27T17:53:52.872" v="232" actId="14100"/>
          <ac:spMkLst>
            <pc:docMk/>
            <pc:sldMk cId="2576407648" sldId="474"/>
            <ac:spMk id="5" creationId="{24ABB5AE-976C-4377-7648-9208FBDC3B20}"/>
          </ac:spMkLst>
        </pc:spChg>
        <pc:spChg chg="mod">
          <ac:chgData name="Michael Hill" userId="41dba03d-e58d-4389-9894-554c10310ba4" providerId="ADAL" clId="{EF23FE1D-A042-481E-AFD7-2A9FB0847F54}" dt="2026-01-27T17:54:24.335" v="449" actId="20577"/>
          <ac:spMkLst>
            <pc:docMk/>
            <pc:sldMk cId="2576407648" sldId="474"/>
            <ac:spMk id="8" creationId="{FC785AE7-CB73-68F6-4417-DD18EF27F9BB}"/>
          </ac:spMkLst>
        </pc:spChg>
        <pc:picChg chg="del">
          <ac:chgData name="Michael Hill" userId="41dba03d-e58d-4389-9894-554c10310ba4" providerId="ADAL" clId="{EF23FE1D-A042-481E-AFD7-2A9FB0847F54}" dt="2026-01-27T17:51:30.443" v="223" actId="478"/>
          <ac:picMkLst>
            <pc:docMk/>
            <pc:sldMk cId="2576407648" sldId="474"/>
            <ac:picMk id="1026" creationId="{86125DE8-C93B-5AAC-F2DA-B7558E474263}"/>
          </ac:picMkLst>
        </pc:picChg>
      </pc:sldChg>
      <pc:sldChg chg="modSp mod">
        <pc:chgData name="Michael Hill" userId="41dba03d-e58d-4389-9894-554c10310ba4" providerId="ADAL" clId="{EF23FE1D-A042-481E-AFD7-2A9FB0847F54}" dt="2026-01-27T17:54:57.059" v="466" actId="20577"/>
        <pc:sldMkLst>
          <pc:docMk/>
          <pc:sldMk cId="3996893665" sldId="475"/>
        </pc:sldMkLst>
        <pc:spChg chg="mod">
          <ac:chgData name="Michael Hill" userId="41dba03d-e58d-4389-9894-554c10310ba4" providerId="ADAL" clId="{EF23FE1D-A042-481E-AFD7-2A9FB0847F54}" dt="2026-01-27T17:54:45.241" v="453" actId="2710"/>
          <ac:spMkLst>
            <pc:docMk/>
            <pc:sldMk cId="3996893665" sldId="475"/>
            <ac:spMk id="2" creationId="{D50200B7-53A0-4F2F-100F-75D69BD573B4}"/>
          </ac:spMkLst>
        </pc:spChg>
        <pc:spChg chg="mod">
          <ac:chgData name="Michael Hill" userId="41dba03d-e58d-4389-9894-554c10310ba4" providerId="ADAL" clId="{EF23FE1D-A042-481E-AFD7-2A9FB0847F54}" dt="2026-01-27T17:54:55.543" v="465" actId="1076"/>
          <ac:spMkLst>
            <pc:docMk/>
            <pc:sldMk cId="3996893665" sldId="475"/>
            <ac:spMk id="5" creationId="{4100F24E-3D1F-8D87-12E2-6DA5CBA1A0E2}"/>
          </ac:spMkLst>
        </pc:spChg>
        <pc:spChg chg="mod">
          <ac:chgData name="Michael Hill" userId="41dba03d-e58d-4389-9894-554c10310ba4" providerId="ADAL" clId="{EF23FE1D-A042-481E-AFD7-2A9FB0847F54}" dt="2026-01-27T17:54:57.059" v="466" actId="20577"/>
          <ac:spMkLst>
            <pc:docMk/>
            <pc:sldMk cId="3996893665" sldId="475"/>
            <ac:spMk id="8" creationId="{F614DC24-23B1-0F7E-942E-EA3F3E09CC8B}"/>
          </ac:spMkLst>
        </pc:spChg>
      </pc:sldChg>
      <pc:sldChg chg="del">
        <pc:chgData name="Michael Hill" userId="41dba03d-e58d-4389-9894-554c10310ba4" providerId="ADAL" clId="{EF23FE1D-A042-481E-AFD7-2A9FB0847F54}" dt="2026-01-27T17:50:39.475" v="161" actId="47"/>
        <pc:sldMkLst>
          <pc:docMk/>
          <pc:sldMk cId="3615782360" sldId="476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1668090276" sldId="477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2089852819" sldId="478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2299303035" sldId="479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3800958179" sldId="480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1408196763" sldId="481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3356034106" sldId="482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1246157578" sldId="483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2468838094" sldId="484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387235505" sldId="485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2776453535" sldId="486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1844177245" sldId="487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3957176543" sldId="488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2566164242" sldId="489"/>
        </pc:sldMkLst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2195875960" sldId="490"/>
        </pc:sldMkLst>
      </pc:sldChg>
      <pc:sldChg chg="modSp mod">
        <pc:chgData name="Michael Hill" userId="41dba03d-e58d-4389-9894-554c10310ba4" providerId="ADAL" clId="{EF23FE1D-A042-481E-AFD7-2A9FB0847F54}" dt="2026-01-27T18:18:34.098" v="1249" actId="20577"/>
        <pc:sldMkLst>
          <pc:docMk/>
          <pc:sldMk cId="4218940969" sldId="491"/>
        </pc:sldMkLst>
        <pc:spChg chg="mod">
          <ac:chgData name="Michael Hill" userId="41dba03d-e58d-4389-9894-554c10310ba4" providerId="ADAL" clId="{EF23FE1D-A042-481E-AFD7-2A9FB0847F54}" dt="2026-01-27T18:18:23.583" v="1176" actId="1076"/>
          <ac:spMkLst>
            <pc:docMk/>
            <pc:sldMk cId="4218940969" sldId="491"/>
            <ac:spMk id="5" creationId="{E4CC646B-4635-6050-D4B0-A67535F846E1}"/>
          </ac:spMkLst>
        </pc:spChg>
        <pc:spChg chg="mod">
          <ac:chgData name="Michael Hill" userId="41dba03d-e58d-4389-9894-554c10310ba4" providerId="ADAL" clId="{EF23FE1D-A042-481E-AFD7-2A9FB0847F54}" dt="2026-01-27T18:18:34.098" v="1249" actId="20577"/>
          <ac:spMkLst>
            <pc:docMk/>
            <pc:sldMk cId="4218940969" sldId="491"/>
            <ac:spMk id="8" creationId="{2AEBA483-932C-0DF3-820A-BA0E92D28961}"/>
          </ac:spMkLst>
        </pc:spChg>
      </pc:sldChg>
      <pc:sldChg chg="del">
        <pc:chgData name="Michael Hill" userId="41dba03d-e58d-4389-9894-554c10310ba4" providerId="ADAL" clId="{EF23FE1D-A042-481E-AFD7-2A9FB0847F54}" dt="2026-01-27T17:50:48.116" v="162" actId="47"/>
        <pc:sldMkLst>
          <pc:docMk/>
          <pc:sldMk cId="2774128425" sldId="492"/>
        </pc:sldMkLst>
      </pc:sldChg>
      <pc:sldChg chg="modSp add mod">
        <pc:chgData name="Michael Hill" userId="41dba03d-e58d-4389-9894-554c10310ba4" providerId="ADAL" clId="{EF23FE1D-A042-481E-AFD7-2A9FB0847F54}" dt="2026-01-27T17:50:22.332" v="160" actId="1076"/>
        <pc:sldMkLst>
          <pc:docMk/>
          <pc:sldMk cId="504399587" sldId="493"/>
        </pc:sldMkLst>
        <pc:spChg chg="mod">
          <ac:chgData name="Michael Hill" userId="41dba03d-e58d-4389-9894-554c10310ba4" providerId="ADAL" clId="{EF23FE1D-A042-481E-AFD7-2A9FB0847F54}" dt="2026-01-27T17:50:22.332" v="160" actId="1076"/>
          <ac:spMkLst>
            <pc:docMk/>
            <pc:sldMk cId="504399587" sldId="493"/>
            <ac:spMk id="5" creationId="{7D399217-C221-5ECE-52A4-56E8E40DB5D7}"/>
          </ac:spMkLst>
        </pc:spChg>
        <pc:spChg chg="mod">
          <ac:chgData name="Michael Hill" userId="41dba03d-e58d-4389-9894-554c10310ba4" providerId="ADAL" clId="{EF23FE1D-A042-481E-AFD7-2A9FB0847F54}" dt="2026-01-27T17:50:07.021" v="156" actId="20577"/>
          <ac:spMkLst>
            <pc:docMk/>
            <pc:sldMk cId="504399587" sldId="493"/>
            <ac:spMk id="8" creationId="{502FEB7C-9984-3F90-71F1-7CF0F5A1FE8F}"/>
          </ac:spMkLst>
        </pc:spChg>
      </pc:sldChg>
      <pc:sldChg chg="add">
        <pc:chgData name="Michael Hill" userId="41dba03d-e58d-4389-9894-554c10310ba4" providerId="ADAL" clId="{EF23FE1D-A042-481E-AFD7-2A9FB0847F54}" dt="2026-01-27T17:51:28.705" v="222" actId="2890"/>
        <pc:sldMkLst>
          <pc:docMk/>
          <pc:sldMk cId="4293640306" sldId="494"/>
        </pc:sldMkLst>
      </pc:sldChg>
      <pc:sldChg chg="add">
        <pc:chgData name="Michael Hill" userId="41dba03d-e58d-4389-9894-554c10310ba4" providerId="ADAL" clId="{EF23FE1D-A042-481E-AFD7-2A9FB0847F54}" dt="2026-01-27T17:53:45.669" v="224" actId="2890"/>
        <pc:sldMkLst>
          <pc:docMk/>
          <pc:sldMk cId="1652864662" sldId="495"/>
        </pc:sldMkLst>
      </pc:sldChg>
      <pc:sldChg chg="modSp add mod ord">
        <pc:chgData name="Michael Hill" userId="41dba03d-e58d-4389-9894-554c10310ba4" providerId="ADAL" clId="{EF23FE1D-A042-481E-AFD7-2A9FB0847F54}" dt="2026-01-27T17:55:28.758" v="477" actId="14100"/>
        <pc:sldMkLst>
          <pc:docMk/>
          <pc:sldMk cId="1747338493" sldId="496"/>
        </pc:sldMkLst>
        <pc:spChg chg="mod">
          <ac:chgData name="Michael Hill" userId="41dba03d-e58d-4389-9894-554c10310ba4" providerId="ADAL" clId="{EF23FE1D-A042-481E-AFD7-2A9FB0847F54}" dt="2026-01-27T17:55:28.758" v="477" actId="14100"/>
          <ac:spMkLst>
            <pc:docMk/>
            <pc:sldMk cId="1747338493" sldId="496"/>
            <ac:spMk id="5" creationId="{D25E1F65-E7DA-A4B1-1A1C-898CED9C548A}"/>
          </ac:spMkLst>
        </pc:spChg>
        <pc:spChg chg="mod">
          <ac:chgData name="Michael Hill" userId="41dba03d-e58d-4389-9894-554c10310ba4" providerId="ADAL" clId="{EF23FE1D-A042-481E-AFD7-2A9FB0847F54}" dt="2026-01-27T17:55:24.474" v="475"/>
          <ac:spMkLst>
            <pc:docMk/>
            <pc:sldMk cId="1747338493" sldId="496"/>
            <ac:spMk id="8" creationId="{698D2E94-AAF5-3603-D4AE-A0060C3F5318}"/>
          </ac:spMkLst>
        </pc:spChg>
      </pc:sldChg>
      <pc:sldChg chg="modSp add mod ord">
        <pc:chgData name="Michael Hill" userId="41dba03d-e58d-4389-9894-554c10310ba4" providerId="ADAL" clId="{EF23FE1D-A042-481E-AFD7-2A9FB0847F54}" dt="2026-01-27T17:56:20.381" v="483" actId="2710"/>
        <pc:sldMkLst>
          <pc:docMk/>
          <pc:sldMk cId="556130921" sldId="497"/>
        </pc:sldMkLst>
        <pc:spChg chg="mod">
          <ac:chgData name="Michael Hill" userId="41dba03d-e58d-4389-9894-554c10310ba4" providerId="ADAL" clId="{EF23FE1D-A042-481E-AFD7-2A9FB0847F54}" dt="2026-01-27T17:56:20.381" v="483" actId="2710"/>
          <ac:spMkLst>
            <pc:docMk/>
            <pc:sldMk cId="556130921" sldId="497"/>
            <ac:spMk id="2" creationId="{2DA9984A-833E-AC46-370A-1DDDEB42289A}"/>
          </ac:spMkLst>
        </pc:spChg>
        <pc:spChg chg="mod">
          <ac:chgData name="Michael Hill" userId="41dba03d-e58d-4389-9894-554c10310ba4" providerId="ADAL" clId="{EF23FE1D-A042-481E-AFD7-2A9FB0847F54}" dt="2026-01-27T17:55:32.264" v="479" actId="14100"/>
          <ac:spMkLst>
            <pc:docMk/>
            <pc:sldMk cId="556130921" sldId="497"/>
            <ac:spMk id="5" creationId="{0C2ED6B6-1116-067A-C646-0BBC7D89B8CB}"/>
          </ac:spMkLst>
        </pc:spChg>
      </pc:sldChg>
      <pc:sldChg chg="modSp add mod ord">
        <pc:chgData name="Michael Hill" userId="41dba03d-e58d-4389-9894-554c10310ba4" providerId="ADAL" clId="{EF23FE1D-A042-481E-AFD7-2A9FB0847F54}" dt="2026-01-27T17:57:07.867" v="492"/>
        <pc:sldMkLst>
          <pc:docMk/>
          <pc:sldMk cId="822838230" sldId="498"/>
        </pc:sldMkLst>
        <pc:spChg chg="mod">
          <ac:chgData name="Michael Hill" userId="41dba03d-e58d-4389-9894-554c10310ba4" providerId="ADAL" clId="{EF23FE1D-A042-481E-AFD7-2A9FB0847F54}" dt="2026-01-27T17:56:28.902" v="490" actId="20577"/>
          <ac:spMkLst>
            <pc:docMk/>
            <pc:sldMk cId="822838230" sldId="498"/>
            <ac:spMk id="5" creationId="{56D4B937-D48B-CF77-7916-DB1187434FF6}"/>
          </ac:spMkLst>
        </pc:spChg>
        <pc:spChg chg="mod">
          <ac:chgData name="Michael Hill" userId="41dba03d-e58d-4389-9894-554c10310ba4" providerId="ADAL" clId="{EF23FE1D-A042-481E-AFD7-2A9FB0847F54}" dt="2026-01-27T17:57:07.867" v="492"/>
          <ac:spMkLst>
            <pc:docMk/>
            <pc:sldMk cId="822838230" sldId="498"/>
            <ac:spMk id="8" creationId="{A3CAA1F8-890B-E559-62DC-995DBA579B40}"/>
          </ac:spMkLst>
        </pc:spChg>
      </pc:sldChg>
      <pc:sldChg chg="modSp add mod ord">
        <pc:chgData name="Michael Hill" userId="41dba03d-e58d-4389-9894-554c10310ba4" providerId="ADAL" clId="{EF23FE1D-A042-481E-AFD7-2A9FB0847F54}" dt="2026-01-27T17:57:41.308" v="496" actId="2710"/>
        <pc:sldMkLst>
          <pc:docMk/>
          <pc:sldMk cId="3519188465" sldId="499"/>
        </pc:sldMkLst>
        <pc:spChg chg="mod">
          <ac:chgData name="Michael Hill" userId="41dba03d-e58d-4389-9894-554c10310ba4" providerId="ADAL" clId="{EF23FE1D-A042-481E-AFD7-2A9FB0847F54}" dt="2026-01-27T17:57:41.308" v="496" actId="2710"/>
          <ac:spMkLst>
            <pc:docMk/>
            <pc:sldMk cId="3519188465" sldId="499"/>
            <ac:spMk id="2" creationId="{827533F8-D6CB-DB49-40E5-32B490229176}"/>
          </ac:spMkLst>
        </pc:spChg>
        <pc:spChg chg="mod">
          <ac:chgData name="Michael Hill" userId="41dba03d-e58d-4389-9894-554c10310ba4" providerId="ADAL" clId="{EF23FE1D-A042-481E-AFD7-2A9FB0847F54}" dt="2026-01-27T17:56:31.492" v="491" actId="20577"/>
          <ac:spMkLst>
            <pc:docMk/>
            <pc:sldMk cId="3519188465" sldId="499"/>
            <ac:spMk id="5" creationId="{33B29927-24A8-CCB7-59D5-A559FBEE6B2C}"/>
          </ac:spMkLst>
        </pc:spChg>
      </pc:sldChg>
      <pc:sldChg chg="modSp add mod ord">
        <pc:chgData name="Michael Hill" userId="41dba03d-e58d-4389-9894-554c10310ba4" providerId="ADAL" clId="{EF23FE1D-A042-481E-AFD7-2A9FB0847F54}" dt="2026-01-27T17:58:06.255" v="507"/>
        <pc:sldMkLst>
          <pc:docMk/>
          <pc:sldMk cId="3507221227" sldId="500"/>
        </pc:sldMkLst>
        <pc:spChg chg="mod">
          <ac:chgData name="Michael Hill" userId="41dba03d-e58d-4389-9894-554c10310ba4" providerId="ADAL" clId="{EF23FE1D-A042-481E-AFD7-2A9FB0847F54}" dt="2026-01-27T17:57:53.304" v="505" actId="20577"/>
          <ac:spMkLst>
            <pc:docMk/>
            <pc:sldMk cId="3507221227" sldId="500"/>
            <ac:spMk id="5" creationId="{67827762-8C07-DE21-E771-DC1D38D88057}"/>
          </ac:spMkLst>
        </pc:spChg>
        <pc:spChg chg="mod">
          <ac:chgData name="Michael Hill" userId="41dba03d-e58d-4389-9894-554c10310ba4" providerId="ADAL" clId="{EF23FE1D-A042-481E-AFD7-2A9FB0847F54}" dt="2026-01-27T17:58:06.255" v="507"/>
          <ac:spMkLst>
            <pc:docMk/>
            <pc:sldMk cId="3507221227" sldId="500"/>
            <ac:spMk id="8" creationId="{6F671D4E-22B5-2FE0-8077-BE6B28350477}"/>
          </ac:spMkLst>
        </pc:spChg>
      </pc:sldChg>
      <pc:sldChg chg="modSp add mod ord">
        <pc:chgData name="Michael Hill" userId="41dba03d-e58d-4389-9894-554c10310ba4" providerId="ADAL" clId="{EF23FE1D-A042-481E-AFD7-2A9FB0847F54}" dt="2026-01-27T17:58:49.291" v="511" actId="2710"/>
        <pc:sldMkLst>
          <pc:docMk/>
          <pc:sldMk cId="327711995" sldId="501"/>
        </pc:sldMkLst>
        <pc:spChg chg="mod">
          <ac:chgData name="Michael Hill" userId="41dba03d-e58d-4389-9894-554c10310ba4" providerId="ADAL" clId="{EF23FE1D-A042-481E-AFD7-2A9FB0847F54}" dt="2026-01-27T17:58:49.291" v="511" actId="2710"/>
          <ac:spMkLst>
            <pc:docMk/>
            <pc:sldMk cId="327711995" sldId="501"/>
            <ac:spMk id="2" creationId="{D19180D5-BB85-2FBB-3A79-ECEA904233D8}"/>
          </ac:spMkLst>
        </pc:spChg>
        <pc:spChg chg="mod">
          <ac:chgData name="Michael Hill" userId="41dba03d-e58d-4389-9894-554c10310ba4" providerId="ADAL" clId="{EF23FE1D-A042-481E-AFD7-2A9FB0847F54}" dt="2026-01-27T17:57:55.993" v="506" actId="20577"/>
          <ac:spMkLst>
            <pc:docMk/>
            <pc:sldMk cId="327711995" sldId="501"/>
            <ac:spMk id="5" creationId="{6AEDE2B6-9F28-A693-1F72-DE17B16C67FD}"/>
          </ac:spMkLst>
        </pc:spChg>
      </pc:sldChg>
      <pc:sldChg chg="add del">
        <pc:chgData name="Michael Hill" userId="41dba03d-e58d-4389-9894-554c10310ba4" providerId="ADAL" clId="{EF23FE1D-A042-481E-AFD7-2A9FB0847F54}" dt="2026-01-27T17:58:53.331" v="513" actId="2890"/>
        <pc:sldMkLst>
          <pc:docMk/>
          <pc:sldMk cId="2043782356" sldId="502"/>
        </pc:sldMkLst>
      </pc:sldChg>
      <pc:sldChg chg="modSp add mod ord">
        <pc:chgData name="Michael Hill" userId="41dba03d-e58d-4389-9894-554c10310ba4" providerId="ADAL" clId="{EF23FE1D-A042-481E-AFD7-2A9FB0847F54}" dt="2026-01-27T18:00:34.453" v="559"/>
        <pc:sldMkLst>
          <pc:docMk/>
          <pc:sldMk cId="3208700791" sldId="502"/>
        </pc:sldMkLst>
        <pc:spChg chg="mod">
          <ac:chgData name="Michael Hill" userId="41dba03d-e58d-4389-9894-554c10310ba4" providerId="ADAL" clId="{EF23FE1D-A042-481E-AFD7-2A9FB0847F54}" dt="2026-01-27T18:00:23.676" v="557" actId="20577"/>
          <ac:spMkLst>
            <pc:docMk/>
            <pc:sldMk cId="3208700791" sldId="502"/>
            <ac:spMk id="5" creationId="{482E33A8-3C9D-A067-6936-BFF54302B7DB}"/>
          </ac:spMkLst>
        </pc:spChg>
        <pc:spChg chg="mod">
          <ac:chgData name="Michael Hill" userId="41dba03d-e58d-4389-9894-554c10310ba4" providerId="ADAL" clId="{EF23FE1D-A042-481E-AFD7-2A9FB0847F54}" dt="2026-01-27T18:00:34.453" v="559"/>
          <ac:spMkLst>
            <pc:docMk/>
            <pc:sldMk cId="3208700791" sldId="502"/>
            <ac:spMk id="8" creationId="{18DAB1E6-E70E-C555-3191-D85612340D98}"/>
          </ac:spMkLst>
        </pc:spChg>
      </pc:sldChg>
      <pc:sldChg chg="modSp add mod ord">
        <pc:chgData name="Michael Hill" userId="41dba03d-e58d-4389-9894-554c10310ba4" providerId="ADAL" clId="{EF23FE1D-A042-481E-AFD7-2A9FB0847F54}" dt="2026-01-27T18:00:14.594" v="550" actId="2710"/>
        <pc:sldMkLst>
          <pc:docMk/>
          <pc:sldMk cId="2682557775" sldId="503"/>
        </pc:sldMkLst>
        <pc:spChg chg="mod">
          <ac:chgData name="Michael Hill" userId="41dba03d-e58d-4389-9894-554c10310ba4" providerId="ADAL" clId="{EF23FE1D-A042-481E-AFD7-2A9FB0847F54}" dt="2026-01-27T18:00:14.594" v="550" actId="2710"/>
          <ac:spMkLst>
            <pc:docMk/>
            <pc:sldMk cId="2682557775" sldId="503"/>
            <ac:spMk id="2" creationId="{AF880C5A-3353-C62A-6AA2-FB27496DAFC1}"/>
          </ac:spMkLst>
        </pc:spChg>
        <pc:spChg chg="mod">
          <ac:chgData name="Michael Hill" userId="41dba03d-e58d-4389-9894-554c10310ba4" providerId="ADAL" clId="{EF23FE1D-A042-481E-AFD7-2A9FB0847F54}" dt="2026-01-27T17:59:25.576" v="546" actId="20577"/>
          <ac:spMkLst>
            <pc:docMk/>
            <pc:sldMk cId="2682557775" sldId="503"/>
            <ac:spMk id="5" creationId="{EAF0CDC1-4E92-ED11-AA2B-AF787BC1B122}"/>
          </ac:spMkLst>
        </pc:spChg>
      </pc:sldChg>
      <pc:sldChg chg="add">
        <pc:chgData name="Michael Hill" userId="41dba03d-e58d-4389-9894-554c10310ba4" providerId="ADAL" clId="{EF23FE1D-A042-481E-AFD7-2A9FB0847F54}" dt="2026-01-27T18:00:16.835" v="551" actId="2890"/>
        <pc:sldMkLst>
          <pc:docMk/>
          <pc:sldMk cId="1498444735" sldId="504"/>
        </pc:sldMkLst>
      </pc:sldChg>
      <pc:sldChg chg="modSp add mod ord">
        <pc:chgData name="Michael Hill" userId="41dba03d-e58d-4389-9894-554c10310ba4" providerId="ADAL" clId="{EF23FE1D-A042-481E-AFD7-2A9FB0847F54}" dt="2026-01-27T18:04:09.907" v="563" actId="2711"/>
        <pc:sldMkLst>
          <pc:docMk/>
          <pc:sldMk cId="1560926844" sldId="505"/>
        </pc:sldMkLst>
        <pc:spChg chg="mod">
          <ac:chgData name="Michael Hill" userId="41dba03d-e58d-4389-9894-554c10310ba4" providerId="ADAL" clId="{EF23FE1D-A042-481E-AFD7-2A9FB0847F54}" dt="2026-01-27T18:04:09.907" v="563" actId="2711"/>
          <ac:spMkLst>
            <pc:docMk/>
            <pc:sldMk cId="1560926844" sldId="505"/>
            <ac:spMk id="2" creationId="{FB137004-97C3-C73A-B003-C3332DCCD8FA}"/>
          </ac:spMkLst>
        </pc:spChg>
        <pc:spChg chg="mod">
          <ac:chgData name="Michael Hill" userId="41dba03d-e58d-4389-9894-554c10310ba4" providerId="ADAL" clId="{EF23FE1D-A042-481E-AFD7-2A9FB0847F54}" dt="2026-01-27T18:00:26.387" v="558" actId="20577"/>
          <ac:spMkLst>
            <pc:docMk/>
            <pc:sldMk cId="1560926844" sldId="505"/>
            <ac:spMk id="5" creationId="{FEF3B447-CFFD-5E1E-042E-466BBE4F858E}"/>
          </ac:spMkLst>
        </pc:spChg>
      </pc:sldChg>
      <pc:sldChg chg="modSp add mod ord">
        <pc:chgData name="Michael Hill" userId="41dba03d-e58d-4389-9894-554c10310ba4" providerId="ADAL" clId="{EF23FE1D-A042-481E-AFD7-2A9FB0847F54}" dt="2026-01-27T18:05:20.932" v="641" actId="20577"/>
        <pc:sldMkLst>
          <pc:docMk/>
          <pc:sldMk cId="2980657055" sldId="506"/>
        </pc:sldMkLst>
        <pc:spChg chg="mod">
          <ac:chgData name="Michael Hill" userId="41dba03d-e58d-4389-9894-554c10310ba4" providerId="ADAL" clId="{EF23FE1D-A042-481E-AFD7-2A9FB0847F54}" dt="2026-01-27T18:04:28.935" v="567" actId="20577"/>
          <ac:spMkLst>
            <pc:docMk/>
            <pc:sldMk cId="2980657055" sldId="506"/>
            <ac:spMk id="5" creationId="{93D846DB-9623-D603-5A10-3C736EB0566A}"/>
          </ac:spMkLst>
        </pc:spChg>
        <pc:spChg chg="mod">
          <ac:chgData name="Michael Hill" userId="41dba03d-e58d-4389-9894-554c10310ba4" providerId="ADAL" clId="{EF23FE1D-A042-481E-AFD7-2A9FB0847F54}" dt="2026-01-27T18:05:20.932" v="641" actId="20577"/>
          <ac:spMkLst>
            <pc:docMk/>
            <pc:sldMk cId="2980657055" sldId="506"/>
            <ac:spMk id="8" creationId="{C62D1C5B-8589-1AFB-2613-C69F47411C0F}"/>
          </ac:spMkLst>
        </pc:spChg>
      </pc:sldChg>
      <pc:sldChg chg="modSp add mod ord">
        <pc:chgData name="Michael Hill" userId="41dba03d-e58d-4389-9894-554c10310ba4" providerId="ADAL" clId="{EF23FE1D-A042-481E-AFD7-2A9FB0847F54}" dt="2026-01-27T18:07:18.041" v="646" actId="2711"/>
        <pc:sldMkLst>
          <pc:docMk/>
          <pc:sldMk cId="1613441144" sldId="507"/>
        </pc:sldMkLst>
        <pc:spChg chg="mod">
          <ac:chgData name="Michael Hill" userId="41dba03d-e58d-4389-9894-554c10310ba4" providerId="ADAL" clId="{EF23FE1D-A042-481E-AFD7-2A9FB0847F54}" dt="2026-01-27T18:07:18.041" v="646" actId="2711"/>
          <ac:spMkLst>
            <pc:docMk/>
            <pc:sldMk cId="1613441144" sldId="507"/>
            <ac:spMk id="2" creationId="{A1A416E1-8192-60BC-6C8B-71B6C4E5C4EE}"/>
          </ac:spMkLst>
        </pc:spChg>
        <pc:spChg chg="mod">
          <ac:chgData name="Michael Hill" userId="41dba03d-e58d-4389-9894-554c10310ba4" providerId="ADAL" clId="{EF23FE1D-A042-481E-AFD7-2A9FB0847F54}" dt="2026-01-27T18:04:35.811" v="572" actId="20577"/>
          <ac:spMkLst>
            <pc:docMk/>
            <pc:sldMk cId="1613441144" sldId="507"/>
            <ac:spMk id="5" creationId="{0403164D-CDA9-D679-3714-FFEBC0DA8385}"/>
          </ac:spMkLst>
        </pc:spChg>
      </pc:sldChg>
      <pc:sldChg chg="modSp add mod ord">
        <pc:chgData name="Michael Hill" userId="41dba03d-e58d-4389-9894-554c10310ba4" providerId="ADAL" clId="{EF23FE1D-A042-481E-AFD7-2A9FB0847F54}" dt="2026-01-27T18:07:38.159" v="692" actId="20577"/>
        <pc:sldMkLst>
          <pc:docMk/>
          <pc:sldMk cId="2540212609" sldId="508"/>
        </pc:sldMkLst>
        <pc:spChg chg="mod">
          <ac:chgData name="Michael Hill" userId="41dba03d-e58d-4389-9894-554c10310ba4" providerId="ADAL" clId="{EF23FE1D-A042-481E-AFD7-2A9FB0847F54}" dt="2026-01-27T18:07:25.563" v="651" actId="20577"/>
          <ac:spMkLst>
            <pc:docMk/>
            <pc:sldMk cId="2540212609" sldId="508"/>
            <ac:spMk id="5" creationId="{DE0B8AA2-FDA8-48CF-6C3A-8AE74C89BC81}"/>
          </ac:spMkLst>
        </pc:spChg>
        <pc:spChg chg="mod">
          <ac:chgData name="Michael Hill" userId="41dba03d-e58d-4389-9894-554c10310ba4" providerId="ADAL" clId="{EF23FE1D-A042-481E-AFD7-2A9FB0847F54}" dt="2026-01-27T18:07:38.159" v="692" actId="20577"/>
          <ac:spMkLst>
            <pc:docMk/>
            <pc:sldMk cId="2540212609" sldId="508"/>
            <ac:spMk id="8" creationId="{44FB3B08-97DA-FF4E-6FE7-D2B399D7B204}"/>
          </ac:spMkLst>
        </pc:spChg>
      </pc:sldChg>
      <pc:sldChg chg="modSp add mod">
        <pc:chgData name="Michael Hill" userId="41dba03d-e58d-4389-9894-554c10310ba4" providerId="ADAL" clId="{EF23FE1D-A042-481E-AFD7-2A9FB0847F54}" dt="2026-01-27T18:08:47.758" v="697" actId="20577"/>
        <pc:sldMkLst>
          <pc:docMk/>
          <pc:sldMk cId="4258562779" sldId="509"/>
        </pc:sldMkLst>
        <pc:spChg chg="mod">
          <ac:chgData name="Michael Hill" userId="41dba03d-e58d-4389-9894-554c10310ba4" providerId="ADAL" clId="{EF23FE1D-A042-481E-AFD7-2A9FB0847F54}" dt="2026-01-27T18:08:45.588" v="696" actId="2711"/>
          <ac:spMkLst>
            <pc:docMk/>
            <pc:sldMk cId="4258562779" sldId="509"/>
            <ac:spMk id="2" creationId="{317DCC1E-0C13-E165-D1AF-11E0D77FAEBF}"/>
          </ac:spMkLst>
        </pc:spChg>
        <pc:spChg chg="mod">
          <ac:chgData name="Michael Hill" userId="41dba03d-e58d-4389-9894-554c10310ba4" providerId="ADAL" clId="{EF23FE1D-A042-481E-AFD7-2A9FB0847F54}" dt="2026-01-27T18:08:47.758" v="697" actId="20577"/>
          <ac:spMkLst>
            <pc:docMk/>
            <pc:sldMk cId="4258562779" sldId="509"/>
            <ac:spMk id="5" creationId="{C724FCC8-DD0E-912D-E002-946A94ABB10C}"/>
          </ac:spMkLst>
        </pc:spChg>
      </pc:sldChg>
      <pc:sldChg chg="addSp modSp add mod ord">
        <pc:chgData name="Michael Hill" userId="41dba03d-e58d-4389-9894-554c10310ba4" providerId="ADAL" clId="{EF23FE1D-A042-481E-AFD7-2A9FB0847F54}" dt="2026-01-27T18:15:58.721" v="1108" actId="14100"/>
        <pc:sldMkLst>
          <pc:docMk/>
          <pc:sldMk cId="1669076951" sldId="510"/>
        </pc:sldMkLst>
        <pc:spChg chg="add mod">
          <ac:chgData name="Michael Hill" userId="41dba03d-e58d-4389-9894-554c10310ba4" providerId="ADAL" clId="{EF23FE1D-A042-481E-AFD7-2A9FB0847F54}" dt="2026-01-27T18:15:20.803" v="921" actId="14100"/>
          <ac:spMkLst>
            <pc:docMk/>
            <pc:sldMk cId="1669076951" sldId="510"/>
            <ac:spMk id="2" creationId="{BAC16507-2747-F9D2-6F14-27DAEB37C859}"/>
          </ac:spMkLst>
        </pc:spChg>
        <pc:spChg chg="mod">
          <ac:chgData name="Michael Hill" userId="41dba03d-e58d-4389-9894-554c10310ba4" providerId="ADAL" clId="{EF23FE1D-A042-481E-AFD7-2A9FB0847F54}" dt="2026-01-27T18:08:57.137" v="704" actId="20577"/>
          <ac:spMkLst>
            <pc:docMk/>
            <pc:sldMk cId="1669076951" sldId="510"/>
            <ac:spMk id="5" creationId="{05A97734-FC56-25BA-15D7-A89835BA41A3}"/>
          </ac:spMkLst>
        </pc:spChg>
        <pc:spChg chg="mod">
          <ac:chgData name="Michael Hill" userId="41dba03d-e58d-4389-9894-554c10310ba4" providerId="ADAL" clId="{EF23FE1D-A042-481E-AFD7-2A9FB0847F54}" dt="2026-01-27T18:15:58.721" v="1108" actId="14100"/>
          <ac:spMkLst>
            <pc:docMk/>
            <pc:sldMk cId="1669076951" sldId="510"/>
            <ac:spMk id="8" creationId="{2552FEF6-1B87-93C3-2686-5A655BA5AE4E}"/>
          </ac:spMkLst>
        </pc:spChg>
      </pc:sldChg>
      <pc:sldChg chg="modSp add mod ord">
        <pc:chgData name="Michael Hill" userId="41dba03d-e58d-4389-9894-554c10310ba4" providerId="ADAL" clId="{EF23FE1D-A042-481E-AFD7-2A9FB0847F54}" dt="2026-01-27T18:13:32.200" v="910" actId="2711"/>
        <pc:sldMkLst>
          <pc:docMk/>
          <pc:sldMk cId="2709415375" sldId="511"/>
        </pc:sldMkLst>
        <pc:spChg chg="mod">
          <ac:chgData name="Michael Hill" userId="41dba03d-e58d-4389-9894-554c10310ba4" providerId="ADAL" clId="{EF23FE1D-A042-481E-AFD7-2A9FB0847F54}" dt="2026-01-27T18:13:32.200" v="910" actId="2711"/>
          <ac:spMkLst>
            <pc:docMk/>
            <pc:sldMk cId="2709415375" sldId="511"/>
            <ac:spMk id="2" creationId="{EEEB340A-53CE-E551-761F-CEE2C7812D40}"/>
          </ac:spMkLst>
        </pc:spChg>
        <pc:spChg chg="mod">
          <ac:chgData name="Michael Hill" userId="41dba03d-e58d-4389-9894-554c10310ba4" providerId="ADAL" clId="{EF23FE1D-A042-481E-AFD7-2A9FB0847F54}" dt="2026-01-27T18:09:00.751" v="705" actId="20577"/>
          <ac:spMkLst>
            <pc:docMk/>
            <pc:sldMk cId="2709415375" sldId="511"/>
            <ac:spMk id="5" creationId="{8B430937-DB2C-EE2F-2456-99A26E7DF8A9}"/>
          </ac:spMkLst>
        </pc:spChg>
      </pc:sldChg>
      <pc:sldChg chg="add">
        <pc:chgData name="Michael Hill" userId="41dba03d-e58d-4389-9894-554c10310ba4" providerId="ADAL" clId="{EF23FE1D-A042-481E-AFD7-2A9FB0847F54}" dt="2026-01-27T18:12:46.427" v="802" actId="2890"/>
        <pc:sldMkLst>
          <pc:docMk/>
          <pc:sldMk cId="3728444718" sldId="512"/>
        </pc:sldMkLst>
      </pc:sldChg>
      <pc:sldChg chg="modSp add mod">
        <pc:chgData name="Michael Hill" userId="41dba03d-e58d-4389-9894-554c10310ba4" providerId="ADAL" clId="{EF23FE1D-A042-481E-AFD7-2A9FB0847F54}" dt="2026-01-27T18:18:07.456" v="1134" actId="2711"/>
        <pc:sldMkLst>
          <pc:docMk/>
          <pc:sldMk cId="1181230009" sldId="513"/>
        </pc:sldMkLst>
        <pc:spChg chg="mod">
          <ac:chgData name="Michael Hill" userId="41dba03d-e58d-4389-9894-554c10310ba4" providerId="ADAL" clId="{EF23FE1D-A042-481E-AFD7-2A9FB0847F54}" dt="2026-01-27T18:18:07.456" v="1134" actId="2711"/>
          <ac:spMkLst>
            <pc:docMk/>
            <pc:sldMk cId="1181230009" sldId="513"/>
            <ac:spMk id="2" creationId="{07DC5E75-03B8-7ABB-92A2-CFD31C6D76A7}"/>
          </ac:spMkLst>
        </pc:spChg>
        <pc:spChg chg="mod">
          <ac:chgData name="Michael Hill" userId="41dba03d-e58d-4389-9894-554c10310ba4" providerId="ADAL" clId="{EF23FE1D-A042-481E-AFD7-2A9FB0847F54}" dt="2026-01-27T18:16:18.857" v="1120" actId="14100"/>
          <ac:spMkLst>
            <pc:docMk/>
            <pc:sldMk cId="1181230009" sldId="513"/>
            <ac:spMk id="5" creationId="{83260179-BC95-3396-0806-4A1E303EA060}"/>
          </ac:spMkLst>
        </pc:spChg>
      </pc:sldChg>
      <pc:sldChg chg="modSp add mod ord">
        <pc:chgData name="Michael Hill" userId="41dba03d-e58d-4389-9894-554c10310ba4" providerId="ADAL" clId="{EF23FE1D-A042-481E-AFD7-2A9FB0847F54}" dt="2026-01-27T18:16:28.898" v="1129" actId="20577"/>
        <pc:sldMkLst>
          <pc:docMk/>
          <pc:sldMk cId="1343252606" sldId="514"/>
        </pc:sldMkLst>
        <pc:spChg chg="mod">
          <ac:chgData name="Michael Hill" userId="41dba03d-e58d-4389-9894-554c10310ba4" providerId="ADAL" clId="{EF23FE1D-A042-481E-AFD7-2A9FB0847F54}" dt="2026-01-27T18:16:13.148" v="1117" actId="14100"/>
          <ac:spMkLst>
            <pc:docMk/>
            <pc:sldMk cId="1343252606" sldId="514"/>
            <ac:spMk id="5" creationId="{B6342735-047B-D174-2C7D-9A3CDC34EB26}"/>
          </ac:spMkLst>
        </pc:spChg>
        <pc:spChg chg="mod">
          <ac:chgData name="Michael Hill" userId="41dba03d-e58d-4389-9894-554c10310ba4" providerId="ADAL" clId="{EF23FE1D-A042-481E-AFD7-2A9FB0847F54}" dt="2026-01-27T18:16:28.898" v="1129" actId="20577"/>
          <ac:spMkLst>
            <pc:docMk/>
            <pc:sldMk cId="1343252606" sldId="514"/>
            <ac:spMk id="8" creationId="{5C321E8E-E1F8-EE21-CA02-1FAD42576550}"/>
          </ac:spMkLst>
        </pc:spChg>
      </pc:sldChg>
      <pc:sldChg chg="add del">
        <pc:chgData name="Michael Hill" userId="41dba03d-e58d-4389-9894-554c10310ba4" providerId="ADAL" clId="{EF23FE1D-A042-481E-AFD7-2A9FB0847F54}" dt="2026-01-27T18:16:05.735" v="1111" actId="2890"/>
        <pc:sldMkLst>
          <pc:docMk/>
          <pc:sldMk cId="2399514325" sldId="514"/>
        </pc:sldMkLst>
      </pc:sldChg>
      <pc:sldChg chg="add del replId">
        <pc:chgData name="Michael Hill" userId="41dba03d-e58d-4389-9894-554c10310ba4" providerId="ADAL" clId="{EF23FE1D-A042-481E-AFD7-2A9FB0847F54}" dt="2026-01-27T18:16:05.735" v="1111" actId="2890"/>
        <pc:sldMkLst>
          <pc:docMk/>
          <pc:sldMk cId="1528246534" sldId="5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026526" y="3692233"/>
            <a:ext cx="3478953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DDL &amp; DML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5413224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The </a:t>
            </a:r>
            <a:r>
              <a:rPr lang="en-US" sz="2800" dirty="0" err="1">
                <a:latin typeface="Bahnschrift" panose="020B0502040204020203" pitchFamily="34" charset="0"/>
              </a:rPr>
              <a:t>SQLlenge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distinguishes each of the following database normal forms: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First normal form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Second normal form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Third normal form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First normal form: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Has a primary key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Includes no duplicated attributes from the same table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Includes no repeated groups of attributes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C9CEC-E065-A76F-D68D-7EFF4737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3DFAC934-33DE-C519-1FC8-DBED31DD0C57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58B137D-9557-8E14-90E8-5E17C70564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619E820E-6CF1-790A-60D2-C0761EA5FE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1564922-619E-D8BB-6D60-4EE0AB19FD0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1B63AE-1D7F-2C88-80C0-554988D66609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D20363-9D1E-C23E-DE80-748DA84EFEE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76609-AC59-47F2-BB4C-19B938A7B3D3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Second normal form: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Entities are in First Normal Form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Any non-key attributes are fully functionally dependent on the primary key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No partial dependencies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37807-4F78-8C55-527C-78C70DD2D54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122197C8-CB37-67B9-C1B0-15930DF4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C144A10-2D7A-255F-B66A-3C118BA768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F1992B41-88E8-E381-C7BF-95209FE211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6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BB637-1A5C-FDB9-5DFC-FA080BE4E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FC019A99-0163-BDB4-07B3-113BC69338C4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1B97637D-807F-A657-19DB-2D4E9BF3EC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2993E22-73DA-75B4-EE07-6661C97F05A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D6E5464-5E20-4F0C-DF33-701251DFF64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2C42AB-2AEA-A935-4549-00552656FDD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F0DBDC-6C09-70A3-6ADF-CE7262C2E49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A659FE-2B71-B3A0-EBE8-D9FF1ED469AD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Third normal form: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Entities are in second normal form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All non key attributes are independent 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No non-key dependencies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169AF-B802-E1CC-815C-FF1FF162C63F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072A10A-7BC2-BC1A-73CB-5E9B4EC784F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4D9E5966-DC6E-A998-DCC5-A933ACE970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552097AA-0F6A-399B-D34F-37E7056CCD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9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421106" y="1357745"/>
            <a:ext cx="6153430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be going through a set of rapid-fire requests for queries using a database that I will give you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first person to fetch the correct data will get two points, and the second person to do so will get one point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find the file under the In Class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Activites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folder on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called SQLenge.accdb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0" y="155968"/>
            <a:ext cx="36080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SQLLENGE</a:t>
            </a:r>
          </a:p>
        </p:txBody>
      </p:sp>
      <p:pic>
        <p:nvPicPr>
          <p:cNvPr id="2" name="Picture 1" descr="A blue cylinder with white text&#10;&#10;AI-generated content may be incorrect.">
            <a:extLst>
              <a:ext uri="{FF2B5EF4-FFF2-40B4-BE49-F238E27FC236}">
                <a16:creationId xmlns:a16="http://schemas.microsoft.com/office/drawing/2014/main" id="{1CA7E5CD-BEBD-A9C1-77BD-233DEDCA4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867" y="1806957"/>
            <a:ext cx="3642719" cy="38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7FBA5-BABE-A11E-C92F-58C405BF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44126FD-8B7E-2B4E-3F8E-BE35824F8EA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9D1F33-D9F1-C963-0112-480446B8943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01D3C1-378C-A333-9DF5-404836F007E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1AED97-97AF-C605-9526-11D35A091A9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2FEB7C-9984-3F90-71F1-7CF0F5A1FE8F}"/>
              </a:ext>
            </a:extLst>
          </p:cNvPr>
          <p:cNvSpPr/>
          <p:nvPr/>
        </p:nvSpPr>
        <p:spPr>
          <a:xfrm>
            <a:off x="421106" y="1357745"/>
            <a:ext cx="6153430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have 5 minutes to familiarize yourself with the database file, get it downloaded and set up and all of that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399217-C221-5ECE-52A4-56E8E40DB5D7}"/>
              </a:ext>
            </a:extLst>
          </p:cNvPr>
          <p:cNvSpPr/>
          <p:nvPr/>
        </p:nvSpPr>
        <p:spPr>
          <a:xfrm>
            <a:off x="0" y="155968"/>
            <a:ext cx="330625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SQLLENGE</a:t>
            </a:r>
          </a:p>
        </p:txBody>
      </p:sp>
      <p:pic>
        <p:nvPicPr>
          <p:cNvPr id="2" name="Picture 1" descr="A blue cylinder with white text&#10;&#10;AI-generated content may be incorrect.">
            <a:extLst>
              <a:ext uri="{FF2B5EF4-FFF2-40B4-BE49-F238E27FC236}">
                <a16:creationId xmlns:a16="http://schemas.microsoft.com/office/drawing/2014/main" id="{217E93E9-CEB0-C172-5A37-83E5E5793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867" y="1806957"/>
            <a:ext cx="3642719" cy="38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9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19725-9AD4-45D3-3F39-DDE0B14A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86EEBC9-F287-38A0-61E1-8706EB9C8B6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5F30DF-600D-8D8A-F7C2-36F69AEFEB0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FF95F5-9A34-7D59-41C9-8C67E1CBB60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20E648-59DA-DF22-E605-9F430535216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633434-70E8-CB9D-7E69-EF31D170EEA8}"/>
              </a:ext>
            </a:extLst>
          </p:cNvPr>
          <p:cNvSpPr/>
          <p:nvPr/>
        </p:nvSpPr>
        <p:spPr>
          <a:xfrm>
            <a:off x="421106" y="1357745"/>
            <a:ext cx="6153430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have 5 minutes to familiarize yourself with the database file, get it downloaded and set up and all of that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A0D0AB-53EC-7DED-ED57-5723F673F02C}"/>
              </a:ext>
            </a:extLst>
          </p:cNvPr>
          <p:cNvSpPr/>
          <p:nvPr/>
        </p:nvSpPr>
        <p:spPr>
          <a:xfrm>
            <a:off x="0" y="155968"/>
            <a:ext cx="330625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SQLLENGE</a:t>
            </a:r>
          </a:p>
        </p:txBody>
      </p:sp>
      <p:pic>
        <p:nvPicPr>
          <p:cNvPr id="2" name="Picture 1" descr="A blue cylinder with white text&#10;&#10;AI-generated content may be incorrect.">
            <a:extLst>
              <a:ext uri="{FF2B5EF4-FFF2-40B4-BE49-F238E27FC236}">
                <a16:creationId xmlns:a16="http://schemas.microsoft.com/office/drawing/2014/main" id="{E40E4E91-FD1D-B4EB-BEBD-DDF74C535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867" y="1806957"/>
            <a:ext cx="3642719" cy="38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40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18F38-025C-A5ED-EA55-4B1E4FD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A30707-3919-3549-5E43-A11E68D149B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7704D4-769A-8F00-BE0F-004287B185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ED3699-4ADA-0DA5-FF7D-B26DA9B9795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28DC1C-0E37-9986-985D-C8E52DBA89F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85AE7-CB73-68F6-4417-DD18EF27F9BB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you’re checking if a date is less than, equal to, or greater than, instead of putting the date in single quotes (‘)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Put the date inside of #s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Trust, this is just how it works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BB5AE-976C-4377-7648-9208FBDC3B20}"/>
              </a:ext>
            </a:extLst>
          </p:cNvPr>
          <p:cNvSpPr/>
          <p:nvPr/>
        </p:nvSpPr>
        <p:spPr>
          <a:xfrm>
            <a:off x="0" y="155968"/>
            <a:ext cx="257860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 TIP</a:t>
            </a:r>
          </a:p>
        </p:txBody>
      </p:sp>
    </p:spTree>
    <p:extLst>
      <p:ext uri="{BB962C8B-B14F-4D97-AF65-F5344CB8AC3E}">
        <p14:creationId xmlns:p14="http://schemas.microsoft.com/office/powerpoint/2010/main" val="257640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7726C-2E23-C6E5-6C7F-2AEF6852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4D4BD5E-B63F-4D18-EC82-8DE3C9E52C4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F2F996-DC22-63C8-19B4-E155396CB61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79F4E4-DC4B-E81D-7497-391C56685F4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BC3C6F-D806-755E-1968-96008C5E32C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763DC-2663-2594-D8D5-5F4CA0CD6522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List all users who signed up before March 2024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5DAEE-858C-E6EF-CA29-86F1F435B120}"/>
              </a:ext>
            </a:extLst>
          </p:cNvPr>
          <p:cNvSpPr/>
          <p:nvPr/>
        </p:nvSpPr>
        <p:spPr>
          <a:xfrm>
            <a:off x="0" y="155968"/>
            <a:ext cx="365372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1</a:t>
            </a:r>
          </a:p>
        </p:txBody>
      </p:sp>
    </p:spTree>
    <p:extLst>
      <p:ext uri="{BB962C8B-B14F-4D97-AF65-F5344CB8AC3E}">
        <p14:creationId xmlns:p14="http://schemas.microsoft.com/office/powerpoint/2010/main" val="165286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7BFD3-B361-CEA8-A99E-7581D03F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A648255-A3F1-534D-146A-5E491C812DD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32964F-303E-E663-ABC3-8736A32AF44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176B35-9149-84DA-E7F6-FAEBD1F847D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85221F-945D-88A4-C0FD-7FEECD09C1E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14DC24-23B1-0F7E-942E-EA3F3E09CC8B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00F24E-3D1F-8D87-12E2-6DA5CBA1A0E2}"/>
              </a:ext>
            </a:extLst>
          </p:cNvPr>
          <p:cNvSpPr/>
          <p:nvPr/>
        </p:nvSpPr>
        <p:spPr>
          <a:xfrm>
            <a:off x="0" y="129275"/>
            <a:ext cx="283991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0200B7-53A0-4F2F-100F-75D69BD573B4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Users</a:t>
            </a: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SignupDate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#3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2024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#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893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04677-5FF4-B159-09B4-637FCFA7D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4B32E12-BD54-20BF-DE7A-BE31540EFFA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201675-E3D2-C04C-E604-2035F2A52BB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B80331-A5C2-EE55-D6AB-750E44E29F9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8FDDF1-0063-ECF8-A683-FAADAF80D88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D2E94-AAF5-3603-D4AE-A0060C3F5318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Show all movies that are in the “Sci-Fi” Genre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E1F65-E7DA-A4B1-1A1C-898CED9C548A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2</a:t>
            </a:r>
          </a:p>
        </p:txBody>
      </p:sp>
    </p:spTree>
    <p:extLst>
      <p:ext uri="{BB962C8B-B14F-4D97-AF65-F5344CB8AC3E}">
        <p14:creationId xmlns:p14="http://schemas.microsoft.com/office/powerpoint/2010/main" val="1747338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14565-273F-95B9-E115-CCD5C6F2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13886CB-BE4B-434D-8A6D-8D07D5E4C61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1AA12C-EABF-43C9-883C-45506BEEC98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F444EE-4333-6013-59B5-D4A72E9E575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011EFE-6CBA-766C-D999-45F52FD3CD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61A857-B81A-3B57-5BEB-44B40400AF86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ED6B6-1116-067A-C646-0BBC7D89B8CB}"/>
              </a:ext>
            </a:extLst>
          </p:cNvPr>
          <p:cNvSpPr/>
          <p:nvPr/>
        </p:nvSpPr>
        <p:spPr>
          <a:xfrm>
            <a:off x="0" y="129275"/>
            <a:ext cx="30540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9984A-833E-AC46-370A-1DDDEB42289A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Movies</a:t>
            </a: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Genre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'Sci-Fi'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130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71148-5D73-95B9-8B83-948920B2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EDEDD0F-1CDD-44AA-4DBE-407A755932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CD9632-984F-5192-8C0E-F8CDEDB2421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21BC0E-D04C-BF31-1E5F-3FE2102D1C3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6E27E7-E242-6C88-FA06-40BF0137550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CAA1F8-890B-E559-62DC-995DBA579B40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List all movies longer than 130 minutes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4B937-D48B-CF77-7916-DB1187434FF6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3</a:t>
            </a:r>
          </a:p>
        </p:txBody>
      </p:sp>
    </p:spTree>
    <p:extLst>
      <p:ext uri="{BB962C8B-B14F-4D97-AF65-F5344CB8AC3E}">
        <p14:creationId xmlns:p14="http://schemas.microsoft.com/office/powerpoint/2010/main" val="822838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95D01-1077-89B3-6F0A-032FD2C5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EBE1A17-C14E-BDF9-C078-83C19560143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4AF36C-5210-5976-535E-747BA153D9E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9CB52B-F4C1-1DB8-BA32-6C64D123ABB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D7CA0E-C470-5B09-6B8B-53556E9051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76215-A5A1-170F-1486-CEBF103DED64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29927-24A8-CCB7-59D5-A559FBEE6B2C}"/>
              </a:ext>
            </a:extLst>
          </p:cNvPr>
          <p:cNvSpPr/>
          <p:nvPr/>
        </p:nvSpPr>
        <p:spPr>
          <a:xfrm>
            <a:off x="0" y="129275"/>
            <a:ext cx="30540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533F8-D6CB-DB49-40E5-32B490229176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Movies</a:t>
            </a: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DurationMinutes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130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18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E882D-AA0A-E02F-43A2-178EAC06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ED30928-4BD4-23F8-8EF5-729CEF7C3AC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36F52-F34B-240D-C780-F1C74425109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757092-20B1-DBE1-E5C7-C1F630C6C67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9E1E83-99A8-436E-65B9-81DDB1B342D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671D4E-22B5-2FE0-8077-BE6B28350477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Show all users ordered by their sign up 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827762-8C07-DE21-E771-DC1D38D88057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4</a:t>
            </a:r>
          </a:p>
        </p:txBody>
      </p:sp>
    </p:spTree>
    <p:extLst>
      <p:ext uri="{BB962C8B-B14F-4D97-AF65-F5344CB8AC3E}">
        <p14:creationId xmlns:p14="http://schemas.microsoft.com/office/powerpoint/2010/main" val="350722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B03F3-606E-FAE4-ABFF-37405BDF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AB70EBF-44EC-2A58-C13D-3195B02556F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FA72E4-13D6-30D4-DED1-F842E6011B3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223408-974A-C4BC-0053-FE6765BBC0C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DF4287-FD0F-5810-3FFF-515488568FE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A6F683-EA06-488B-65B5-86BBD4AF103A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DE2B6-9F28-A693-1F72-DE17B16C67FD}"/>
              </a:ext>
            </a:extLst>
          </p:cNvPr>
          <p:cNvSpPr/>
          <p:nvPr/>
        </p:nvSpPr>
        <p:spPr>
          <a:xfrm>
            <a:off x="0" y="129275"/>
            <a:ext cx="30540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9180D5-BB85-2FBB-3A79-ECEA904233D8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Users</a:t>
            </a: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ORDER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BY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SignupDate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11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32B31-3548-6C19-E370-19B499B07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BF96B-4570-7A2D-B96F-9B1E22C3051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55BF794-A69E-6C5F-6B48-A8EDCF9EC6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B10C69-AE2A-376F-72C5-467CE340797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30E777-3C2C-A327-AD91-99964EC3190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16A85B-27A8-BB58-A173-BC7383BCA8BE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 the titles and only the titles of all shows released after 2010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3B16DF-CD96-0C17-413F-601DAC3C50AE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5</a:t>
            </a:r>
          </a:p>
        </p:txBody>
      </p:sp>
    </p:spTree>
    <p:extLst>
      <p:ext uri="{BB962C8B-B14F-4D97-AF65-F5344CB8AC3E}">
        <p14:creationId xmlns:p14="http://schemas.microsoft.com/office/powerpoint/2010/main" val="1498444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976C4-C3B6-F698-2A20-B47DEA13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75747F-45C2-1570-BC91-F5C7A0BEA68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049C23-1E8D-9462-0FAB-77F31306107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4D488C-3DBE-E3F8-0613-1504E4444C3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C95109-82A8-71FC-A815-01697178E4F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9BD4D4-B5E4-734C-1AD9-481B806E5F76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0CDC1-4E92-ED11-AA2B-AF787BC1B122}"/>
              </a:ext>
            </a:extLst>
          </p:cNvPr>
          <p:cNvSpPr/>
          <p:nvPr/>
        </p:nvSpPr>
        <p:spPr>
          <a:xfrm>
            <a:off x="0" y="129275"/>
            <a:ext cx="30540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80C5A-3353-C62A-6AA2-FB27496DAFC1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Shows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Shows</a:t>
            </a: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Shows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ReleaseYear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2010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557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C1E66-B020-E9C8-16DA-3A4F04D5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FDF9458-FFF7-40E2-98EF-D356484FBED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569DC-77D1-9A60-CD3A-88D8998AC9A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4606AB-21AA-4EC2-910D-D35B1E4C79A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520FC0-798D-31CB-2227-E5AF768496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DAB1E6-E70E-C555-3191-D85612340D98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Get the names of all users and the subscription plan they are on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E33A8-3C9D-A067-6936-BFF54302B7DB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6</a:t>
            </a:r>
          </a:p>
        </p:txBody>
      </p:sp>
    </p:spTree>
    <p:extLst>
      <p:ext uri="{BB962C8B-B14F-4D97-AF65-F5344CB8AC3E}">
        <p14:creationId xmlns:p14="http://schemas.microsoft.com/office/powerpoint/2010/main" val="3208700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DF1FB-086D-DA84-51CD-119B61BF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B204BDF-4585-7B69-BAB6-18BB3AF9521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9F64D5-D732-18D2-3407-D274E2AB094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BCBEC3-57F2-C62B-8FBD-ADA58FC4232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DB3A64-17A7-E8C1-B38D-772E8B5F42A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AAA92-863B-78D2-CF20-1ADD5EA2B596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3B447-CFFD-5E1E-042E-466BBE4F858E}"/>
              </a:ext>
            </a:extLst>
          </p:cNvPr>
          <p:cNvSpPr/>
          <p:nvPr/>
        </p:nvSpPr>
        <p:spPr>
          <a:xfrm>
            <a:off x="0" y="129275"/>
            <a:ext cx="30540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137004-97C3-C73A-B003-C3332DCCD8FA}"/>
              </a:ext>
            </a:extLst>
          </p:cNvPr>
          <p:cNvSpPr/>
          <p:nvPr/>
        </p:nvSpPr>
        <p:spPr>
          <a:xfrm>
            <a:off x="421106" y="3789415"/>
            <a:ext cx="11302808" cy="2012031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Subscriptions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Plan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Users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Subscriptions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Subscriptions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926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400DC-24BA-47A2-BAB6-D1C438F9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9248C78-0208-4B13-8D48-7BD0C53DD9D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8EBE8D-5E4F-115E-C40D-0B1419F9CDD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7BB532-5ABA-CA02-36A1-0AACB10B74A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FB0718-36AF-E2E1-B3B3-C37F347F300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2D1C5B-8589-1AFB-2613-C69F47411C0F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Show all episodes of “The Office”, including season and episode number (you must do this query using the show’s name, not ID)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D846DB-9623-D603-5A10-3C736EB0566A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7</a:t>
            </a:r>
          </a:p>
        </p:txBody>
      </p:sp>
    </p:spTree>
    <p:extLst>
      <p:ext uri="{BB962C8B-B14F-4D97-AF65-F5344CB8AC3E}">
        <p14:creationId xmlns:p14="http://schemas.microsoft.com/office/powerpoint/2010/main" val="2980657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451B0-C247-0C4D-855A-C9F622CD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FAF6D8E-1991-D1C4-CA03-F55448EDCC8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E7015C-53DA-0977-983F-BD905DDEA60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C84A62-46BC-B6DA-FFED-9FB705AE05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285460-6744-FA3B-4859-F0EA129D18C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B438B5-97EC-BF95-8E29-1EFFF04F4A7D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03164D-CDA9-D679-3714-FFEBC0DA8385}"/>
              </a:ext>
            </a:extLst>
          </p:cNvPr>
          <p:cNvSpPr/>
          <p:nvPr/>
        </p:nvSpPr>
        <p:spPr>
          <a:xfrm>
            <a:off x="0" y="129275"/>
            <a:ext cx="30540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A416E1-8192-60BC-6C8B-71B6C4E5C4EE}"/>
              </a:ext>
            </a:extLst>
          </p:cNvPr>
          <p:cNvSpPr/>
          <p:nvPr/>
        </p:nvSpPr>
        <p:spPr>
          <a:xfrm>
            <a:off x="421106" y="1692297"/>
            <a:ext cx="11302808" cy="4109150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Shows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Episodes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SeasonNumber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Episodes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EpisodeNumber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Episodes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Shows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Episodes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Shows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ShowID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Episodes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ShowID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Shows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'The Office'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441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868E7-D1BD-7C06-DA29-99053E70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0B90920-A4C0-C7C8-AC88-D281C3711C7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E30468-D745-3E95-7D30-9A101FA1B87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6352E4-FA25-E094-96E9-3AB8BC7646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5B1E04-685F-F31B-58F5-F97466709B8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FB3B08-97DA-FF4E-6FE7-D2B399D7B204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1200"/>
              </a:spcBef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Show all reviews given by Alice (using her name, not her User ID)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B8AA2-FDA8-48CF-6C3A-8AE74C89BC81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8</a:t>
            </a:r>
          </a:p>
        </p:txBody>
      </p:sp>
    </p:spTree>
    <p:extLst>
      <p:ext uri="{BB962C8B-B14F-4D97-AF65-F5344CB8AC3E}">
        <p14:creationId xmlns:p14="http://schemas.microsoft.com/office/powerpoint/2010/main" val="2540212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393AE-3F16-2723-31E5-CA869F85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5FF37E-27BC-D73F-A0AC-CF432ECA53A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1A7617-BB11-4FA3-0FF2-42ED3DB55E0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A216B2-438A-F0CF-A53E-C192B00F3A8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1F6B93-0497-4F39-1648-E8D52057E4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A9371-C5AE-4CE9-B0DD-79AB0CE3B1BF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24FCC8-DD0E-912D-E002-946A94ABB10C}"/>
              </a:ext>
            </a:extLst>
          </p:cNvPr>
          <p:cNvSpPr/>
          <p:nvPr/>
        </p:nvSpPr>
        <p:spPr>
          <a:xfrm>
            <a:off x="0" y="129275"/>
            <a:ext cx="30540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7DCC1E-0C13-E165-D1AF-11E0D77FAEBF}"/>
              </a:ext>
            </a:extLst>
          </p:cNvPr>
          <p:cNvSpPr/>
          <p:nvPr/>
        </p:nvSpPr>
        <p:spPr>
          <a:xfrm>
            <a:off x="421106" y="1692297"/>
            <a:ext cx="11302808" cy="4109150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Ratings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Review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Ratings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Users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Ratings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'Alice'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62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B3E59-3E1F-F5C3-1EA9-4E8B3665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5A8E23E-67D5-1288-92EC-3850D3DB69B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99BDF2-CBB6-C0A5-6BD1-ECB4E465EFC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D20109-67BA-5A5C-C323-B75E19BEC1D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5EC20B-3B33-B5B7-8D87-7E85B89EE7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52FEF6-1B87-93C3-2686-5A655BA5AE4E}"/>
              </a:ext>
            </a:extLst>
          </p:cNvPr>
          <p:cNvSpPr/>
          <p:nvPr/>
        </p:nvSpPr>
        <p:spPr>
          <a:xfrm>
            <a:off x="0" y="1357745"/>
            <a:ext cx="585520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next query is going to require you to do multiple joins. It should look something like this: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query returns all movie reviews, alongside the title of the movie and who wrote the review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the use of parenthesis for the first join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A97734-FC56-25BA-15D7-A89835BA41A3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16507-2747-F9D2-6F14-27DAEB37C859}"/>
              </a:ext>
            </a:extLst>
          </p:cNvPr>
          <p:cNvSpPr/>
          <p:nvPr/>
        </p:nvSpPr>
        <p:spPr>
          <a:xfrm>
            <a:off x="5578738" y="1564953"/>
            <a:ext cx="6613262" cy="5112812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Ratings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Review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    Users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Ratings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Ratings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Movies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Ratings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MovieID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076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AAD6E-DCC0-EFE3-EFC7-0D06ED73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1E290E3-B5C6-D85B-A72D-E3798EE5E3D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A829F3-3334-C580-B121-8CF97BE9B8F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722EE7-B9B4-88E0-A3E0-422E18577FF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9A09D8-EDF2-1356-40CD-2DC99FB9E7A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C9F096-1373-9477-7789-2840CF666238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1200"/>
              </a:spcBef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 which user watched “The Matrix” and how far they got into it (print how far in and the name of user). Use movie title, not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movieID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F45F46-F3F2-8B1D-C3AC-BE0502F0F975}"/>
              </a:ext>
            </a:extLst>
          </p:cNvPr>
          <p:cNvSpPr/>
          <p:nvPr/>
        </p:nvSpPr>
        <p:spPr>
          <a:xfrm>
            <a:off x="0" y="155968"/>
            <a:ext cx="387705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9</a:t>
            </a:r>
          </a:p>
        </p:txBody>
      </p:sp>
    </p:spTree>
    <p:extLst>
      <p:ext uri="{BB962C8B-B14F-4D97-AF65-F5344CB8AC3E}">
        <p14:creationId xmlns:p14="http://schemas.microsoft.com/office/powerpoint/2010/main" val="3728444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9324E-0370-534D-BC0F-52931DA7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B6177A0-746C-BDA3-8024-4B9BCB8A52F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6A4D64-9C04-3486-79B7-52A9DFD83C5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2E0F9C-447D-672E-7CAC-7ECF0CE86E0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D0AB07-08EF-8ECF-CC2D-DFDFDE00DD8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CAB496-9A58-DB77-67AC-98401AFD6E46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430937-DB2C-EE2F-2456-99A26E7DF8A9}"/>
              </a:ext>
            </a:extLst>
          </p:cNvPr>
          <p:cNvSpPr/>
          <p:nvPr/>
        </p:nvSpPr>
        <p:spPr>
          <a:xfrm>
            <a:off x="0" y="129275"/>
            <a:ext cx="305409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EB340A-53CE-E551-761F-CEE2C7812D40}"/>
              </a:ext>
            </a:extLst>
          </p:cNvPr>
          <p:cNvSpPr/>
          <p:nvPr/>
        </p:nvSpPr>
        <p:spPr>
          <a:xfrm>
            <a:off x="421106" y="1692297"/>
            <a:ext cx="11302808" cy="4109150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WatchHistory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ProgressPercent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    Users</a:t>
            </a: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WatchHistory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WatchHistory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Movies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WatchHistory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MovieID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MovieID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  <a:r>
              <a:rPr lang="en-US" sz="2000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'The Matrix'</a:t>
            </a:r>
            <a:r>
              <a:rPr lang="en-US" sz="2000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sz="2000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415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25821-F4FD-B667-5FCF-955BBDF3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FF90241-79C7-2E02-BEF2-718BA14F767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025F03-60BC-867A-7B77-0E93DB283A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98F37C-73DE-9551-B05F-5250B78B690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9F0849-2620-1398-29E2-F592BD1578F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321E8E-E1F8-EE21-CA02-1FAD42576550}"/>
              </a:ext>
            </a:extLst>
          </p:cNvPr>
          <p:cNvSpPr/>
          <p:nvPr/>
        </p:nvSpPr>
        <p:spPr>
          <a:xfrm>
            <a:off x="421106" y="1357745"/>
            <a:ext cx="5434103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1200"/>
              </a:spcBef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 all the movies that Alice has watched (title)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42735-047B-D174-2C7D-9A3CDC34EB26}"/>
              </a:ext>
            </a:extLst>
          </p:cNvPr>
          <p:cNvSpPr/>
          <p:nvPr/>
        </p:nvSpPr>
        <p:spPr>
          <a:xfrm>
            <a:off x="-1" y="155968"/>
            <a:ext cx="424542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10</a:t>
            </a:r>
          </a:p>
        </p:txBody>
      </p:sp>
    </p:spTree>
    <p:extLst>
      <p:ext uri="{BB962C8B-B14F-4D97-AF65-F5344CB8AC3E}">
        <p14:creationId xmlns:p14="http://schemas.microsoft.com/office/powerpoint/2010/main" val="1343252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6F23D-5CA8-A2AE-754A-F43BE13C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BCBA499-8266-0F70-813A-8A364EF4DEE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7791FA-5A9E-FE59-467E-2C9AA743A9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9CC0DA-DF1F-A5BD-F2F9-A6BB77C7EEB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F9039A-30F3-8BA8-75C9-2E1468199DE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41BE55-F028-577B-4DE7-32AC07FFF180}"/>
              </a:ext>
            </a:extLst>
          </p:cNvPr>
          <p:cNvSpPr/>
          <p:nvPr/>
        </p:nvSpPr>
        <p:spPr>
          <a:xfrm>
            <a:off x="421106" y="1357745"/>
            <a:ext cx="1130280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60179-BC95-3396-0806-4A1E303EA060}"/>
              </a:ext>
            </a:extLst>
          </p:cNvPr>
          <p:cNvSpPr/>
          <p:nvPr/>
        </p:nvSpPr>
        <p:spPr>
          <a:xfrm>
            <a:off x="0" y="129275"/>
            <a:ext cx="326571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ANSWER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DC5E75-03B8-7ABB-92A2-CFD31C6D76A7}"/>
              </a:ext>
            </a:extLst>
          </p:cNvPr>
          <p:cNvSpPr/>
          <p:nvPr/>
        </p:nvSpPr>
        <p:spPr>
          <a:xfrm>
            <a:off x="421106" y="1692297"/>
            <a:ext cx="11302808" cy="4109150"/>
          </a:xfrm>
          <a:prstGeom prst="rect">
            <a:avLst/>
          </a:prstGeom>
          <a:ln w="762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    Movies</a:t>
            </a: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WatchHistory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MovieID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WatchHistory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MovieID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JOIN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Users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WatchHistory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UserID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Users</a:t>
            </a:r>
            <a:r>
              <a:rPr lang="en-US" b="0" dirty="0" err="1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Username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00AA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'Alice'</a:t>
            </a:r>
            <a:r>
              <a:rPr lang="en-US" b="0" dirty="0">
                <a:solidFill>
                  <a:srgbClr val="DCDCD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230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CAC33-ABC2-32C4-3A07-8314730C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6B9E3A1-B5B4-6976-6A81-8D8425A5062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40C6A0-B01B-C609-E650-D790EB1C3A4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CE1C78-05F1-6596-E430-3F7F7D8292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ED360D-EBE9-78E2-9C36-830EADEB28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BA483-932C-0DF3-820A-BA0E92D28961}"/>
              </a:ext>
            </a:extLst>
          </p:cNvPr>
          <p:cNvSpPr/>
          <p:nvPr/>
        </p:nvSpPr>
        <p:spPr>
          <a:xfrm>
            <a:off x="421106" y="1357745"/>
            <a:ext cx="1110947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have completed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SQLlenge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give yourself a pat on the back!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C646B-4635-6050-D4B0-A67535F846E1}"/>
              </a:ext>
            </a:extLst>
          </p:cNvPr>
          <p:cNvSpPr/>
          <p:nvPr/>
        </p:nvSpPr>
        <p:spPr>
          <a:xfrm>
            <a:off x="-737625" y="129275"/>
            <a:ext cx="1093104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CONGRATS ON SURVIVING THE GAUNTLET</a:t>
            </a:r>
          </a:p>
        </p:txBody>
      </p:sp>
    </p:spTree>
    <p:extLst>
      <p:ext uri="{BB962C8B-B14F-4D97-AF65-F5344CB8AC3E}">
        <p14:creationId xmlns:p14="http://schemas.microsoft.com/office/powerpoint/2010/main" val="4218940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36173</TotalTime>
  <Words>851</Words>
  <Application>Microsoft Office PowerPoint</Application>
  <PresentationFormat>Widescreen</PresentationFormat>
  <Paragraphs>160</Paragraphs>
  <Slides>32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27</cp:revision>
  <dcterms:created xsi:type="dcterms:W3CDTF">2025-08-11T14:07:39Z</dcterms:created>
  <dcterms:modified xsi:type="dcterms:W3CDTF">2026-01-27T18:18:42Z</dcterms:modified>
</cp:coreProperties>
</file>