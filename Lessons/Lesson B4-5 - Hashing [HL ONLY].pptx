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510" r:id="rId5"/>
    <p:sldId id="513" r:id="rId6"/>
    <p:sldId id="534" r:id="rId7"/>
    <p:sldId id="536" r:id="rId8"/>
    <p:sldId id="535" r:id="rId9"/>
    <p:sldId id="537" r:id="rId10"/>
    <p:sldId id="538" r:id="rId11"/>
    <p:sldId id="539" r:id="rId12"/>
    <p:sldId id="540" r:id="rId13"/>
    <p:sldId id="542" r:id="rId14"/>
    <p:sldId id="543" r:id="rId15"/>
    <p:sldId id="541" r:id="rId16"/>
    <p:sldId id="544" r:id="rId17"/>
    <p:sldId id="545" r:id="rId18"/>
    <p:sldId id="546" r:id="rId19"/>
    <p:sldId id="547" r:id="rId20"/>
    <p:sldId id="549" r:id="rId21"/>
    <p:sldId id="548" r:id="rId22"/>
    <p:sldId id="550" r:id="rId23"/>
    <p:sldId id="551" r:id="rId24"/>
    <p:sldId id="552" r:id="rId25"/>
    <p:sldId id="553" r:id="rId26"/>
    <p:sldId id="554" r:id="rId27"/>
    <p:sldId id="555" r:id="rId28"/>
    <p:sldId id="556" r:id="rId29"/>
    <p:sldId id="557" r:id="rId30"/>
    <p:sldId id="558" r:id="rId31"/>
    <p:sldId id="559" r:id="rId32"/>
    <p:sldId id="560" r:id="rId33"/>
    <p:sldId id="561" r:id="rId34"/>
    <p:sldId id="562" r:id="rId35"/>
    <p:sldId id="533" r:id="rId36"/>
    <p:sldId id="45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77025-E1A1-4984-A288-636B6636538C}" v="104" dt="2026-04-22T20:17:37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22T20:19:49.778" v="7449" actId="115"/>
      <pc:docMkLst>
        <pc:docMk/>
      </pc:docMkLst>
      <pc:sldChg chg="modSp mod">
        <pc:chgData name="Michael Hill" userId="41dba03d-e58d-4389-9894-554c10310ba4" providerId="ADAL" clId="{EF23FE1D-A042-481E-AFD7-2A9FB0847F54}" dt="2026-04-22T16:03:29.918" v="1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4-22T16:03:29.918" v="1"/>
          <ac:spMkLst>
            <pc:docMk/>
            <pc:sldMk cId="1910594286" sldId="258"/>
            <ac:spMk id="8" creationId="{9D3B4A7A-A70B-0C4A-C7FF-462ADF36D440}"/>
          </ac:spMkLst>
        </pc:spChg>
      </pc:sldChg>
      <pc:sldChg chg="addSp delSp modSp mod">
        <pc:chgData name="Michael Hill" userId="41dba03d-e58d-4389-9894-554c10310ba4" providerId="ADAL" clId="{EF23FE1D-A042-481E-AFD7-2A9FB0847F54}" dt="2026-04-22T16:05:36.867" v="70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4-22T16:03:38.550" v="2" actId="6549"/>
          <ac:spMkLst>
            <pc:docMk/>
            <pc:sldMk cId="1611361129" sldId="510"/>
            <ac:spMk id="8" creationId="{FC7C95A6-B60F-E90A-E986-B69A06E5D254}"/>
          </ac:spMkLst>
        </pc:spChg>
        <pc:grpChg chg="del mod">
          <ac:chgData name="Michael Hill" userId="41dba03d-e58d-4389-9894-554c10310ba4" providerId="ADAL" clId="{EF23FE1D-A042-481E-AFD7-2A9FB0847F54}" dt="2026-04-22T16:03:59.433" v="9"/>
          <ac:grpSpMkLst>
            <pc:docMk/>
            <pc:sldMk cId="1611361129" sldId="510"/>
            <ac:grpSpMk id="6" creationId="{0B050BD6-9381-58BD-8BA0-92A2D189FC99}"/>
          </ac:grpSpMkLst>
        </pc:grpChg>
        <pc:grpChg chg="del mod">
          <ac:chgData name="Michael Hill" userId="41dba03d-e58d-4389-9894-554c10310ba4" providerId="ADAL" clId="{EF23FE1D-A042-481E-AFD7-2A9FB0847F54}" dt="2026-04-22T16:04:04.762" v="11"/>
          <ac:grpSpMkLst>
            <pc:docMk/>
            <pc:sldMk cId="1611361129" sldId="510"/>
            <ac:grpSpMk id="13" creationId="{F51B35B8-02BA-9441-9A6E-9644C1A60FE5}"/>
          </ac:grpSpMkLst>
        </pc:grpChg>
        <pc:grpChg chg="del mod">
          <ac:chgData name="Michael Hill" userId="41dba03d-e58d-4389-9894-554c10310ba4" providerId="ADAL" clId="{EF23FE1D-A042-481E-AFD7-2A9FB0847F54}" dt="2026-04-22T16:04:12.251" v="18"/>
          <ac:grpSpMkLst>
            <pc:docMk/>
            <pc:sldMk cId="1611361129" sldId="510"/>
            <ac:grpSpMk id="16" creationId="{A6F1A474-963B-F6A3-80EF-1FA07E6E3DB3}"/>
          </ac:grpSpMkLst>
        </pc:grpChg>
        <pc:grpChg chg="del mod">
          <ac:chgData name="Michael Hill" userId="41dba03d-e58d-4389-9894-554c10310ba4" providerId="ADAL" clId="{EF23FE1D-A042-481E-AFD7-2A9FB0847F54}" dt="2026-04-22T16:04:31.477" v="30"/>
          <ac:grpSpMkLst>
            <pc:docMk/>
            <pc:sldMk cId="1611361129" sldId="510"/>
            <ac:grpSpMk id="28" creationId="{86B9841D-F085-64DA-14B2-A24720AAC242}"/>
          </ac:grpSpMkLst>
        </pc:grpChg>
        <pc:grpChg chg="mod">
          <ac:chgData name="Michael Hill" userId="41dba03d-e58d-4389-9894-554c10310ba4" providerId="ADAL" clId="{EF23FE1D-A042-481E-AFD7-2A9FB0847F54}" dt="2026-04-22T16:04:20.338" v="24"/>
          <ac:grpSpMkLst>
            <pc:docMk/>
            <pc:sldMk cId="1611361129" sldId="510"/>
            <ac:grpSpMk id="34" creationId="{C3C44CBF-6297-E228-753B-787AD2219472}"/>
          </ac:grpSpMkLst>
        </pc:grpChg>
        <pc:grpChg chg="del mod">
          <ac:chgData name="Michael Hill" userId="41dba03d-e58d-4389-9894-554c10310ba4" providerId="ADAL" clId="{EF23FE1D-A042-481E-AFD7-2A9FB0847F54}" dt="2026-04-22T16:04:40.759" v="32"/>
          <ac:grpSpMkLst>
            <pc:docMk/>
            <pc:sldMk cId="1611361129" sldId="510"/>
            <ac:grpSpMk id="40" creationId="{6AC56E6A-06AB-0869-5AB1-459B3EA2C3FF}"/>
          </ac:grpSpMkLst>
        </pc:grpChg>
        <pc:grpChg chg="del mod">
          <ac:chgData name="Michael Hill" userId="41dba03d-e58d-4389-9894-554c10310ba4" providerId="ADAL" clId="{EF23FE1D-A042-481E-AFD7-2A9FB0847F54}" dt="2026-04-22T16:05:19.871" v="53"/>
          <ac:grpSpMkLst>
            <pc:docMk/>
            <pc:sldMk cId="1611361129" sldId="510"/>
            <ac:grpSpMk id="42" creationId="{FA682765-2908-77C8-0B82-97E89D4F6109}"/>
          </ac:grpSpMkLst>
        </pc:grpChg>
        <pc:grpChg chg="del mod">
          <ac:chgData name="Michael Hill" userId="41dba03d-e58d-4389-9894-554c10310ba4" providerId="ADAL" clId="{EF23FE1D-A042-481E-AFD7-2A9FB0847F54}" dt="2026-04-22T16:04:50.201" v="40"/>
          <ac:grpSpMkLst>
            <pc:docMk/>
            <pc:sldMk cId="1611361129" sldId="510"/>
            <ac:grpSpMk id="48" creationId="{D6FBEB0D-04D8-6783-339E-6414C67C2CE0}"/>
          </ac:grpSpMkLst>
        </pc:grpChg>
        <pc:grpChg chg="del mod">
          <ac:chgData name="Michael Hill" userId="41dba03d-e58d-4389-9894-554c10310ba4" providerId="ADAL" clId="{EF23FE1D-A042-481E-AFD7-2A9FB0847F54}" dt="2026-04-22T16:05:05.905" v="44"/>
          <ac:grpSpMkLst>
            <pc:docMk/>
            <pc:sldMk cId="1611361129" sldId="510"/>
            <ac:grpSpMk id="50" creationId="{D697FA53-8CE3-8EC6-B067-194124131C8E}"/>
          </ac:grpSpMkLst>
        </pc:grpChg>
        <pc:grpChg chg="del mod">
          <ac:chgData name="Michael Hill" userId="41dba03d-e58d-4389-9894-554c10310ba4" providerId="ADAL" clId="{EF23FE1D-A042-481E-AFD7-2A9FB0847F54}" dt="2026-04-22T16:05:14.028" v="51"/>
          <ac:grpSpMkLst>
            <pc:docMk/>
            <pc:sldMk cId="1611361129" sldId="510"/>
            <ac:grpSpMk id="53" creationId="{166D3D9D-AC1B-F3FB-5081-0D3D95A0B8D6}"/>
          </ac:grpSpMkLst>
        </pc:grpChg>
        <pc:grpChg chg="del mod">
          <ac:chgData name="Michael Hill" userId="41dba03d-e58d-4389-9894-554c10310ba4" providerId="ADAL" clId="{EF23FE1D-A042-481E-AFD7-2A9FB0847F54}" dt="2026-04-22T16:05:31.486" v="63"/>
          <ac:grpSpMkLst>
            <pc:docMk/>
            <pc:sldMk cId="1611361129" sldId="510"/>
            <ac:grpSpMk id="60" creationId="{465C17E5-B07B-7191-A8E4-2F6DF75B7619}"/>
          </ac:grpSpMkLst>
        </pc:grpChg>
        <pc:grpChg chg="del mod">
          <ac:chgData name="Michael Hill" userId="41dba03d-e58d-4389-9894-554c10310ba4" providerId="ADAL" clId="{EF23FE1D-A042-481E-AFD7-2A9FB0847F54}" dt="2026-04-22T16:05:21.410" v="55"/>
          <ac:grpSpMkLst>
            <pc:docMk/>
            <pc:sldMk cId="1611361129" sldId="510"/>
            <ac:grpSpMk id="62" creationId="{BFD604FF-5E81-5EFC-47E0-67CBFB20E13B}"/>
          </ac:grpSpMkLst>
        </pc:grpChg>
        <pc:grpChg chg="del mod">
          <ac:chgData name="Michael Hill" userId="41dba03d-e58d-4389-9894-554c10310ba4" providerId="ADAL" clId="{EF23FE1D-A042-481E-AFD7-2A9FB0847F54}" dt="2026-04-22T16:05:22.777" v="57"/>
          <ac:grpSpMkLst>
            <pc:docMk/>
            <pc:sldMk cId="1611361129" sldId="510"/>
            <ac:grpSpMk id="64" creationId="{3993A02F-F14E-AD67-C8DE-FC5C134DCCC5}"/>
          </ac:grpSpMkLst>
        </pc:grpChg>
        <pc:grpChg chg="del mod">
          <ac:chgData name="Michael Hill" userId="41dba03d-e58d-4389-9894-554c10310ba4" providerId="ADAL" clId="{EF23FE1D-A042-481E-AFD7-2A9FB0847F54}" dt="2026-04-22T16:05:25.460" v="61"/>
          <ac:grpSpMkLst>
            <pc:docMk/>
            <pc:sldMk cId="1611361129" sldId="510"/>
            <ac:grpSpMk id="66" creationId="{C72FF015-E88C-BA92-09B0-33BCF622C77B}"/>
          </ac:grpSpMkLst>
        </pc:grpChg>
        <pc:grpChg chg="mod">
          <ac:chgData name="Michael Hill" userId="41dba03d-e58d-4389-9894-554c10310ba4" providerId="ADAL" clId="{EF23FE1D-A042-481E-AFD7-2A9FB0847F54}" dt="2026-04-22T16:05:25.460" v="61"/>
          <ac:grpSpMkLst>
            <pc:docMk/>
            <pc:sldMk cId="1611361129" sldId="510"/>
            <ac:grpSpMk id="70" creationId="{79C9ADC9-80FC-EC6D-6893-C9937A65DFC9}"/>
          </ac:grpSpMkLst>
        </pc:grpChg>
        <pc:grpChg chg="del mod">
          <ac:chgData name="Michael Hill" userId="41dba03d-e58d-4389-9894-554c10310ba4" providerId="ADAL" clId="{EF23FE1D-A042-481E-AFD7-2A9FB0847F54}" dt="2026-04-22T16:05:36.193" v="68"/>
          <ac:grpSpMkLst>
            <pc:docMk/>
            <pc:sldMk cId="1611361129" sldId="510"/>
            <ac:grpSpMk id="72" creationId="{6A09D811-7403-73E4-75DC-55B80E7BB70A}"/>
          </ac:grpSpMkLst>
        </pc:grpChg>
        <pc:grpChg chg="del mod">
          <ac:chgData name="Michael Hill" userId="41dba03d-e58d-4389-9894-554c10310ba4" providerId="ADAL" clId="{EF23FE1D-A042-481E-AFD7-2A9FB0847F54}" dt="2026-04-22T16:05:36.867" v="70"/>
          <ac:grpSpMkLst>
            <pc:docMk/>
            <pc:sldMk cId="1611361129" sldId="510"/>
            <ac:grpSpMk id="77" creationId="{DC884085-4054-3245-F38F-552E705F37D6}"/>
          </ac:grpSpMkLst>
        </pc:grpChg>
        <pc:grpChg chg="mod">
          <ac:chgData name="Michael Hill" userId="41dba03d-e58d-4389-9894-554c10310ba4" providerId="ADAL" clId="{EF23FE1D-A042-481E-AFD7-2A9FB0847F54}" dt="2026-04-22T16:05:36.867" v="70"/>
          <ac:grpSpMkLst>
            <pc:docMk/>
            <pc:sldMk cId="1611361129" sldId="510"/>
            <ac:grpSpMk id="79" creationId="{AA3264AC-7D55-E612-8CA6-6F1BD7DC8BE5}"/>
          </ac:grpSpMkLst>
        </pc:grpChg>
        <pc:inkChg chg="add mod">
          <ac:chgData name="Michael Hill" userId="41dba03d-e58d-4389-9894-554c10310ba4" providerId="ADAL" clId="{EF23FE1D-A042-481E-AFD7-2A9FB0847F54}" dt="2026-04-22T16:05:22.777" v="57"/>
          <ac:inkMkLst>
            <pc:docMk/>
            <pc:sldMk cId="1611361129" sldId="510"/>
            <ac:inkMk id="2" creationId="{0A86FE18-02DF-9BA3-C6C8-CDADB503DBFB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3" creationId="{EAD5A561-96C9-0853-1523-DF9AB0C8DDFB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4" creationId="{8F4DDAFB-3D89-CC4C-C2F2-D4E14F0F0D11}"/>
          </ac:inkMkLst>
        </pc:inkChg>
        <pc:inkChg chg="add mod">
          <ac:chgData name="Michael Hill" userId="41dba03d-e58d-4389-9894-554c10310ba4" providerId="ADAL" clId="{EF23FE1D-A042-481E-AFD7-2A9FB0847F54}" dt="2026-04-22T16:04:04.762" v="11"/>
          <ac:inkMkLst>
            <pc:docMk/>
            <pc:sldMk cId="1611361129" sldId="510"/>
            <ac:inkMk id="10" creationId="{99110377-7FD5-A2C1-854F-91BC1F3E60CC}"/>
          </ac:inkMkLst>
        </pc:inkChg>
        <pc:inkChg chg="add mod">
          <ac:chgData name="Michael Hill" userId="41dba03d-e58d-4389-9894-554c10310ba4" providerId="ADAL" clId="{EF23FE1D-A042-481E-AFD7-2A9FB0847F54}" dt="2026-04-22T16:05:22.777" v="57"/>
          <ac:inkMkLst>
            <pc:docMk/>
            <pc:sldMk cId="1611361129" sldId="510"/>
            <ac:inkMk id="11" creationId="{B1DD1256-6A44-95E1-6EE5-57079AECBE20}"/>
          </ac:inkMkLst>
        </pc:inkChg>
        <pc:inkChg chg="add mod">
          <ac:chgData name="Michael Hill" userId="41dba03d-e58d-4389-9894-554c10310ba4" providerId="ADAL" clId="{EF23FE1D-A042-481E-AFD7-2A9FB0847F54}" dt="2026-04-22T16:04:12.251" v="18"/>
          <ac:inkMkLst>
            <pc:docMk/>
            <pc:sldMk cId="1611361129" sldId="510"/>
            <ac:inkMk id="14" creationId="{B77145BB-18B5-379F-526F-6D10FFDF018E}"/>
          </ac:inkMkLst>
        </pc:inkChg>
        <pc:inkChg chg="add mod">
          <ac:chgData name="Michael Hill" userId="41dba03d-e58d-4389-9894-554c10310ba4" providerId="ADAL" clId="{EF23FE1D-A042-481E-AFD7-2A9FB0847F54}" dt="2026-04-22T16:05:22.777" v="57"/>
          <ac:inkMkLst>
            <pc:docMk/>
            <pc:sldMk cId="1611361129" sldId="510"/>
            <ac:inkMk id="22" creationId="{8C4298F7-AD4F-0C80-2DAC-19D5A1B124D8}"/>
          </ac:inkMkLst>
        </pc:inkChg>
        <pc:inkChg chg="add mod">
          <ac:chgData name="Michael Hill" userId="41dba03d-e58d-4389-9894-554c10310ba4" providerId="ADAL" clId="{EF23FE1D-A042-481E-AFD7-2A9FB0847F54}" dt="2026-04-22T16:04:12.251" v="18"/>
          <ac:inkMkLst>
            <pc:docMk/>
            <pc:sldMk cId="1611361129" sldId="510"/>
            <ac:inkMk id="23" creationId="{05821D75-8352-4ED9-97BC-D6374BEE14F3}"/>
          </ac:inkMkLst>
        </pc:inkChg>
        <pc:inkChg chg="add mod">
          <ac:chgData name="Michael Hill" userId="41dba03d-e58d-4389-9894-554c10310ba4" providerId="ADAL" clId="{EF23FE1D-A042-481E-AFD7-2A9FB0847F54}" dt="2026-04-22T16:04:12.251" v="18"/>
          <ac:inkMkLst>
            <pc:docMk/>
            <pc:sldMk cId="1611361129" sldId="510"/>
            <ac:inkMk id="24" creationId="{FD5A630E-9C36-3DB9-80D3-C55488643599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25" creationId="{B66D1AA7-32DF-2B3F-86B7-BC309C6240C6}"/>
          </ac:inkMkLst>
        </pc:inkChg>
        <pc:inkChg chg="add mod">
          <ac:chgData name="Michael Hill" userId="41dba03d-e58d-4389-9894-554c10310ba4" providerId="ADAL" clId="{EF23FE1D-A042-481E-AFD7-2A9FB0847F54}" dt="2026-04-22T16:04:12.251" v="18"/>
          <ac:inkMkLst>
            <pc:docMk/>
            <pc:sldMk cId="1611361129" sldId="510"/>
            <ac:inkMk id="26" creationId="{6243005D-1DAE-7D13-6C68-AD1933D7B041}"/>
          </ac:inkMkLst>
        </pc:inkChg>
        <pc:inkChg chg="add">
          <ac:chgData name="Michael Hill" userId="41dba03d-e58d-4389-9894-554c10310ba4" providerId="ADAL" clId="{EF23FE1D-A042-481E-AFD7-2A9FB0847F54}" dt="2026-04-22T16:04:11.347" v="17" actId="9405"/>
          <ac:inkMkLst>
            <pc:docMk/>
            <pc:sldMk cId="1611361129" sldId="510"/>
            <ac:inkMk id="27" creationId="{41E31BC9-AA3F-ACB3-AAD9-4FF9F761C1EC}"/>
          </ac:inkMkLst>
        </pc:inkChg>
        <pc:inkChg chg="add mod">
          <ac:chgData name="Michael Hill" userId="41dba03d-e58d-4389-9894-554c10310ba4" providerId="ADAL" clId="{EF23FE1D-A042-481E-AFD7-2A9FB0847F54}" dt="2026-04-22T16:04:20.338" v="24"/>
          <ac:inkMkLst>
            <pc:docMk/>
            <pc:sldMk cId="1611361129" sldId="510"/>
            <ac:inkMk id="29" creationId="{E6695BDC-FAA4-4445-8934-EE8DA404208C}"/>
          </ac:inkMkLst>
        </pc:inkChg>
        <pc:inkChg chg="add mod">
          <ac:chgData name="Michael Hill" userId="41dba03d-e58d-4389-9894-554c10310ba4" providerId="ADAL" clId="{EF23FE1D-A042-481E-AFD7-2A9FB0847F54}" dt="2026-04-22T16:04:20.338" v="24"/>
          <ac:inkMkLst>
            <pc:docMk/>
            <pc:sldMk cId="1611361129" sldId="510"/>
            <ac:inkMk id="30" creationId="{221C374B-0019-545C-DC33-F7BB77214E4E}"/>
          </ac:inkMkLst>
        </pc:inkChg>
        <pc:inkChg chg="add mod">
          <ac:chgData name="Michael Hill" userId="41dba03d-e58d-4389-9894-554c10310ba4" providerId="ADAL" clId="{EF23FE1D-A042-481E-AFD7-2A9FB0847F54}" dt="2026-04-22T16:04:20.338" v="24"/>
          <ac:inkMkLst>
            <pc:docMk/>
            <pc:sldMk cId="1611361129" sldId="510"/>
            <ac:inkMk id="31" creationId="{131D03A7-C526-71E1-5567-548B72267A35}"/>
          </ac:inkMkLst>
        </pc:inkChg>
        <pc:inkChg chg="add mod">
          <ac:chgData name="Michael Hill" userId="41dba03d-e58d-4389-9894-554c10310ba4" providerId="ADAL" clId="{EF23FE1D-A042-481E-AFD7-2A9FB0847F54}" dt="2026-04-22T16:04:20.338" v="24"/>
          <ac:inkMkLst>
            <pc:docMk/>
            <pc:sldMk cId="1611361129" sldId="510"/>
            <ac:inkMk id="32" creationId="{20780684-DB04-90C5-9024-430412AF9798}"/>
          </ac:inkMkLst>
        </pc:inkChg>
        <pc:inkChg chg="add mod">
          <ac:chgData name="Michael Hill" userId="41dba03d-e58d-4389-9894-554c10310ba4" providerId="ADAL" clId="{EF23FE1D-A042-481E-AFD7-2A9FB0847F54}" dt="2026-04-22T16:04:20.338" v="24"/>
          <ac:inkMkLst>
            <pc:docMk/>
            <pc:sldMk cId="1611361129" sldId="510"/>
            <ac:inkMk id="33" creationId="{99FA48E1-F428-784B-5FF1-7E00B99B8715}"/>
          </ac:inkMkLst>
        </pc:inkChg>
        <pc:inkChg chg="add mod">
          <ac:chgData name="Michael Hill" userId="41dba03d-e58d-4389-9894-554c10310ba4" providerId="ADAL" clId="{EF23FE1D-A042-481E-AFD7-2A9FB0847F54}" dt="2026-04-22T16:05:22.777" v="57"/>
          <ac:inkMkLst>
            <pc:docMk/>
            <pc:sldMk cId="1611361129" sldId="510"/>
            <ac:inkMk id="35" creationId="{4C0C0242-6FB0-206F-4D55-8D839CF29B67}"/>
          </ac:inkMkLst>
        </pc:inkChg>
        <pc:inkChg chg="add mod">
          <ac:chgData name="Michael Hill" userId="41dba03d-e58d-4389-9894-554c10310ba4" providerId="ADAL" clId="{EF23FE1D-A042-481E-AFD7-2A9FB0847F54}" dt="2026-04-22T16:05:22.777" v="57"/>
          <ac:inkMkLst>
            <pc:docMk/>
            <pc:sldMk cId="1611361129" sldId="510"/>
            <ac:inkMk id="36" creationId="{4CE7D91F-54A2-DF5D-1745-D8DA15644DEA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37" creationId="{78E74266-65E0-509F-BF6F-6E0B6FC57D29}"/>
          </ac:inkMkLst>
        </pc:inkChg>
        <pc:inkChg chg="add">
          <ac:chgData name="Michael Hill" userId="41dba03d-e58d-4389-9894-554c10310ba4" providerId="ADAL" clId="{EF23FE1D-A042-481E-AFD7-2A9FB0847F54}" dt="2026-04-22T16:04:29.561" v="28" actId="9405"/>
          <ac:inkMkLst>
            <pc:docMk/>
            <pc:sldMk cId="1611361129" sldId="510"/>
            <ac:inkMk id="38" creationId="{7726BA15-6DCD-B308-8CB2-05A857CF8F4C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39" creationId="{48ACFFDB-FB63-81D9-1D5A-6A0B44647B72}"/>
          </ac:inkMkLst>
        </pc:inkChg>
        <pc:inkChg chg="add mod">
          <ac:chgData name="Michael Hill" userId="41dba03d-e58d-4389-9894-554c10310ba4" providerId="ADAL" clId="{EF23FE1D-A042-481E-AFD7-2A9FB0847F54}" dt="2026-04-22T16:05:19.871" v="53"/>
          <ac:inkMkLst>
            <pc:docMk/>
            <pc:sldMk cId="1611361129" sldId="510"/>
            <ac:inkMk id="41" creationId="{F0BE968F-7F36-CA03-3C2B-DF5042601D56}"/>
          </ac:inkMkLst>
        </pc:inkChg>
        <pc:inkChg chg="add mod">
          <ac:chgData name="Michael Hill" userId="41dba03d-e58d-4389-9894-554c10310ba4" providerId="ADAL" clId="{EF23FE1D-A042-481E-AFD7-2A9FB0847F54}" dt="2026-04-22T16:05:05.905" v="44"/>
          <ac:inkMkLst>
            <pc:docMk/>
            <pc:sldMk cId="1611361129" sldId="510"/>
            <ac:inkMk id="43" creationId="{35FD67E3-0356-722D-671C-31A9BB2B75F4}"/>
          </ac:inkMkLst>
        </pc:inkChg>
        <pc:inkChg chg="add mod">
          <ac:chgData name="Michael Hill" userId="41dba03d-e58d-4389-9894-554c10310ba4" providerId="ADAL" clId="{EF23FE1D-A042-481E-AFD7-2A9FB0847F54}" dt="2026-04-22T16:05:36.193" v="68"/>
          <ac:inkMkLst>
            <pc:docMk/>
            <pc:sldMk cId="1611361129" sldId="510"/>
            <ac:inkMk id="44" creationId="{0BD057C3-0FB5-3624-0D9B-FA8839A41169}"/>
          </ac:inkMkLst>
        </pc:inkChg>
        <pc:inkChg chg="add mod">
          <ac:chgData name="Michael Hill" userId="41dba03d-e58d-4389-9894-554c10310ba4" providerId="ADAL" clId="{EF23FE1D-A042-481E-AFD7-2A9FB0847F54}" dt="2026-04-22T16:05:36.193" v="68"/>
          <ac:inkMkLst>
            <pc:docMk/>
            <pc:sldMk cId="1611361129" sldId="510"/>
            <ac:inkMk id="45" creationId="{30661BD7-4350-E9B9-749D-4EDE95C68F9B}"/>
          </ac:inkMkLst>
        </pc:inkChg>
        <pc:inkChg chg="add mod">
          <ac:chgData name="Michael Hill" userId="41dba03d-e58d-4389-9894-554c10310ba4" providerId="ADAL" clId="{EF23FE1D-A042-481E-AFD7-2A9FB0847F54}" dt="2026-04-22T16:05:05.905" v="44"/>
          <ac:inkMkLst>
            <pc:docMk/>
            <pc:sldMk cId="1611361129" sldId="510"/>
            <ac:inkMk id="46" creationId="{40E310EB-7881-C837-2885-1F8EC1938E29}"/>
          </ac:inkMkLst>
        </pc:inkChg>
        <pc:inkChg chg="add mod">
          <ac:chgData name="Michael Hill" userId="41dba03d-e58d-4389-9894-554c10310ba4" providerId="ADAL" clId="{EF23FE1D-A042-481E-AFD7-2A9FB0847F54}" dt="2026-04-22T16:05:36.193" v="68"/>
          <ac:inkMkLst>
            <pc:docMk/>
            <pc:sldMk cId="1611361129" sldId="510"/>
            <ac:inkMk id="47" creationId="{B6015FB9-EE9B-7874-9829-7CCBD6DCEC87}"/>
          </ac:inkMkLst>
        </pc:inkChg>
        <pc:inkChg chg="add mod">
          <ac:chgData name="Michael Hill" userId="41dba03d-e58d-4389-9894-554c10310ba4" providerId="ADAL" clId="{EF23FE1D-A042-481E-AFD7-2A9FB0847F54}" dt="2026-04-22T16:05:05.905" v="44"/>
          <ac:inkMkLst>
            <pc:docMk/>
            <pc:sldMk cId="1611361129" sldId="510"/>
            <ac:inkMk id="49" creationId="{4B7E532A-BD9F-1FC1-3DDF-E4391994B3DB}"/>
          </ac:inkMkLst>
        </pc:inkChg>
        <pc:inkChg chg="add del">
          <ac:chgData name="Michael Hill" userId="41dba03d-e58d-4389-9894-554c10310ba4" providerId="ADAL" clId="{EF23FE1D-A042-481E-AFD7-2A9FB0847F54}" dt="2026-04-22T16:05:01.470" v="42" actId="9405"/>
          <ac:inkMkLst>
            <pc:docMk/>
            <pc:sldMk cId="1611361129" sldId="510"/>
            <ac:inkMk id="51" creationId="{9E6434F8-76CC-7867-38D0-03514594BACE}"/>
          </ac:inkMkLst>
        </pc:inkChg>
        <pc:inkChg chg="add mod">
          <ac:chgData name="Michael Hill" userId="41dba03d-e58d-4389-9894-554c10310ba4" providerId="ADAL" clId="{EF23FE1D-A042-481E-AFD7-2A9FB0847F54}" dt="2026-04-22T16:05:14.028" v="51"/>
          <ac:inkMkLst>
            <pc:docMk/>
            <pc:sldMk cId="1611361129" sldId="510"/>
            <ac:inkMk id="52" creationId="{86A44D41-D97F-693D-F645-D0DB5BC3653F}"/>
          </ac:inkMkLst>
        </pc:inkChg>
        <pc:inkChg chg="add mod">
          <ac:chgData name="Michael Hill" userId="41dba03d-e58d-4389-9894-554c10310ba4" providerId="ADAL" clId="{EF23FE1D-A042-481E-AFD7-2A9FB0847F54}" dt="2026-04-22T16:05:36.193" v="68"/>
          <ac:inkMkLst>
            <pc:docMk/>
            <pc:sldMk cId="1611361129" sldId="510"/>
            <ac:inkMk id="54" creationId="{E913A414-CE90-D400-EB0A-169D7F75CD84}"/>
          </ac:inkMkLst>
        </pc:inkChg>
        <pc:inkChg chg="add mod">
          <ac:chgData name="Michael Hill" userId="41dba03d-e58d-4389-9894-554c10310ba4" providerId="ADAL" clId="{EF23FE1D-A042-481E-AFD7-2A9FB0847F54}" dt="2026-04-22T16:05:31.486" v="63"/>
          <ac:inkMkLst>
            <pc:docMk/>
            <pc:sldMk cId="1611361129" sldId="510"/>
            <ac:inkMk id="55" creationId="{09061131-9A67-96C9-5D18-CDE61E63603A}"/>
          </ac:inkMkLst>
        </pc:inkChg>
        <pc:inkChg chg="add">
          <ac:chgData name="Michael Hill" userId="41dba03d-e58d-4389-9894-554c10310ba4" providerId="ADAL" clId="{EF23FE1D-A042-481E-AFD7-2A9FB0847F54}" dt="2026-04-22T16:05:09.529" v="47" actId="9405"/>
          <ac:inkMkLst>
            <pc:docMk/>
            <pc:sldMk cId="1611361129" sldId="510"/>
            <ac:inkMk id="56" creationId="{2C5ADEBC-C6B2-E80C-074B-656456D264F7}"/>
          </ac:inkMkLst>
        </pc:inkChg>
        <pc:inkChg chg="add mod">
          <ac:chgData name="Michael Hill" userId="41dba03d-e58d-4389-9894-554c10310ba4" providerId="ADAL" clId="{EF23FE1D-A042-481E-AFD7-2A9FB0847F54}" dt="2026-04-22T16:05:31.486" v="63"/>
          <ac:inkMkLst>
            <pc:docMk/>
            <pc:sldMk cId="1611361129" sldId="510"/>
            <ac:inkMk id="57" creationId="{1D955531-F69C-6815-6653-4380A4362BEE}"/>
          </ac:inkMkLst>
        </pc:inkChg>
        <pc:inkChg chg="add">
          <ac:chgData name="Michael Hill" userId="41dba03d-e58d-4389-9894-554c10310ba4" providerId="ADAL" clId="{EF23FE1D-A042-481E-AFD7-2A9FB0847F54}" dt="2026-04-22T16:05:11.859" v="49" actId="9405"/>
          <ac:inkMkLst>
            <pc:docMk/>
            <pc:sldMk cId="1611361129" sldId="510"/>
            <ac:inkMk id="58" creationId="{F5CEE471-D630-0E4B-28DD-56F5304B1BB0}"/>
          </ac:inkMkLst>
        </pc:inkChg>
        <pc:inkChg chg="add mod">
          <ac:chgData name="Michael Hill" userId="41dba03d-e58d-4389-9894-554c10310ba4" providerId="ADAL" clId="{EF23FE1D-A042-481E-AFD7-2A9FB0847F54}" dt="2026-04-22T16:05:36.193" v="68"/>
          <ac:inkMkLst>
            <pc:docMk/>
            <pc:sldMk cId="1611361129" sldId="510"/>
            <ac:inkMk id="59" creationId="{735A10B1-F850-7C8C-BFC7-72D21469B83C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61" creationId="{9C968E0E-2A76-FE37-ACEA-9E650FC22FD0}"/>
          </ac:inkMkLst>
        </pc:inkChg>
        <pc:inkChg chg="add">
          <ac:chgData name="Michael Hill" userId="41dba03d-e58d-4389-9894-554c10310ba4" providerId="ADAL" clId="{EF23FE1D-A042-481E-AFD7-2A9FB0847F54}" dt="2026-04-22T16:05:20.768" v="54" actId="9405"/>
          <ac:inkMkLst>
            <pc:docMk/>
            <pc:sldMk cId="1611361129" sldId="510"/>
            <ac:inkMk id="63" creationId="{7999558D-1CD8-70B3-363C-880A91586BB1}"/>
          </ac:inkMkLst>
        </pc:inkChg>
        <pc:inkChg chg="add">
          <ac:chgData name="Michael Hill" userId="41dba03d-e58d-4389-9894-554c10310ba4" providerId="ADAL" clId="{EF23FE1D-A042-481E-AFD7-2A9FB0847F54}" dt="2026-04-22T16:05:22.136" v="56" actId="9405"/>
          <ac:inkMkLst>
            <pc:docMk/>
            <pc:sldMk cId="1611361129" sldId="510"/>
            <ac:inkMk id="65" creationId="{969EED03-1327-8373-707C-4E3647645E22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67" creationId="{3C3F97F2-23F7-D089-54FA-EF5A8BF6A6CB}"/>
          </ac:inkMkLst>
        </pc:inkChg>
        <pc:inkChg chg="add mod">
          <ac:chgData name="Michael Hill" userId="41dba03d-e58d-4389-9894-554c10310ba4" providerId="ADAL" clId="{EF23FE1D-A042-481E-AFD7-2A9FB0847F54}" dt="2026-04-22T16:05:25.460" v="61"/>
          <ac:inkMkLst>
            <pc:docMk/>
            <pc:sldMk cId="1611361129" sldId="510"/>
            <ac:inkMk id="68" creationId="{4E969FBF-FDBE-97EF-4C03-15AF1DCD05E6}"/>
          </ac:inkMkLst>
        </pc:inkChg>
        <pc:inkChg chg="add">
          <ac:chgData name="Michael Hill" userId="41dba03d-e58d-4389-9894-554c10310ba4" providerId="ADAL" clId="{EF23FE1D-A042-481E-AFD7-2A9FB0847F54}" dt="2026-04-22T16:05:24.819" v="60" actId="9405"/>
          <ac:inkMkLst>
            <pc:docMk/>
            <pc:sldMk cId="1611361129" sldId="510"/>
            <ac:inkMk id="69" creationId="{9147B7FA-89AC-59DA-85E2-A716C614DEE3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1" creationId="{496CFD60-F796-2B1A-6761-0F35B67FBD6B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3" creationId="{2BEB2348-B940-9751-DC61-9643E159B5CE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4" creationId="{3F6E0B69-CDA8-E502-387A-4D6D9F886A62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5" creationId="{C0E84339-1BE7-9C8D-909E-40AAA4DF4555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6" creationId="{7AE8B7A6-259D-04F7-9131-4D2310198817}"/>
          </ac:inkMkLst>
        </pc:inkChg>
        <pc:inkChg chg="add mod">
          <ac:chgData name="Michael Hill" userId="41dba03d-e58d-4389-9894-554c10310ba4" providerId="ADAL" clId="{EF23FE1D-A042-481E-AFD7-2A9FB0847F54}" dt="2026-04-22T16:05:36.867" v="70"/>
          <ac:inkMkLst>
            <pc:docMk/>
            <pc:sldMk cId="1611361129" sldId="510"/>
            <ac:inkMk id="78" creationId="{B2147A94-4B7A-22E1-9A85-63EE877BC077}"/>
          </ac:inkMkLst>
        </pc:inkChg>
      </pc:sldChg>
      <pc:sldChg chg="addSp delSp modSp mod">
        <pc:chgData name="Michael Hill" userId="41dba03d-e58d-4389-9894-554c10310ba4" providerId="ADAL" clId="{EF23FE1D-A042-481E-AFD7-2A9FB0847F54}" dt="2026-04-22T16:10:51.320" v="484" actId="115"/>
        <pc:sldMkLst>
          <pc:docMk/>
          <pc:sldMk cId="2995636331" sldId="513"/>
        </pc:sldMkLst>
        <pc:spChg chg="mod">
          <ac:chgData name="Michael Hill" userId="41dba03d-e58d-4389-9894-554c10310ba4" providerId="ADAL" clId="{EF23FE1D-A042-481E-AFD7-2A9FB0847F54}" dt="2026-04-22T16:05:54.294" v="82" actId="14100"/>
          <ac:spMkLst>
            <pc:docMk/>
            <pc:sldMk cId="2995636331" sldId="513"/>
            <ac:spMk id="5" creationId="{A5651990-6C7B-B9E0-87AD-5AF9E7D36B7C}"/>
          </ac:spMkLst>
        </pc:spChg>
        <pc:spChg chg="mod">
          <ac:chgData name="Michael Hill" userId="41dba03d-e58d-4389-9894-554c10310ba4" providerId="ADAL" clId="{EF23FE1D-A042-481E-AFD7-2A9FB0847F54}" dt="2026-04-22T16:10:51.320" v="484" actId="115"/>
          <ac:spMkLst>
            <pc:docMk/>
            <pc:sldMk cId="2995636331" sldId="513"/>
            <ac:spMk id="8" creationId="{9EB77A6F-3A86-C7E5-90C9-C9D5C65F7745}"/>
          </ac:spMkLst>
        </pc:spChg>
        <pc:picChg chg="add mod">
          <ac:chgData name="Michael Hill" userId="41dba03d-e58d-4389-9894-554c10310ba4" providerId="ADAL" clId="{EF23FE1D-A042-481E-AFD7-2A9FB0847F54}" dt="2026-04-22T16:10:16.330" v="482" actId="1076"/>
          <ac:picMkLst>
            <pc:docMk/>
            <pc:sldMk cId="2995636331" sldId="513"/>
            <ac:picMk id="2" creationId="{A7036019-B622-481A-FD8A-D988741BB630}"/>
          </ac:picMkLst>
        </pc:picChg>
        <pc:picChg chg="del">
          <ac:chgData name="Michael Hill" userId="41dba03d-e58d-4389-9894-554c10310ba4" providerId="ADAL" clId="{EF23FE1D-A042-481E-AFD7-2A9FB0847F54}" dt="2026-04-22T16:07:27.519" v="357" actId="478"/>
          <ac:picMkLst>
            <pc:docMk/>
            <pc:sldMk cId="2995636331" sldId="513"/>
            <ac:picMk id="1026" creationId="{149FA3D5-F070-36E9-4E85-8DDC37E90116}"/>
          </ac:picMkLst>
        </pc:picChg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81807040" sldId="516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283250443" sldId="518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1203755514" sldId="519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4283331061" sldId="520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193805400" sldId="521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2698762399" sldId="522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2988090243" sldId="523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738512146" sldId="524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025528422" sldId="525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07748221" sldId="526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371427403" sldId="527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2247222933" sldId="528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3350428445" sldId="529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2468113269" sldId="530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691422339" sldId="531"/>
        </pc:sldMkLst>
      </pc:sldChg>
      <pc:sldChg chg="del">
        <pc:chgData name="Michael Hill" userId="41dba03d-e58d-4389-9894-554c10310ba4" providerId="ADAL" clId="{EF23FE1D-A042-481E-AFD7-2A9FB0847F54}" dt="2026-04-22T16:07:31.042" v="358" actId="47"/>
        <pc:sldMkLst>
          <pc:docMk/>
          <pc:sldMk cId="792369050" sldId="532"/>
        </pc:sldMkLst>
      </pc:sldChg>
      <pc:sldChg chg="delSp modSp add del mod">
        <pc:chgData name="Michael Hill" userId="41dba03d-e58d-4389-9894-554c10310ba4" providerId="ADAL" clId="{EF23FE1D-A042-481E-AFD7-2A9FB0847F54}" dt="2026-04-22T20:19:49.778" v="7449" actId="115"/>
        <pc:sldMkLst>
          <pc:docMk/>
          <pc:sldMk cId="15682775" sldId="533"/>
        </pc:sldMkLst>
        <pc:spChg chg="del mod">
          <ac:chgData name="Michael Hill" userId="41dba03d-e58d-4389-9894-554c10310ba4" providerId="ADAL" clId="{EF23FE1D-A042-481E-AFD7-2A9FB0847F54}" dt="2026-04-22T20:18:02.087" v="6920" actId="478"/>
          <ac:spMkLst>
            <pc:docMk/>
            <pc:sldMk cId="15682775" sldId="533"/>
            <ac:spMk id="2" creationId="{C00EAC82-47A6-2F7C-26B4-EF355B7BD169}"/>
          </ac:spMkLst>
        </pc:spChg>
        <pc:spChg chg="mod">
          <ac:chgData name="Michael Hill" userId="41dba03d-e58d-4389-9894-554c10310ba4" providerId="ADAL" clId="{EF23FE1D-A042-481E-AFD7-2A9FB0847F54}" dt="2026-04-22T20:17:58.829" v="6918" actId="20577"/>
          <ac:spMkLst>
            <pc:docMk/>
            <pc:sldMk cId="15682775" sldId="533"/>
            <ac:spMk id="5" creationId="{D2505AB8-465B-F5EF-C184-6171C417DCBD}"/>
          </ac:spMkLst>
        </pc:spChg>
        <pc:spChg chg="mod">
          <ac:chgData name="Michael Hill" userId="41dba03d-e58d-4389-9894-554c10310ba4" providerId="ADAL" clId="{EF23FE1D-A042-481E-AFD7-2A9FB0847F54}" dt="2026-04-22T20:19:49.778" v="7449" actId="115"/>
          <ac:spMkLst>
            <pc:docMk/>
            <pc:sldMk cId="15682775" sldId="533"/>
            <ac:spMk id="8" creationId="{F352852F-B36E-E7FC-1420-942FD2658AB5}"/>
          </ac:spMkLst>
        </pc:spChg>
      </pc:sldChg>
      <pc:sldChg chg="addSp modSp add mod">
        <pc:chgData name="Michael Hill" userId="41dba03d-e58d-4389-9894-554c10310ba4" providerId="ADAL" clId="{EF23FE1D-A042-481E-AFD7-2A9FB0847F54}" dt="2026-04-22T16:15:58.441" v="904" actId="1076"/>
        <pc:sldMkLst>
          <pc:docMk/>
          <pc:sldMk cId="1932005366" sldId="534"/>
        </pc:sldMkLst>
        <pc:spChg chg="mod">
          <ac:chgData name="Michael Hill" userId="41dba03d-e58d-4389-9894-554c10310ba4" providerId="ADAL" clId="{EF23FE1D-A042-481E-AFD7-2A9FB0847F54}" dt="2026-04-22T16:11:45.390" v="707" actId="20577"/>
          <ac:spMkLst>
            <pc:docMk/>
            <pc:sldMk cId="1932005366" sldId="534"/>
            <ac:spMk id="8" creationId="{6F9C5241-65BF-C93D-333F-F17109D407EA}"/>
          </ac:spMkLst>
        </pc:spChg>
        <pc:picChg chg="mod">
          <ac:chgData name="Michael Hill" userId="41dba03d-e58d-4389-9894-554c10310ba4" providerId="ADAL" clId="{EF23FE1D-A042-481E-AFD7-2A9FB0847F54}" dt="2026-04-22T16:15:56.729" v="903" actId="1076"/>
          <ac:picMkLst>
            <pc:docMk/>
            <pc:sldMk cId="1932005366" sldId="534"/>
            <ac:picMk id="2" creationId="{C819B34E-CA46-A2B0-0F5E-AF782600C9C3}"/>
          </ac:picMkLst>
        </pc:picChg>
        <pc:picChg chg="add mod">
          <ac:chgData name="Michael Hill" userId="41dba03d-e58d-4389-9894-554c10310ba4" providerId="ADAL" clId="{EF23FE1D-A042-481E-AFD7-2A9FB0847F54}" dt="2026-04-22T16:15:58.441" v="904" actId="1076"/>
          <ac:picMkLst>
            <pc:docMk/>
            <pc:sldMk cId="1932005366" sldId="534"/>
            <ac:picMk id="2050" creationId="{77A0F2A8-C24C-1761-57E5-AA813202FCA2}"/>
          </ac:picMkLst>
        </pc:picChg>
      </pc:sldChg>
      <pc:sldChg chg="delSp modSp add mod">
        <pc:chgData name="Michael Hill" userId="41dba03d-e58d-4389-9894-554c10310ba4" providerId="ADAL" clId="{EF23FE1D-A042-481E-AFD7-2A9FB0847F54}" dt="2026-04-22T16:17:42.507" v="1119" actId="478"/>
        <pc:sldMkLst>
          <pc:docMk/>
          <pc:sldMk cId="2150593552" sldId="535"/>
        </pc:sldMkLst>
        <pc:spChg chg="mod">
          <ac:chgData name="Michael Hill" userId="41dba03d-e58d-4389-9894-554c10310ba4" providerId="ADAL" clId="{EF23FE1D-A042-481E-AFD7-2A9FB0847F54}" dt="2026-04-22T16:17:39.125" v="1117" actId="20577"/>
          <ac:spMkLst>
            <pc:docMk/>
            <pc:sldMk cId="2150593552" sldId="535"/>
            <ac:spMk id="8" creationId="{C34E874B-8EE0-EF2A-E3D0-FC77FEEE4C63}"/>
          </ac:spMkLst>
        </pc:spChg>
        <pc:picChg chg="del mod">
          <ac:chgData name="Michael Hill" userId="41dba03d-e58d-4389-9894-554c10310ba4" providerId="ADAL" clId="{EF23FE1D-A042-481E-AFD7-2A9FB0847F54}" dt="2026-04-22T16:17:42.507" v="1119" actId="478"/>
          <ac:picMkLst>
            <pc:docMk/>
            <pc:sldMk cId="2150593552" sldId="535"/>
            <ac:picMk id="2" creationId="{1A5DEF0A-7715-6EE9-70C0-CB3FDE1F3028}"/>
          </ac:picMkLst>
        </pc:picChg>
      </pc:sldChg>
      <pc:sldChg chg="modSp add mod">
        <pc:chgData name="Michael Hill" userId="41dba03d-e58d-4389-9894-554c10310ba4" providerId="ADAL" clId="{EF23FE1D-A042-481E-AFD7-2A9FB0847F54}" dt="2026-04-22T16:16:49.152" v="1071" actId="115"/>
        <pc:sldMkLst>
          <pc:docMk/>
          <pc:sldMk cId="2599113431" sldId="536"/>
        </pc:sldMkLst>
        <pc:spChg chg="mod">
          <ac:chgData name="Michael Hill" userId="41dba03d-e58d-4389-9894-554c10310ba4" providerId="ADAL" clId="{EF23FE1D-A042-481E-AFD7-2A9FB0847F54}" dt="2026-04-22T16:16:49.152" v="1071" actId="115"/>
          <ac:spMkLst>
            <pc:docMk/>
            <pc:sldMk cId="2599113431" sldId="536"/>
            <ac:spMk id="8" creationId="{CA12BFCF-B605-AF86-8ADA-F53931694B55}"/>
          </ac:spMkLst>
        </pc:spChg>
      </pc:sldChg>
      <pc:sldChg chg="addSp modSp add mod">
        <pc:chgData name="Michael Hill" userId="41dba03d-e58d-4389-9894-554c10310ba4" providerId="ADAL" clId="{EF23FE1D-A042-481E-AFD7-2A9FB0847F54}" dt="2026-04-22T16:21:37.893" v="1630" actId="1076"/>
        <pc:sldMkLst>
          <pc:docMk/>
          <pc:sldMk cId="2327367260" sldId="537"/>
        </pc:sldMkLst>
        <pc:spChg chg="add mod">
          <ac:chgData name="Michael Hill" userId="41dba03d-e58d-4389-9894-554c10310ba4" providerId="ADAL" clId="{EF23FE1D-A042-481E-AFD7-2A9FB0847F54}" dt="2026-04-22T16:21:22.665" v="1624" actId="1076"/>
          <ac:spMkLst>
            <pc:docMk/>
            <pc:sldMk cId="2327367260" sldId="537"/>
            <ac:spMk id="2" creationId="{B4D320BD-48CF-DEDC-DF2A-6C00C4B7D531}"/>
          </ac:spMkLst>
        </pc:spChg>
        <pc:spChg chg="add mod">
          <ac:chgData name="Michael Hill" userId="41dba03d-e58d-4389-9894-554c10310ba4" providerId="ADAL" clId="{EF23FE1D-A042-481E-AFD7-2A9FB0847F54}" dt="2026-04-22T16:21:37.893" v="1630" actId="1076"/>
          <ac:spMkLst>
            <pc:docMk/>
            <pc:sldMk cId="2327367260" sldId="537"/>
            <ac:spMk id="3" creationId="{2732580F-83D0-6527-412B-569F89FAB7FF}"/>
          </ac:spMkLst>
        </pc:spChg>
        <pc:spChg chg="add mod">
          <ac:chgData name="Michael Hill" userId="41dba03d-e58d-4389-9894-554c10310ba4" providerId="ADAL" clId="{EF23FE1D-A042-481E-AFD7-2A9FB0847F54}" dt="2026-04-22T16:21:21.820" v="1623" actId="1076"/>
          <ac:spMkLst>
            <pc:docMk/>
            <pc:sldMk cId="2327367260" sldId="537"/>
            <ac:spMk id="6" creationId="{8E218FAA-EE9C-3881-7702-5C76B699912B}"/>
          </ac:spMkLst>
        </pc:spChg>
        <pc:spChg chg="mod">
          <ac:chgData name="Michael Hill" userId="41dba03d-e58d-4389-9894-554c10310ba4" providerId="ADAL" clId="{EF23FE1D-A042-481E-AFD7-2A9FB0847F54}" dt="2026-04-22T16:19:17.435" v="1532" actId="20577"/>
          <ac:spMkLst>
            <pc:docMk/>
            <pc:sldMk cId="2327367260" sldId="537"/>
            <ac:spMk id="8" creationId="{8A5AC0C5-3454-85A7-35E3-539F9823D772}"/>
          </ac:spMkLst>
        </pc:spChg>
        <pc:picChg chg="add mod">
          <ac:chgData name="Michael Hill" userId="41dba03d-e58d-4389-9894-554c10310ba4" providerId="ADAL" clId="{EF23FE1D-A042-481E-AFD7-2A9FB0847F54}" dt="2026-04-22T16:21:18.628" v="1621" actId="14100"/>
          <ac:picMkLst>
            <pc:docMk/>
            <pc:sldMk cId="2327367260" sldId="537"/>
            <ac:picMk id="3074" creationId="{A3A3CBAD-D862-490F-56DD-ED6842613682}"/>
          </ac:picMkLst>
        </pc:picChg>
        <pc:cxnChg chg="add mod">
          <ac:chgData name="Michael Hill" userId="41dba03d-e58d-4389-9894-554c10310ba4" providerId="ADAL" clId="{EF23FE1D-A042-481E-AFD7-2A9FB0847F54}" dt="2026-04-22T16:21:33.288" v="1627" actId="208"/>
          <ac:cxnSpMkLst>
            <pc:docMk/>
            <pc:sldMk cId="2327367260" sldId="537"/>
            <ac:cxnSpMk id="11" creationId="{0EC3D12E-D0D9-7A5A-5F47-0B2FBFA1C2AD}"/>
          </ac:cxnSpMkLst>
        </pc:cxnChg>
        <pc:cxnChg chg="add mod">
          <ac:chgData name="Michael Hill" userId="41dba03d-e58d-4389-9894-554c10310ba4" providerId="ADAL" clId="{EF23FE1D-A042-481E-AFD7-2A9FB0847F54}" dt="2026-04-22T16:21:35.831" v="1629" actId="1076"/>
          <ac:cxnSpMkLst>
            <pc:docMk/>
            <pc:sldMk cId="2327367260" sldId="537"/>
            <ac:cxnSpMk id="13" creationId="{A0519B0B-5FC4-38CD-E0CA-ABFBCE902BE1}"/>
          </ac:cxnSpMkLst>
        </pc:cxnChg>
      </pc:sldChg>
      <pc:sldChg chg="addSp delSp modSp add mod modAnim">
        <pc:chgData name="Michael Hill" userId="41dba03d-e58d-4389-9894-554c10310ba4" providerId="ADAL" clId="{EF23FE1D-A042-481E-AFD7-2A9FB0847F54}" dt="2026-04-22T16:22:19.332" v="1654"/>
        <pc:sldMkLst>
          <pc:docMk/>
          <pc:sldMk cId="829544751" sldId="538"/>
        </pc:sldMkLst>
        <pc:spChg chg="mod">
          <ac:chgData name="Michael Hill" userId="41dba03d-e58d-4389-9894-554c10310ba4" providerId="ADAL" clId="{EF23FE1D-A042-481E-AFD7-2A9FB0847F54}" dt="2026-04-22T16:21:44.868" v="1651" actId="20577"/>
          <ac:spMkLst>
            <pc:docMk/>
            <pc:sldMk cId="829544751" sldId="538"/>
            <ac:spMk id="8" creationId="{7DC7ACDF-F517-9559-F53E-9F879490F247}"/>
          </ac:spMkLst>
        </pc:spChg>
        <pc:picChg chg="del">
          <ac:chgData name="Michael Hill" userId="41dba03d-e58d-4389-9894-554c10310ba4" providerId="ADAL" clId="{EF23FE1D-A042-481E-AFD7-2A9FB0847F54}" dt="2026-04-22T16:21:48.795" v="1652" actId="478"/>
          <ac:picMkLst>
            <pc:docMk/>
            <pc:sldMk cId="829544751" sldId="538"/>
            <ac:picMk id="3074" creationId="{71B4EEF3-AC03-9461-6969-BB0B90F0CEB0}"/>
          </ac:picMkLst>
        </pc:picChg>
        <pc:picChg chg="add">
          <ac:chgData name="Michael Hill" userId="41dba03d-e58d-4389-9894-554c10310ba4" providerId="ADAL" clId="{EF23FE1D-A042-481E-AFD7-2A9FB0847F54}" dt="2026-04-22T16:22:11.084" v="1653"/>
          <ac:picMkLst>
            <pc:docMk/>
            <pc:sldMk cId="829544751" sldId="538"/>
            <ac:picMk id="4098" creationId="{E01AC95C-F01F-9E1A-B0DA-C4FF553A6026}"/>
          </ac:picMkLst>
        </pc:picChg>
      </pc:sldChg>
      <pc:sldChg chg="delSp modSp add mod modAnim">
        <pc:chgData name="Michael Hill" userId="41dba03d-e58d-4389-9894-554c10310ba4" providerId="ADAL" clId="{EF23FE1D-A042-481E-AFD7-2A9FB0847F54}" dt="2026-04-22T18:19:26.128" v="1795" actId="20577"/>
        <pc:sldMkLst>
          <pc:docMk/>
          <pc:sldMk cId="3544004519" sldId="539"/>
        </pc:sldMkLst>
        <pc:spChg chg="mod">
          <ac:chgData name="Michael Hill" userId="41dba03d-e58d-4389-9894-554c10310ba4" providerId="ADAL" clId="{EF23FE1D-A042-481E-AFD7-2A9FB0847F54}" dt="2026-04-22T18:19:26.128" v="1795" actId="20577"/>
          <ac:spMkLst>
            <pc:docMk/>
            <pc:sldMk cId="3544004519" sldId="539"/>
            <ac:spMk id="8" creationId="{E6CEA11F-241F-F3A2-D3A2-131AB60C9FAF}"/>
          </ac:spMkLst>
        </pc:spChg>
        <pc:picChg chg="del">
          <ac:chgData name="Michael Hill" userId="41dba03d-e58d-4389-9894-554c10310ba4" providerId="ADAL" clId="{EF23FE1D-A042-481E-AFD7-2A9FB0847F54}" dt="2026-04-22T16:22:25.323" v="1656" actId="478"/>
          <ac:picMkLst>
            <pc:docMk/>
            <pc:sldMk cId="3544004519" sldId="539"/>
            <ac:picMk id="4098" creationId="{3B079A5D-856C-2383-1E77-FB1C2CDB9EC1}"/>
          </ac:picMkLst>
        </pc:picChg>
      </pc:sldChg>
      <pc:sldChg chg="add del">
        <pc:chgData name="Michael Hill" userId="41dba03d-e58d-4389-9894-554c10310ba4" providerId="ADAL" clId="{EF23FE1D-A042-481E-AFD7-2A9FB0847F54}" dt="2026-04-22T18:18:52.430" v="1658" actId="47"/>
        <pc:sldMkLst>
          <pc:docMk/>
          <pc:sldMk cId="474376650" sldId="540"/>
        </pc:sldMkLst>
      </pc:sldChg>
      <pc:sldChg chg="modSp add mod">
        <pc:chgData name="Michael Hill" userId="41dba03d-e58d-4389-9894-554c10310ba4" providerId="ADAL" clId="{EF23FE1D-A042-481E-AFD7-2A9FB0847F54}" dt="2026-04-22T18:21:54.301" v="2052" actId="313"/>
        <pc:sldMkLst>
          <pc:docMk/>
          <pc:sldMk cId="1741333467" sldId="540"/>
        </pc:sldMkLst>
        <pc:spChg chg="mod">
          <ac:chgData name="Michael Hill" userId="41dba03d-e58d-4389-9894-554c10310ba4" providerId="ADAL" clId="{EF23FE1D-A042-481E-AFD7-2A9FB0847F54}" dt="2026-04-22T18:21:54.301" v="2052" actId="313"/>
          <ac:spMkLst>
            <pc:docMk/>
            <pc:sldMk cId="1741333467" sldId="540"/>
            <ac:spMk id="8" creationId="{35EC56D0-FE2C-1A9D-46FE-2270E0678039}"/>
          </ac:spMkLst>
        </pc:spChg>
      </pc:sldChg>
      <pc:sldChg chg="modSp add mod">
        <pc:chgData name="Michael Hill" userId="41dba03d-e58d-4389-9894-554c10310ba4" providerId="ADAL" clId="{EF23FE1D-A042-481E-AFD7-2A9FB0847F54}" dt="2026-04-22T18:24:52.995" v="2245" actId="20577"/>
        <pc:sldMkLst>
          <pc:docMk/>
          <pc:sldMk cId="3780175511" sldId="541"/>
        </pc:sldMkLst>
        <pc:spChg chg="mod">
          <ac:chgData name="Michael Hill" userId="41dba03d-e58d-4389-9894-554c10310ba4" providerId="ADAL" clId="{EF23FE1D-A042-481E-AFD7-2A9FB0847F54}" dt="2026-04-22T18:24:52.995" v="2245" actId="20577"/>
          <ac:spMkLst>
            <pc:docMk/>
            <pc:sldMk cId="3780175511" sldId="541"/>
            <ac:spMk id="8" creationId="{96C4ECF8-EC3F-5A10-CF19-69EBA34C9AAF}"/>
          </ac:spMkLst>
        </pc:spChg>
      </pc:sldChg>
      <pc:sldChg chg="addSp modSp add mod">
        <pc:chgData name="Michael Hill" userId="41dba03d-e58d-4389-9894-554c10310ba4" providerId="ADAL" clId="{EF23FE1D-A042-481E-AFD7-2A9FB0847F54}" dt="2026-04-22T18:22:58.607" v="2073" actId="14100"/>
        <pc:sldMkLst>
          <pc:docMk/>
          <pc:sldMk cId="3577851722" sldId="542"/>
        </pc:sldMkLst>
        <pc:spChg chg="mod">
          <ac:chgData name="Michael Hill" userId="41dba03d-e58d-4389-9894-554c10310ba4" providerId="ADAL" clId="{EF23FE1D-A042-481E-AFD7-2A9FB0847F54}" dt="2026-04-22T18:22:50.478" v="2071" actId="1076"/>
          <ac:spMkLst>
            <pc:docMk/>
            <pc:sldMk cId="3577851722" sldId="542"/>
            <ac:spMk id="2" creationId="{75747BCC-0592-02A4-7E69-AF60C9736B5D}"/>
          </ac:spMkLst>
        </pc:spChg>
        <pc:spChg chg="mod">
          <ac:chgData name="Michael Hill" userId="41dba03d-e58d-4389-9894-554c10310ba4" providerId="ADAL" clId="{EF23FE1D-A042-481E-AFD7-2A9FB0847F54}" dt="2026-04-22T18:22:50.478" v="2071" actId="1076"/>
          <ac:spMkLst>
            <pc:docMk/>
            <pc:sldMk cId="3577851722" sldId="542"/>
            <ac:spMk id="3" creationId="{272E8C3D-FB3B-F4CA-C5B2-F3A92E995A2E}"/>
          </ac:spMkLst>
        </pc:spChg>
        <pc:spChg chg="mod">
          <ac:chgData name="Michael Hill" userId="41dba03d-e58d-4389-9894-554c10310ba4" providerId="ADAL" clId="{EF23FE1D-A042-481E-AFD7-2A9FB0847F54}" dt="2026-04-22T18:22:50.478" v="2071" actId="1076"/>
          <ac:spMkLst>
            <pc:docMk/>
            <pc:sldMk cId="3577851722" sldId="542"/>
            <ac:spMk id="6" creationId="{73D8158C-CA05-9899-ED87-F547D492A7AC}"/>
          </ac:spMkLst>
        </pc:spChg>
        <pc:spChg chg="mod">
          <ac:chgData name="Michael Hill" userId="41dba03d-e58d-4389-9894-554c10310ba4" providerId="ADAL" clId="{EF23FE1D-A042-481E-AFD7-2A9FB0847F54}" dt="2026-04-22T18:22:14.621" v="2064" actId="20577"/>
          <ac:spMkLst>
            <pc:docMk/>
            <pc:sldMk cId="3577851722" sldId="542"/>
            <ac:spMk id="8" creationId="{B4A4D8B9-2EA6-5EA2-A4F0-2A07939635A7}"/>
          </ac:spMkLst>
        </pc:spChg>
        <pc:picChg chg="add mod">
          <ac:chgData name="Michael Hill" userId="41dba03d-e58d-4389-9894-554c10310ba4" providerId="ADAL" clId="{EF23FE1D-A042-481E-AFD7-2A9FB0847F54}" dt="2026-04-22T18:22:58.607" v="2073" actId="14100"/>
          <ac:picMkLst>
            <pc:docMk/>
            <pc:sldMk cId="3577851722" sldId="542"/>
            <ac:picMk id="5122" creationId="{0ACD959B-7EDE-8025-1914-13157CA6B886}"/>
          </ac:picMkLst>
        </pc:picChg>
        <pc:cxnChg chg="mod">
          <ac:chgData name="Michael Hill" userId="41dba03d-e58d-4389-9894-554c10310ba4" providerId="ADAL" clId="{EF23FE1D-A042-481E-AFD7-2A9FB0847F54}" dt="2026-04-22T18:22:50.478" v="2071" actId="1076"/>
          <ac:cxnSpMkLst>
            <pc:docMk/>
            <pc:sldMk cId="3577851722" sldId="542"/>
            <ac:cxnSpMk id="11" creationId="{F87EB54D-3C41-1A53-F387-3272E829D770}"/>
          </ac:cxnSpMkLst>
        </pc:cxnChg>
        <pc:cxnChg chg="mod">
          <ac:chgData name="Michael Hill" userId="41dba03d-e58d-4389-9894-554c10310ba4" providerId="ADAL" clId="{EF23FE1D-A042-481E-AFD7-2A9FB0847F54}" dt="2026-04-22T18:22:50.478" v="2071" actId="1076"/>
          <ac:cxnSpMkLst>
            <pc:docMk/>
            <pc:sldMk cId="3577851722" sldId="542"/>
            <ac:cxnSpMk id="13" creationId="{D105DE89-8197-9CA5-A9D3-810AB0F5DAE5}"/>
          </ac:cxnSpMkLst>
        </pc:cxnChg>
      </pc:sldChg>
      <pc:sldChg chg="modSp add mod">
        <pc:chgData name="Michael Hill" userId="41dba03d-e58d-4389-9894-554c10310ba4" providerId="ADAL" clId="{EF23FE1D-A042-481E-AFD7-2A9FB0847F54}" dt="2026-04-22T18:24:21.637" v="2121" actId="20577"/>
        <pc:sldMkLst>
          <pc:docMk/>
          <pc:sldMk cId="4207796465" sldId="543"/>
        </pc:sldMkLst>
        <pc:spChg chg="mod">
          <ac:chgData name="Michael Hill" userId="41dba03d-e58d-4389-9894-554c10310ba4" providerId="ADAL" clId="{EF23FE1D-A042-481E-AFD7-2A9FB0847F54}" dt="2026-04-22T18:24:21.637" v="2121" actId="20577"/>
          <ac:spMkLst>
            <pc:docMk/>
            <pc:sldMk cId="4207796465" sldId="543"/>
            <ac:spMk id="8" creationId="{A2D954E3-5692-888D-B91F-400C6626DD58}"/>
          </ac:spMkLst>
        </pc:spChg>
        <pc:picChg chg="mod">
          <ac:chgData name="Michael Hill" userId="41dba03d-e58d-4389-9894-554c10310ba4" providerId="ADAL" clId="{EF23FE1D-A042-481E-AFD7-2A9FB0847F54}" dt="2026-04-22T18:23:48.426" v="2103" actId="14100"/>
          <ac:picMkLst>
            <pc:docMk/>
            <pc:sldMk cId="4207796465" sldId="543"/>
            <ac:picMk id="5122" creationId="{AED3C12E-4BB9-3B14-E68A-81B330371B6B}"/>
          </ac:picMkLst>
        </pc:picChg>
      </pc:sldChg>
      <pc:sldChg chg="modSp add mod">
        <pc:chgData name="Michael Hill" userId="41dba03d-e58d-4389-9894-554c10310ba4" providerId="ADAL" clId="{EF23FE1D-A042-481E-AFD7-2A9FB0847F54}" dt="2026-04-22T18:25:48.098" v="2391" actId="115"/>
        <pc:sldMkLst>
          <pc:docMk/>
          <pc:sldMk cId="2617597925" sldId="544"/>
        </pc:sldMkLst>
        <pc:spChg chg="mod">
          <ac:chgData name="Michael Hill" userId="41dba03d-e58d-4389-9894-554c10310ba4" providerId="ADAL" clId="{EF23FE1D-A042-481E-AFD7-2A9FB0847F54}" dt="2026-04-22T18:25:48.098" v="2391" actId="115"/>
          <ac:spMkLst>
            <pc:docMk/>
            <pc:sldMk cId="2617597925" sldId="544"/>
            <ac:spMk id="8" creationId="{A29CF620-E92C-53C7-D663-7CDBF0213CA1}"/>
          </ac:spMkLst>
        </pc:spChg>
      </pc:sldChg>
      <pc:sldChg chg="modSp add mod">
        <pc:chgData name="Michael Hill" userId="41dba03d-e58d-4389-9894-554c10310ba4" providerId="ADAL" clId="{EF23FE1D-A042-481E-AFD7-2A9FB0847F54}" dt="2026-04-22T18:27:27.413" v="2560" actId="20577"/>
        <pc:sldMkLst>
          <pc:docMk/>
          <pc:sldMk cId="4158011077" sldId="545"/>
        </pc:sldMkLst>
        <pc:spChg chg="mod">
          <ac:chgData name="Michael Hill" userId="41dba03d-e58d-4389-9894-554c10310ba4" providerId="ADAL" clId="{EF23FE1D-A042-481E-AFD7-2A9FB0847F54}" dt="2026-04-22T18:27:27.413" v="2560" actId="20577"/>
          <ac:spMkLst>
            <pc:docMk/>
            <pc:sldMk cId="4158011077" sldId="545"/>
            <ac:spMk id="6" creationId="{5C994DF9-FD0D-AD50-C87D-DB59E21DA88C}"/>
          </ac:spMkLst>
        </pc:spChg>
        <pc:spChg chg="mod">
          <ac:chgData name="Michael Hill" userId="41dba03d-e58d-4389-9894-554c10310ba4" providerId="ADAL" clId="{EF23FE1D-A042-481E-AFD7-2A9FB0847F54}" dt="2026-04-22T18:26:02.999" v="2494" actId="20577"/>
          <ac:spMkLst>
            <pc:docMk/>
            <pc:sldMk cId="4158011077" sldId="545"/>
            <ac:spMk id="8" creationId="{51B59DD4-AF65-FFB1-76A5-97F71D8A0BB0}"/>
          </ac:spMkLst>
        </pc:spChg>
      </pc:sldChg>
      <pc:sldChg chg="addSp delSp modSp add mod">
        <pc:chgData name="Michael Hill" userId="41dba03d-e58d-4389-9894-554c10310ba4" providerId="ADAL" clId="{EF23FE1D-A042-481E-AFD7-2A9FB0847F54}" dt="2026-04-22T18:30:43.098" v="2601" actId="1076"/>
        <pc:sldMkLst>
          <pc:docMk/>
          <pc:sldMk cId="2043454219" sldId="546"/>
        </pc:sldMkLst>
        <pc:spChg chg="del">
          <ac:chgData name="Michael Hill" userId="41dba03d-e58d-4389-9894-554c10310ba4" providerId="ADAL" clId="{EF23FE1D-A042-481E-AFD7-2A9FB0847F54}" dt="2026-04-22T18:27:30.136" v="2561" actId="478"/>
          <ac:spMkLst>
            <pc:docMk/>
            <pc:sldMk cId="2043454219" sldId="546"/>
            <ac:spMk id="2" creationId="{0594FDF4-B043-B6AE-D1BB-9B27D371719C}"/>
          </ac:spMkLst>
        </pc:spChg>
        <pc:spChg chg="del">
          <ac:chgData name="Michael Hill" userId="41dba03d-e58d-4389-9894-554c10310ba4" providerId="ADAL" clId="{EF23FE1D-A042-481E-AFD7-2A9FB0847F54}" dt="2026-04-22T18:27:32.463" v="2563" actId="478"/>
          <ac:spMkLst>
            <pc:docMk/>
            <pc:sldMk cId="2043454219" sldId="546"/>
            <ac:spMk id="3" creationId="{903FAE50-FC96-31BC-6800-BE2AEA3D6C46}"/>
          </ac:spMkLst>
        </pc:spChg>
        <pc:spChg chg="del">
          <ac:chgData name="Michael Hill" userId="41dba03d-e58d-4389-9894-554c10310ba4" providerId="ADAL" clId="{EF23FE1D-A042-481E-AFD7-2A9FB0847F54}" dt="2026-04-22T18:27:31.586" v="2562" actId="478"/>
          <ac:spMkLst>
            <pc:docMk/>
            <pc:sldMk cId="2043454219" sldId="546"/>
            <ac:spMk id="6" creationId="{CEBC8EC3-53E0-DE93-406A-976DD299AD10}"/>
          </ac:spMkLst>
        </pc:spChg>
        <pc:spChg chg="mod">
          <ac:chgData name="Michael Hill" userId="41dba03d-e58d-4389-9894-554c10310ba4" providerId="ADAL" clId="{EF23FE1D-A042-481E-AFD7-2A9FB0847F54}" dt="2026-04-22T18:27:43.972" v="2589" actId="14100"/>
          <ac:spMkLst>
            <pc:docMk/>
            <pc:sldMk cId="2043454219" sldId="546"/>
            <ac:spMk id="8" creationId="{CE43E094-AD73-650C-946F-450EDF1D4E01}"/>
          </ac:spMkLst>
        </pc:spChg>
        <pc:spChg chg="add mod">
          <ac:chgData name="Michael Hill" userId="41dba03d-e58d-4389-9894-554c10310ba4" providerId="ADAL" clId="{EF23FE1D-A042-481E-AFD7-2A9FB0847F54}" dt="2026-04-22T18:30:43.098" v="2601" actId="1076"/>
          <ac:spMkLst>
            <pc:docMk/>
            <pc:sldMk cId="2043454219" sldId="546"/>
            <ac:spMk id="14" creationId="{EBE1EB2A-0AD7-D800-171A-28028D158D7B}"/>
          </ac:spMkLst>
        </pc:spChg>
        <pc:cxnChg chg="del mod">
          <ac:chgData name="Michael Hill" userId="41dba03d-e58d-4389-9894-554c10310ba4" providerId="ADAL" clId="{EF23FE1D-A042-481E-AFD7-2A9FB0847F54}" dt="2026-04-22T18:27:34.221" v="2566" actId="478"/>
          <ac:cxnSpMkLst>
            <pc:docMk/>
            <pc:sldMk cId="2043454219" sldId="546"/>
            <ac:cxnSpMk id="11" creationId="{5319CED1-4668-91D7-89F1-7B75B5D4DA39}"/>
          </ac:cxnSpMkLst>
        </pc:cxnChg>
        <pc:cxnChg chg="del mod">
          <ac:chgData name="Michael Hill" userId="41dba03d-e58d-4389-9894-554c10310ba4" providerId="ADAL" clId="{EF23FE1D-A042-481E-AFD7-2A9FB0847F54}" dt="2026-04-22T18:27:33.513" v="2565" actId="478"/>
          <ac:cxnSpMkLst>
            <pc:docMk/>
            <pc:sldMk cId="2043454219" sldId="546"/>
            <ac:cxnSpMk id="13" creationId="{11BACAA4-8396-0960-F6A7-626D3E232674}"/>
          </ac:cxnSpMkLst>
        </pc:cxnChg>
      </pc:sldChg>
      <pc:sldChg chg="modSp add mod">
        <pc:chgData name="Michael Hill" userId="41dba03d-e58d-4389-9894-554c10310ba4" providerId="ADAL" clId="{EF23FE1D-A042-481E-AFD7-2A9FB0847F54}" dt="2026-04-22T18:31:16.305" v="2776" actId="20577"/>
        <pc:sldMkLst>
          <pc:docMk/>
          <pc:sldMk cId="2166452707" sldId="547"/>
        </pc:sldMkLst>
        <pc:spChg chg="mod">
          <ac:chgData name="Michael Hill" userId="41dba03d-e58d-4389-9894-554c10310ba4" providerId="ADAL" clId="{EF23FE1D-A042-481E-AFD7-2A9FB0847F54}" dt="2026-04-22T18:31:16.305" v="2776" actId="20577"/>
          <ac:spMkLst>
            <pc:docMk/>
            <pc:sldMk cId="2166452707" sldId="547"/>
            <ac:spMk id="8" creationId="{B32D6722-0460-B82A-E8C8-8D1FDB39A7B9}"/>
          </ac:spMkLst>
        </pc:spChg>
      </pc:sldChg>
      <pc:sldChg chg="delSp modSp add mod ord">
        <pc:chgData name="Michael Hill" userId="41dba03d-e58d-4389-9894-554c10310ba4" providerId="ADAL" clId="{EF23FE1D-A042-481E-AFD7-2A9FB0847F54}" dt="2026-04-22T19:10:47.582" v="3002" actId="20577"/>
        <pc:sldMkLst>
          <pc:docMk/>
          <pc:sldMk cId="846737578" sldId="548"/>
        </pc:sldMkLst>
        <pc:spChg chg="del">
          <ac:chgData name="Michael Hill" userId="41dba03d-e58d-4389-9894-554c10310ba4" providerId="ADAL" clId="{EF23FE1D-A042-481E-AFD7-2A9FB0847F54}" dt="2026-04-22T19:05:13.167" v="2806" actId="478"/>
          <ac:spMkLst>
            <pc:docMk/>
            <pc:sldMk cId="846737578" sldId="548"/>
            <ac:spMk id="2" creationId="{CECBDC2D-F34D-EEBB-DC29-6A4208F2AA81}"/>
          </ac:spMkLst>
        </pc:spChg>
        <pc:spChg chg="del">
          <ac:chgData name="Michael Hill" userId="41dba03d-e58d-4389-9894-554c10310ba4" providerId="ADAL" clId="{EF23FE1D-A042-481E-AFD7-2A9FB0847F54}" dt="2026-04-22T19:05:11.079" v="2803" actId="478"/>
          <ac:spMkLst>
            <pc:docMk/>
            <pc:sldMk cId="846737578" sldId="548"/>
            <ac:spMk id="3" creationId="{34725673-A51F-820A-518D-522DA8BAAEAA}"/>
          </ac:spMkLst>
        </pc:spChg>
        <pc:spChg chg="mod">
          <ac:chgData name="Michael Hill" userId="41dba03d-e58d-4389-9894-554c10310ba4" providerId="ADAL" clId="{EF23FE1D-A042-481E-AFD7-2A9FB0847F54}" dt="2026-04-22T18:31:44.691" v="2801" actId="14100"/>
          <ac:spMkLst>
            <pc:docMk/>
            <pc:sldMk cId="846737578" sldId="548"/>
            <ac:spMk id="5" creationId="{41EF450A-5D5D-B547-9E24-3BA159C84281}"/>
          </ac:spMkLst>
        </pc:spChg>
        <pc:spChg chg="del">
          <ac:chgData name="Michael Hill" userId="41dba03d-e58d-4389-9894-554c10310ba4" providerId="ADAL" clId="{EF23FE1D-A042-481E-AFD7-2A9FB0847F54}" dt="2026-04-22T19:05:10.018" v="2802" actId="478"/>
          <ac:spMkLst>
            <pc:docMk/>
            <pc:sldMk cId="846737578" sldId="548"/>
            <ac:spMk id="6" creationId="{D19A70D4-7215-15D0-70DA-B7B9165403EA}"/>
          </ac:spMkLst>
        </pc:spChg>
        <pc:spChg chg="mod">
          <ac:chgData name="Michael Hill" userId="41dba03d-e58d-4389-9894-554c10310ba4" providerId="ADAL" clId="{EF23FE1D-A042-481E-AFD7-2A9FB0847F54}" dt="2026-04-22T19:10:47.582" v="3002" actId="20577"/>
          <ac:spMkLst>
            <pc:docMk/>
            <pc:sldMk cId="846737578" sldId="548"/>
            <ac:spMk id="8" creationId="{723FFE26-8E84-DA5B-7CC5-C49F4CAF68C4}"/>
          </ac:spMkLst>
        </pc:spChg>
        <pc:cxnChg chg="del mod">
          <ac:chgData name="Michael Hill" userId="41dba03d-e58d-4389-9894-554c10310ba4" providerId="ADAL" clId="{EF23FE1D-A042-481E-AFD7-2A9FB0847F54}" dt="2026-04-22T19:05:12.802" v="2805" actId="478"/>
          <ac:cxnSpMkLst>
            <pc:docMk/>
            <pc:sldMk cId="846737578" sldId="548"/>
            <ac:cxnSpMk id="11" creationId="{347032AC-0B19-9ED2-9322-276A5025C311}"/>
          </ac:cxnSpMkLst>
        </pc:cxnChg>
        <pc:cxnChg chg="del">
          <ac:chgData name="Michael Hill" userId="41dba03d-e58d-4389-9894-554c10310ba4" providerId="ADAL" clId="{EF23FE1D-A042-481E-AFD7-2A9FB0847F54}" dt="2026-04-22T19:05:12.017" v="2804" actId="478"/>
          <ac:cxnSpMkLst>
            <pc:docMk/>
            <pc:sldMk cId="846737578" sldId="548"/>
            <ac:cxnSpMk id="13" creationId="{627E0CA9-349C-7F7B-F630-30D96FC634F7}"/>
          </ac:cxnSpMkLst>
        </pc:cxnChg>
      </pc:sldChg>
      <pc:sldChg chg="modSp add mod ord">
        <pc:chgData name="Michael Hill" userId="41dba03d-e58d-4389-9894-554c10310ba4" providerId="ADAL" clId="{EF23FE1D-A042-481E-AFD7-2A9FB0847F54}" dt="2026-04-22T19:13:51.531" v="3056"/>
        <pc:sldMkLst>
          <pc:docMk/>
          <pc:sldMk cId="3305228004" sldId="549"/>
        </pc:sldMkLst>
        <pc:spChg chg="mod">
          <ac:chgData name="Michael Hill" userId="41dba03d-e58d-4389-9894-554c10310ba4" providerId="ADAL" clId="{EF23FE1D-A042-481E-AFD7-2A9FB0847F54}" dt="2026-04-22T19:12:02.242" v="3054" actId="20577"/>
          <ac:spMkLst>
            <pc:docMk/>
            <pc:sldMk cId="3305228004" sldId="549"/>
            <ac:spMk id="8" creationId="{CD61EF7B-75C0-97FE-08D2-BCB3FFF03E6F}"/>
          </ac:spMkLst>
        </pc:spChg>
      </pc:sldChg>
      <pc:sldChg chg="addSp modSp add mod modAnim">
        <pc:chgData name="Michael Hill" userId="41dba03d-e58d-4389-9894-554c10310ba4" providerId="ADAL" clId="{EF23FE1D-A042-481E-AFD7-2A9FB0847F54}" dt="2026-04-22T19:28:45.730" v="3701"/>
        <pc:sldMkLst>
          <pc:docMk/>
          <pc:sldMk cId="3316577564" sldId="550"/>
        </pc:sldMkLst>
        <pc:spChg chg="mod">
          <ac:chgData name="Michael Hill" userId="41dba03d-e58d-4389-9894-554c10310ba4" providerId="ADAL" clId="{EF23FE1D-A042-481E-AFD7-2A9FB0847F54}" dt="2026-04-22T19:25:44.085" v="3324" actId="115"/>
          <ac:spMkLst>
            <pc:docMk/>
            <pc:sldMk cId="3316577564" sldId="550"/>
            <ac:spMk id="8" creationId="{3DDF7EAA-A98D-5844-3DD4-6E128D26503B}"/>
          </ac:spMkLst>
        </pc:spChg>
        <pc:picChg chg="add mod">
          <ac:chgData name="Michael Hill" userId="41dba03d-e58d-4389-9894-554c10310ba4" providerId="ADAL" clId="{EF23FE1D-A042-481E-AFD7-2A9FB0847F54}" dt="2026-04-22T19:28:45.730" v="3701"/>
          <ac:picMkLst>
            <pc:docMk/>
            <pc:sldMk cId="3316577564" sldId="550"/>
            <ac:picMk id="6146" creationId="{A8720B46-8410-969D-EA8F-2B82CA4CD168}"/>
          </ac:picMkLst>
        </pc:picChg>
      </pc:sldChg>
      <pc:sldChg chg="modSp add mod">
        <pc:chgData name="Michael Hill" userId="41dba03d-e58d-4389-9894-554c10310ba4" providerId="ADAL" clId="{EF23FE1D-A042-481E-AFD7-2A9FB0847F54}" dt="2026-04-22T19:29:06.780" v="3742" actId="20577"/>
        <pc:sldMkLst>
          <pc:docMk/>
          <pc:sldMk cId="1948706414" sldId="551"/>
        </pc:sldMkLst>
        <pc:spChg chg="mod">
          <ac:chgData name="Michael Hill" userId="41dba03d-e58d-4389-9894-554c10310ba4" providerId="ADAL" clId="{EF23FE1D-A042-481E-AFD7-2A9FB0847F54}" dt="2026-04-22T19:26:18.071" v="3338" actId="14100"/>
          <ac:spMkLst>
            <pc:docMk/>
            <pc:sldMk cId="1948706414" sldId="551"/>
            <ac:spMk id="5" creationId="{255096A8-A67C-9487-F29B-2DD1484B27F6}"/>
          </ac:spMkLst>
        </pc:spChg>
        <pc:spChg chg="mod">
          <ac:chgData name="Michael Hill" userId="41dba03d-e58d-4389-9894-554c10310ba4" providerId="ADAL" clId="{EF23FE1D-A042-481E-AFD7-2A9FB0847F54}" dt="2026-04-22T19:29:06.780" v="3742" actId="20577"/>
          <ac:spMkLst>
            <pc:docMk/>
            <pc:sldMk cId="1948706414" sldId="551"/>
            <ac:spMk id="8" creationId="{55133D9B-F53C-E3E7-B6D6-A3F21A65B2F4}"/>
          </ac:spMkLst>
        </pc:spChg>
      </pc:sldChg>
      <pc:sldChg chg="add del">
        <pc:chgData name="Michael Hill" userId="41dba03d-e58d-4389-9894-554c10310ba4" providerId="ADAL" clId="{EF23FE1D-A042-481E-AFD7-2A9FB0847F54}" dt="2026-04-22T19:25:53.829" v="3325" actId="47"/>
        <pc:sldMkLst>
          <pc:docMk/>
          <pc:sldMk cId="2485827168" sldId="551"/>
        </pc:sldMkLst>
      </pc:sldChg>
      <pc:sldChg chg="modSp add mod">
        <pc:chgData name="Michael Hill" userId="41dba03d-e58d-4389-9894-554c10310ba4" providerId="ADAL" clId="{EF23FE1D-A042-481E-AFD7-2A9FB0847F54}" dt="2026-04-22T19:40:09.167" v="4059" actId="115"/>
        <pc:sldMkLst>
          <pc:docMk/>
          <pc:sldMk cId="3580306311" sldId="552"/>
        </pc:sldMkLst>
        <pc:spChg chg="mod">
          <ac:chgData name="Michael Hill" userId="41dba03d-e58d-4389-9894-554c10310ba4" providerId="ADAL" clId="{EF23FE1D-A042-481E-AFD7-2A9FB0847F54}" dt="2026-04-22T19:29:39.796" v="3752" actId="20577"/>
          <ac:spMkLst>
            <pc:docMk/>
            <pc:sldMk cId="3580306311" sldId="552"/>
            <ac:spMk id="5" creationId="{87395E61-B0B9-17B4-E7F1-BA75827406B0}"/>
          </ac:spMkLst>
        </pc:spChg>
        <pc:spChg chg="mod">
          <ac:chgData name="Michael Hill" userId="41dba03d-e58d-4389-9894-554c10310ba4" providerId="ADAL" clId="{EF23FE1D-A042-481E-AFD7-2A9FB0847F54}" dt="2026-04-22T19:40:09.167" v="4059" actId="115"/>
          <ac:spMkLst>
            <pc:docMk/>
            <pc:sldMk cId="3580306311" sldId="552"/>
            <ac:spMk id="8" creationId="{15F56968-370E-8E2B-1EB5-97445CC55F45}"/>
          </ac:spMkLst>
        </pc:spChg>
      </pc:sldChg>
      <pc:sldChg chg="modSp add mod">
        <pc:chgData name="Michael Hill" userId="41dba03d-e58d-4389-9894-554c10310ba4" providerId="ADAL" clId="{EF23FE1D-A042-481E-AFD7-2A9FB0847F54}" dt="2026-04-22T19:47:21.648" v="4699" actId="115"/>
        <pc:sldMkLst>
          <pc:docMk/>
          <pc:sldMk cId="2126115532" sldId="553"/>
        </pc:sldMkLst>
        <pc:spChg chg="mod">
          <ac:chgData name="Michael Hill" userId="41dba03d-e58d-4389-9894-554c10310ba4" providerId="ADAL" clId="{EF23FE1D-A042-481E-AFD7-2A9FB0847F54}" dt="2026-04-22T19:47:21.648" v="4699" actId="115"/>
          <ac:spMkLst>
            <pc:docMk/>
            <pc:sldMk cId="2126115532" sldId="553"/>
            <ac:spMk id="8" creationId="{FFEBC145-2559-D01F-0450-400D9C5E363B}"/>
          </ac:spMkLst>
        </pc:spChg>
      </pc:sldChg>
      <pc:sldChg chg="addSp modSp add mod">
        <pc:chgData name="Michael Hill" userId="41dba03d-e58d-4389-9894-554c10310ba4" providerId="ADAL" clId="{EF23FE1D-A042-481E-AFD7-2A9FB0847F54}" dt="2026-04-22T19:56:31.250" v="5553" actId="1076"/>
        <pc:sldMkLst>
          <pc:docMk/>
          <pc:sldMk cId="3213424970" sldId="554"/>
        </pc:sldMkLst>
        <pc:spChg chg="mod">
          <ac:chgData name="Michael Hill" userId="41dba03d-e58d-4389-9894-554c10310ba4" providerId="ADAL" clId="{EF23FE1D-A042-481E-AFD7-2A9FB0847F54}" dt="2026-04-22T19:47:35.303" v="4709" actId="14100"/>
          <ac:spMkLst>
            <pc:docMk/>
            <pc:sldMk cId="3213424970" sldId="554"/>
            <ac:spMk id="5" creationId="{22E17DDB-A0D2-B3CD-9790-8190A070E11C}"/>
          </ac:spMkLst>
        </pc:spChg>
        <pc:spChg chg="mod">
          <ac:chgData name="Michael Hill" userId="41dba03d-e58d-4389-9894-554c10310ba4" providerId="ADAL" clId="{EF23FE1D-A042-481E-AFD7-2A9FB0847F54}" dt="2026-04-22T19:49:49.189" v="4984" actId="115"/>
          <ac:spMkLst>
            <pc:docMk/>
            <pc:sldMk cId="3213424970" sldId="554"/>
            <ac:spMk id="8" creationId="{10574FCE-CC03-9413-EAC5-597BAC65F0AA}"/>
          </ac:spMkLst>
        </pc:spChg>
        <pc:picChg chg="add mod">
          <ac:chgData name="Michael Hill" userId="41dba03d-e58d-4389-9894-554c10310ba4" providerId="ADAL" clId="{EF23FE1D-A042-481E-AFD7-2A9FB0847F54}" dt="2026-04-22T19:56:31.250" v="5553" actId="1076"/>
          <ac:picMkLst>
            <pc:docMk/>
            <pc:sldMk cId="3213424970" sldId="554"/>
            <ac:picMk id="7170" creationId="{EC012BD2-15E9-5F30-AF76-F0BAFF925A21}"/>
          </ac:picMkLst>
        </pc:picChg>
      </pc:sldChg>
      <pc:sldChg chg="addSp modSp add mod">
        <pc:chgData name="Michael Hill" userId="41dba03d-e58d-4389-9894-554c10310ba4" providerId="ADAL" clId="{EF23FE1D-A042-481E-AFD7-2A9FB0847F54}" dt="2026-04-22T19:56:36.544" v="5556" actId="1076"/>
        <pc:sldMkLst>
          <pc:docMk/>
          <pc:sldMk cId="595247967" sldId="555"/>
        </pc:sldMkLst>
        <pc:spChg chg="mod">
          <ac:chgData name="Michael Hill" userId="41dba03d-e58d-4389-9894-554c10310ba4" providerId="ADAL" clId="{EF23FE1D-A042-481E-AFD7-2A9FB0847F54}" dt="2026-04-22T19:51:10.643" v="5088" actId="115"/>
          <ac:spMkLst>
            <pc:docMk/>
            <pc:sldMk cId="595247967" sldId="555"/>
            <ac:spMk id="8" creationId="{07A0A085-2B76-9420-A5B3-3A4DF9562EEA}"/>
          </ac:spMkLst>
        </pc:spChg>
        <pc:graphicFrameChg chg="add mod modGraphic">
          <ac:chgData name="Michael Hill" userId="41dba03d-e58d-4389-9894-554c10310ba4" providerId="ADAL" clId="{EF23FE1D-A042-481E-AFD7-2A9FB0847F54}" dt="2026-04-22T19:53:09.433" v="5101" actId="20577"/>
          <ac:graphicFrameMkLst>
            <pc:docMk/>
            <pc:sldMk cId="595247967" sldId="555"/>
            <ac:graphicFrameMk id="2" creationId="{5D98E6A5-A691-24B9-E95C-795B12AB390F}"/>
          </ac:graphicFrameMkLst>
        </pc:graphicFrameChg>
        <pc:picChg chg="add mod">
          <ac:chgData name="Michael Hill" userId="41dba03d-e58d-4389-9894-554c10310ba4" providerId="ADAL" clId="{EF23FE1D-A042-481E-AFD7-2A9FB0847F54}" dt="2026-04-22T19:56:36.544" v="5556" actId="1076"/>
          <ac:picMkLst>
            <pc:docMk/>
            <pc:sldMk cId="595247967" sldId="555"/>
            <ac:picMk id="3" creationId="{C264E970-2E05-359D-B95E-5C75BBD5B9CA}"/>
          </ac:picMkLst>
        </pc:picChg>
      </pc:sldChg>
      <pc:sldChg chg="addSp modSp add mod">
        <pc:chgData name="Michael Hill" userId="41dba03d-e58d-4389-9894-554c10310ba4" providerId="ADAL" clId="{EF23FE1D-A042-481E-AFD7-2A9FB0847F54}" dt="2026-04-22T19:56:40.436" v="5559" actId="1076"/>
        <pc:sldMkLst>
          <pc:docMk/>
          <pc:sldMk cId="1589662715" sldId="556"/>
        </pc:sldMkLst>
        <pc:graphicFrameChg chg="modGraphic">
          <ac:chgData name="Michael Hill" userId="41dba03d-e58d-4389-9894-554c10310ba4" providerId="ADAL" clId="{EF23FE1D-A042-481E-AFD7-2A9FB0847F54}" dt="2026-04-22T19:53:33.502" v="5116" actId="20577"/>
          <ac:graphicFrameMkLst>
            <pc:docMk/>
            <pc:sldMk cId="1589662715" sldId="556"/>
            <ac:graphicFrameMk id="2" creationId="{76210142-7636-2740-946C-7ED6A2D69B32}"/>
          </ac:graphicFrameMkLst>
        </pc:graphicFrameChg>
        <pc:picChg chg="add mod">
          <ac:chgData name="Michael Hill" userId="41dba03d-e58d-4389-9894-554c10310ba4" providerId="ADAL" clId="{EF23FE1D-A042-481E-AFD7-2A9FB0847F54}" dt="2026-04-22T19:56:40.436" v="5559" actId="1076"/>
          <ac:picMkLst>
            <pc:docMk/>
            <pc:sldMk cId="1589662715" sldId="556"/>
            <ac:picMk id="3" creationId="{1096C52A-0448-A868-FB3E-5C7BC324BC50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4-22T19:56:41.156" v="5560"/>
        <pc:sldMkLst>
          <pc:docMk/>
          <pc:sldMk cId="2081802851" sldId="557"/>
        </pc:sldMkLst>
        <pc:spChg chg="mod">
          <ac:chgData name="Michael Hill" userId="41dba03d-e58d-4389-9894-554c10310ba4" providerId="ADAL" clId="{EF23FE1D-A042-481E-AFD7-2A9FB0847F54}" dt="2026-04-22T19:55:16.906" v="5336" actId="20577"/>
          <ac:spMkLst>
            <pc:docMk/>
            <pc:sldMk cId="2081802851" sldId="557"/>
            <ac:spMk id="8" creationId="{76E29BFD-372A-F45F-5318-63AB648965BF}"/>
          </ac:spMkLst>
        </pc:spChg>
        <pc:graphicFrameChg chg="del">
          <ac:chgData name="Michael Hill" userId="41dba03d-e58d-4389-9894-554c10310ba4" providerId="ADAL" clId="{EF23FE1D-A042-481E-AFD7-2A9FB0847F54}" dt="2026-04-22T19:54:03.983" v="5118" actId="478"/>
          <ac:graphicFrameMkLst>
            <pc:docMk/>
            <pc:sldMk cId="2081802851" sldId="557"/>
            <ac:graphicFrameMk id="2" creationId="{BB8DF9A2-0858-F07C-0D33-9F485042A93C}"/>
          </ac:graphicFrameMkLst>
        </pc:graphicFrameChg>
        <pc:picChg chg="add mod">
          <ac:chgData name="Michael Hill" userId="41dba03d-e58d-4389-9894-554c10310ba4" providerId="ADAL" clId="{EF23FE1D-A042-481E-AFD7-2A9FB0847F54}" dt="2026-04-22T19:56:41.156" v="5560"/>
          <ac:picMkLst>
            <pc:docMk/>
            <pc:sldMk cId="2081802851" sldId="557"/>
            <ac:picMk id="3" creationId="{4ADDAAD5-0F5D-E12E-BF85-92D4718B1D4C}"/>
          </ac:picMkLst>
        </pc:picChg>
      </pc:sldChg>
      <pc:sldChg chg="addSp modSp add mod">
        <pc:chgData name="Michael Hill" userId="41dba03d-e58d-4389-9894-554c10310ba4" providerId="ADAL" clId="{EF23FE1D-A042-481E-AFD7-2A9FB0847F54}" dt="2026-04-22T19:56:42.449" v="5561"/>
        <pc:sldMkLst>
          <pc:docMk/>
          <pc:sldMk cId="687799444" sldId="558"/>
        </pc:sldMkLst>
        <pc:spChg chg="mod">
          <ac:chgData name="Michael Hill" userId="41dba03d-e58d-4389-9894-554c10310ba4" providerId="ADAL" clId="{EF23FE1D-A042-481E-AFD7-2A9FB0847F54}" dt="2026-04-22T19:55:56.574" v="5549" actId="20577"/>
          <ac:spMkLst>
            <pc:docMk/>
            <pc:sldMk cId="687799444" sldId="558"/>
            <ac:spMk id="8" creationId="{D4FF6F8C-9749-A119-D9F4-8300E91EA8DC}"/>
          </ac:spMkLst>
        </pc:spChg>
        <pc:picChg chg="add mod">
          <ac:chgData name="Michael Hill" userId="41dba03d-e58d-4389-9894-554c10310ba4" providerId="ADAL" clId="{EF23FE1D-A042-481E-AFD7-2A9FB0847F54}" dt="2026-04-22T19:56:42.449" v="5561"/>
          <ac:picMkLst>
            <pc:docMk/>
            <pc:sldMk cId="687799444" sldId="558"/>
            <ac:picMk id="2" creationId="{E5BEF177-8726-DCE1-37BC-B757519283D4}"/>
          </ac:picMkLst>
        </pc:picChg>
      </pc:sldChg>
      <pc:sldChg chg="addSp modSp add mod">
        <pc:chgData name="Michael Hill" userId="41dba03d-e58d-4389-9894-554c10310ba4" providerId="ADAL" clId="{EF23FE1D-A042-481E-AFD7-2A9FB0847F54}" dt="2026-04-22T19:58:55.644" v="5865" actId="1076"/>
        <pc:sldMkLst>
          <pc:docMk/>
          <pc:sldMk cId="278657106" sldId="559"/>
        </pc:sldMkLst>
        <pc:spChg chg="mod">
          <ac:chgData name="Michael Hill" userId="41dba03d-e58d-4389-9894-554c10310ba4" providerId="ADAL" clId="{EF23FE1D-A042-481E-AFD7-2A9FB0847F54}" dt="2026-04-22T19:56:56.149" v="5578" actId="1076"/>
          <ac:spMkLst>
            <pc:docMk/>
            <pc:sldMk cId="278657106" sldId="559"/>
            <ac:spMk id="5" creationId="{F885B451-24D7-F15F-1C56-FAA805765F56}"/>
          </ac:spMkLst>
        </pc:spChg>
        <pc:spChg chg="mod">
          <ac:chgData name="Michael Hill" userId="41dba03d-e58d-4389-9894-554c10310ba4" providerId="ADAL" clId="{EF23FE1D-A042-481E-AFD7-2A9FB0847F54}" dt="2026-04-22T19:58:30.087" v="5860" actId="115"/>
          <ac:spMkLst>
            <pc:docMk/>
            <pc:sldMk cId="278657106" sldId="559"/>
            <ac:spMk id="8" creationId="{C618F39B-E73E-EBBE-80F7-B47463BAC4E5}"/>
          </ac:spMkLst>
        </pc:spChg>
        <pc:picChg chg="add mod">
          <ac:chgData name="Michael Hill" userId="41dba03d-e58d-4389-9894-554c10310ba4" providerId="ADAL" clId="{EF23FE1D-A042-481E-AFD7-2A9FB0847F54}" dt="2026-04-22T19:58:55.644" v="5865" actId="1076"/>
          <ac:picMkLst>
            <pc:docMk/>
            <pc:sldMk cId="278657106" sldId="559"/>
            <ac:picMk id="8194" creationId="{7EB63E01-5198-35D0-F664-F90A99EB16DF}"/>
          </ac:picMkLst>
        </pc:picChg>
      </pc:sldChg>
      <pc:sldChg chg="modSp add mod">
        <pc:chgData name="Michael Hill" userId="41dba03d-e58d-4389-9894-554c10310ba4" providerId="ADAL" clId="{EF23FE1D-A042-481E-AFD7-2A9FB0847F54}" dt="2026-04-22T20:12:40.102" v="6101" actId="115"/>
        <pc:sldMkLst>
          <pc:docMk/>
          <pc:sldMk cId="479689212" sldId="560"/>
        </pc:sldMkLst>
        <pc:spChg chg="mod">
          <ac:chgData name="Michael Hill" userId="41dba03d-e58d-4389-9894-554c10310ba4" providerId="ADAL" clId="{EF23FE1D-A042-481E-AFD7-2A9FB0847F54}" dt="2026-04-22T20:12:40.102" v="6101" actId="115"/>
          <ac:spMkLst>
            <pc:docMk/>
            <pc:sldMk cId="479689212" sldId="560"/>
            <ac:spMk id="8" creationId="{A0204468-31F5-3AC4-4DAF-E8591F081981}"/>
          </ac:spMkLst>
        </pc:spChg>
      </pc:sldChg>
      <pc:sldChg chg="modSp add mod">
        <pc:chgData name="Michael Hill" userId="41dba03d-e58d-4389-9894-554c10310ba4" providerId="ADAL" clId="{EF23FE1D-A042-481E-AFD7-2A9FB0847F54}" dt="2026-04-22T20:16:11.903" v="6454" actId="115"/>
        <pc:sldMkLst>
          <pc:docMk/>
          <pc:sldMk cId="3393480819" sldId="561"/>
        </pc:sldMkLst>
        <pc:spChg chg="mod">
          <ac:chgData name="Michael Hill" userId="41dba03d-e58d-4389-9894-554c10310ba4" providerId="ADAL" clId="{EF23FE1D-A042-481E-AFD7-2A9FB0847F54}" dt="2026-04-22T20:16:11.903" v="6454" actId="115"/>
          <ac:spMkLst>
            <pc:docMk/>
            <pc:sldMk cId="3393480819" sldId="561"/>
            <ac:spMk id="8" creationId="{ACCA04B3-650E-81E9-DB0A-021BC207DA95}"/>
          </ac:spMkLst>
        </pc:spChg>
        <pc:picChg chg="mod">
          <ac:chgData name="Michael Hill" userId="41dba03d-e58d-4389-9894-554c10310ba4" providerId="ADAL" clId="{EF23FE1D-A042-481E-AFD7-2A9FB0847F54}" dt="2026-04-22T20:15:33.908" v="6447" actId="1076"/>
          <ac:picMkLst>
            <pc:docMk/>
            <pc:sldMk cId="3393480819" sldId="561"/>
            <ac:picMk id="8194" creationId="{6B912387-26AB-0E9C-ACD2-01EEEB78E7EE}"/>
          </ac:picMkLst>
        </pc:picChg>
      </pc:sldChg>
      <pc:sldChg chg="delSp modSp add mod">
        <pc:chgData name="Michael Hill" userId="41dba03d-e58d-4389-9894-554c10310ba4" providerId="ADAL" clId="{EF23FE1D-A042-481E-AFD7-2A9FB0847F54}" dt="2026-04-22T20:17:42.353" v="6913" actId="115"/>
        <pc:sldMkLst>
          <pc:docMk/>
          <pc:sldMk cId="2502719552" sldId="562"/>
        </pc:sldMkLst>
        <pc:spChg chg="mod">
          <ac:chgData name="Michael Hill" userId="41dba03d-e58d-4389-9894-554c10310ba4" providerId="ADAL" clId="{EF23FE1D-A042-481E-AFD7-2A9FB0847F54}" dt="2026-04-22T20:17:42.353" v="6913" actId="115"/>
          <ac:spMkLst>
            <pc:docMk/>
            <pc:sldMk cId="2502719552" sldId="562"/>
            <ac:spMk id="8" creationId="{D2C5C0D5-B320-700D-07D2-A712DECCA694}"/>
          </ac:spMkLst>
        </pc:spChg>
        <pc:picChg chg="del">
          <ac:chgData name="Michael Hill" userId="41dba03d-e58d-4389-9894-554c10310ba4" providerId="ADAL" clId="{EF23FE1D-A042-481E-AFD7-2A9FB0847F54}" dt="2026-04-22T20:17:37.379" v="6911" actId="478"/>
          <ac:picMkLst>
            <pc:docMk/>
            <pc:sldMk cId="2502719552" sldId="562"/>
            <ac:picMk id="8194" creationId="{947EA6A6-75B2-6CB2-4F36-81A04CE6882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24575,'8'7'0,"1"0"0,0 0 0,0-1 0,1 0 0,-1-1 0,1 0 0,1 0 0,10 3 0,91 22 0,-90-25 0,385 66 0,-175-35 0,708 152 0,-743-147 0,-72-9 0,139 53 0,-121-42 0,-88-29 0,82 34 0,-62-12 0,-75-36 0,1 1 0,-1-1 0,1 0 0,-1 1 0,1-1 0,0 1 0,-1-1 0,1 1 0,-1-1 0,0 1 0,1-1 0,-1 1 0,1-1 0,-1 1 0,0 0 0,0-1 0,1 1 0,-1 0 0,0-1 0,0 1 0,0 0 0,1-1 0,-1 1 0,0 0 0,0-1 0,0 1 0,0 0 0,0-1 0,-1 1 0,1 0 0,0-1 0,0 1 0,0 0 0,-1-1 0,1 1 0,0 0 0,0-1 0,-1 1 0,1-1 0,-1 1 0,1 0 0,-1-1 0,1 1 0,0-1 0,-1 1 0,0-1 0,1 0 0,-1 1 0,0 0 0,-33 19 0,33-19 0,-237 90 0,160-65 0,-29 6 0,74-24 0,0 2 0,0 1 0,1 1 0,1 2 0,-55 32 0,74-36 0,0 0 0,0 1 0,1 1 0,-17 24 0,-6 6 0,-102 107 0,-61 72 0,182-204 0,2 0 0,0 1 0,1 0 0,1 1 0,0 0 0,2 1 0,-14 38 0,10-9 0,2 1 0,2 0 0,2 0 0,3 1 0,1 0 0,6 57 0,-1-96 0,0 0 0,1-1 0,1 1 0,0 0 0,0-1 0,1 0 0,1 0 0,0 0 0,0-1 0,1 0 0,0 0 0,1-1 0,0 1 0,1-2 0,0 1 0,0-1 0,11 7 0,8 4 0,0-1 0,1-2 0,1 0 0,0-2 0,33 10 0,19 2 0,0-3 0,2-5 0,128 14 0,255-9 0,-276-18 0,45 17 0,25 1 0,111-19 0,663-81 0,-731 33 0,855-154 0,-1055 173 0,-2-5 0,194-84 0,-222 78 0,-2-3 0,-2-4 0,-2-2 0,90-78 0,-127 94 0,0-2 0,-2-1 0,-2-2 0,26-39 0,77-151 0,-81 134 0,12-19 0,52-130 0,-96 195 0,-2 0 0,-2-1 0,-3 0 0,-1-1 0,-2 0 0,2-63 0,-8 69 0,0 10 0,-1 1 0,-1 0 0,-7-46 0,6 67 0,0 0 0,0 0 0,-1 1 0,1-1 0,-2 1 0,1 0 0,-1 0 0,0 0 0,-1 0 0,1 0 0,-2 1 0,1 0 0,0 0 0,-1 1 0,0-1 0,-1 1 0,-11-7 0,-3 1 0,-1 1 0,0 1 0,-1 1 0,0 1 0,0 1 0,-1 1 0,-42-4 0,-182 4 0,175 6 0,-368 1 0,-376 6 0,49 61 0,635-53 0,-207 26 0,-602 65 0,624-60 0,257-33 0,1 2 0,1 4 0,-66 30 0,-16 16 0,-226 73 0,273-118-55,55-14 132,-42 15 0,70-19-240,0 1 1,1 1-1,0 0 0,0 0 1,0 1-1,0 0 0,1 1 1,-12 11-1,3 2-6663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6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77 24575,'61'-4'0,"-1"-2"0,0-3 0,0-2 0,75-25 0,-127 33 0,-1 1 0,1 1 0,0-1 0,0 1 0,0 0 0,0 1 0,0 0 0,11 1 0,-15 0 0,0 0 0,-1 0 0,1 1 0,-1-1 0,0 1 0,1 0 0,-1 0 0,0 0 0,0 0 0,0 0 0,-1 1 0,1-1 0,0 1 0,-1 0 0,0 0 0,1 0 0,-1 0 0,0 0 0,-1 0 0,3 6 0,7 17 0,-2 0 0,0 1 0,-2 0 0,-1 1 0,-1 0 0,-1 0 0,-1 53 0,-5-11 0,-21 140 0,17-172 0,-1 1 0,-3-1 0,-1-1 0,-28 68 0,34-95 0,-1 0 0,1 0 0,-1 0 0,-1 0 0,0-1 0,0 0 0,-1-1 0,0 0 0,-1 0 0,1 0 0,-2-1 0,1-1 0,-1 0 0,0 0 0,0 0 0,0-1 0,-1-1 0,0 0 0,0 0 0,0-1 0,-12 1 0,-7 0-76,-1-2 1,1-1-1,0-1 0,-1-1 0,1-2 0,0-1 0,0-2 0,0-1 1,1-1-1,0-1 0,1-2 0,0-1 0,0-1 0,1-1 1,1-1-1,1-2 0,-40-33 0,33 18-6750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197 109 24575,'0'-1'0,"0"-1"0,-1 0 0,1 1 0,-1-1 0,1 1 0,-1-1 0,0 1 0,0-1 0,1 1 0,-1-1 0,0 1 0,-1 0 0,1-1 0,0 1 0,0 0 0,0 0 0,-1 0 0,1 0 0,0 0 0,-1 0 0,1 0 0,-1 1 0,1-1 0,-1 0 0,0 1 0,1 0 0,-1-1 0,0 1 0,1 0 0,-3-1 0,-2 0 0,0 0 0,0 1 0,0-1 0,-1 1 0,1 1 0,-12 1 0,13-1 0,0 1 0,0 0 0,0 1 0,0-1 0,0 1 0,1 0 0,-1 0 0,1 1 0,0-1 0,0 1 0,0 0 0,0 0 0,1 0 0,-1 0 0,1 1 0,0 0 0,0-1 0,1 1 0,0 0 0,0 0 0,0 0 0,0 1 0,-1 8 0,-2 12 0,0 0 0,2 0 0,1 41 0,1-61 0,1 7 0,0 1 0,1 0 0,0-1 0,1 1 0,0-1 0,9 24 0,-9-31 0,0-1 0,0 0 0,1 0 0,0 0 0,0-1 0,0 1 0,1-1 0,0 1 0,0-1 0,0 0 0,0 0 0,0-1 0,1 0 0,0 1 0,-1-1 0,1-1 0,0 1 0,1-1 0,6 3 0,0-2 0,0 0 0,-1 0 0,1-1 0,1 0 0,-1-1 0,0-1 0,0 0 0,15-1 0,-22 0 0,1 0 0,-1 0 0,1-1 0,-1 1 0,0-1 0,0 0 0,0 0 0,0-1 0,0 0 0,0 0 0,-1 0 0,1 0 0,-1-1 0,0 1 0,0-1 0,0 0 0,0 0 0,-1-1 0,0 1 0,5-9 0,10-22 0,-2-1 0,-1-1 0,-1-1 0,-3 0 0,-1 0 0,-1-1 0,4-61 0,-13 97 0,0-1 0,0 0 0,0 0 0,-1 0 0,1 1 0,-1-1 0,0 0 0,0 1 0,-1-1 0,1 1 0,-1-1 0,1 1 0,-1-1 0,0 1 0,0 0 0,-1 0 0,-4-5 0,2 4 0,0 0 0,0 1 0,0-1 0,-1 1 0,1 0 0,-1 1 0,0-1 0,1 1 0,-14-3 0,-3 2 0,0 0 0,0 1 0,-1 1 0,-43 5 0,14 5-1365,11 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0 24575,'-8'1'0,"-1"0"0,1 0 0,-1 1 0,1 0 0,0 1 0,0 0 0,0 0 0,0 1 0,0 0 0,1 0 0,-8 6 0,-12 10 0,-34 32 0,57-49 0,2-1 0,-9 8 0,0 0 0,0 1 0,1 0 0,-15 22 0,23-30 0,1-1 0,-1 0 0,1 1 0,0-1 0,0 1 0,0-1 0,0 1 0,0 0 0,1-1 0,-1 1 0,1 0 0,-1 0 0,1-1 0,0 1 0,0 0 0,1 0 0,-1-1 0,0 1 0,1 0 0,0 0 0,-1-1 0,1 1 0,0-1 0,1 1 0,-1-1 0,0 1 0,1-1 0,-1 1 0,1-1 0,0 0 0,0 0 0,-1 0 0,4 2 0,3 2 0,1 0 0,0 0 0,0-1 0,1 0 0,0-1 0,-1 0 0,1 0 0,1-1 0,-1 0 0,21 2 0,12 0 0,57-2 0,-86-3 0,19 0 0,-15-2 0,0 2 0,0 0 0,0 2 0,25 4 0,-40-6 0,0 1 0,0-1 0,-1 1 0,1 0 0,0 0 0,-1 0 0,1 0 0,-1 1 0,1-1 0,-1 1 0,0-1 0,1 1 0,-1 0 0,0 0 0,0 0 0,0 0 0,-1 0 0,1 0 0,0 0 0,-1 1 0,1-1 0,-1 1 0,0-1 0,0 1 0,0 0 0,0-1 0,0 1 0,-1 0 0,1 0 0,-1-1 0,0 1 0,0 0 0,0 0 0,0 4 0,-1-3 0,0 0 0,1 1 0,-2-1 0,1 0 0,0 0 0,-1 0 0,0 0 0,0 0 0,0-1 0,0 1 0,0-1 0,-1 1 0,0-1 0,0 0 0,0 0 0,0 0 0,0 0 0,0 0 0,-1-1 0,1 1 0,-7 2 0,-7 3 0,-1-1 0,0-1 0,-33 8 0,-17 7 0,-62 40 69,-48 18-1503,146-69-5392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24575,'-1'171'0,"21"458"0,4-419 0,20-356 0,-26 103 0,1 0 0,3 1 0,1 1 0,49-65 0,-64 95 0,0 1 0,1-1 0,0 2 0,1-1 0,0 1 0,1 1 0,-1 0 0,2 0 0,-1 1 0,16-7 0,-12 8 0,1 1 0,0 0 0,-1 1 0,1 1 0,0 1 0,1 0 0,-1 1 0,19 2 0,-24-1 0,30 0 0,-1 2 0,73 14 0,-101-14 0,0 2 0,0 0 0,0 0 0,0 1 0,-1 0 0,0 1 0,0 0 0,-1 1 0,1 1 0,-2-1 0,1 1 0,-1 1 0,13 14 0,7 19 0,-2 0 0,-2 2 0,36 83 0,-51-103-195,-1 1 0,-1-1 0,-2 2 0,0-1 0,-2 1 0,3 35 0,-6-20-6631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5181 2 24575,'-44'0'0,"-33"-1"0,0 3 0,0 3 0,-78 16 0,62 3 0,2 4 0,1 4 0,2 4 0,-165 92 0,-282 130 0,484-233 0,1 3 0,-55 41 0,6-4 0,67-46 0,-1-1 0,0-1 0,-1-3 0,-1 0 0,0-2 0,-41 8 0,-66 13 0,54-11 0,-106 13 0,-348 31 0,-440 31 0,792-84 0,168-9 0,0 0 0,0 1 0,0 1 0,0 2 0,1 0 0,-26 14 0,26-11 0,-110 69 0,114-68 0,1 1 0,1 0 0,0 2 0,1-1 0,-20 27 0,-57 85 0,-139 260 0,209-338 0,2 0 0,2 2 0,3 0 0,1 0 0,-10 92 0,16-49 0,3 0 0,12 126 0,-4-176 0,1-1 0,2 0 0,17 57 0,-19-84 0,0 0 0,1-1 0,0 0 0,1 0 0,1-1 0,0 0 0,1 0 0,0 0 0,1-1 0,0-1 0,1 0 0,22 17 0,-24-22 0,0-1 0,1 0 0,0-1 0,0 0 0,0 0 0,0-1 0,0-1 0,1 1 0,17 0 0,13-1 0,49-3 0,-42 0 0,662 31 0,222-17 0,-567-16 0,604 3 0,-874-2 0,144-24 0,92-37 0,-13 3 0,-5 3 0,398-127 0,-608 147 0,105-54 0,31-13 0,-71 36 0,283-158 0,-428 212 0,0 0 0,-1-1 0,0-1 0,32-32 0,-47 41 0,0-1 0,0 0 0,-1-1 0,0 0 0,0 0 0,-1 0 0,0 0 0,-1-1 0,0 0 0,-1 0 0,0 0 0,0 0 0,-1-1 0,1-17 0,-2 21 0,1-27 0,-2 1 0,-5-51 0,4 75 0,0 0 0,-1 0 0,0 1 0,-1-1 0,0 1 0,0-1 0,-1 1 0,0 0 0,0 0 0,-1 0 0,0 1 0,-1 0 0,1 0 0,-11-10 0,-13-4 0,-2 0 0,0 2 0,-1 1 0,-63-24 0,35 15 0,30 13 0,-1 1 0,-1 2 0,0 1 0,0 1 0,-63-8 0,-77 0 0,-330-16 0,-451 35 0,928-3 0,1-1 0,-1 0 0,1-2 0,0-1 0,-45-16 0,-106-58 0,91 38 0,4 9 0,-19-9 0,59 22 0,0 1 0,-1 3 0,-1 1 0,-72-13 0,-164-28 0,231 47 0,-67-10 0,-155-6 0,-233 26-1365,462-2-5461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3153 0 24575,'-806'0'0,"772"3"0,1 2 0,0 0 0,0 3 0,0 1 0,1 1 0,-52 24 0,-10 2 0,-341 95 0,167-56 0,161-43 0,-592 205 0,665-223 0,1 2 0,1 1 0,1 1 0,1 2 0,0 1 0,2 2 0,-30 29 0,43-37 0,1 1 0,1 0 0,0 1 0,1 1 0,1 0 0,1 1 0,0 0 0,1 0 0,2 1 0,0 0 0,1 1 0,0-1 0,-2 30 0,-9 86 0,3-42 0,5 0 0,5 169 0,7-240 0,1 0 0,1-1 0,1 1 0,1-1 0,1-1 0,1 0 0,0 0 0,2 0 0,1-1 0,0-1 0,1 0 0,1-1 0,17 17 0,-10-13 0,1-1 0,1 0 0,1-2 0,0-1 0,1-1 0,1-2 0,1 0 0,0-1 0,44 15 0,1-9 0,0-3 0,1-3 0,143 9 0,232-22 0,-234-5 0,1515 4 0,-1647-3 0,-1-3 0,118-23 0,156-60 0,-216 57 0,24-7 0,-141 32 0,0-1 0,0-1 0,-1 0 0,-1-2 0,22-15 0,-29 16 0,1-1 0,-2 0 0,0-1 0,0-1 0,15-22 0,43-77 0,-49 77 0,-5 2 0,-1 0 0,-1-1 0,-2 0 0,8-42 0,5-11 0,19-41 0,22-78 0,-56 168 0,-2-1 0,-2 0 0,2-62 0,-7 82 0,0-14 0,-1-1 0,-2 1 0,-8-47 0,8 71 0,0 1 0,-1-1 0,0 0 0,0 1 0,-1-1 0,0 1 0,0 0 0,-1 0 0,0 0 0,0 1 0,-1 0 0,0 0 0,0 0 0,-1 1 0,0 0 0,0 0 0,-10-6 0,-1 4 0,-1 0 0,1 1 0,-2 0 0,1 2 0,-1 0 0,0 2 0,0 0 0,0 1 0,-32 1 0,17-1 0,1-1 0,-46-9 0,-81-33 0,93 24 0,0 3 0,-1 3 0,-77-6 0,-15 22 0,118 1 0,0-1 0,0-2 0,-76-12 0,-214-84 0,88 22 0,-41-18 0,249 80-1365,8-1-5461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 24575,'151'-3'0,"169"7"0,-316-3 0,1-1 0,-1 1 0,1 0 0,-1 1 0,1-1 0,-1 1 0,0 0 0,0 0 0,0 0 0,0 0 0,0 1 0,0 0 0,-1 0 0,1 0 0,-1 0 0,0 0 0,0 1 0,0-1 0,0 1 0,-1 0 0,1 0 0,-1 0 0,0 0 0,0 0 0,-1 0 0,1 1 0,-1-1 0,2 9 0,1 12 0,-1 0 0,-1 0 0,-1 0 0,-3 30 0,1-18 0,1 33 0,1-22 0,-2 0 0,-1 0 0,-13 64 0,14-107 0,0 0 0,-1 0 0,1 0 0,-1 0 0,0 0 0,-1-1 0,1 1 0,-1-1 0,0 1 0,0-1 0,0 0 0,0 0 0,-1 0 0,1-1 0,-1 1 0,0-1 0,0 0 0,-1 0 0,-7 4 0,1-3 0,0 0 0,0-1 0,0-1 0,-1 0 0,1 0 0,-1-1 0,-21-1 0,-302-9 0,320 9-341,1 0 0,-1-1-1,-26-7 1,10-2-6485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5 24575,'-9'0'0,"0"0"0,0 1 0,1-1 0,-1 2 0,0-1 0,0 2 0,1-1 0,-1 1 0,-13 6 0,17-5 0,0-1 0,0 1 0,0 0 0,1 0 0,-1 0 0,1 1 0,0-1 0,0 1 0,1 0 0,-1 0 0,1 1 0,0-1 0,0 1 0,-3 10 0,-1 7 0,0 0 0,2 0 0,1 0 0,-3 37 0,6-45 0,1 0 0,0 0 0,1 0 0,1 0 0,1 0 0,0-1 0,0 1 0,8 18 0,-8-28 0,0 0 0,1 0 0,-1 0 0,1 0 0,0-1 0,1 0 0,-1 1 0,1-1 0,-1-1 0,1 1 0,0-1 0,0 0 0,1 0 0,-1-1 0,1 1 0,-1-1 0,1 0 0,0-1 0,0 1 0,0-1 0,11 1 0,8 0 0,-1-1 0,1-1 0,47-6 0,-66 5 0,-1 0 0,1 0 0,-1-1 0,1 0 0,-1 0 0,1 0 0,-1 0 0,0-1 0,0 0 0,0 0 0,0 0 0,-1-1 0,1 0 0,7-8 0,-6 5 0,0-1 0,-1 0 0,0-1 0,0 1 0,-1-1 0,0 0 0,0 0 0,2-12 0,1-10 0,-2-1 0,-1-1 0,-1 1 0,-2-41 0,-1 62 20,0 1 0,-1-1 0,0 1 0,-1-1 0,-4-13 0,5 20-107,0 0-1,-1 1 1,0-1 0,0 0-1,0 1 1,0-1 0,-1 1-1,1 0 1,-1 0-1,0 0 1,0 0 0,0 0-1,0 1 1,0-1 0,-1 1-1,-6-3 1,-19-7-6739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24575,'0'654'0,"0"-648"0,-3 74 0,2-74 0,1-1 0,-1 1 0,0 0 0,-1-1 0,0 1 0,0-1 0,0 1 0,0-1 0,-1 0 0,-5 9 0,8-14 0,0 0 0,0 0 0,0 0 0,0 0 0,0-1 0,0 1 0,0 0 0,0 0 0,0 0 0,0 0 0,0 0 0,0 0 0,0 0 0,0 0 0,0 0 0,0-1 0,0 1 0,0 0 0,0 0 0,0 0 0,-1 0 0,1 0 0,0 0 0,0 0 0,0 0 0,0 0 0,0 0 0,0 0 0,0 0 0,0 0 0,0-1 0,0 1 0,0 0 0,0 0 0,-1 0 0,1 0 0,0 0 0,0 0 0,0 0 0,0 0 0,0 0 0,0 0 0,0 0 0,0 0 0,0 0 0,-1 0 0,1 0 0,0 0 0,0 0 0,0 0 0,0 0 0,0 0 0,0 0 0,0 0 0,0 0 0,0 0 0,0 1 0,-1-1 0,1 0 0,0 0 0,0 0 0,0 0 0,0 0 0,0 0 0,0 0 0,0 0 0,0-14 0,6-17 0,1 13 0,2-1 0,0 1 0,0 1 0,2 0 0,0 0 0,1 1 0,26-27 0,-8 14 0,0 2 0,65-43 0,-92 68 0,0 0 0,0 0 0,0 0 0,0 1 0,1-1 0,-1 1 0,0 0 0,1 0 0,-1 0 0,1 0 0,0 1 0,-1-1 0,1 1 0,-1 0 0,1 0 0,0 0 0,-1 1 0,1-1 0,4 2 0,-2 1 0,-1-1 0,0 1 0,0-1 0,0 2 0,0-1 0,0 0 0,0 1 0,-1 0 0,0 0 0,8 9 0,0 4 0,-1 0 0,-1 0 0,0 1 0,-1 1 0,13 36 0,-13-22 43,-2 0 1,5 43-1,4 22-1538,-6-63-5331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24575,'5'7'0,"0"1"0,-1-1 0,0 1 0,0 0 0,-1 0 0,0 0 0,0 0 0,-1 0 0,0 1 0,1 14 0,5 16 0,-2-18 0,14 51 0,41 99 0,-61-171 0,0 0 0,0 0 0,0 0 0,0 1 0,0-1 0,0 0 0,0 0 0,0 0 0,0 0 0,0 0 0,0 0 0,0 1 0,0-1 0,0 0 0,0 0 0,0 0 0,0 0 0,0 0 0,0 0 0,0 0 0,0 1 0,1-1 0,-1 0 0,0 0 0,0 0 0,0 0 0,0 0 0,0 0 0,0 0 0,0 0 0,1 0 0,-1 0 0,0 0 0,0 0 0,0 0 0,0 0 0,0 0 0,0 1 0,1-1 0,-1 0 0,0 0 0,0 0 0,0-1 0,0 1 0,0 0 0,0 0 0,1 0 0,-1 0 0,0 0 0,0 0 0,0 0 0,0 0 0,0 0 0,0 0 0,0 0 0,1 0 0,-1 0 0,0 0 0,0 0 0,0-1 0,0 1 0,4-12 0,1-25 0,-5 33 0,8-37 0,1 0 0,2 0 0,2 1 0,2 1 0,2 0 0,24-42 0,-36 72 0,1 1 0,0 1 0,0-1 0,0 1 0,1 0 0,0 0 0,1 1 0,-1 0 0,1 1 0,0-1 0,1 1 0,-1 1 0,1 0 0,0 0 0,0 1 0,16-4 0,-22 6 0,-1 0 0,1 1 0,0-1 0,0 1 0,0 0 0,0 0 0,-1 0 0,1 1 0,0-1 0,0 0 0,0 1 0,-1 0 0,1 0 0,0 0 0,-1 0 0,1 0 0,4 3 0,-2 0 0,-1-1 0,0 1 0,0 0 0,0 0 0,0 0 0,-1 1 0,0-1 0,5 9 0,1 5 0,0 2 0,-2-1 0,9 36 0,15 62-1365,-15-65-5461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4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7156 2 24575,'-42'0'0,"-68"-1"0,1 5 0,-142 22 0,9 33 0,68-14 0,-129 12 0,174-39 0,-103 8 0,188-21 0,-1 2 0,1 2 0,0 2 0,0 1 0,-42 20 0,35-14 0,-180 53 0,114-37 0,-174 35 0,214-58 0,0-4 0,-1-4 0,-80-6 0,27 1 0,68-2 0,-74-13 0,-4 0 0,-757 3 0,579 17 0,213-1 0,0 5 0,-204 40 0,-684 178 0,825-194 0,-107 24 0,239-44 0,0 0 0,0 3 0,2 0 0,0 3 0,-36 22 0,53-26 0,-1 2 0,2 0 0,0 1 0,1 1 0,1 0 0,0 1 0,1 1 0,1 0 0,1 1 0,1 1 0,0 0 0,2 0 0,1 0 0,-12 44 0,2 16 0,4 0 0,-8 143 0,22-222 0,-4 46 0,3 1 0,4 52 0,-1-85 0,1 1 0,0-1 0,1 0 0,1 0 0,0 0 0,1-1 0,1 0 0,1 0 0,14 23 0,-2-11 0,2-1 0,0 0 0,1-2 0,2-1 0,0 0 0,2-2 0,34 21 0,-16-16 0,1-1 0,1-3 0,96 32 0,133 26 0,-209-64 0,1-3 0,80 4 0,542-13 0,-338-8 0,1804 4 0,-2102 0 0,1-2 0,0-2 0,-1-3 0,0-2 0,-1-3 0,76-26 0,76-29 0,-153 53 0,0-2 0,0-2 0,-2-3 0,-1-1 0,59-37 0,-24 2 0,-3-3 0,-2-3 0,127-133 0,-170 149 0,-3-1 0,41-75 0,-45 72 0,-20 35 0,-1-1 0,-1-1 0,0 1 0,-1-1 0,-1 0 0,-1-1 0,0 1 0,1-35 0,-4 43 0,0 1 0,-2-1 0,1 1 0,-1-1 0,0 1 0,-1 0 0,0-1 0,-1 1 0,0 0 0,0 0 0,-1 0 0,0 1 0,0 0 0,-1-1 0,0 1 0,-1 1 0,1-1 0,-2 1 0,-6-7 0,-15-9 0,-1 1 0,0 2 0,-2 1 0,0 1 0,-1 1 0,-56-19 0,16 9 0,37 13 0,0 2 0,-1 1 0,-70-11 0,86 20 0,-1-1 0,0-1 0,1 0 0,0-2 0,0 0 0,0-1 0,1-1 0,0-1 0,0 0 0,1-2 0,0 0 0,1-1 0,0-1 0,1 0 0,-18-21 0,9 7 0,18 18 0,-1 0 0,0 0 0,0 1 0,0 0 0,-1 1 0,0-1 0,-1 2 0,0-1 0,0 2 0,0-1 0,-1 1 0,-14-5 0,-68-9 0,-1 3 0,-1 5 0,-163 1 0,81 11-1365,125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24575,'474'0'0,"-465"0"0,-1 0 0,1 0 0,0 1 0,0 1 0,-1-1 0,1 1 0,-1 0 0,0 1 0,1 0 0,12 8 0,-15-8 0,-1 1 0,0 1 0,0-1 0,0 1 0,-1 0 0,0 0 0,0 0 0,0 0 0,0 1 0,-1 0 0,0-1 0,0 1 0,-1 1 0,4 10 0,3 22 0,-2 0 0,-2 0 0,-2 1 0,-1-1 0,-6 65 0,2-38 0,-4 402 0,6-455 0,0 0 0,-1 0 0,0 0 0,-1 0 0,-1 0 0,-7 21 0,8-29 0,0-1 0,0 1 0,0-1 0,-1 0 0,0 0 0,0 0 0,0 0 0,0 0 0,0-1 0,-1 0 0,0 1 0,0-1 0,0-1 0,0 1 0,0 0 0,0-1 0,-1 0 0,1 0 0,-1 0 0,1-1 0,-6 1 0,-30 4 0,0-1 0,0-3 0,0-1 0,-64-7 0,-5 0 0,83 7 24,1-3 0,-1 0 0,1-1 0,-43-12 0,58 12-117,1 0 0,0-1 1,0 0-1,0-1 0,0 0 0,1 0 0,0-1 0,0 0 1,0-1-1,1 0 0,0 0 0,0 0 0,1-1 1,0 0-1,-5-9 0,-4-8-6733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7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24575,'-22'-1'0,"-1"2"0,1 1 0,0 0 0,-37 9 0,52-9 0,1 1 0,-1-1 0,0 1 0,1 0 0,0 1 0,-1-1 0,1 1 0,1 1 0,-1-1 0,0 1 0,1 0 0,0 0 0,1 0 0,-1 1 0,1-1 0,0 1 0,0 1 0,-5 9 0,2 3 0,1 0 0,0 1 0,1-1 0,2 1 0,0 0 0,-1 22 0,5 127 0,2-109 0,-4-46 0,2 1 0,0-1 0,1 1 0,1-1 0,6 23 0,-8-34 0,0 0 0,1 0 0,-1 0 0,1 0 0,-1 0 0,1 0 0,0 0 0,0-1 0,1 1 0,-1-1 0,0 1 0,1-1 0,0 0 0,-1 0 0,1 0 0,0 0 0,0-1 0,0 1 0,0-1 0,0 1 0,1-1 0,-1 0 0,0-1 0,1 1 0,-1 0 0,0-1 0,1 0 0,-1 0 0,7 0 0,-4-1 0,0 0 0,1-1 0,-1 1 0,0-1 0,0-1 0,-1 1 0,1-1 0,0 0 0,-1 0 0,0-1 0,1 1 0,-2-1 0,1 0 0,0-1 0,-1 1 0,1-1 0,-1 0 0,-1 0 0,1 0 0,-1 0 0,4-9 0,8-15 0,-2 0 0,-2-1 0,9-32 0,-9 27 0,5-22 0,-2-1 0,-3-1 0,5-84 0,-18 193 0,1 143 0,2-181 7,1-1 1,1 1-1,0 0 0,0-1 0,1 0 0,0 1 0,1-1 0,0-1 0,1 1 1,12 15-1,6 5-305,52 51-1,-46-51-548,-6-5-5979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24575,'1'8'0,"0"0"0,0 0 0,1 0 0,4 14 0,2 8 0,23 291 0,-30-376 0,3 0 0,2 1 0,2-1 0,27-89 0,-32 134 0,0 0 0,1 0 0,0 0 0,10-16 0,-13 25 0,0-1 0,-1 1 0,1 0 0,0 0 0,-1 0 0,1 0 0,0 0 0,0 0 0,0 0 0,0 1 0,0-1 0,0 0 0,0 0 0,0 1 0,0-1 0,0 0 0,0 1 0,0 0 0,1-1 0,-1 1 0,0-1 0,0 1 0,1 0 0,-1 0 0,0 0 0,0 0 0,1 0 0,-1 0 0,0 0 0,0 0 0,1 0 0,-1 1 0,0-1 0,0 0 0,1 1 0,-1-1 0,0 1 0,0 0 0,0-1 0,0 1 0,0 0 0,0 0 0,0-1 0,0 1 0,0 0 0,0 0 0,0 0 0,-1 0 0,1 0 0,0 0 0,0 2 0,14 20 0,-2 0 0,0 2 0,-2-1 0,0 2 0,-2-1 0,11 51 0,-10-39 0,31 128 0,4 17 0,-24-128 0,-21-53 0,1 0 0,-1 0 0,0 0 0,1-1 0,-1 1 0,0 0 0,1-1 0,-1 1 0,1 0 0,-1-1 0,1 1 0,0 0 0,-1-1 0,1 1 0,-1-1 0,1 1 0,0-1 0,-1 1 0,1-1 0,0 0 0,0 1 0,0-1 0,-1 0 0,2 1 0,7-15 0,-2-32 0,-3-10 0,12-135 0,-12 162 0,2 1 0,0 0 0,2 1 0,17-42 0,-21 60 0,0 1 0,1 0 0,0 0 0,0 0 0,0 1 0,13-14 0,-16 20 0,-1 0 0,0 0 0,1 0 0,-1 0 0,0 0 0,1 0 0,-1 0 0,1 0 0,0 1 0,-1-1 0,1 0 0,0 1 0,-1 0 0,1-1 0,0 1 0,-1 0 0,1 0 0,0 0 0,0 0 0,-1 0 0,1 0 0,0 1 0,-1-1 0,1 0 0,0 1 0,-1-1 0,1 1 0,0 0 0,-1 0 0,1-1 0,-1 1 0,1 0 0,-1 0 0,0 1 0,0-1 0,1 0 0,-1 0 0,0 1 0,0-1 0,0 0 0,0 1 0,0-1 0,1 3 0,18 30-195,-1 0 0,-2 1 0,-2 1 0,-1 1 0,-1 0 0,7 39 0,-2-2-6631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24575,'0'-16'0,"0"-13"0,0-10 0,0 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24575,'0'-8'0,"0"-2"-8191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428 522 24575,'0'1'0,"0"1"0,-1-1 0,1 1 0,-1 0 0,0-1 0,0 1 0,1-1 0,-1 0 0,0 1 0,0-1 0,0 0 0,-1 1 0,1-1 0,0 0 0,0 0 0,-1 0 0,1 0 0,0 0 0,-1 0 0,1-1 0,-1 1 0,1 0 0,-1-1 0,0 1 0,1-1 0,-4 1 0,-49 9 0,48-10 0,3 1 0,-26 2 0,0 0 0,-57-4 0,80 1 0,0-1 0,-1 1 0,1-1 0,0-1 0,0 1 0,0-1 0,0 0 0,0-1 0,0 1 0,0-1 0,1 0 0,-1-1 0,1 1 0,0-1 0,0 0 0,0 0 0,1-1 0,0 1 0,-1-1 0,-3-6 0,-4-15 0,1-1 0,1 0 0,1 0 0,1-1 0,2 0 0,1 0 0,1 0 0,2-1 0,0 0 0,5-51 0,-3 74 0,1 1 0,0 0 0,0-1 0,1 1 0,-1 0 0,1 0 0,0 0 0,0 0 0,1 0 0,0 1 0,-1-1 0,1 1 0,1 0 0,-1-1 0,1 1 0,4-3 0,-1 1 0,1 1 0,0-1 0,0 2 0,0-1 0,1 1 0,-1 0 0,1 1 0,14-4 0,10 1 0,1 1 0,1 1 0,64 2 0,-90 2 0,0 0 0,0 1 0,0 0 0,0 1 0,0 0 0,0 0 0,-1 1 0,1 0 0,-1 1 0,13 7 0,-18-9 0,0 0 0,0 0 0,-1 0 0,1 0 0,-1 1 0,1-1 0,-1 1 0,0-1 0,0 1 0,0 0 0,-1 0 0,1 0 0,0 0 0,-1 0 0,0 0 0,0 1 0,0-1 0,0 0 0,-1 1 0,1-1 0,-1 1 0,0-1 0,0 0 0,0 1 0,0-1 0,-1 1 0,1-1 0,-1 0 0,0 1 0,0-1 0,-2 4 0,1-1 0,-1 0 0,0 0 0,0 0 0,-1 0 0,1-1 0,-2 0 0,1 1 0,0-2 0,-1 1 0,0 0 0,0-1 0,0 0 0,-1 0 0,1 0 0,-7 2 0,-11 5 0,0-1 0,-41 12 0,36-13 0,3-2-273,-1-1 0,0-1 0,-1-2 0,-32 1 0,20-2-6553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24575,'27'1'0,"0"1"0,-1 1 0,0 2 0,1 0 0,-2 2 0,1 1 0,31 14 0,17 13 0,72 47 0,-63-34 0,539 273 0,-238-129 0,325 165 0,-576-291 0,79 35 0,-178-86 0,-34-15 0,0 0 0,0 0 0,0 0 0,0 0 0,0 0 0,1 0 0,-1 0 0,0 0 0,0 0 0,0 0 0,0 0 0,0 0 0,1 0 0,-1 0 0,0 0 0,0 0 0,0 1 0,0-1 0,0 0 0,0 0 0,1 0 0,-1 0 0,0 0 0,0 0 0,0 0 0,0 0 0,0 0 0,0 1 0,0-1 0,0 0 0,1 0 0,-1 0 0,0 0 0,0 0 0,0 0 0,0 1 0,0-1 0,0 0 0,0 0 0,0 0 0,0 0 0,0 0 0,0 1 0,0-1 0,0 0 0,0 0 0,0 0 0,0 0 0,0 0 0,0 1 0,0-1 0,0 0 0,0 0 0,0 0 0,-1 0 0,1 0 0,0 0 0,0 1 0,0-1 0,0 0 0,0 0 0,0 0 0,0 0 0,-1 0 0,-14 3 0,-27-3 0,40 0 0,-141 1 0,-168 23 0,-144 42 0,445-65 0,-141 25 0,1 6 0,-194 69 0,261-74 0,43-15 0,1 2 0,-48 23 0,76-31 0,-1 1 0,1 0 0,1 0 0,-1 1 0,1 1 0,1-1 0,0 2 0,0-1 0,0 1 0,2 1 0,-11 16 0,6-6 0,2 0 0,0 1 0,2 1 0,0-1 0,1 1 0,2 0 0,0 1 0,1-1 0,2 1 0,0 0 0,2 0 0,0-1 0,2 1 0,0 0 0,2-1 0,1 1 0,0-1 0,15 36 0,4-4 0,4-1 0,1-1 0,3-2 0,54 67 0,-55-76 0,-14-21 0,0-1 0,2-1 0,0-1 0,1 0 0,1-1 0,0-1 0,1-2 0,44 23 0,14-1 0,113 35 0,-98-38 0,-10-8 0,0-3 0,2-4 0,102 7 0,34-9 0,263-14 0,-228-5 0,-141 2 0,0-5 0,142-25 0,99-27 0,39-8 0,-239 37 0,213-50 0,-313 63 0,-1-3 0,0-3 0,-2-2 0,69-40 0,497-359 0,-553 374 0,-3-4 0,85-87 0,-127 114 0,-1 0 0,-1-1 0,-1-2 0,-1 0 0,-2-1 0,-1 0 0,-2-2 0,18-55 0,-16 36 0,-3-2 0,-1 0 0,-4 0 0,-1-1 0,-2-84 0,-5 126 0,-2 0 0,1 0 0,-2 0 0,1 0 0,-2 1 0,0-1 0,0 1 0,-1 0 0,0 0 0,-1 1 0,-11-17 0,11 20 0,1 0 0,-1 1 0,-1 0 0,1 0 0,-1 0 0,0 1 0,0 0 0,0 1 0,-1 0 0,0 0 0,0 0 0,0 1 0,0 0 0,0 0 0,-1 1 0,-14-2 0,-67-1 0,-147 8 0,94 3 0,-173-8 0,-172 7 0,288 17 0,-16 2 0,-60-1 0,83-4 0,-223 41 0,300-40 0,-12-5 0,83-12 0,1 2 0,-47 13 0,6 4 0,0-4 0,0-4 0,-143 6 0,204-18 0,0 0 0,1 1 0,-1 1 0,-42 14 0,-86 43 0,145-57 0,-39 14-1365,3-3-5461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7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46 24575,'8'-1'0,"0"0"0,0 0 0,-1-1 0,1 0 0,13-6 0,21-4 0,7 3 0,1 3 0,0 2 0,72 4 0,-115 0 0,-1 1 0,0 0 0,0 0 0,1 1 0,-1 0 0,0 0 0,0 0 0,-1 1 0,1-1 0,0 1 0,-1 1 0,0-1 0,0 1 0,0 0 0,0 0 0,0 0 0,7 10 0,-1 2 0,-1 1 0,-1-1 0,0 2 0,9 25 0,6 12 0,-16-39 0,-1 1 0,0 0 0,-1 0 0,-1 1 0,-1 0 0,4 27 0,-8-39 0,1 0 0,-1 1 0,0-1 0,-1 0 0,0 1 0,0-1 0,0 0 0,0 0 0,-1 0 0,0 0 0,-1 0 0,1 0 0,-1 0 0,0-1 0,-1 1 0,1-1 0,-1 0 0,0 0 0,0-1 0,-1 1 0,-9 7 0,-13 6 0,-1-2 0,-1-1 0,0-1 0,-56 17 0,34-12 0,-13 4 0,-131 30 0,179-50 20,1-1 0,-1-1 0,1 0 0,-1-1 0,-19-2 0,28 1-107,1 0-1,0 0 1,0-1 0,0 1-1,0-1 1,0-1 0,1 1-1,-1-1 1,1 0-1,-1 0 1,1 0 0,0-1-1,0 0 1,1 0 0,-1 0-1,-4-6 1,-8-17-6739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24575,'-4'1'0,"0"0"0,0 0 0,0 0 0,0 1 0,1-1 0,-1 1 0,1 0 0,-1 0 0,1 0 0,-1 1 0,1-1 0,0 1 0,0 0 0,0 0 0,1 0 0,-1 0 0,1 0 0,0 0 0,-1 1 0,-1 4 0,-7 11 0,2 0 0,-10 25 0,13-30 0,1 0 0,1 1 0,0-1 0,1 1 0,0 0 0,1 0 0,1 0 0,1 29 0,1-38 0,0 0 0,0-1 0,0 1 0,1-1 0,0 1 0,0-1 0,0 1 0,0-1 0,1 0 0,0 0 0,0 0 0,1-1 0,-1 1 0,1-1 0,0 0 0,0 0 0,0 0 0,1 0 0,-1-1 0,1 0 0,0 0 0,0 0 0,0 0 0,1-1 0,-1 0 0,9 3 0,20 2 0,1-2 0,0-1 0,0-1 0,0-2 0,48-5 0,-24 2 0,-47 2 0,0-1 0,0 0 0,0-1 0,0 0 0,0 0 0,0-2 0,0 1 0,-1-1 0,14-7 0,-20 8 0,-1 0 0,0 0 0,1-1 0,-1 1 0,-1-1 0,1 0 0,0 1 0,-1-2 0,0 1 0,0 0 0,0-1 0,-1 1 0,1-1 0,-1 0 0,0 0 0,-1 0 0,1 0 0,-1 0 0,0 0 0,0-1 0,0 1 0,-1 0 0,0-8 0,0 7 0,-1 0 0,1 1 0,-1-1 0,0 0 0,-1 1 0,1-1 0,-1 1 0,0-1 0,0 1 0,-1 0 0,0 0 0,0 0 0,-6-8 0,2 6 0,0-1 0,0 1 0,-1 1 0,1-1 0,-2 1 0,1 1 0,-12-7 0,0 3 0,0 0 0,-1 1 0,1 2 0,-1 0 0,-1 1 0,-34-4 0,-41 6-1365,56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9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101 286 24575,'16'-1'0,"1"0"0,-1-1 0,0 0 0,0-1 0,0-1 0,0-1 0,-1 0 0,0-1 0,20-10 0,-28 12 0,0 0 0,0 0 0,-1-1 0,1 0 0,-1 0 0,0 0 0,0-1 0,-1 0 0,1 0 0,-1-1 0,-1 1 0,1-1 0,-1 0 0,0-1 0,-1 1 0,0 0 0,0-1 0,0 0 0,-1 0 0,1-9 0,-3 13 0,1 0 0,-1 1 0,-1-1 0,1 0 0,0 0 0,-1 1 0,0-1 0,0 0 0,0 1 0,0-1 0,0 1 0,-1-1 0,0 1 0,0 0 0,0 0 0,0 0 0,0 0 0,0 0 0,-1 0 0,0 0 0,1 1 0,-1-1 0,0 1 0,0 0 0,0 0 0,-1 0 0,1 0 0,0 0 0,-1 1 0,1 0 0,-1 0 0,1 0 0,-1 0 0,0 0 0,-3 0 0,-2 0 0,1-1 0,-1 1 0,1 1 0,-1 0 0,1 0 0,0 0 0,-1 1 0,1 1 0,-1-1 0,1 1 0,0 1 0,0 0 0,0 0 0,-13 7 0,14-4 0,0 1 0,1 0 0,-1 0 0,1 1 0,1 0 0,0 0 0,0 0 0,0 1 0,1-1 0,0 1 0,1 0 0,0 0 0,-3 16 0,-20 46 0,15-49 0,1-1 0,1 2 0,1-1 0,1 1 0,1 0 0,1 0 0,-2 26 0,6-42 0,1-1 0,-1 1 0,1 0 0,0 0 0,1 0 0,0 0 0,0-1 0,1 1 0,-1 0 0,1-1 0,1 0 0,-1 1 0,1-1 0,0 0 0,1 0 0,-1 0 0,1-1 0,0 1 0,1-1 0,-1 0 0,1 0 0,0 0 0,0-1 0,1 0 0,-1 0 0,1 0 0,0-1 0,11 5 0,2-1 0,0-2 0,0 0 0,1-1 0,0-1 0,0-1 0,0 0 0,26-3 0,3-2 0,84-15 0,-65 4-455,-2-2 0,120-46 0,-144 43-6371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3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33 24575,'0'32'0,"-1"5"0,1 0 0,2 0 0,2 0 0,14 60 0,-17-89 0,2 0 0,-1 0 0,1 0 0,1-1 0,-1 1 0,1-1 0,1 0 0,-1 0 0,1-1 0,0 1 0,1-1 0,0 0 0,0 0 0,0-1 0,0 0 0,1 0 0,0 0 0,0-1 0,0 0 0,0 0 0,1-1 0,0 0 0,0 0 0,-1-1 0,1 0 0,15 1 0,-12-2 0,0-1 0,0 0 0,0-1 0,0-1 0,0 1 0,0-2 0,0 0 0,-1 0 0,1-1 0,-1 0 0,16-9 0,-5 2 0,0-2 0,-1-1 0,-1 0 0,21-21 0,-25 20 0,-1-1 0,-1 0 0,0-1 0,-1 0 0,-1-1 0,-1-1 0,9-21 0,-5 8 0,-3-1 0,0-1 0,7-45 0,-7 108 0,90 388 0,-89-341 0,-2-1 0,-4 2 0,-6 127 0,-1-194 0,0 0 0,-1-1 0,0 1 0,-1-1 0,0 0 0,0 0 0,-1 0 0,0 0 0,-1 0 0,0-1 0,0 0 0,-6 8 0,0-5 0,1 1 0,-1-2 0,-1 0 0,0 0 0,0-1 0,-26 14 0,-4-3 0,0-2 0,-1-2 0,-89 21 0,109-31 0,0-1 0,-1-1 0,1-1 0,-36 0 0,53-3 0,0 0 0,0-1 0,0 0 0,0 0 0,0 0 0,0-1 0,0 0 0,1 0 0,-1-1 0,0 1 0,1-1 0,0 0 0,0-1 0,0 1 0,0-1 0,0 0 0,1 0 0,0 0 0,0-1 0,0 0 0,0 0 0,-5-9 0,-2-8 0,2-1 0,1 1 0,0-2 0,2 1 0,1-1 0,-4-32 0,-3-147 0,11 183 0,1-1 0,2 0 0,0 0 0,6-30 0,-5 42 0,0 0 0,0 1 0,0 0 0,1 0 0,0 0 0,1 0 0,0 1 0,0-1 0,1 1 0,0 0 0,0 1 0,0 0 0,8-6 0,14-8 0,1 2 0,1 1 0,55-24 0,10-4 0,243-145-1365,-274 156-5461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4755 0 24575,'-39'38'0,"-1"-1"0,-2-3 0,-66 42 0,-143 70 0,218-128 0,-269 136 0,36-20 0,71-8 0,12-6 0,95-64 0,73-44 0,-1 0 0,-1-2 0,0 0 0,0 0 0,-1-2 0,0 0 0,-1-1 0,0-1 0,-31 6 0,-24-7 0,0-4 0,-114-12 0,78 2 0,-683-24 0,-6 70 0,761-34 0,1 3 0,0 1 0,0 1 0,0 3 0,1 1 0,-55 26 0,73-29 0,-417 237 0,425-240 0,1 1 0,-1 1 0,2-1 0,-1 2 0,1-1 0,0 1 0,1 0 0,0 0 0,1 1 0,0 0 0,-6 12 0,0 8 0,1 1 0,-11 53 0,18-69 0,-14 79 0,4 1 0,4 0 0,4 1 0,9 135 0,-2-201 0,2 0 0,1 0 0,2 0 0,0 0 0,2-1 0,16 37 0,-15-46 0,1 0 0,1-1 0,1-1 0,0 0 0,2-1 0,0 0 0,1-1 0,0 0 0,25 18 0,2-3 0,1-2 0,1-2 0,64 29 0,152 45 0,-191-81 0,0-3 0,1-3 0,115 8 0,217-14 0,-316-8 0,141-2 0,528 19 0,-201 18 0,-143-12 0,-107-15 0,-258-10 0,0-3 0,0-2 0,-1-1 0,71-24 0,-5-7 0,126-64 0,-193 80 0,-1-1 0,-2-3 0,0-1 0,-2-2 0,57-56 0,-38 25 0,76-103 0,-111 130 0,-1 0 0,-2-1 0,-2-1 0,-1-1 0,16-50 0,-1-14 0,-5-2 0,-4-1 0,12-135 0,-34 227 0,-1 0 0,0 0 0,-1 0 0,0 0 0,-1 0 0,0 1 0,0-1 0,-2 0 0,1 1 0,-1 0 0,-10-18 0,7 17 0,-2 1 0,1-1 0,-1 1 0,-1 1 0,0 0 0,0 0 0,-1 1 0,0 1 0,-18-12 0,-5 0 0,-1 1 0,-1 2 0,0 2 0,-1 1 0,-46-11 0,-199-26 0,109 26 0,-3-3 0,-312-8 0,-228 39-1365,659-3-5461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0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24575,'615'0'0,"-607"0"0,-1 0 0,1 1 0,-1-1 0,0 2 0,1-1 0,-1 1 0,0 0 0,0 0 0,11 6 0,-14-6 0,0 1 0,-1-1 0,1 1 0,-1 0 0,1 1 0,-1-1 0,0 1 0,0-1 0,0 1 0,-1 0 0,1 0 0,-1 0 0,0 0 0,0 1 0,0-1 0,1 8 0,4 25 0,-2-1 0,-2 1 0,-1 0 0,-2 0 0,-6 51 0,2-5 0,3-15 0,-7 99 0,5-145 0,0-1 0,-1 0 0,-2 0 0,0 0 0,-14 31 0,9-34 0,-1-1 0,-1-1 0,0 0 0,-1-1 0,0 0 0,-2-1 0,0-1 0,0-1 0,-36 21 0,42-27 0,-1-1 0,0 0 0,0-1 0,0-1 0,0 0 0,-1 0 0,-20 2 0,-88-2 0,84-3 0,-61 0 0,1-3 0,0-5 0,-118-25 0,208 32-124,0-1 0,-1 0 0,1 0 0,0 0 0,0-1 0,0 0-1,1 0 1,-1 0 0,1-1 0,-8-6 0,-6-13-6702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2 24575,'-17'-1'0,"-1"1"0,1 1 0,-1 0 0,1 1 0,0 1 0,-1 1 0,1 1 0,1 0 0,-1 1 0,1 1 0,0 0 0,-29 19 0,21-10 0,1 1 0,0 2 0,1 0 0,1 2 0,-30 36 0,43-46 0,0 0 0,1 1 0,0-1 0,1 1 0,0 1 0,1-1 0,0 1 0,1 0 0,1 0 0,0 0 0,1 0 0,0 1 0,1-1 0,1 23 0,0-32 0,1 1 0,-1-1 0,1 1 0,1-1 0,-1 0 0,0 1 0,1-1 0,0 0 0,0 0 0,0 0 0,1 0 0,-1 0 0,1-1 0,0 1 0,0-1 0,0 0 0,1 1 0,-1-2 0,1 1 0,0 0 0,-1-1 0,1 1 0,0-1 0,1 0 0,-1-1 0,0 1 0,0-1 0,1 1 0,-1-1 0,7 0 0,16 3 0,-1-2 0,0-1 0,1 0 0,31-5 0,-17 1 0,-27 3 0,-1-2 0,1 1 0,0-2 0,-1 0 0,0 0 0,0-1 0,0-1 0,0 0 0,0-1 0,12-8 0,-17 8 0,1 0 0,-1 0 0,0-1 0,-1 0 0,0 0 0,0-1 0,0 0 0,-1 0 0,0-1 0,-1 0 0,0 0 0,0 0 0,-1 0 0,3-11 0,1-9 0,-2 1 0,-1-1 0,1-54 0,-1 23 0,-5 59 0,0-1 0,0 1 0,0 0 0,0 0 0,0-1 0,0 1 0,0 0 0,1 0 0,-1 0 0,0 0 0,1-1 0,-1 1 0,1 0 0,-1 0 0,1 0 0,0 0 0,-1 0 0,1 0 0,0 0 0,1-1 0,-1 2 0,0 0 0,0 0 0,-1 0 0,1 1 0,0-1 0,0 0 0,-1 0 0,1 1 0,0-1 0,-1 0 0,1 1 0,0-1 0,-1 1 0,1-1 0,-1 1 0,1-1 0,-1 1 0,1 0 0,-1-1 0,1 1 0,-1-1 0,1 2 0,26 50 0,4 39 59,-23-65-415,0-1 0,2 0 0,14 27 0,-8-26-6470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 0 24575,'-23'2'0,"-1"0"0,1 2 0,0 0 0,0 2 0,1 0 0,0 2 0,0 0 0,0 1 0,1 2 0,-22 14 0,-11 10 0,1 2 0,-68 63 0,48-37 0,20-18 0,-67 71 0,116-111 0,0 0 0,-1 0 0,2 1 0,-1-1 0,1 1 0,-1 0 0,2 0 0,-1 0 0,1 0 0,-1 0 0,-1 13 0,4-16 0,0 0 0,0 1 0,0-1 0,1 0 0,0 0 0,-1 0 0,1 0 0,0 1 0,0-1 0,1-1 0,-1 1 0,0 0 0,1 0 0,0 0 0,0-1 0,0 1 0,0-1 0,0 1 0,0-1 0,1 0 0,-1 0 0,1 0 0,-1 0 0,1 0 0,0-1 0,5 3 0,3 1 0,1 0 0,1 0 0,-1-1 0,0-1 0,1 0 0,0-1 0,20 1 0,96-3 0,-76-2 0,-36 2-341,0-1 0,0-1-1,29-6 1,-13-3-6485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24575,'0'11'0,"1"74"0,-3 0 0,-25 149 0,-33 15 0,-7 32 0,53-206 0,-8 136 0,22-197 0,0 0 0,1-1 0,1 1 0,0 0 0,6 23 0,-7-34 0,0 0 0,0 1 0,0-1 0,0 0 0,1 0 0,-1 0 0,1-1 0,0 1 0,0 0 0,0-1 0,0 1 0,0-1 0,0 1 0,1-1 0,-1 0 0,1 0 0,-1 0 0,1 0 0,0-1 0,0 1 0,0-1 0,0 1 0,0-1 0,0 0 0,0 0 0,1-1 0,-1 1 0,0-1 0,6 1 0,-5-2 0,0 0 0,0 0 0,0 0 0,0 0 0,0 0 0,0-1 0,0 0 0,-1 0 0,1 0 0,0 0 0,-1 0 0,6-6 0,38-41 0,-33 34 0,40-50 0,-2-2 0,-4-3 0,42-79 0,-75 130 0,-14 19 0,-1-1 0,0 1 0,0 0 0,1 0 0,-1 0 0,0 0 0,0 0 0,1 0 0,-1 0 0,0 0 0,1 0 0,-1 0 0,0 0 0,0 0 0,1 0 0,-1 0 0,0 0 0,0 0 0,1 0 0,-1 0 0,0 0 0,1 0 0,-1 0 0,0 0 0,0 0 0,0 0 0,1 1 0,-1-1 0,0 0 0,0 0 0,1 0 0,-1 0 0,0 1 0,0-1 0,0 0 0,0 0 0,1 1 0,-1-1 0,9 40 0,-2-8 0,-1-18 9,0 1-1,1-1 1,1-1-1,1 1 1,0-1 0,0-1-1,1 0 1,1 0-1,0-1 1,1 0-1,0-1 1,0-1-1,27 16 1,-17-13-174,1-1 0,0-1 0,0-2 0,1 0 0,0-1 0,1-2 0,-1 0 0,28 1 0,-9-3-6661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4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0 649 24575,'0'-16'0,"8"-13"0,2-10 0,17-14 0,2-5 0,5-3 0,5-13 0,3 5 0,3-2 0,2 4 0,-8 5 0,-9 13-8191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94 24575,'67'-4'0,"0"-2"0,99-23 0,-138 23 0,45-15 0,9-3 0,-76 23 0,0 0 0,1 0 0,-1 0 0,1 1 0,-1 0 0,1 1 0,-1-1 0,1 1 0,-1 1 0,8 1 0,-11-1 0,0-1 0,0 1 0,0 0 0,0 0 0,0 0 0,0 0 0,0 1 0,0-1 0,-1 1 0,1-1 0,-1 1 0,0 0 0,0 0 0,0 0 0,0 0 0,-1 1 0,1-1 0,1 7 0,2 6 0,-2-1 0,1 1 0,0 17 0,1 4 0,23 96 0,-13-73 0,-2 1 0,-4 0 0,-2 0 0,0 88 0,-8-142 0,1 1 0,-1-1 0,0 0 0,-1 1 0,0-1 0,0 0 0,0 0 0,-1 0 0,0 0 0,-1-1 0,1 1 0,-1-1 0,0 0 0,-1 0 0,-6 7 0,1-4 0,-1 0 0,-1-1 0,1-1 0,-1 1 0,0-2 0,-1 0 0,-14 5 0,0 1 0,-1-2 0,0-1 0,0-2 0,-1 0 0,1-2 0,-2-1 0,-41 0 0,-260-7-1365,291 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4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480 383 24575,'0'2'0,"-1"0"0,1-1 0,-1 1 0,1 0 0,-1-1 0,0 1 0,0-1 0,1 1 0,-1-1 0,0 1 0,-1-1 0,1 0 0,0 0 0,0 1 0,0-1 0,-1 0 0,1 0 0,-1 0 0,1 0 0,-1 0 0,1-1 0,-1 1 0,1 0 0,-1-1 0,0 1 0,-3 0 0,-50 9 0,51-9 0,-40 4 0,-78-1 0,109-5 0,-1 1 0,1-2 0,-1 0 0,1-1 0,0 0 0,0-1 0,0 0 0,1-1 0,-1 0 0,-12-8 0,19 8 0,1 0 0,0 0 0,0 0 0,0 0 0,1-1 0,-1 0 0,1 0 0,1 0 0,-1 0 0,1 0 0,0-1 0,1 0 0,-1 0 0,1 1 0,1-1 0,-1-1 0,1 1 0,0 0 0,1 0 0,0 0 0,0 0 0,0-1 0,1 1 0,3-11 0,-2 4 0,1 0 0,0 1 0,2-1 0,-1 1 0,2 0 0,-1 0 0,2 1 0,0-1 0,0 2 0,1-1 0,17-18 0,-18 24 0,0 1 0,0-1 0,1 2 0,0-1 0,0 1 0,0 0 0,1 1 0,-1 0 0,1 0 0,0 1 0,-1 0 0,1 1 0,0 0 0,0 0 0,0 1 0,0 0 0,0 0 0,0 1 0,0 0 0,13 4 0,-20-4 0,0-1 0,0 1 0,-1 0 0,1-1 0,0 1 0,-1 0 0,1 0 0,0 0 0,-1 0 0,1 1 0,-1-1 0,0 0 0,1 1 0,1 1 0,-3-2 0,0-1 0,1 1 0,-1 0 0,0 0 0,0 0 0,1 0 0,-1-1 0,0 1 0,0 0 0,0 0 0,0 0 0,0 0 0,0 0 0,0 0 0,0-1 0,-1 1 0,1 0 0,0 0 0,0 0 0,-1 0 0,0 1 0,-1 1 0,0 0 0,-1 0 0,1-1 0,-1 1 0,1-1 0,-1 1 0,0-1 0,0 0 0,0 0 0,0 0 0,-1 0 0,-4 2 0,-16 3-227,0-1-1,0 0 1,-1-2-1,0-1 1,-47 0-1,26-2-6598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24575,'3'1'0,"-1"-1"0,1 1 0,0-1 0,0 1 0,-1 0 0,1 0 0,0 0 0,-1 0 0,1 1 0,-1-1 0,1 1 0,-1-1 0,0 1 0,0 0 0,1 0 0,-1 0 0,-1 0 0,1 0 0,0 0 0,2 5 0,28 58 0,-24-46 0,16 40 0,23 44 0,-34-90 0,-5-21 0,0-33 0,-7 33 0,3-18 20,1 1 0,1 0 0,1 1 0,1 0 0,15-30 0,-17 42-144,0 0 0,1 0 1,1 1-1,0 0 0,0 0 0,1 1 1,0 0-1,1 1 0,0 0 0,1 1 1,21-14-1,8 3-6702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24575,'0'398'0,"0"-397"0,-1-1 0,1 1 0,0-1 0,0 1 0,0-1 0,0 1 0,0-1 0,0 1 0,0-1 0,0 1 0,0-1 0,0 1 0,0-1 0,0 1 0,0-1 0,1 1 0,-1-1 0,0 0 0,0 1 0,0-1 0,1 1 0,-1-1 0,0 1 0,1-1 0,-1 0 0,0 1 0,1-1 0,-1 0 0,0 1 0,1-1 0,-1 0 0,1 1 0,-1-1 0,0 0 0,1 0 0,-1 0 0,1 1 0,-1-1 0,1 0 0,-1 0 0,1 0 0,-1 0 0,1 0 0,-1 0 0,1 0 0,-1 0 0,1 0 0,-1 0 0,1 0 0,-1 0 0,1 0 0,-1 0 0,1-1 0,-1 1 0,0 0 0,1 0 0,-1-1 0,1 1 0,-1 0 0,1 0 0,-1-1 0,0 1 0,1 0 0,-1-1 0,0 1 0,1-1 0,-1 1 0,0 0 0,1-1 0,30-31 0,-28 29 0,5-7 0,18-21 0,1 1 0,1 1 0,2 2 0,61-45 0,-67 59-124,1 0 0,1 2 0,0 0 0,0 2 0,1 1 0,0 1-1,0 1 1,1 2 0,-1 0 0,57 2 0,-41 2-6702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52 24575,'0'67'0,"3"107"0,-1-150 0,1 1 0,1-1 0,1 1 0,16 42 0,-18-59 0,0-1 0,1 1 0,0-1 0,0 0 0,1 0 0,0 0 0,0-1 0,1 1 0,0-1 0,8 6 0,-11-9 0,1 0 0,0-1 0,0 1 0,0-1 0,1 0 0,-1-1 0,0 1 0,1-1 0,-1 0 0,1 0 0,-1 0 0,1 0 0,-1-1 0,1 0 0,0 0 0,-1 0 0,1 0 0,0-1 0,7-2 0,-1 0 0,0-1 0,-1 0 0,1-1 0,-1 0 0,0-1 0,0 0 0,0 0 0,-1-1 0,10-10 0,4-6 0,36-48 0,-31 37 0,-28 33 0,0 1 0,0 0 0,0-1 0,0 1 0,1 0 0,-1-1 0,0 1 0,0 0 0,0-1 0,1 1 0,-1 0 0,0 0 0,0-1 0,1 1 0,-1 0 0,0 0 0,1 0 0,-1 0 0,0-1 0,1 1 0,-1 0 0,0 0 0,1 0 0,-1 0 0,0 0 0,1 0 0,-1 0 0,0 0 0,1 0 0,-1 0 0,1 0 0,-1 0 0,0 0 0,1 0 0,-1 0 0,0 0 0,1 0 0,-1 1 0,1-1 0,5 17 0,-4 29 0,-2-44 0,-11 603 0,11-568 0,-2-1 0,-1 0 0,-9 41 0,9-62 0,-2 0 0,0-1 0,0 1 0,-2-1 0,1 0 0,-2 0 0,0-1 0,0 0 0,-20 22 0,17-23 0,-1 1 0,1-2 0,-2 0 0,0 0 0,0-1 0,-1-1 0,0 0 0,0-1 0,-1-1 0,0 0 0,-1-1 0,1 0 0,-1-1 0,0-1 0,-1-1 0,1 0 0,0-1 0,-1-1 0,0-1 0,1 0 0,-1-1 0,1 0 0,-20-5 0,17 0 0,1 0 0,0-2 0,0 0 0,0 0 0,1-2 0,0 0 0,1-1 0,-16-14 0,9 6 0,1-2 0,1-1 0,1 0 0,-27-38 0,36 42 0,1 0 0,1-1 0,0 0 0,1 0 0,1 0 0,1-1 0,1 0 0,1-1 0,0 1 0,2-1 0,0 1 0,2-1 0,0 0 0,4-25 0,-2 37 0,0 1 0,0 0 0,1 0 0,0 0 0,1 0 0,-1 0 0,2 1 0,-1-1 0,1 1 0,0 0 0,1 1 0,-1-1 0,1 1 0,11-9 0,9-4 0,0 1 0,48-25 0,-70 41 0,197-101 0,311-112 0,231-30 0,-456 155 0,-124 36-1365,-40 10-5461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9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24575,'0'9'0,"0"10"0,0 9 0,0 17 0,0 9 0,0 2 0,0 1 0,0-3 0,8-1 0,11-2 0,1-2 0,-2-1 0,-4-8-8191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5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3769 0 24575,'-30'29'0,"-2"-1"0,-49 32 0,-14 13 0,-357 250 0,210-161 0,227-150 0,2 0 0,-1 0 0,2 1 0,0 1 0,-18 25 0,-17 21 0,40-54 0,0 1 0,0-2 0,0 1 0,-1-1 0,0 0 0,0 0 0,-1-1 0,1 0 0,-1-1 0,0 0 0,0 0 0,0-1 0,0 0 0,-13 1 0,-16 0 0,-1-2 0,-45-4 0,31 1 0,-803-4 0,716 6 0,82 0 0,1 1 0,-1 4 0,1 1 0,0 4 0,1 1 0,0 4 0,-102 39 0,-136 70 0,174-75 0,98-39 0,0 0 0,0 2 0,2 0 0,0 1 0,0 1 0,1 1 0,1 0 0,0 2 0,1 0 0,1 1 0,1 1 0,0 0 0,2 1 0,-15 28 0,15-28 0,1 1 0,0 1 0,2 0 0,1 1 0,1 0 0,1 0 0,1 1 0,1 0 0,-4 46 0,15 256 0,-3-308 0,0 0 0,1 0 0,1-1 0,1 0 0,0 0 0,1 0 0,1 0 0,19 29 0,8 3 0,55 60 0,-60-73 0,0-3 0,2-1 0,1-1 0,1-2 0,47 31 0,161 78 0,-162-95 0,-47-24 0,0-1 0,2-1 0,0-3 0,67 20 0,7-9 0,-22-4 0,134 15 0,518 75 0,-624-93 0,160 4 0,116-21 0,-349-1 0,47 3 0,-1 5 0,111 23 0,106 10 0,724-29 0,-682-15 0,69-14 0,-331 7 0,0-4 0,151-44 0,282-141 0,-15-33 0,-435 200 0,-9 5 0,-8 4 0,97-59 0,-134 72 0,0 0 0,-1 0 0,0-2 0,-1 1 0,-1-2 0,1 1 0,-2-2 0,0 1 0,-1-1 0,0-1 0,7-16 0,11-42 0,34-142 0,-40 129 0,-16 65 0,0 0 0,-2 0 0,0-1 0,-1 0 0,-2 1 0,-2-38 0,0 46 0,-1 0 0,0 0 0,0 0 0,-1 1 0,-1-1 0,0 1 0,-1 0 0,0 1 0,-1-1 0,0 1 0,0 0 0,-15-14 0,-2 2 0,-1 0 0,-1 2 0,-1 1 0,-1 1 0,-1 1 0,0 1 0,-1 2 0,-1 1 0,-54-16 0,-26-1 0,-170-24 0,235 47 0,-194-30 0,-2 10 0,-269 3 0,112 1 0,62 1 0,192 22 0,39 2 0,0-4 0,1-5 0,-123-25 0,138 15 0,0 3 0,-1 5 0,-120 2 0,168 6 0,1-2 0,-55-13 0,-52-4 0,75 13 0,-115-28 0,112 19 0,-96-8 0,-256-15 0,106 21-1365,278 19-5461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24575,'660'0'0,"-629"2"0,-1 1 0,0 2 0,0 1 0,48 16 0,-73-20 0,0 0 0,-1 0 0,1 1 0,0-1 0,-1 1 0,0 0 0,1 0 0,-1 0 0,0 1 0,-1 0 0,1-1 0,-1 1 0,1 0 0,-1 1 0,0-1 0,-1 1 0,1-1 0,-1 1 0,0 0 0,0 0 0,-1 0 0,1 0 0,0 7 0,2 12 0,-1-1 0,-2 1 0,-2 45 0,0-37 0,-1 93 0,-4 124 0,4-231 0,0 0 0,0-1 0,-2 1 0,0-1 0,-2 0 0,1 0 0,-2 0 0,0-1 0,-1 0 0,-1 0 0,-1-1 0,-20 26 0,20-30 0,0-1 0,-1 0 0,0 0 0,0-1 0,-1-1 0,-1 0 0,1 0 0,-1-1 0,0-1 0,-1 0 0,1-1 0,-1-1 0,0 0 0,-1-1 0,1 0 0,-15 0 0,-215-3 0,125-4 0,92 4-170,0-1-1,0-2 0,0-1 1,0-1-1,1-1 0,0-1 1,-32-13-1,27 4-6655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905 739 24575,'-239'3'0,"-247"-7"0,477 4 0,1 0 0,0-1 0,-1-1 0,1 1 0,0-1 0,0 0 0,0-1 0,0 0 0,0 0 0,1-1 0,-1 0 0,1 0 0,0-1 0,0 0 0,-7-6 0,9 4 0,0 1 0,0-1 0,1 0 0,0 0 0,0-1 0,0 1 0,1-1 0,0 0 0,1 1 0,-1-1 0,2-1 0,-1 1 0,1 0 0,0 0 0,1-9 0,0 2 0,2 0 0,0 0 0,0 0 0,1 0 0,1 1 0,1-1 0,0 1 0,1 0 0,0 0 0,1 1 0,0 0 0,1 0 0,1 0 0,0 1 0,11-11 0,11-10 0,1 1 0,2 2 0,64-47 0,-66 55 0,1 1 0,1 2 0,0 1 0,2 2 0,-1 1 0,2 2 0,47-11 0,-80 23 0,-1 0 0,1 0 0,-1 1 0,1-1 0,0 1 0,-1 0 0,1 0 0,0 0 0,-1 1 0,1-1 0,-1 1 0,1 0 0,-1 0 0,1 0 0,-1 0 0,0 1 0,1-1 0,-1 1 0,0 0 0,0 0 0,0 0 0,0 1 0,-1-1 0,1 0 0,-1 1 0,1 0 0,-1 0 0,0 0 0,0 0 0,0 0 0,0 0 0,-1 0 0,1 0 0,-1 1 0,1 3 0,0 0 0,-1 1 0,0-1 0,0 0 0,-1 0 0,1 1 0,-2-1 0,1 0 0,-1 1 0,0-1 0,-1 0 0,0 0 0,0 0 0,0 0 0,-1 0 0,0-1 0,-7 13 0,-2 0 0,-1-1 0,-1-1 0,-1 0 0,-22 21 0,28-31 0,1 0 0,-1-1 0,-1 0 0,1 0 0,-1-1 0,0 0 0,0-1 0,-1 0 0,1-1 0,-21 4 0,-40 5-113,-18 3-513,-127 6 0,175-21-6200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9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 24575,'2'235'0,"6"-284"0,2 2 0,2-1 0,2 1 0,3 1 0,24-48 0,-37 85 0,1 1 0,0 0 0,1 0 0,0 0 0,0 1 0,1 0 0,0 0 0,0 0 0,1 1 0,-1 0 0,1 1 0,1-1 0,-1 2 0,1-1 0,0 1 0,9-3 0,13-2 0,0 1 0,0 2 0,49-3 0,-26 2 0,176-20-1365,-175 22-5461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24575,'-8'2'0,"0"1"0,1 0 0,-1 0 0,1 1 0,0 0 0,0 0 0,1 1 0,-1-1 0,1 2 0,-10 8 0,3-2 0,-6 4 0,2 1 0,0 1 0,1 0 0,1 1 0,1 1 0,-17 30 0,12-13 0,1 0 0,-25 79 0,36-95 0,2 0 0,0 0 0,1 0 0,-1 39 0,5-53 0,0-1 0,0 0 0,1 1 0,-1-1 0,2 0 0,-1 1 0,1-1 0,0 0 0,0 0 0,0 0 0,1-1 0,0 1 0,0 0 0,1-1 0,-1 0 0,1 0 0,0 0 0,1 0 0,-1-1 0,9 7 0,3-1 0,1-1 0,0 0 0,1-1 0,0-1 0,0-1 0,0 0 0,1-2 0,-1 0 0,24 2 0,28-1 0,80-3 0,-102-3 0,19 2 0,-41 1 0,1-1 0,0-2 0,0 0 0,0-2 0,42-10 0,-63 10 0,1 0 0,0-1 0,-1 0 0,1 0 0,-1 0 0,0-1 0,-1 0 0,1 0 0,-1-1 0,0 1 0,0-1 0,-1 0 0,0 0 0,0-1 0,0 1 0,-1-1 0,1 0 0,-2 0 0,1 0 0,-1 0 0,0-1 0,-1 1 0,0 0 0,0-1 0,0-11 0,0 7 0,-1 0 0,0 1 0,-1-1 0,0 0 0,-1 1 0,0-1 0,0 1 0,-2-1 0,1 1 0,-2 0 0,1 1 0,-1-1 0,-1 1 0,0 0 0,-12-16 0,-4 6 0,0 2 0,-1 0 0,0 2 0,-2 0 0,-28-13 0,17 9 0,-49-35 0,76 48-124,-1 1 0,0 0 0,-1 0 0,1 1 0,-1 1 0,0 0-1,0 0 1,0 1 0,-1 0 0,-14-1 0,-10 0-6702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1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24575,'1'19'0,"1"0"0,1 1 0,6 23 0,4 24 0,6 219 0,-17-313 0,0 1 0,2-1 0,0 0 0,2 1 0,1 0 0,2 1 0,0 0 0,13-25 0,0 6 0,2 1 0,2 1 0,47-58 0,-56 79 0,1 1 0,0 1 0,2 1 0,22-17 0,-33 29 0,0-1 0,1 1 0,0 1 0,0 0 0,0 0 0,1 1 0,-1 0 0,1 1 0,0 0 0,0 1 0,0 0 0,13 0 0,-20 2 0,0 1 0,-1-1 0,1 1 0,0 0 0,0-1 0,-1 2 0,1-1 0,-1 0 0,1 1 0,-1 0 0,1-1 0,-1 1 0,0 1 0,0-1 0,0 0 0,0 1 0,0-1 0,-1 1 0,1 0 0,-1 0 0,0 0 0,1 0 0,-2 1 0,1-1 0,0 1 0,-1-1 0,1 1 0,-1-1 0,0 1 0,1 4 0,2 13 0,0 0 0,-1 0 0,-1 0 0,-1 24 0,0-31 0,-4 191 0,122-403 0,-97 168 0,47-48 0,-62 71 0,0 0 0,1 1 0,0-1 0,0 1 0,1 1 0,0 0 0,-1 0 0,2 0 0,-1 1 0,0 1 0,17-5 0,-22 8 0,0-1 0,0 1 0,0-1 0,0 1 0,0 1 0,0-1 0,0 0 0,0 1 0,0 0 0,0 0 0,0 0 0,-1 0 0,1 1 0,0-1 0,-1 1 0,1 0 0,-1 0 0,6 5 0,-4-2 0,0 0 0,-1 1 0,1-1 0,-1 1 0,-1 0 0,1 0 0,-1 0 0,0 0 0,0 1 0,1 6 0,3 12 0,-1 1 0,-2 0 0,0 0 0,-1 42 0,-5 49-1365,0-69-5461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95 433 24575,'14'-1'0,"1"-1"0,-1-1 0,0 0 0,0-1 0,0 0 0,24-12 0,21-5 0,-26 11 0,197-65 0,-193 61 0,0-3 0,-2 0 0,0-3 0,33-23 0,-58 35 0,-1 0 0,0 0 0,0-1 0,0 0 0,-1-1 0,11-16 0,-18 24 0,0 0 0,1 0 0,-1 0 0,0 0 0,0 0 0,0 0 0,0 0 0,0 0 0,0 0 0,-1 0 0,1 0 0,-1-1 0,0 1 0,1 0 0,-1 0 0,0-1 0,0 1 0,-1 0 0,1-1 0,0 1 0,-1 0 0,1 0 0,-1 0 0,0 0 0,0-1 0,0 1 0,0 0 0,0 0 0,0 0 0,0 1 0,-1-1 0,1 0 0,-1 0 0,1 1 0,-1-1 0,0 1 0,1-1 0,-1 1 0,0 0 0,0 0 0,0 0 0,0 0 0,-2-1 0,-9-3 0,0 1 0,0 1 0,0 0 0,0 1 0,-1 0 0,1 1 0,0 0 0,-25 3 0,-1 2 0,-66 15 0,69-9 0,1 1 0,1 2 0,0 2 0,1 1 0,1 1 0,0 2 0,2 1 0,-57 48 0,70-47 0,0 0 0,1 0 0,1 2 0,1 0 0,1 0 0,1 1 0,-18 51 0,24-59 0,1 1 0,0-1 0,1 1 0,1-1 0,-1 20 0,3-32 0,1 0 0,0 0 0,0 0 0,0 0 0,0-1 0,1 1 0,0 0 0,-1 0 0,2 0 0,-1-1 0,0 1 0,1 0 0,-1-1 0,1 1 0,0-1 0,0 0 0,0 1 0,1-1 0,-1 0 0,1 0 0,0-1 0,-1 1 0,1-1 0,0 1 0,1-1 0,-1 0 0,0 0 0,6 2 0,8 1 0,0 0 0,1-1 0,-1-1 0,1-1 0,0-1 0,0 0 0,0-1 0,-1-1 0,32-6 0,19-6 0,76-26 0,-108 28 0,10-4 0,-1-2 0,-1-1 0,0-3 0,43-28 0,22-6-1365,-81 37-5461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0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2785 1 24575,'-6'1'0,"1"1"0,-1-1 0,1 1 0,-1 1 0,1-1 0,0 1 0,0 0 0,0 0 0,1 0 0,-1 1 0,1-1 0,0 1 0,-1 0 0,2 0 0,-8 10 0,1-3 0,-175 193 0,-237 232 0,409-424 0,0-1 0,-1-1 0,0 0 0,0-1 0,-31 14 0,38-20 0,-1-1 0,1 1 0,0-2 0,-1 1 0,1-1 0,-1 0 0,1-1 0,-1 1 0,1-2 0,-1 1 0,0-1 0,1 0 0,-1-1 0,1 1 0,-12-6 0,-56-23 0,-122-41 0,168 63 0,1 2 0,-1 1 0,0 1 0,0 2 0,-42 1 0,-79 12 0,1 6 0,1 7 0,-190 55 0,296-65 0,2 3 0,0 0 0,0 3 0,2 1 0,1 2 0,0 2 0,2 1 0,1 2 0,1 1 0,2 1 0,-37 47 0,56-62 0,1 1 0,2 0 0,-1 1 0,2 0 0,0 0 0,1 1 0,1 0 0,0 0 0,2 0 0,0 1 0,1 0 0,1 0 0,0-1 0,2 1 0,1 23 0,2-12 0,0 1 0,2-1 0,2 0 0,0-1 0,2 0 0,2 0 0,0-1 0,26 46 0,-29-62 0,0-1 0,0 0 0,1 0 0,0-1 0,1 0 0,0-1 0,1 0 0,0 0 0,0-1 0,1-1 0,20 10 0,7 0 0,1-2 0,57 14 0,-37-13 0,90 20 0,-93-25 0,79 28 0,-95-26 0,1-1 0,0-2 0,1-2 0,64 4 0,175-10 0,-175-4 0,256 3 0,257-6 0,-581 4 0,0-1 0,0-2 0,-1-2 0,1-1 0,-1-2 0,0-2 0,-1-1 0,-1-2 0,51-27 0,35-33 0,211-169 0,-297 211 0,-1-2 0,-2-1 0,47-63 0,70-127 0,-145 216 0,10-18 0,0 0 0,-3 0 0,0-2 0,-1 1 0,-2-2 0,-1 1 0,-2-1 0,0 0 0,-2 0 0,-2-1 0,0 0 0,-2 1 0,-7-56 0,5 79 0,0-1 0,0 0 0,0 1 0,-1-1 0,0 1 0,0 0 0,-1 0 0,0 0 0,0 0 0,-1 1 0,0 0 0,0 0 0,0 0 0,-1 0 0,0 1 0,0 0 0,0 0 0,-1 1 0,0 0 0,0 0 0,-13-6 0,-12-3 0,-1 1 0,-1 2 0,-55-10 0,74 17 0,-60-10 0,0 3 0,-1 4 0,-143 5 0,-225 53 0,137-20 0,2-1 0,289-29-151,0 0-1,1 2 0,-1-1 0,1 2 1,0 0-1,0 1 0,1 0 1,-17 11-1,-1 6-6674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2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 24575,'56'0'0,"165"-8"0,-215 8 0,-1 0 0,1 0 0,-1 0 0,1 1 0,0 0 0,-1 0 0,1 0 0,-1 1 0,0-1 0,1 1 0,-1 1 0,0-1 0,0 1 0,0 0 0,-1 0 0,1 0 0,-1 1 0,1-1 0,-1 1 0,0 0 0,-1 0 0,1 1 0,-1-1 0,0 1 0,0 0 0,0 0 0,0 0 0,1 5 0,6 15 0,0-1 0,-2 1 0,-1 1 0,6 43 0,-2 2 0,13 65 0,-19-116 0,0 1 0,-2-1 0,0 0 0,-1 1 0,-1 0 0,-1-1 0,-1 1 0,0 0 0,-2-1 0,0 1 0,-2-1 0,0 0 0,-1 0 0,-1-1 0,-1 0 0,-1 0 0,0-1 0,-1 0 0,-20 26 0,22-34 0,0-1 0,-1 0 0,0-1 0,-1 0 0,1 0 0,-1-1 0,-1 0 0,0-1 0,0 0 0,0 0 0,0-2 0,-1 1 0,0-1 0,-13 2 0,-1-1 0,1-1 0,-1-1 0,0-1 0,0-1 0,-44-6 0,61 5-59,0-2 0,1 1-1,0-1 1,-1-1-1,1 0 1,0 0 0,0 0-1,0-1 1,1 0 0,-1-1-1,1 1 1,0-2 0,0 1-1,1-1 1,-1 0-1,1 0 1,1 0 0,-1-1-1,1 0 1,0 0 0,1-1-1,-8-15 1,-1-4-6767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24575,'-1'3'0,"0"1"0,-1 0 0,0 0 0,0-1 0,0 1 0,0-1 0,-1 0 0,1 0 0,-1 0 0,0 0 0,0 0 0,0 0 0,0-1 0,-5 3 0,2 1 0,-6 4 0,-25 19 0,2 1 0,1 2 0,2 1 0,1 2 0,-34 49 0,64-82 0,-1 1 0,1 0 0,-1 0 0,1-1 0,0 1 0,0 0 0,0 0 0,0 0 0,0 0 0,1 0 0,0 0 0,-1 1 0,1-1 0,0 0 0,0 0 0,1 0 0,-1 0 0,1 0 0,0 0 0,-1 0 0,1 0 0,0 0 0,1 0 0,-1 0 0,0-1 0,1 1 0,0 0 0,0-1 0,0 1 0,0-1 0,0 0 0,0 0 0,0 0 0,1 0 0,-1 0 0,1 0 0,2 1 0,6 4 0,1-1 0,-1 0 0,1-1 0,0 0 0,0-1 0,0-1 0,22 4 0,-30-6 0,-1-1 0,0 1 0,1-1 0,-1 0 0,1 0 0,-1 0 0,0-1 0,1 1 0,-1-1 0,0 0 0,1 0 0,-1 0 0,0 0 0,0 0 0,0-1 0,0 0 0,0 1 0,0-1 0,0 0 0,-1-1 0,1 1 0,-1 0 0,1-1 0,-1 1 0,0-1 0,0 0 0,0 0 0,0 1 0,-1-1 0,1-1 0,-1 1 0,2-6 0,3-11 0,-1 0 0,-1-1 0,-1 1 0,1-33 0,2-8 0,-5 56 0,0 1 0,0-1 0,0 1 0,1-1 0,0 1 0,-1 0 0,2 0 0,-1 0 0,0 0 0,1 0 0,0 0 0,5-5 0,-7 8 0,-1 1 0,1-1 0,1 0 0,-1 1 0,0-1 0,0 1 0,0-1 0,0 1 0,0-1 0,0 1 0,1 0 0,-1 0 0,0-1 0,0 1 0,0 0 0,1 0 0,-1 0 0,0 0 0,0 1 0,2-1 0,0 1 0,-1 0 0,1 0 0,-1 1 0,0-1 0,1 1 0,-1-1 0,0 1 0,0 0 0,0 0 0,0 0 0,0 0 0,2 4 0,2 2 10,-1 1 0,-1 0-1,0 0 1,0 0-1,-1 0 1,0 1 0,0-1-1,1 15 1,10 28-1462,-2-20-5374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4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24575,'-1'107'0,"4"125"0,-2-224 0,0 1 0,0-1 0,1 0 0,0 0 0,1 0 0,-1 0 0,2-1 0,-1 1 0,1-1 0,0 0 0,1 0 0,0 0 0,8 9 0,-11-13 0,1-1 0,-1 0 0,0 0 0,1 0 0,-1-1 0,1 1 0,0-1 0,-1 1 0,1-1 0,0 0 0,0 0 0,0 0 0,0 0 0,0-1 0,0 1 0,0-1 0,0 0 0,0 0 0,0 0 0,0 0 0,0 0 0,0-1 0,0 0 0,0 1 0,0-1 0,0 0 0,0 0 0,0 0 0,-1-1 0,1 1 0,0-1 0,-1 0 0,1 1 0,-1-1 0,0 0 0,1 0 0,-1-1 0,0 1 0,2-3 0,105-127 0,-59 67 0,-27 33 0,-17 23 0,-1 1 0,1 0 0,1 0 0,-1 0 0,2 1 0,-1 0 0,1 0 0,-1 1 0,2 0 0,10-6 0,-18 11 4,1 1 0,0-1 0,0 0 0,0 1 0,0 0 0,0 0-1,0-1 1,0 1 0,-1 0 0,1 0 0,0 1 0,0-1 0,0 0 0,0 1-1,0-1 1,0 1 0,0 0 0,-1-1 0,1 1 0,0 0 0,-1 0 0,1 0-1,2 2 1,29 35-1462,-11-4-5368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5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24575,'0'16'0,"0"14"0,8 9 0,2 14 0,8-2 0,1 6 0,-3 2 0,-4-1 0,4-3 0,-1-2 0,-3-3 0,-3-1 0,-4-2 0,-2 0 0,-1-8-8191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24575,'0'16'0,"8"6"0,3 6 0,8 7 0,8 5 0,-1 4 0,4 3 0,-3 1 0,-7-8-8191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B401-C566-4517-ADD4-C67058331A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4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6" Type="http://schemas.openxmlformats.org/officeDocument/2006/relationships/image" Target="../media/image9.png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B4: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B4-5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167036" y="3633212"/>
            <a:ext cx="6225443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PRINCIPLES OF ADTS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Hash Tables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Hash Table Programming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Collision Factors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Load Factors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Rehashing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Chaining</a:t>
            </a: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Open Addressing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Construct a Binary Search Tree from the following names and tell me what the preorder and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postorder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 traversal outputs are: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John, Jamie, Josh, Joey, Jerry, Jerome, Jack, Jaul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3C44CBF-6297-E228-753B-787AD2219472}"/>
              </a:ext>
            </a:extLst>
          </p:cNvPr>
          <p:cNvGrpSpPr/>
          <p:nvPr/>
        </p:nvGrpSpPr>
        <p:grpSpPr>
          <a:xfrm>
            <a:off x="5926160" y="2031613"/>
            <a:ext cx="2833200" cy="916920"/>
            <a:chOff x="5926160" y="2031613"/>
            <a:chExt cx="2833200" cy="91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695BDC-FAA4-4445-8934-EE8DA404208C}"/>
                    </a:ext>
                  </a:extLst>
                </p14:cNvPr>
                <p14:cNvContentPartPr/>
                <p14:nvPr/>
              </p14:nvContentPartPr>
              <p14:xfrm>
                <a:off x="5926160" y="2031613"/>
                <a:ext cx="2833200" cy="916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695BDC-FAA4-4445-8934-EE8DA40420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20040" y="2025493"/>
                  <a:ext cx="284544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1C374B-0019-545C-DC33-F7BB77214E4E}"/>
                    </a:ext>
                  </a:extLst>
                </p14:cNvPr>
                <p14:cNvContentPartPr/>
                <p14:nvPr/>
              </p14:nvContentPartPr>
              <p14:xfrm>
                <a:off x="6812120" y="2444893"/>
                <a:ext cx="320400" cy="36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1C374B-0019-545C-DC33-F7BB77214E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06000" y="2438773"/>
                  <a:ext cx="3326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1D03A7-C526-71E1-5567-548B72267A35}"/>
                    </a:ext>
                  </a:extLst>
                </p14:cNvPr>
                <p14:cNvContentPartPr/>
                <p14:nvPr/>
              </p14:nvContentPartPr>
              <p14:xfrm>
                <a:off x="7227200" y="2619493"/>
                <a:ext cx="155160" cy="19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1D03A7-C526-71E1-5567-548B72267A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21080" y="2613373"/>
                  <a:ext cx="167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780684-DB04-90C5-9024-430412AF9798}"/>
                    </a:ext>
                  </a:extLst>
                </p14:cNvPr>
                <p14:cNvContentPartPr/>
                <p14:nvPr/>
              </p14:nvContentPartPr>
              <p14:xfrm>
                <a:off x="7567400" y="2488813"/>
                <a:ext cx="204840" cy="252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780684-DB04-90C5-9024-430412AF97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61280" y="2482693"/>
                  <a:ext cx="217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FA48E1-F428-784B-5FF1-7E00B99B8715}"/>
                    </a:ext>
                  </a:extLst>
                </p14:cNvPr>
                <p14:cNvContentPartPr/>
                <p14:nvPr/>
              </p14:nvContentPartPr>
              <p14:xfrm>
                <a:off x="7907240" y="2286133"/>
                <a:ext cx="393120" cy="389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FA48E1-F428-784B-5FF1-7E00B99B87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01120" y="2280013"/>
                  <a:ext cx="40536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BE968F-7F36-CA03-3C2B-DF5042601D56}"/>
                  </a:ext>
                </a:extLst>
              </p14:cNvPr>
              <p14:cNvContentPartPr/>
              <p14:nvPr/>
            </p14:nvContentPartPr>
            <p14:xfrm>
              <a:off x="1758080" y="4046173"/>
              <a:ext cx="2463120" cy="1136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BE968F-7F36-CA03-3C2B-DF5042601D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1960" y="4040053"/>
                <a:ext cx="2475360" cy="11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79C9ADC9-80FC-EC6D-6893-C9937A65DFC9}"/>
              </a:ext>
            </a:extLst>
          </p:cNvPr>
          <p:cNvGrpSpPr/>
          <p:nvPr/>
        </p:nvGrpSpPr>
        <p:grpSpPr>
          <a:xfrm>
            <a:off x="184520" y="1371373"/>
            <a:ext cx="5863680" cy="2745000"/>
            <a:chOff x="184520" y="1371373"/>
            <a:chExt cx="5863680" cy="274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86FE18-02DF-9BA3-C6C8-CDADB503DBFB}"/>
                    </a:ext>
                  </a:extLst>
                </p14:cNvPr>
                <p14:cNvContentPartPr/>
                <p14:nvPr/>
              </p14:nvContentPartPr>
              <p14:xfrm>
                <a:off x="4300760" y="1371373"/>
                <a:ext cx="1747440" cy="7977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86FE18-02DF-9BA3-C6C8-CDADB503DB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94640" y="1365253"/>
                  <a:ext cx="175968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D5A561-96C9-0853-1523-DF9AB0C8DDFB}"/>
                    </a:ext>
                  </a:extLst>
                </p14:cNvPr>
                <p14:cNvContentPartPr/>
                <p14:nvPr/>
              </p14:nvContentPartPr>
              <p14:xfrm>
                <a:off x="4427840" y="1742893"/>
                <a:ext cx="233280" cy="258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D5A561-96C9-0853-1523-DF9AB0C8DD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1720" y="1736773"/>
                  <a:ext cx="245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4DDAFB-3D89-CC4C-C2F2-D4E14F0F0D11}"/>
                    </a:ext>
                  </a:extLst>
                </p14:cNvPr>
                <p14:cNvContentPartPr/>
                <p14:nvPr/>
              </p14:nvContentPartPr>
              <p14:xfrm>
                <a:off x="4772000" y="1810213"/>
                <a:ext cx="157320" cy="174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4DDAFB-3D89-CC4C-C2F2-D4E14F0F0D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65880" y="1804093"/>
                  <a:ext cx="16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110377-7FD5-A2C1-854F-91BC1F3E60CC}"/>
                    </a:ext>
                  </a:extLst>
                </p14:cNvPr>
                <p14:cNvContentPartPr/>
                <p14:nvPr/>
              </p14:nvContentPartPr>
              <p14:xfrm>
                <a:off x="5119040" y="1642093"/>
                <a:ext cx="190800" cy="331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110377-7FD5-A2C1-854F-91BC1F3E60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12920" y="1635973"/>
                  <a:ext cx="2030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DD1256-6A44-95E1-6EE5-57079AECBE20}"/>
                    </a:ext>
                  </a:extLst>
                </p14:cNvPr>
                <p14:cNvContentPartPr/>
                <p14:nvPr/>
              </p14:nvContentPartPr>
              <p14:xfrm>
                <a:off x="5452040" y="1768093"/>
                <a:ext cx="210960" cy="173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DD1256-6A44-95E1-6EE5-57079AECBE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5920" y="1761973"/>
                  <a:ext cx="223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7145BB-18B5-379F-526F-6D10FFDF018E}"/>
                    </a:ext>
                  </a:extLst>
                </p14:cNvPr>
                <p14:cNvContentPartPr/>
                <p14:nvPr/>
              </p14:nvContentPartPr>
              <p14:xfrm>
                <a:off x="1742240" y="2099293"/>
                <a:ext cx="2576160" cy="898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7145BB-18B5-379F-526F-6D10FFDF01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36120" y="2093173"/>
                  <a:ext cx="258840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4298F7-AD4F-0C80-2DAC-19D5A1B124D8}"/>
                    </a:ext>
                  </a:extLst>
                </p14:cNvPr>
                <p14:cNvContentPartPr/>
                <p14:nvPr/>
              </p14:nvContentPartPr>
              <p14:xfrm>
                <a:off x="1951400" y="2488453"/>
                <a:ext cx="288360" cy="411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4298F7-AD4F-0C80-2DAC-19D5A1B124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45280" y="2482333"/>
                  <a:ext cx="300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821D75-8352-4ED9-97BC-D6374BEE14F3}"/>
                    </a:ext>
                  </a:extLst>
                </p14:cNvPr>
                <p14:cNvContentPartPr/>
                <p14:nvPr/>
              </p14:nvContentPartPr>
              <p14:xfrm>
                <a:off x="2265680" y="2725693"/>
                <a:ext cx="198000" cy="237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821D75-8352-4ED9-97BC-D6374BEE14F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59560" y="2719573"/>
                  <a:ext cx="210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5A630E-9C36-3DB9-80D3-C55488643599}"/>
                    </a:ext>
                  </a:extLst>
                </p14:cNvPr>
                <p14:cNvContentPartPr/>
                <p14:nvPr/>
              </p14:nvContentPartPr>
              <p14:xfrm>
                <a:off x="2607680" y="2659813"/>
                <a:ext cx="267480" cy="249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5A630E-9C36-3DB9-80D3-C554886435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01560" y="2653693"/>
                  <a:ext cx="279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6D1AA7-32DF-2B3F-86B7-BC309C6240C6}"/>
                    </a:ext>
                  </a:extLst>
                </p14:cNvPr>
                <p14:cNvContentPartPr/>
                <p14:nvPr/>
              </p14:nvContentPartPr>
              <p14:xfrm>
                <a:off x="3013760" y="2834773"/>
                <a:ext cx="360" cy="44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6D1AA7-32DF-2B3F-86B7-BC309C6240C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07640" y="2828653"/>
                  <a:ext cx="12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3005D-1DAE-7D13-6C68-AD1933D7B041}"/>
                    </a:ext>
                  </a:extLst>
                </p14:cNvPr>
                <p14:cNvContentPartPr/>
                <p14:nvPr/>
              </p14:nvContentPartPr>
              <p14:xfrm>
                <a:off x="3013760" y="2719213"/>
                <a:ext cx="360" cy="6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3005D-1DAE-7D13-6C68-AD1933D7B0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07640" y="2713093"/>
                  <a:ext cx="12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E31BC9-AA3F-ACB3-AAD9-4FF9F761C1EC}"/>
                    </a:ext>
                  </a:extLst>
                </p14:cNvPr>
                <p14:cNvContentPartPr/>
                <p14:nvPr/>
              </p14:nvContentPartPr>
              <p14:xfrm>
                <a:off x="3198440" y="2657293"/>
                <a:ext cx="173520" cy="20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E31BC9-AA3F-ACB3-AAD9-4FF9F761C1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92320" y="2651173"/>
                  <a:ext cx="185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0C0242-6FB0-206F-4D55-8D839CF29B67}"/>
                    </a:ext>
                  </a:extLst>
                </p14:cNvPr>
                <p14:cNvContentPartPr/>
                <p14:nvPr/>
              </p14:nvContentPartPr>
              <p14:xfrm>
                <a:off x="3234440" y="3030973"/>
                <a:ext cx="2202480" cy="1085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0C0242-6FB0-206F-4D55-8D839CF29B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8320" y="3024853"/>
                  <a:ext cx="221472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E7D91F-54A2-DF5D-1745-D8DA15644DEA}"/>
                    </a:ext>
                  </a:extLst>
                </p14:cNvPr>
                <p14:cNvContentPartPr/>
                <p14:nvPr/>
              </p14:nvContentPartPr>
              <p14:xfrm>
                <a:off x="3658160" y="3691573"/>
                <a:ext cx="286200" cy="251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E7D91F-54A2-DF5D-1745-D8DA15644D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52040" y="3685453"/>
                  <a:ext cx="298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E74266-65E0-509F-BF6F-6E0B6FC57D29}"/>
                    </a:ext>
                  </a:extLst>
                </p14:cNvPr>
                <p14:cNvContentPartPr/>
                <p14:nvPr/>
              </p14:nvContentPartPr>
              <p14:xfrm>
                <a:off x="4083320" y="3776173"/>
                <a:ext cx="219600" cy="156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E74266-65E0-509F-BF6F-6E0B6FC57D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7200" y="3770053"/>
                  <a:ext cx="231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26BA15-6DCD-B308-8CB2-05A857CF8F4C}"/>
                    </a:ext>
                  </a:extLst>
                </p14:cNvPr>
                <p14:cNvContentPartPr/>
                <p14:nvPr/>
              </p14:nvContentPartPr>
              <p14:xfrm>
                <a:off x="4417400" y="3689773"/>
                <a:ext cx="297360" cy="226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26BA15-6DCD-B308-8CB2-05A857CF8F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11280" y="3683653"/>
                  <a:ext cx="309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ACFFDB-FB63-81D9-1D5A-6A0B44647B72}"/>
                    </a:ext>
                  </a:extLst>
                </p14:cNvPr>
                <p14:cNvContentPartPr/>
                <p14:nvPr/>
              </p14:nvContentPartPr>
              <p14:xfrm>
                <a:off x="4774160" y="3645493"/>
                <a:ext cx="273600" cy="432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ACFFDB-FB63-81D9-1D5A-6A0B44647B7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68040" y="3639373"/>
                  <a:ext cx="2858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968E0E-2A76-FE37-ACEA-9E650FC22FD0}"/>
                    </a:ext>
                  </a:extLst>
                </p14:cNvPr>
                <p14:cNvContentPartPr/>
                <p14:nvPr/>
              </p14:nvContentPartPr>
              <p14:xfrm>
                <a:off x="184520" y="2929453"/>
                <a:ext cx="1883160" cy="1114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968E0E-2A76-FE37-ACEA-9E650FC22F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8400" y="2923333"/>
                  <a:ext cx="1895400" cy="11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999558D-1CD8-70B3-363C-880A91586BB1}"/>
                    </a:ext>
                  </a:extLst>
                </p14:cNvPr>
                <p14:cNvContentPartPr/>
                <p14:nvPr/>
              </p14:nvContentPartPr>
              <p14:xfrm>
                <a:off x="253280" y="3505453"/>
                <a:ext cx="395640" cy="37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999558D-1CD8-70B3-363C-880A91586B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7160" y="3499333"/>
                  <a:ext cx="407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9EED03-1327-8373-707C-4E3647645E22}"/>
                    </a:ext>
                  </a:extLst>
                </p14:cNvPr>
                <p14:cNvContentPartPr/>
                <p14:nvPr/>
              </p14:nvContentPartPr>
              <p14:xfrm>
                <a:off x="723800" y="3656653"/>
                <a:ext cx="264600" cy="191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9EED03-1327-8373-707C-4E3647645E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7680" y="3650533"/>
                  <a:ext cx="276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3F97F2-23F7-D089-54FA-EF5A8BF6A6CB}"/>
                    </a:ext>
                  </a:extLst>
                </p14:cNvPr>
                <p14:cNvContentPartPr/>
                <p14:nvPr/>
              </p14:nvContentPartPr>
              <p14:xfrm>
                <a:off x="1055360" y="3640813"/>
                <a:ext cx="282240" cy="23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3F97F2-23F7-D089-54FA-EF5A8BF6A6C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9240" y="3634693"/>
                  <a:ext cx="294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969FBF-FDBE-97EF-4C03-15AF1DCD05E6}"/>
                    </a:ext>
                  </a:extLst>
                </p14:cNvPr>
                <p14:cNvContentPartPr/>
                <p14:nvPr/>
              </p14:nvContentPartPr>
              <p14:xfrm>
                <a:off x="1404200" y="3454333"/>
                <a:ext cx="336240" cy="503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969FBF-FDBE-97EF-4C03-15AF1DCD05E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98080" y="3448213"/>
                  <a:ext cx="3484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147B7FA-89AC-59DA-85E2-A716C614DEE3}"/>
                    </a:ext>
                  </a:extLst>
                </p14:cNvPr>
                <p14:cNvContentPartPr/>
                <p14:nvPr/>
              </p14:nvContentPartPr>
              <p14:xfrm>
                <a:off x="1541000" y="3609853"/>
                <a:ext cx="126000" cy="2336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147B7FA-89AC-59DA-85E2-A716C614DEE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34880" y="3603733"/>
                  <a:ext cx="1382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5FD67E3-0356-722D-671C-31A9BB2B75F4}"/>
                  </a:ext>
                </a:extLst>
              </p14:cNvPr>
              <p14:cNvContentPartPr/>
              <p14:nvPr/>
            </p14:nvContentPartPr>
            <p14:xfrm>
              <a:off x="1898480" y="4640173"/>
              <a:ext cx="286560" cy="3394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5FD67E3-0356-722D-671C-31A9BB2B7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892360" y="4634053"/>
                <a:ext cx="29880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BD057C3-0FB5-3624-0D9B-FA8839A41169}"/>
                  </a:ext>
                </a:extLst>
              </p14:cNvPr>
              <p14:cNvContentPartPr/>
              <p14:nvPr/>
            </p14:nvContentPartPr>
            <p14:xfrm>
              <a:off x="2299520" y="4738453"/>
              <a:ext cx="172800" cy="1569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BD057C3-0FB5-3624-0D9B-FA8839A4116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293400" y="4732333"/>
                <a:ext cx="1850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661BD7-4350-E9B9-749D-4EDE95C68F9B}"/>
                  </a:ext>
                </a:extLst>
              </p14:cNvPr>
              <p14:cNvContentPartPr/>
              <p14:nvPr/>
            </p14:nvContentPartPr>
            <p14:xfrm>
              <a:off x="2556560" y="4739893"/>
              <a:ext cx="147960" cy="141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661BD7-4350-E9B9-749D-4EDE95C68F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550440" y="4733773"/>
                <a:ext cx="160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E310EB-7881-C837-2885-1F8EC1938E29}"/>
                  </a:ext>
                </a:extLst>
              </p14:cNvPr>
              <p14:cNvContentPartPr/>
              <p14:nvPr/>
            </p14:nvContentPartPr>
            <p14:xfrm>
              <a:off x="2861480" y="4724773"/>
              <a:ext cx="236520" cy="1494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E310EB-7881-C837-2885-1F8EC1938E2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855360" y="4718653"/>
                <a:ext cx="2487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015FB9-EE9B-7874-9829-7CCBD6DCEC87}"/>
                  </a:ext>
                </a:extLst>
              </p14:cNvPr>
              <p14:cNvContentPartPr/>
              <p14:nvPr/>
            </p14:nvContentPartPr>
            <p14:xfrm>
              <a:off x="3076760" y="4739533"/>
              <a:ext cx="805320" cy="547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015FB9-EE9B-7874-9829-7CCBD6DCEC8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70640" y="4733413"/>
                <a:ext cx="81756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B7E532A-BD9F-1FC1-3DDF-E4391994B3DB}"/>
                  </a:ext>
                </a:extLst>
              </p14:cNvPr>
              <p14:cNvContentPartPr/>
              <p14:nvPr/>
            </p14:nvContentPartPr>
            <p14:xfrm>
              <a:off x="3369800" y="4740973"/>
              <a:ext cx="28800" cy="202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B7E532A-BD9F-1FC1-3DDF-E4391994B3D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363680" y="4734853"/>
                <a:ext cx="410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6A44D41-D97F-693D-F645-D0DB5BC3653F}"/>
                  </a:ext>
                </a:extLst>
              </p14:cNvPr>
              <p14:cNvContentPartPr/>
              <p14:nvPr/>
            </p14:nvContentPartPr>
            <p14:xfrm>
              <a:off x="624080" y="5130853"/>
              <a:ext cx="2691720" cy="1152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6A44D41-D97F-693D-F645-D0DB5BC3653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7960" y="5124733"/>
                <a:ext cx="2703960" cy="11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913A414-CE90-D400-EB0A-169D7F75CD84}"/>
                  </a:ext>
                </a:extLst>
              </p14:cNvPr>
              <p14:cNvContentPartPr/>
              <p14:nvPr/>
            </p14:nvContentPartPr>
            <p14:xfrm>
              <a:off x="837560" y="5638453"/>
              <a:ext cx="351000" cy="3747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913A414-CE90-D400-EB0A-169D7F75CD8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31440" y="5632333"/>
                <a:ext cx="3632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9061131-9A67-96C9-5D18-CDE61E63603A}"/>
                  </a:ext>
                </a:extLst>
              </p14:cNvPr>
              <p14:cNvContentPartPr/>
              <p14:nvPr/>
            </p14:nvContentPartPr>
            <p14:xfrm>
              <a:off x="1180640" y="5745013"/>
              <a:ext cx="326160" cy="2671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9061131-9A67-96C9-5D18-CDE61E63603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74520" y="5738893"/>
                <a:ext cx="3384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C5ADEBC-C6B2-E80C-074B-656456D264F7}"/>
                  </a:ext>
                </a:extLst>
              </p14:cNvPr>
              <p14:cNvContentPartPr/>
              <p14:nvPr/>
            </p14:nvContentPartPr>
            <p14:xfrm>
              <a:off x="1608320" y="5707213"/>
              <a:ext cx="268560" cy="1850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C5ADEBC-C6B2-E80C-074B-656456D264F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602200" y="5701093"/>
                <a:ext cx="28080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D955531-F69C-6815-6653-4380A4362BEE}"/>
                  </a:ext>
                </a:extLst>
              </p14:cNvPr>
              <p14:cNvContentPartPr/>
              <p14:nvPr/>
            </p14:nvContentPartPr>
            <p14:xfrm>
              <a:off x="1894520" y="5791093"/>
              <a:ext cx="326520" cy="2743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D955531-F69C-6815-6653-4380A4362BE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88400" y="5784973"/>
                <a:ext cx="3387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5CEE471-D630-0E4B-28DD-56F5304B1BB0}"/>
                  </a:ext>
                </a:extLst>
              </p14:cNvPr>
              <p14:cNvContentPartPr/>
              <p14:nvPr/>
            </p14:nvContentPartPr>
            <p14:xfrm>
              <a:off x="2336960" y="5719093"/>
              <a:ext cx="392760" cy="2361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5CEE471-D630-0E4B-28DD-56F5304B1BB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330840" y="5712973"/>
                <a:ext cx="4050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35A10B1-F850-7C8C-BFC7-72D21469B83C}"/>
                  </a:ext>
                </a:extLst>
              </p14:cNvPr>
              <p14:cNvContentPartPr/>
              <p14:nvPr/>
            </p14:nvContentPartPr>
            <p14:xfrm>
              <a:off x="2810720" y="5753653"/>
              <a:ext cx="329040" cy="2451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35A10B1-F850-7C8C-BFC7-72D21469B83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04600" y="5747533"/>
                <a:ext cx="34128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AA3264AC-7D55-E612-8CA6-6F1BD7DC8BE5}"/>
              </a:ext>
            </a:extLst>
          </p:cNvPr>
          <p:cNvGrpSpPr/>
          <p:nvPr/>
        </p:nvGrpSpPr>
        <p:grpSpPr>
          <a:xfrm>
            <a:off x="131600" y="6197173"/>
            <a:ext cx="1362960" cy="747720"/>
            <a:chOff x="131600" y="6197173"/>
            <a:chExt cx="1362960" cy="74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6CFD60-F796-2B1A-6761-0F35B67FBD6B}"/>
                    </a:ext>
                  </a:extLst>
                </p14:cNvPr>
                <p14:cNvContentPartPr/>
                <p14:nvPr/>
              </p14:nvContentPartPr>
              <p14:xfrm>
                <a:off x="131600" y="6197173"/>
                <a:ext cx="1362960" cy="7470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6CFD60-F796-2B1A-6761-0F35B67FBD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5480" y="6191053"/>
                  <a:ext cx="137520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EB2348-B940-9751-DC61-9643E159B5CE}"/>
                    </a:ext>
                  </a:extLst>
                </p14:cNvPr>
                <p14:cNvContentPartPr/>
                <p14:nvPr/>
              </p14:nvContentPartPr>
              <p14:xfrm>
                <a:off x="376400" y="6584173"/>
                <a:ext cx="231840" cy="360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EB2348-B940-9751-DC61-9643E159B5C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0280" y="6578053"/>
                  <a:ext cx="244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6E0B69-CDA8-E502-387A-4D6D9F886A62}"/>
                    </a:ext>
                  </a:extLst>
                </p14:cNvPr>
                <p14:cNvContentPartPr/>
                <p14:nvPr/>
              </p14:nvContentPartPr>
              <p14:xfrm>
                <a:off x="719840" y="6705133"/>
                <a:ext cx="152280" cy="165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6E0B69-CDA8-E502-387A-4D6D9F886A6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3720" y="6699013"/>
                  <a:ext cx="164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E84339-1BE7-9C8D-909E-40AAA4DF4555}"/>
                    </a:ext>
                  </a:extLst>
                </p14:cNvPr>
                <p14:cNvContentPartPr/>
                <p14:nvPr/>
              </p14:nvContentPartPr>
              <p14:xfrm>
                <a:off x="981920" y="6654373"/>
                <a:ext cx="192600" cy="172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E84339-1BE7-9C8D-909E-40AAA4DF45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5800" y="6648253"/>
                  <a:ext cx="204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E8B7A6-259D-04F7-9131-4D2310198817}"/>
                    </a:ext>
                  </a:extLst>
                </p14:cNvPr>
                <p14:cNvContentPartPr/>
                <p14:nvPr/>
              </p14:nvContentPartPr>
              <p14:xfrm>
                <a:off x="1219520" y="6467893"/>
                <a:ext cx="52200" cy="253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E8B7A6-259D-04F7-9131-4D231019881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13400" y="6461773"/>
                  <a:ext cx="64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147A94-4B7A-22E1-9A85-63EE877BC077}"/>
                    </a:ext>
                  </a:extLst>
                </p14:cNvPr>
                <p14:cNvContentPartPr/>
                <p14:nvPr/>
              </p14:nvContentPartPr>
              <p14:xfrm>
                <a:off x="1184960" y="6705133"/>
                <a:ext cx="60840" cy="115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147A94-4B7A-22E1-9A85-63EE877BC07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78840" y="6699013"/>
                  <a:ext cx="73080" cy="12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38D8-4B88-D5A5-87BB-F6BCD9F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EE5D30F-CAC6-99FA-1C9C-D70BF9A87B0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0C7378-7966-380F-E680-68EA68ABFE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9E29B4-15B8-DBA1-F624-C616996F6D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F0A636-15F3-7328-B275-E8784C2E9D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77A6F-3A86-C7E5-90C9-C9D5C65F774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Hash tables are an incredibly important data structure in Computer Science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are incredibly quick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insert into and get information from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are structured similarly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arrays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 lists, arrays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they don’t have to hop nodes to find data, they can instantly access it at any spot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51990-6C7B-B9E0-87AD-5AF9E7D36B7C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pic>
        <p:nvPicPr>
          <p:cNvPr id="2" name="Picture 2" descr="3d Hash Browns With White Background, 3d Hash Browns, With White ...">
            <a:extLst>
              <a:ext uri="{FF2B5EF4-FFF2-40B4-BE49-F238E27FC236}">
                <a16:creationId xmlns:a16="http://schemas.microsoft.com/office/drawing/2014/main" id="{A7036019-B622-481A-FD8A-D988741BB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1" y="2577484"/>
            <a:ext cx="2019444" cy="201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63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6988D-08F1-80A0-C368-AB0E0201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70CD7E-6C34-5FE9-28BF-8EA84EE6D93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398AC1-6097-ABCE-A5E3-6EC8532A32D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FF228C-361C-930F-7396-9DF468C3F10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DAFFA5-166A-6001-3856-1468F9AAA6B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9C5241-65BF-C93D-333F-F17109D407E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Rather than being indexed,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data is accessed by keys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data structure is this similar to?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954379-78AF-5621-0E1D-536C83C1A0B9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pic>
        <p:nvPicPr>
          <p:cNvPr id="2" name="Picture 2" descr="3d Hash Browns With White Background, 3d Hash Browns, With White ...">
            <a:extLst>
              <a:ext uri="{FF2B5EF4-FFF2-40B4-BE49-F238E27FC236}">
                <a16:creationId xmlns:a16="http://schemas.microsoft.com/office/drawing/2014/main" id="{C819B34E-CA46-A2B0-0F5E-AF782600C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534" y="2347074"/>
            <a:ext cx="4186912" cy="41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ey PNG image">
            <a:extLst>
              <a:ext uri="{FF2B5EF4-FFF2-40B4-BE49-F238E27FC236}">
                <a16:creationId xmlns:a16="http://schemas.microsoft.com/office/drawing/2014/main" id="{77A0F2A8-C24C-1761-57E5-AA813202F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787" y="3717853"/>
            <a:ext cx="3192679" cy="31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00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D3583-2D43-EEDC-CCA2-B09A7933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28F26DA-E9E5-5144-88F6-C5CE1A7007D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60B265-5CF7-6A4A-CB3A-3B3C7F684B0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02846A-403F-1D13-AD58-63DAE7CC29B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7985A9-FE5B-6A82-626E-8FB0D77E1DC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12BFCF-B605-AF86-8ADA-F53931694B5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Yeah, that is similar to a dictionary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That’s because Python’s dictionary IS an implementation of a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hash table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!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Built in!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07DC4E-FB5D-04EF-F399-45DE8EF0ACDA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pic>
        <p:nvPicPr>
          <p:cNvPr id="2" name="Picture 2" descr="3d Hash Browns With White Background, 3d Hash Browns, With White ...">
            <a:extLst>
              <a:ext uri="{FF2B5EF4-FFF2-40B4-BE49-F238E27FC236}">
                <a16:creationId xmlns:a16="http://schemas.microsoft.com/office/drawing/2014/main" id="{444B62D4-EC6A-9983-3E9C-437E34876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534" y="2347074"/>
            <a:ext cx="4186912" cy="41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ey PNG image">
            <a:extLst>
              <a:ext uri="{FF2B5EF4-FFF2-40B4-BE49-F238E27FC236}">
                <a16:creationId xmlns:a16="http://schemas.microsoft.com/office/drawing/2014/main" id="{A79AC97B-DE97-E5AC-4BEB-4FE2A245F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787" y="3717853"/>
            <a:ext cx="3192679" cy="319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11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E94F7-983A-A818-433F-2EA9EA49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BEFD03D-935B-38BA-F47F-0D1B5F91639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63A9F99-8102-108A-839B-06B6C5F7422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3C0402-C0ED-E5FC-23D6-D1E67E1AA4C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7B6642-9226-C02D-A358-F3B68472EC7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4E874B-8EE0-EF2A-E3D0-FC77FEEE4C63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key that you provide is processed through a hashing algorithm to find which table index to store the data in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table still has indexes, but you cannot access them directly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how this works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40D4DC-0DEC-9771-5A51-306E40BE9793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</p:spTree>
    <p:extLst>
      <p:ext uri="{BB962C8B-B14F-4D97-AF65-F5344CB8AC3E}">
        <p14:creationId xmlns:p14="http://schemas.microsoft.com/office/powerpoint/2010/main" val="2150593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E7FB2-7C97-1C7D-3DFF-174CA73F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754527-73F4-0196-0789-EACA4E1D823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FFAFAE-6DF9-98A1-9211-DB8CD3EAF59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6956D5-1C4F-1514-AC25-4020E0DDDDB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7BEBA6-A086-ED70-D293-8757E5483C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5AC0C5-3454-85A7-35E3-539F9823D77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say I want to hash some strings into my hash table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this example, my hash table will be 10 items long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So, we need an algorithm that can convert my string into an integer with a value from 0-9, and will do it the same way every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Any thoughts?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4810A-76DA-BA4D-E22E-A21A9B453F8D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pic>
        <p:nvPicPr>
          <p:cNvPr id="3074" name="Picture 2" descr="Premium Photo | Confused young man scratching his head">
            <a:extLst>
              <a:ext uri="{FF2B5EF4-FFF2-40B4-BE49-F238E27FC236}">
                <a16:creationId xmlns:a16="http://schemas.microsoft.com/office/drawing/2014/main" id="{A3A3CBAD-D862-490F-56DD-ED6842613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744" y="3429000"/>
            <a:ext cx="4793406" cy="124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4D320BD-48CF-DEDC-DF2A-6C00C4B7D531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32580F-83D0-6527-412B-569F89FAB7FF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218FAA-EE9C-3881-7702-5C76B699912B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C3D12E-D0D9-7A5A-5F47-0B2FBFA1C2AD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519B0B-5FC4-38CD-E0CA-ABFBCE902BE1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36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19242-46EA-B820-49AD-D51CDFD5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E6E2F45-1CA3-7985-A894-7B775A671F3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A3199F-2999-F4FF-6C7D-9E5469A330B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4CB3D0-AA95-79CF-1CC3-FE58BAB8CC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E6B9CB-D54F-E650-669F-719FCF7A845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ACDF-F517-9559-F53E-9F879490F24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break it down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8F3F76-F5FB-AD3E-61E7-B452A1DAC504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6740B-F5AC-3E46-E811-BD0606C5EA81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527BF7-5700-75CC-5F20-8841AE4BDC3C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B85F1-4D63-B7D4-92EA-AE2E9A7CD16F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0D5CD5-D020-B633-5FE1-BF0F5EA65F06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D7168D-18F6-7674-FF97-8B5222B50B67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Dancing Sonic Gif">
            <a:extLst>
              <a:ext uri="{FF2B5EF4-FFF2-40B4-BE49-F238E27FC236}">
                <a16:creationId xmlns:a16="http://schemas.microsoft.com/office/drawing/2014/main" id="{E01AC95C-F01F-9E1A-B0DA-C4FF553A6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1719263"/>
            <a:ext cx="47434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4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188AD-1336-6258-158C-A3B039ED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DA50D2F-6A2E-137F-0BE0-5D06F3D92F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CC8D88-439F-8F3E-12D9-654943C5BB2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039A40-02FC-A89B-3B3D-2704D264AA5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ED30D29-90EA-8DA6-37DA-AB0E8A4C87E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CEA11F-241F-F3A2-D3A2-131AB60C9FA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break it down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likely multiple ways to approach this, but here’s mine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how do we even get a string to become a number?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8F7B8C-5326-2978-75B2-4056E43D9FC6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6474F1-8E00-502D-0257-C46B0BBF8F9A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04BEE1-9E5F-5450-D120-C8DDCDECED2B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15B09-0F2A-128F-80DA-808814F2799E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F60DDD-D096-F336-960F-8BA2C28F310D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2D06066-E0DE-1178-1645-EA150A3AFE79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004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0E9A1-27BB-CD9C-223D-B5846FF8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BBA4F6B-29FB-8291-7667-5E5EB0CE7F1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2ADB25-0008-F422-9C95-5FCC017C868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8ECEA8-E0F6-A683-B391-BB6D32234A8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6E4F46-47A5-2770-888D-441838652B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EC56D0-FE2C-1A9D-46FE-2270E067803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convert a string to a number by using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ASCII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take the values of every letter in ASCII,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and add them up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gives us one number!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We’re so close!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do this for the string “FEET”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4FEBE-85AC-AEA5-1BE4-508B6DFC472C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A7A95B-867C-C125-9500-71FB177BC255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089D0D-A8FD-13D5-51A2-C729EC8403D8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808134-CA1D-1688-7A47-01566125E3C2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799B4D-7DB0-94A0-5E14-5085803238B9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71D9978-C485-88D3-8695-20E6C3BEB9E3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333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01B73E-EA4E-0326-677B-420FF2604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C8E8726-7499-2C55-4742-34E9358584C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F11BCF-B0F7-1545-46D5-B4A88391A0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F2D794-8719-A8EA-BE88-48E28EE4081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5455D3-2C71-3CAB-3B65-F211EC8472E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4D8B9-2EA6-5EA2-A4F0-2A07939635A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“FEET” =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9E3F6E-3D12-1FB5-C39E-4DC1B4D24E6C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747BCC-0592-02A4-7E69-AF60C9736B5D}"/>
              </a:ext>
            </a:extLst>
          </p:cNvPr>
          <p:cNvSpPr/>
          <p:nvPr/>
        </p:nvSpPr>
        <p:spPr>
          <a:xfrm>
            <a:off x="657346" y="545452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E8C3D-FB3B-F4CA-C5B2-F3A92E995A2E}"/>
              </a:ext>
            </a:extLst>
          </p:cNvPr>
          <p:cNvSpPr/>
          <p:nvPr/>
        </p:nvSpPr>
        <p:spPr>
          <a:xfrm>
            <a:off x="8412162" y="5429812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8158C-CA05-9899-ED87-F547D492A7AC}"/>
              </a:ext>
            </a:extLst>
          </p:cNvPr>
          <p:cNvSpPr/>
          <p:nvPr/>
        </p:nvSpPr>
        <p:spPr>
          <a:xfrm>
            <a:off x="4534754" y="5454526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7EB54D-3C41-1A53-F387-3272E829D770}"/>
              </a:ext>
            </a:extLst>
          </p:cNvPr>
          <p:cNvCxnSpPr>
            <a:stCxn id="2" idx="3"/>
          </p:cNvCxnSpPr>
          <p:nvPr/>
        </p:nvCxnSpPr>
        <p:spPr>
          <a:xfrm>
            <a:off x="3243911" y="6078279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05DE89-8197-9CA5-A9D3-810AB0F5DAE5}"/>
              </a:ext>
            </a:extLst>
          </p:cNvPr>
          <p:cNvCxnSpPr/>
          <p:nvPr/>
        </p:nvCxnSpPr>
        <p:spPr>
          <a:xfrm>
            <a:off x="7121319" y="607827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ASCII Table - Complete Character Set">
            <a:extLst>
              <a:ext uri="{FF2B5EF4-FFF2-40B4-BE49-F238E27FC236}">
                <a16:creationId xmlns:a16="http://schemas.microsoft.com/office/drawing/2014/main" id="{0ACD959B-7EDE-8025-1914-13157CA6B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643" y="730759"/>
            <a:ext cx="7700433" cy="466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851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8EA4A-AE0D-0245-71D2-8EEA1D0D9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AF3B7D3-D0B2-9AA5-5892-D50D01F6D11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574609-BDD7-F93B-CD39-CF9243B6E08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B436E0-723C-3DCD-3371-1ED1A38B213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B8C4531-A881-E3BF-7B0C-881B2312FA2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D954E3-5692-888D-B91F-400C6626DD5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“FEET” = 70 + 69 + 69 + 84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= 292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F18EB-B240-1309-9B1C-0AB869B0F189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A5A1DF-62AF-4933-7FCB-1392C824CED7}"/>
              </a:ext>
            </a:extLst>
          </p:cNvPr>
          <p:cNvSpPr/>
          <p:nvPr/>
        </p:nvSpPr>
        <p:spPr>
          <a:xfrm>
            <a:off x="657346" y="545452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56CC4-C9DF-6332-C070-72BE20D39009}"/>
              </a:ext>
            </a:extLst>
          </p:cNvPr>
          <p:cNvSpPr/>
          <p:nvPr/>
        </p:nvSpPr>
        <p:spPr>
          <a:xfrm>
            <a:off x="8412162" y="5429812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D9F2E-C295-708A-BA15-7ABACA22924E}"/>
              </a:ext>
            </a:extLst>
          </p:cNvPr>
          <p:cNvSpPr/>
          <p:nvPr/>
        </p:nvSpPr>
        <p:spPr>
          <a:xfrm>
            <a:off x="4534754" y="5454526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A40DBD-CFA7-4345-321D-04A913019066}"/>
              </a:ext>
            </a:extLst>
          </p:cNvPr>
          <p:cNvCxnSpPr>
            <a:stCxn id="2" idx="3"/>
          </p:cNvCxnSpPr>
          <p:nvPr/>
        </p:nvCxnSpPr>
        <p:spPr>
          <a:xfrm>
            <a:off x="3243911" y="6078279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379290-2838-17C4-9225-44BCE1CA9155}"/>
              </a:ext>
            </a:extLst>
          </p:cNvPr>
          <p:cNvCxnSpPr/>
          <p:nvPr/>
        </p:nvCxnSpPr>
        <p:spPr>
          <a:xfrm>
            <a:off x="7121319" y="607827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ASCII Table - Complete Character Set">
            <a:extLst>
              <a:ext uri="{FF2B5EF4-FFF2-40B4-BE49-F238E27FC236}">
                <a16:creationId xmlns:a16="http://schemas.microsoft.com/office/drawing/2014/main" id="{AED3C12E-4BB9-3B14-E68A-81B330371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208" y="293426"/>
            <a:ext cx="6696792" cy="502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796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9A19E-B4D9-5B32-C1D8-9C7EDE43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D3A1EB2-6A07-BE37-5745-4348BB4368B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4DCB76-0AF3-8380-8C89-56AA4B2AE6B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022258-86B3-30E1-64F1-FAD7E6A78D7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9F5592-73AF-80B5-6FF3-9F70D48282A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C4ECF8-EC3F-5A10-CF19-69EBA34C9AA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we have a number, 292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can we convert this to be an integer from 0-9?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EA0132-2F86-8F88-68AD-5F7B9EA8146B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F0D9F-416C-A0E6-A94F-D6EE20C99B48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27CAC-1997-8515-9011-63A4B659E565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64D24-B0DB-B3A4-9B6B-A532A5534376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EF3304-9281-02A1-D5E3-563650FD48DC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6B24A0-C725-A89D-FC2E-8261ABC2C10F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175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4BBE4-9B77-1B50-D42F-8F2FA3B8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17583BA-7CE6-9B29-98A7-65DFFB0DD86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6042BE-1029-442E-B7F6-C7C76CD3926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70DB8C-8179-0A87-34A3-B864EBCAC36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D1CB87-6C93-5360-0FE6-B062DB3FE1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9CF620-E92C-53C7-D663-7CDBF0213CA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use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modulo, in this case by 10, but generally the size of the table, to decide which slot it goes into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292 % 10 =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99563-10A8-59E7-B54F-8F9516BB6644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D3027E-CB31-A3E5-DC94-79C5D730E2D9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A8BE3F-71A1-DD97-4E7F-D6C2E3B92666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011717-4B92-6D3B-6EBB-57E3778B56D7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???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846DFA-A3E9-EB04-AE87-1159AF57EEC7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FFB4CA-17F3-1FDC-D8FF-C99446835A62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597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A5544-6748-E649-DF04-669EA8B5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73B2C18-B717-5F30-C9CD-BF234A27294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0BACFD-239D-F73E-1D5A-0FEC6377C1A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6B2A66-C10C-2960-30EE-93BB0E679D2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9999D9-64EE-BCDD-93A2-E04EB0AF582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59DD4-AF65-FFB1-76A5-97F71D8A0BB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that, we know, using this algorithm, FEET will go in the third slot of the hash table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3E81CE-0B42-3020-1FF6-E72709BD7D9C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4D2B50-7863-188A-9342-50C53E779899}"/>
              </a:ext>
            </a:extLst>
          </p:cNvPr>
          <p:cNvSpPr/>
          <p:nvPr/>
        </p:nvSpPr>
        <p:spPr>
          <a:xfrm>
            <a:off x="630768" y="4987554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INPUT</a:t>
            </a:r>
          </a:p>
          <a:p>
            <a:pPr algn="ctr"/>
            <a:r>
              <a:rPr lang="en-US" sz="2800" dirty="0"/>
              <a:t>A string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8045F0-377B-5B6E-0500-5AD6E9CFEF92}"/>
              </a:ext>
            </a:extLst>
          </p:cNvPr>
          <p:cNvSpPr/>
          <p:nvPr/>
        </p:nvSpPr>
        <p:spPr>
          <a:xfrm>
            <a:off x="8385584" y="4962841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</a:t>
            </a:r>
          </a:p>
          <a:p>
            <a:pPr algn="ctr"/>
            <a:r>
              <a:rPr lang="en-US" sz="2800" dirty="0"/>
              <a:t>A number 0-9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94DF9-FD0D-AD50-C87D-DB59E21DA88C}"/>
              </a:ext>
            </a:extLst>
          </p:cNvPr>
          <p:cNvSpPr/>
          <p:nvPr/>
        </p:nvSpPr>
        <p:spPr>
          <a:xfrm>
            <a:off x="4508176" y="4987555"/>
            <a:ext cx="2586565" cy="12475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PROCESS</a:t>
            </a:r>
          </a:p>
          <a:p>
            <a:pPr algn="ctr"/>
            <a:r>
              <a:rPr lang="en-US" sz="2800" dirty="0"/>
              <a:t>ASCII + MOD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24DD19-D572-7D3C-F45A-EEE77C0C2759}"/>
              </a:ext>
            </a:extLst>
          </p:cNvPr>
          <p:cNvCxnSpPr>
            <a:stCxn id="2" idx="3"/>
          </p:cNvCxnSpPr>
          <p:nvPr/>
        </p:nvCxnSpPr>
        <p:spPr>
          <a:xfrm>
            <a:off x="3217333" y="5611308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C78296-1B86-E1DB-E0EE-A6D518D6C3EC}"/>
              </a:ext>
            </a:extLst>
          </p:cNvPr>
          <p:cNvCxnSpPr/>
          <p:nvPr/>
        </p:nvCxnSpPr>
        <p:spPr>
          <a:xfrm>
            <a:off x="7094741" y="5611307"/>
            <a:ext cx="1290843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11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9AF62-748E-7156-3859-0550055E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7996E9-B4C7-808D-A4CE-847C17FD5FC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AD9978-D660-7932-9280-D8D1CDE10D2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EE5D5A-52C3-D0E7-F65B-686A330641D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D8B55A-436A-ECDC-C948-A643C0B7F5E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3E094-AD73-650C-946F-450EDF1D4E01}"/>
              </a:ext>
            </a:extLst>
          </p:cNvPr>
          <p:cNvSpPr/>
          <p:nvPr/>
        </p:nvSpPr>
        <p:spPr>
          <a:xfrm>
            <a:off x="630768" y="1299334"/>
            <a:ext cx="323003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create a hash table in Python! 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a.k.a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 dictionary)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DE7C0-5762-578B-3B13-3E241D77B1CC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E1EB2A-0AD7-D800-171A-28028D158D7B}"/>
              </a:ext>
            </a:extLst>
          </p:cNvPr>
          <p:cNvSpPr/>
          <p:nvPr/>
        </p:nvSpPr>
        <p:spPr>
          <a:xfrm>
            <a:off x="4101365" y="366257"/>
            <a:ext cx="7924063" cy="5953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#adding 2 items by key to the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"key1"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"value1"</a:t>
            </a: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"key2"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'value2'</a:t>
            </a: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#getting the value for key1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"key1"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value for 'key1' is :"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#deleting a key from the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del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"key2"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3454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87D78B-8E90-D54C-07CE-B3FA32D60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6452095-3CEF-152F-5893-F8890BF127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BEE2DC-D72B-C783-AD5B-51B44D155E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199948-4B6E-512B-415C-36AF218D694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70C93D4-D5C5-394E-5EC7-4AFB68FEEB4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2D6722-0460-B82A-E8C8-8D1FDB39A7B9}"/>
              </a:ext>
            </a:extLst>
          </p:cNvPr>
          <p:cNvSpPr/>
          <p:nvPr/>
        </p:nvSpPr>
        <p:spPr>
          <a:xfrm>
            <a:off x="630768" y="1299334"/>
            <a:ext cx="323003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literally just a dictionary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of the strangest things to me personally is the syntax for deleting an item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feels so strange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768435-863E-EDFA-0249-6B54312DE7E3}"/>
              </a:ext>
            </a:extLst>
          </p:cNvPr>
          <p:cNvSpPr/>
          <p:nvPr/>
        </p:nvSpPr>
        <p:spPr>
          <a:xfrm>
            <a:off x="98572" y="155968"/>
            <a:ext cx="376222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HASH TABLES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68DA52-4E97-AB99-A61D-60B3D275D859}"/>
              </a:ext>
            </a:extLst>
          </p:cNvPr>
          <p:cNvSpPr/>
          <p:nvPr/>
        </p:nvSpPr>
        <p:spPr>
          <a:xfrm>
            <a:off x="4101365" y="366257"/>
            <a:ext cx="7924063" cy="5953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{}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#adding 2 items by key to the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"key1"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"value1"</a:t>
            </a: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"key2"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'value2'</a:t>
            </a: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#getting the value for key1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 =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"key1"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value for 'key1' is :"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#deleting a key from the hash table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del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"key2"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hash_table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66452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D3589-9455-993B-4555-2BD2B22C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E33E20-7D1E-1198-1E6D-0C1B051D9D0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712F84-2A1B-C55F-D6F8-0798F980FD7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CBD7E4-B164-D0D7-A888-04BC246403D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528CBF-133A-D4A1-E7A2-E7A77571A99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61EF7B-75C0-97FE-08D2-BCB3FFF03E6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Determine what slot the string “TOE” will go into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56F01-2A9F-35E2-A447-29590A38CF29}"/>
              </a:ext>
            </a:extLst>
          </p:cNvPr>
          <p:cNvSpPr/>
          <p:nvPr/>
        </p:nvSpPr>
        <p:spPr>
          <a:xfrm>
            <a:off x="98572" y="155968"/>
            <a:ext cx="54386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COLLISION FACTORS</a:t>
            </a:r>
          </a:p>
        </p:txBody>
      </p:sp>
    </p:spTree>
    <p:extLst>
      <p:ext uri="{BB962C8B-B14F-4D97-AF65-F5344CB8AC3E}">
        <p14:creationId xmlns:p14="http://schemas.microsoft.com/office/powerpoint/2010/main" val="3305228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5A502-5CC0-FF9F-F0D5-8AF7CFA6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8636FF-2109-8C6E-B432-F0A82AD26D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4F4167-BAC4-B641-DAC0-7C0EE723F57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51B216-44E9-2EE3-CBF0-6ECC004C41C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7CC6E-E94E-2347-C518-12C1517DCF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FFE26-8E84-DA5B-7CC5-C49F4CAF68C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a potential problem with the current understanding we have of hash tables?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Especially related to the number of spots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F450A-5D5D-B547-9E24-3BA159C84281}"/>
              </a:ext>
            </a:extLst>
          </p:cNvPr>
          <p:cNvSpPr/>
          <p:nvPr/>
        </p:nvSpPr>
        <p:spPr>
          <a:xfrm>
            <a:off x="98572" y="155968"/>
            <a:ext cx="54386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COLLISION FACTORS</a:t>
            </a:r>
          </a:p>
        </p:txBody>
      </p:sp>
    </p:spTree>
    <p:extLst>
      <p:ext uri="{BB962C8B-B14F-4D97-AF65-F5344CB8AC3E}">
        <p14:creationId xmlns:p14="http://schemas.microsoft.com/office/powerpoint/2010/main" val="846737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1BD91-78FF-2513-1036-060CE9A21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9393982-C697-7C80-2A3A-8F2E772FE2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81B281-2279-B6D5-B7CC-EE5C3DD0ACC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80498A-9AD8-69A6-E02A-4D6ABCE241B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1EE224-C8D6-7B10-DB1A-C2A84ECD69F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F7EAA-A98D-5844-3DD4-6E128D26503B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Collisions occur whenever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two elements are trying to be stored in the same place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actually a problem that we still don’t have a total solution for, but we have two pretty good band-aid fixes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Chaining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Open Addressing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20346-C090-8738-6ECE-7D94BCD0BCB9}"/>
              </a:ext>
            </a:extLst>
          </p:cNvPr>
          <p:cNvSpPr/>
          <p:nvPr/>
        </p:nvSpPr>
        <p:spPr>
          <a:xfrm>
            <a:off x="98572" y="155968"/>
            <a:ext cx="54386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COLLISION FACTORS</a:t>
            </a:r>
          </a:p>
        </p:txBody>
      </p:sp>
      <p:pic>
        <p:nvPicPr>
          <p:cNvPr id="6146" name="Picture 2" descr="Car Crash Meme GIFs | Tenor">
            <a:extLst>
              <a:ext uri="{FF2B5EF4-FFF2-40B4-BE49-F238E27FC236}">
                <a16:creationId xmlns:a16="http://schemas.microsoft.com/office/drawing/2014/main" id="{A8720B46-8410-969D-EA8F-2B82CA4CD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927"/>
            <a:ext cx="12192000" cy="68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57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736FB-AA1A-2532-0196-17279CF2D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6F1A0DB-EE8D-799A-A5E9-EEC0D486EB2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0B823F-60E8-3618-72D5-771B53EF06D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C229A0-0FC0-3CE7-533B-DFB78070457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A223D2-B318-FC52-5467-5865F334CE0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133D9B-F53C-E3E7-B6D6-A3F21A65B2F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numerical metric we use to determine how full a hash table is: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Load factor =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number of elements in the table/total number of slots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high the load factor is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will heavily impact the performance of the hash table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load factor is high,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it will have many more collisions, making the hash table slower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5096A8-A67C-9487-F29B-2DD1484B27F6}"/>
              </a:ext>
            </a:extLst>
          </p:cNvPr>
          <p:cNvSpPr/>
          <p:nvPr/>
        </p:nvSpPr>
        <p:spPr>
          <a:xfrm>
            <a:off x="98572" y="155968"/>
            <a:ext cx="37053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LOAD FACTOR</a:t>
            </a:r>
          </a:p>
        </p:txBody>
      </p:sp>
    </p:spTree>
    <p:extLst>
      <p:ext uri="{BB962C8B-B14F-4D97-AF65-F5344CB8AC3E}">
        <p14:creationId xmlns:p14="http://schemas.microsoft.com/office/powerpoint/2010/main" val="1948706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737F-ED5D-DB07-FA01-3386DBD5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DB37165-C898-D957-829A-4961B66CEA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14B3F6-BDF6-B29D-7062-765749023DA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EEFF03F-4068-9BF4-10BF-6997F504DF9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765FFD-86BF-41D3-054D-E227999123A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F56968-370E-8E2B-1EB5-97445CC55F4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load factor exceeds a certain threshold, rehashing may be used to maintain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Rehashing creates a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new, larger hash table, and redistributes the values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would mean the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modulo we use would get larger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helps to reduce the load factor and increase efficiency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395E61-B0B9-17B4-E7F1-BA75827406B0}"/>
              </a:ext>
            </a:extLst>
          </p:cNvPr>
          <p:cNvSpPr/>
          <p:nvPr/>
        </p:nvSpPr>
        <p:spPr>
          <a:xfrm>
            <a:off x="98572" y="155968"/>
            <a:ext cx="37053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REHASHING</a:t>
            </a:r>
          </a:p>
        </p:txBody>
      </p:sp>
    </p:spTree>
    <p:extLst>
      <p:ext uri="{BB962C8B-B14F-4D97-AF65-F5344CB8AC3E}">
        <p14:creationId xmlns:p14="http://schemas.microsoft.com/office/powerpoint/2010/main" val="3580306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DBF1D-1015-F9B7-C407-880F59B8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C9EA344-14C2-F9A1-1914-11BA7DDBB30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DAC387-87A3-273C-3100-D29A6869B1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6D4879-23C5-6CE2-2197-9EDF581CF3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0414CF-314F-0767-5DB4-1E2E88BB15F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EBC145-2559-D01F-0450-400D9C5E363B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Steps: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Monitor load factor, trigger rehashing if it exceeds 0.7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Prepare a new hash table array that’s (at least) double the size of the current one. Ideally, a prime number helps to reduce collisions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For each element already in the hash table, re-compute the answer based on the new hash table size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Insert the elements into the new, larger hash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FFC32D-9A9A-94F2-BDA1-4A12CD454E08}"/>
              </a:ext>
            </a:extLst>
          </p:cNvPr>
          <p:cNvSpPr/>
          <p:nvPr/>
        </p:nvSpPr>
        <p:spPr>
          <a:xfrm>
            <a:off x="98572" y="155968"/>
            <a:ext cx="370533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REHASHING</a:t>
            </a:r>
          </a:p>
        </p:txBody>
      </p:sp>
    </p:spTree>
    <p:extLst>
      <p:ext uri="{BB962C8B-B14F-4D97-AF65-F5344CB8AC3E}">
        <p14:creationId xmlns:p14="http://schemas.microsoft.com/office/powerpoint/2010/main" val="212611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5717F-17EE-C1DB-68D3-6522191D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0A2FD8-A225-6E29-7240-5FA3146D471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8BE964-5545-F844-6F72-D987734563A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7BFC66-EA84-2BA2-6EE3-5299080625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663E09-902D-DDA6-53BA-4910E2C3450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574FCE-CC03-9413-EAC5-597BAC65F0A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still need to store multiple items in one hash spot, we can use chaining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Chaining uses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linked lists to store more than one item at a single index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a collision occurs,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new key-value pair is added to the end of a list at that index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17DDB-A0D2-B3CD-9790-8190A070E11C}"/>
              </a:ext>
            </a:extLst>
          </p:cNvPr>
          <p:cNvSpPr/>
          <p:nvPr/>
        </p:nvSpPr>
        <p:spPr>
          <a:xfrm>
            <a:off x="98572" y="155968"/>
            <a:ext cx="30561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CHAINING</a:t>
            </a:r>
          </a:p>
        </p:txBody>
      </p:sp>
      <p:pic>
        <p:nvPicPr>
          <p:cNvPr id="7170" name="Picture 2" descr="Chain Doodle - Custom Doodle for Google">
            <a:extLst>
              <a:ext uri="{FF2B5EF4-FFF2-40B4-BE49-F238E27FC236}">
                <a16:creationId xmlns:a16="http://schemas.microsoft.com/office/drawing/2014/main" id="{EC012BD2-15E9-5F30-AF76-F0BAFF9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40" y="4479406"/>
            <a:ext cx="45720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424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17DD5-497C-CCF0-99CC-DD4CFC43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446477-F6F4-D9D8-EBF7-41570421DA3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179408-2BAB-039A-AB5E-E6AF2DB192A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DC1295-ABF4-87AD-9963-6F33A1334D9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35A841-E866-8E21-779A-6FE7E30AA07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A0A085-2B76-9420-A5B3-3A4DF9562EEA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an example of a 6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lengthed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hash table, adding values of 35, 800, 82, 92, 122, 94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D6F55-2453-40B3-A713-A4CA84A15FDA}"/>
              </a:ext>
            </a:extLst>
          </p:cNvPr>
          <p:cNvSpPr/>
          <p:nvPr/>
        </p:nvSpPr>
        <p:spPr>
          <a:xfrm>
            <a:off x="98572" y="155968"/>
            <a:ext cx="30561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CHAINING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98E6A5-A691-24B9-E95C-795B12AB3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673725"/>
              </p:ext>
            </p:extLst>
          </p:nvPr>
        </p:nvGraphicFramePr>
        <p:xfrm>
          <a:off x="2032000" y="3140147"/>
          <a:ext cx="8128000" cy="222504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1291811253"/>
                    </a:ext>
                  </a:extLst>
                </a:gridCol>
                <a:gridCol w="3215640">
                  <a:extLst>
                    <a:ext uri="{9D8B030D-6E8A-4147-A177-3AD203B41FA5}">
                      <a16:colId xmlns:a16="http://schemas.microsoft.com/office/drawing/2014/main" val="18047894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13530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917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3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8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8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2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65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906320"/>
                  </a:ext>
                </a:extLst>
              </a:tr>
            </a:tbl>
          </a:graphicData>
        </a:graphic>
      </p:graphicFrame>
      <p:pic>
        <p:nvPicPr>
          <p:cNvPr id="3" name="Picture 2" descr="Chain Doodle - Custom Doodle for Google">
            <a:extLst>
              <a:ext uri="{FF2B5EF4-FFF2-40B4-BE49-F238E27FC236}">
                <a16:creationId xmlns:a16="http://schemas.microsoft.com/office/drawing/2014/main" id="{C264E970-2E05-359D-B95E-5C75BBD5B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248" y="5252799"/>
            <a:ext cx="3252216" cy="1714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24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891B9-EB4D-938D-A1B8-CF0C6076E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5BCB47-8691-FEAB-C131-4FA7EBC219D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323A0C-2572-DE20-2B20-CFCE956C8AC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8BCB1D-F3E2-C0A0-6EF2-164D1DE7272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7B5340-7AEC-DBB4-5381-3344740D4CB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2596DF-65C9-66C3-FF0D-85739E3D7F6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look at an example of a 6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lengthed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hash table, adding values of 35, 800, 82, 92, 122, 94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49284-D7D9-E83D-4A43-A457AAA926C1}"/>
              </a:ext>
            </a:extLst>
          </p:cNvPr>
          <p:cNvSpPr/>
          <p:nvPr/>
        </p:nvSpPr>
        <p:spPr>
          <a:xfrm>
            <a:off x="98572" y="155968"/>
            <a:ext cx="30561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CHAINING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10142-7636-2740-946C-7ED6A2D69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68873"/>
              </p:ext>
            </p:extLst>
          </p:nvPr>
        </p:nvGraphicFramePr>
        <p:xfrm>
          <a:off x="2032000" y="3140147"/>
          <a:ext cx="8128000" cy="2225040"/>
        </p:xfrm>
        <a:graphic>
          <a:graphicData uri="http://schemas.openxmlformats.org/drawingml/2006/table">
            <a:tbl>
              <a:tblPr bandRow="1">
                <a:tableStyleId>{284E427A-3D55-4303-BF80-6455036E1DE7}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1291811253"/>
                    </a:ext>
                  </a:extLst>
                </a:gridCol>
                <a:gridCol w="3215640">
                  <a:extLst>
                    <a:ext uri="{9D8B030D-6E8A-4147-A177-3AD203B41FA5}">
                      <a16:colId xmlns:a16="http://schemas.microsoft.com/office/drawing/2014/main" val="18047894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013530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917479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73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3787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82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2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65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906320"/>
                  </a:ext>
                </a:extLst>
              </a:tr>
            </a:tbl>
          </a:graphicData>
        </a:graphic>
      </p:graphicFrame>
      <p:pic>
        <p:nvPicPr>
          <p:cNvPr id="3" name="Picture 2" descr="Chain Doodle - Custom Doodle for Google">
            <a:extLst>
              <a:ext uri="{FF2B5EF4-FFF2-40B4-BE49-F238E27FC236}">
                <a16:creationId xmlns:a16="http://schemas.microsoft.com/office/drawing/2014/main" id="{1096C52A-0448-A868-FB3E-5C7BC324B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288" y="5235831"/>
            <a:ext cx="3233928" cy="170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662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89C42-1FA5-E531-0E31-F884F416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C4D6F55-3B98-2AC7-90D1-736DAA5784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566EC4-4650-CD5C-C571-0D5ED900C08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DBE5B5-CE5C-AA07-D8E5-1C3C25DAADD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DA9BB1-3A23-926F-7FB1-4CD0C89D391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E29BFD-372A-F45F-5318-63AB648965B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Advantages: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Simplicity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Handles high load factors well, but lookup times become higher. Can even store more data than there is slots in the hash table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Good for unknown data sizes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23FBF-BF1B-99EF-9602-DC8DB65AE165}"/>
              </a:ext>
            </a:extLst>
          </p:cNvPr>
          <p:cNvSpPr/>
          <p:nvPr/>
        </p:nvSpPr>
        <p:spPr>
          <a:xfrm>
            <a:off x="98572" y="155968"/>
            <a:ext cx="30561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CHAINING</a:t>
            </a:r>
          </a:p>
        </p:txBody>
      </p:sp>
      <p:pic>
        <p:nvPicPr>
          <p:cNvPr id="3" name="Picture 2" descr="Chain Doodle - Custom Doodle for Google">
            <a:extLst>
              <a:ext uri="{FF2B5EF4-FFF2-40B4-BE49-F238E27FC236}">
                <a16:creationId xmlns:a16="http://schemas.microsoft.com/office/drawing/2014/main" id="{4ADDAAD5-0F5D-E12E-BF85-92D4718B1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40" y="4479406"/>
            <a:ext cx="45720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802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055CE3-7ED2-B015-8E27-4BF60115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01E8B34-C349-E08A-A72F-E71992D482A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72CBC0-F6B0-A22F-892C-32E90DE3F4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305AE5-3E75-3D93-1E9C-1B4E178DD7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543CFFB-8F45-18D5-098E-1B135CC8EAC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FF6F8C-9749-A119-D9F4-8300E91EA8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Disadvantages: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Memory Overhead – linked lists take up more space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Deletion complexity – deleting an element means linked list deletion will need to be performed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Performance – much slower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5FB58-9B1A-AD87-40FE-53DC8C137BEA}"/>
              </a:ext>
            </a:extLst>
          </p:cNvPr>
          <p:cNvSpPr/>
          <p:nvPr/>
        </p:nvSpPr>
        <p:spPr>
          <a:xfrm>
            <a:off x="98572" y="155968"/>
            <a:ext cx="30561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CHAINING</a:t>
            </a:r>
          </a:p>
        </p:txBody>
      </p:sp>
      <p:pic>
        <p:nvPicPr>
          <p:cNvPr id="2" name="Picture 2" descr="Chain Doodle - Custom Doodle for Google">
            <a:extLst>
              <a:ext uri="{FF2B5EF4-FFF2-40B4-BE49-F238E27FC236}">
                <a16:creationId xmlns:a16="http://schemas.microsoft.com/office/drawing/2014/main" id="{E5BEF177-8726-DCE1-37BC-B75751928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40" y="4479406"/>
            <a:ext cx="4572000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799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1EB2C-A181-E275-D16E-9269DEF5B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514660-FB7E-8708-F1C4-12543A04C95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7B8740-BCB6-9C94-C18E-9CC1FB47261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14B0C7-AC33-1352-61C3-F38F830AA29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ADE7FC-4AF3-A1A4-69CC-61BE46EE4F3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18F39B-E73E-EBBE-80F7-B47463BAC4E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Open addressing does not use anything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except the hash table itself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a collision occurs,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it will find another empty slot in the hash table according to a predefined sequence, and store the data there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do we do this? Propose an idea for how to do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85B451-24D7-F15F-1C56-FAA805765F56}"/>
              </a:ext>
            </a:extLst>
          </p:cNvPr>
          <p:cNvSpPr/>
          <p:nvPr/>
        </p:nvSpPr>
        <p:spPr>
          <a:xfrm>
            <a:off x="-130028" y="155968"/>
            <a:ext cx="513179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OPEN ADDRESSING</a:t>
            </a:r>
          </a:p>
        </p:txBody>
      </p:sp>
      <p:pic>
        <p:nvPicPr>
          <p:cNvPr id="8194" name="Picture 2" descr="Carbon County Sheriff Department | Carbon County, WY - Official Website">
            <a:extLst>
              <a:ext uri="{FF2B5EF4-FFF2-40B4-BE49-F238E27FC236}">
                <a16:creationId xmlns:a16="http://schemas.microsoft.com/office/drawing/2014/main" id="{7EB63E01-5198-35D0-F664-F90A99EB1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30" y="4571654"/>
            <a:ext cx="1974457" cy="197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657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F11D0-4962-65F8-0A5B-C239A151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81EFBBB-3E64-FB06-FF2A-8ECF834FC16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E3A169-FE17-19BA-D712-6C83332D185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E887FD-9195-BED7-4473-1B9722C68C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A6DC07-316E-FE50-E886-6F07C2A6037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04468-31F5-3AC4-4DAF-E8591F08198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Approaches to open addressing: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Linear probing: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a spot is full, check the next spot until a space is found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can lead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clustering, increasing the search time for adjacent elements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1C4EBF-DCC9-B099-CB90-BC6349AA430C}"/>
              </a:ext>
            </a:extLst>
          </p:cNvPr>
          <p:cNvSpPr/>
          <p:nvPr/>
        </p:nvSpPr>
        <p:spPr>
          <a:xfrm>
            <a:off x="-130028" y="155968"/>
            <a:ext cx="513179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OPEN ADDRESSING</a:t>
            </a:r>
          </a:p>
        </p:txBody>
      </p:sp>
      <p:pic>
        <p:nvPicPr>
          <p:cNvPr id="8194" name="Picture 2" descr="Carbon County Sheriff Department | Carbon County, WY - Official Website">
            <a:extLst>
              <a:ext uri="{FF2B5EF4-FFF2-40B4-BE49-F238E27FC236}">
                <a16:creationId xmlns:a16="http://schemas.microsoft.com/office/drawing/2014/main" id="{F622AD50-C3BB-D421-C8C8-67A55755A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30" y="4571654"/>
            <a:ext cx="1974457" cy="197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689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1065F-5A9B-38F3-9F9D-334D97F5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F848506-0AEA-307B-D69B-9C78B96A18D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61C648-F374-AC3A-83AE-4B8D69A2552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EA096F-183D-21B5-BD86-87F0A7017D1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B552B0-03FF-5D14-D56E-7D5438F0140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CA04B3-650E-81E9-DB0A-021BC207DA9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Approaches to open addressing: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Quadratic probing: searches in a more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spaced out manner using a quadratic function until it finds a place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Double hashing: uses a second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hash function to determine next probe step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second hash function will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offset the first one, requiring more computational overhead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9AE958-2284-2A7E-F8C7-A948108B199A}"/>
              </a:ext>
            </a:extLst>
          </p:cNvPr>
          <p:cNvSpPr/>
          <p:nvPr/>
        </p:nvSpPr>
        <p:spPr>
          <a:xfrm>
            <a:off x="-130028" y="155968"/>
            <a:ext cx="513179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OPEN ADDRESSING</a:t>
            </a:r>
          </a:p>
        </p:txBody>
      </p:sp>
      <p:pic>
        <p:nvPicPr>
          <p:cNvPr id="8194" name="Picture 2" descr="Carbon County Sheriff Department | Carbon County, WY - Official Website">
            <a:extLst>
              <a:ext uri="{FF2B5EF4-FFF2-40B4-BE49-F238E27FC236}">
                <a16:creationId xmlns:a16="http://schemas.microsoft.com/office/drawing/2014/main" id="{6B912387-26AB-0E9C-ACD2-01EEEB78E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01" y="5197758"/>
            <a:ext cx="1504274" cy="150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480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FE3CE-92A0-E424-EE64-A2299EEF2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C14AC0-E14C-8EB4-E9C5-1DE8E3AF4B8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D4D68C-E222-B120-C051-ED9591E0802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76D4D6-7EC3-783C-2B45-0A053ADA4B2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2BE9D8-9C3A-9B3D-3FCA-656C4438DD7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C5C0D5-B320-700D-07D2-A712DECCA69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Advantages: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Space efficient – uses no more space than the hash table would normally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Memory efficient – no pointers required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Simple to serialize – easier to save/load than chaining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Disadvantages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More computational overhead – more calculations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Clustering – especially in linear probing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Complex deletion – may have to check multiple spots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13B16-09B6-9A14-DD53-2FD177EF6EA9}"/>
              </a:ext>
            </a:extLst>
          </p:cNvPr>
          <p:cNvSpPr/>
          <p:nvPr/>
        </p:nvSpPr>
        <p:spPr>
          <a:xfrm>
            <a:off x="-130028" y="155968"/>
            <a:ext cx="513179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OPEN ADDRESSING</a:t>
            </a:r>
          </a:p>
        </p:txBody>
      </p:sp>
    </p:spTree>
    <p:extLst>
      <p:ext uri="{BB962C8B-B14F-4D97-AF65-F5344CB8AC3E}">
        <p14:creationId xmlns:p14="http://schemas.microsoft.com/office/powerpoint/2010/main" val="2502719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CD3B5-170F-97AD-0410-F384FE7C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FE1A68-D1F9-02F2-234B-384FB2CAF3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650B93-27F9-95EF-CC45-7ACB75BD44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1EA680-8DB0-FA54-3B5C-FF37F4702C8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4FD06-0B05-CC3A-1FD7-9BD7D7897E2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2852F-B36E-E7FC-1420-942FD2658AB5}"/>
              </a:ext>
            </a:extLst>
          </p:cNvPr>
          <p:cNvSpPr/>
          <p:nvPr/>
        </p:nvSpPr>
        <p:spPr>
          <a:xfrm>
            <a:off x="630768" y="1299334"/>
            <a:ext cx="1035117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a hash table, write a system simulates voting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 the names of all candidates at the start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 loop, allowing users to type the name of the candidate they’d like to vote for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Allow users to type the word ‘end’ to end the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the program ends, output the number of votes each candidate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recieved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05AB8-465B-F5EF-C184-6171C417DCBD}"/>
              </a:ext>
            </a:extLst>
          </p:cNvPr>
          <p:cNvSpPr/>
          <p:nvPr/>
        </p:nvSpPr>
        <p:spPr>
          <a:xfrm>
            <a:off x="98573" y="155968"/>
            <a:ext cx="25091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LVB</a:t>
            </a:r>
          </a:p>
        </p:txBody>
      </p:sp>
    </p:spTree>
    <p:extLst>
      <p:ext uri="{BB962C8B-B14F-4D97-AF65-F5344CB8AC3E}">
        <p14:creationId xmlns:p14="http://schemas.microsoft.com/office/powerpoint/2010/main" val="15682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Intersection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Subset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Superset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C830CC"/>
      </a:accent1>
      <a:accent2>
        <a:srgbClr val="E32D91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44984</TotalTime>
  <Words>1511</Words>
  <Application>Microsoft Office PowerPoint</Application>
  <PresentationFormat>Widescreen</PresentationFormat>
  <Paragraphs>227</Paragraphs>
  <Slides>36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37</cp:revision>
  <dcterms:created xsi:type="dcterms:W3CDTF">2025-08-11T14:07:39Z</dcterms:created>
  <dcterms:modified xsi:type="dcterms:W3CDTF">2026-04-22T20:19:56Z</dcterms:modified>
</cp:coreProperties>
</file>