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87" r:id="rId5"/>
    <p:sldId id="427" r:id="rId6"/>
    <p:sldId id="400" r:id="rId7"/>
    <p:sldId id="428" r:id="rId8"/>
    <p:sldId id="429" r:id="rId9"/>
    <p:sldId id="430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439" r:id="rId18"/>
    <p:sldId id="35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A19DDFE-5644-42C7-AC6B-105104816AAA}" v="31" dt="2025-09-26T20:35:54.34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6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9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5-09-29T14:14:43.423" v="5367" actId="207"/>
      <pc:docMkLst>
        <pc:docMk/>
      </pc:docMkLst>
      <pc:sldChg chg="modSp mod">
        <pc:chgData name="Michael Hill" userId="41dba03d-e58d-4389-9894-554c10310ba4" providerId="ADAL" clId="{EF23FE1D-A042-481E-AFD7-2A9FB0847F54}" dt="2025-09-26T20:33:38.229" v="4274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5-09-26T20:33:38.229" v="4274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5-09-26T19:39:24.261" v="154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5-09-26T19:39:24.261" v="154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5-09-26T20:41:56.839" v="5187" actId="20577"/>
        <pc:sldMkLst>
          <pc:docMk/>
          <pc:sldMk cId="510623671" sldId="276"/>
        </pc:sldMkLst>
        <pc:spChg chg="mod">
          <ac:chgData name="Michael Hill" userId="41dba03d-e58d-4389-9894-554c10310ba4" providerId="ADAL" clId="{EF23FE1D-A042-481E-AFD7-2A9FB0847F54}" dt="2025-09-26T20:41:56.839" v="5187" actId="20577"/>
          <ac:spMkLst>
            <pc:docMk/>
            <pc:sldMk cId="510623671" sldId="276"/>
            <ac:spMk id="8" creationId="{0D1FA388-F44C-0D62-E127-5DAA237B2FBA}"/>
          </ac:spMkLst>
        </pc:spChg>
      </pc:sldChg>
      <pc:sldChg chg="modSp">
        <pc:chgData name="Michael Hill" userId="41dba03d-e58d-4389-9894-554c10310ba4" providerId="ADAL" clId="{EF23FE1D-A042-481E-AFD7-2A9FB0847F54}" dt="2025-09-26T19:40:36.496" v="155"/>
        <pc:sldMkLst>
          <pc:docMk/>
          <pc:sldMk cId="2098128014" sldId="287"/>
        </pc:sldMkLst>
        <pc:spChg chg="mod">
          <ac:chgData name="Michael Hill" userId="41dba03d-e58d-4389-9894-554c10310ba4" providerId="ADAL" clId="{EF23FE1D-A042-481E-AFD7-2A9FB0847F54}" dt="2025-09-26T19:40:36.496" v="155"/>
          <ac:spMkLst>
            <pc:docMk/>
            <pc:sldMk cId="2098128014" sldId="287"/>
            <ac:spMk id="2" creationId="{ECD81634-986F-4974-A0A9-4D21FA765446}"/>
          </ac:spMkLst>
        </pc:spChg>
      </pc:sldChg>
      <pc:sldChg chg="modSp mod">
        <pc:chgData name="Michael Hill" userId="41dba03d-e58d-4389-9894-554c10310ba4" providerId="ADAL" clId="{EF23FE1D-A042-481E-AFD7-2A9FB0847F54}" dt="2025-09-26T20:37:17.788" v="4656" actId="20577"/>
        <pc:sldMkLst>
          <pc:docMk/>
          <pc:sldMk cId="491706548" sldId="355"/>
        </pc:sldMkLst>
        <pc:spChg chg="mod">
          <ac:chgData name="Michael Hill" userId="41dba03d-e58d-4389-9894-554c10310ba4" providerId="ADAL" clId="{EF23FE1D-A042-481E-AFD7-2A9FB0847F54}" dt="2025-09-26T20:37:17.788" v="4656" actId="20577"/>
          <ac:spMkLst>
            <pc:docMk/>
            <pc:sldMk cId="491706548" sldId="355"/>
            <ac:spMk id="8" creationId="{32CEAB6A-CE7C-862A-42E1-D86D8C4198B3}"/>
          </ac:spMkLst>
        </pc:spChg>
      </pc:sldChg>
      <pc:sldChg chg="addSp delSp modSp mod">
        <pc:chgData name="Michael Hill" userId="41dba03d-e58d-4389-9894-554c10310ba4" providerId="ADAL" clId="{EF23FE1D-A042-481E-AFD7-2A9FB0847F54}" dt="2025-09-26T19:47:59.491" v="1098" actId="1076"/>
        <pc:sldMkLst>
          <pc:docMk/>
          <pc:sldMk cId="3941057527" sldId="400"/>
        </pc:sldMkLst>
        <pc:spChg chg="mod">
          <ac:chgData name="Michael Hill" userId="41dba03d-e58d-4389-9894-554c10310ba4" providerId="ADAL" clId="{EF23FE1D-A042-481E-AFD7-2A9FB0847F54}" dt="2025-09-26T19:47:59.491" v="1098" actId="1076"/>
          <ac:spMkLst>
            <pc:docMk/>
            <pc:sldMk cId="3941057527" sldId="400"/>
            <ac:spMk id="5" creationId="{5BCBD5F0-804C-3A33-77C6-0CBC8E2723EE}"/>
          </ac:spMkLst>
        </pc:spChg>
        <pc:spChg chg="mod">
          <ac:chgData name="Michael Hill" userId="41dba03d-e58d-4389-9894-554c10310ba4" providerId="ADAL" clId="{EF23FE1D-A042-481E-AFD7-2A9FB0847F54}" dt="2025-09-26T19:46:48.654" v="903" actId="14100"/>
          <ac:spMkLst>
            <pc:docMk/>
            <pc:sldMk cId="3941057527" sldId="400"/>
            <ac:spMk id="8" creationId="{34307991-018E-2677-C298-9F1BCC67D929}"/>
          </ac:spMkLst>
        </pc:spChg>
      </pc:sldChg>
      <pc:sldChg chg="del">
        <pc:chgData name="Michael Hill" userId="41dba03d-e58d-4389-9894-554c10310ba4" providerId="ADAL" clId="{EF23FE1D-A042-481E-AFD7-2A9FB0847F54}" dt="2025-09-26T19:43:53.095" v="564" actId="47"/>
        <pc:sldMkLst>
          <pc:docMk/>
          <pc:sldMk cId="1291791608" sldId="418"/>
        </pc:sldMkLst>
      </pc:sldChg>
      <pc:sldChg chg="del">
        <pc:chgData name="Michael Hill" userId="41dba03d-e58d-4389-9894-554c10310ba4" providerId="ADAL" clId="{EF23FE1D-A042-481E-AFD7-2A9FB0847F54}" dt="2025-09-26T19:43:53.095" v="564" actId="47"/>
        <pc:sldMkLst>
          <pc:docMk/>
          <pc:sldMk cId="1474733244" sldId="419"/>
        </pc:sldMkLst>
      </pc:sldChg>
      <pc:sldChg chg="del">
        <pc:chgData name="Michael Hill" userId="41dba03d-e58d-4389-9894-554c10310ba4" providerId="ADAL" clId="{EF23FE1D-A042-481E-AFD7-2A9FB0847F54}" dt="2025-09-26T19:43:53.095" v="564" actId="47"/>
        <pc:sldMkLst>
          <pc:docMk/>
          <pc:sldMk cId="507854906" sldId="420"/>
        </pc:sldMkLst>
      </pc:sldChg>
      <pc:sldChg chg="del">
        <pc:chgData name="Michael Hill" userId="41dba03d-e58d-4389-9894-554c10310ba4" providerId="ADAL" clId="{EF23FE1D-A042-481E-AFD7-2A9FB0847F54}" dt="2025-09-26T19:43:53.095" v="564" actId="47"/>
        <pc:sldMkLst>
          <pc:docMk/>
          <pc:sldMk cId="932878271" sldId="421"/>
        </pc:sldMkLst>
      </pc:sldChg>
      <pc:sldChg chg="del">
        <pc:chgData name="Michael Hill" userId="41dba03d-e58d-4389-9894-554c10310ba4" providerId="ADAL" clId="{EF23FE1D-A042-481E-AFD7-2A9FB0847F54}" dt="2025-09-26T19:43:53.095" v="564" actId="47"/>
        <pc:sldMkLst>
          <pc:docMk/>
          <pc:sldMk cId="214370434" sldId="422"/>
        </pc:sldMkLst>
      </pc:sldChg>
      <pc:sldChg chg="del">
        <pc:chgData name="Michael Hill" userId="41dba03d-e58d-4389-9894-554c10310ba4" providerId="ADAL" clId="{EF23FE1D-A042-481E-AFD7-2A9FB0847F54}" dt="2025-09-26T19:43:53.095" v="564" actId="47"/>
        <pc:sldMkLst>
          <pc:docMk/>
          <pc:sldMk cId="364049279" sldId="423"/>
        </pc:sldMkLst>
      </pc:sldChg>
      <pc:sldChg chg="del">
        <pc:chgData name="Michael Hill" userId="41dba03d-e58d-4389-9894-554c10310ba4" providerId="ADAL" clId="{EF23FE1D-A042-481E-AFD7-2A9FB0847F54}" dt="2025-09-26T19:43:53.095" v="564" actId="47"/>
        <pc:sldMkLst>
          <pc:docMk/>
          <pc:sldMk cId="498761683" sldId="424"/>
        </pc:sldMkLst>
      </pc:sldChg>
      <pc:sldChg chg="del">
        <pc:chgData name="Michael Hill" userId="41dba03d-e58d-4389-9894-554c10310ba4" providerId="ADAL" clId="{EF23FE1D-A042-481E-AFD7-2A9FB0847F54}" dt="2025-09-26T19:43:53.095" v="564" actId="47"/>
        <pc:sldMkLst>
          <pc:docMk/>
          <pc:sldMk cId="137565289" sldId="425"/>
        </pc:sldMkLst>
      </pc:sldChg>
      <pc:sldChg chg="del">
        <pc:chgData name="Michael Hill" userId="41dba03d-e58d-4389-9894-554c10310ba4" providerId="ADAL" clId="{EF23FE1D-A042-481E-AFD7-2A9FB0847F54}" dt="2025-09-26T19:43:53.095" v="564" actId="47"/>
        <pc:sldMkLst>
          <pc:docMk/>
          <pc:sldMk cId="3591238337" sldId="426"/>
        </pc:sldMkLst>
      </pc:sldChg>
      <pc:sldChg chg="modSp add mod ord">
        <pc:chgData name="Michael Hill" userId="41dba03d-e58d-4389-9894-554c10310ba4" providerId="ADAL" clId="{EF23FE1D-A042-481E-AFD7-2A9FB0847F54}" dt="2025-09-26T19:48:03.458" v="1100" actId="1076"/>
        <pc:sldMkLst>
          <pc:docMk/>
          <pc:sldMk cId="1130154061" sldId="427"/>
        </pc:sldMkLst>
        <pc:spChg chg="mod">
          <ac:chgData name="Michael Hill" userId="41dba03d-e58d-4389-9894-554c10310ba4" providerId="ADAL" clId="{EF23FE1D-A042-481E-AFD7-2A9FB0847F54}" dt="2025-09-26T19:48:03.458" v="1100" actId="1076"/>
          <ac:spMkLst>
            <pc:docMk/>
            <pc:sldMk cId="1130154061" sldId="427"/>
            <ac:spMk id="5" creationId="{EDF8136E-C238-023A-BF28-A24F91E9B2E9}"/>
          </ac:spMkLst>
        </pc:spChg>
        <pc:spChg chg="mod">
          <ac:chgData name="Michael Hill" userId="41dba03d-e58d-4389-9894-554c10310ba4" providerId="ADAL" clId="{EF23FE1D-A042-481E-AFD7-2A9FB0847F54}" dt="2025-09-26T19:44:06.890" v="567" actId="207"/>
          <ac:spMkLst>
            <pc:docMk/>
            <pc:sldMk cId="1130154061" sldId="427"/>
            <ac:spMk id="8" creationId="{AF1CA44C-AE94-D7FF-BBD2-290E208D24D3}"/>
          </ac:spMkLst>
        </pc:spChg>
      </pc:sldChg>
      <pc:sldChg chg="modSp add mod">
        <pc:chgData name="Michael Hill" userId="41dba03d-e58d-4389-9894-554c10310ba4" providerId="ADAL" clId="{EF23FE1D-A042-481E-AFD7-2A9FB0847F54}" dt="2025-09-26T19:47:55.754" v="1096" actId="1076"/>
        <pc:sldMkLst>
          <pc:docMk/>
          <pc:sldMk cId="1809290864" sldId="428"/>
        </pc:sldMkLst>
        <pc:spChg chg="mod">
          <ac:chgData name="Michael Hill" userId="41dba03d-e58d-4389-9894-554c10310ba4" providerId="ADAL" clId="{EF23FE1D-A042-481E-AFD7-2A9FB0847F54}" dt="2025-09-26T19:47:55.754" v="1096" actId="1076"/>
          <ac:spMkLst>
            <pc:docMk/>
            <pc:sldMk cId="1809290864" sldId="428"/>
            <ac:spMk id="5" creationId="{FA4662B8-3851-DE17-760B-9FEF953D5CC8}"/>
          </ac:spMkLst>
        </pc:spChg>
        <pc:spChg chg="mod">
          <ac:chgData name="Michael Hill" userId="41dba03d-e58d-4389-9894-554c10310ba4" providerId="ADAL" clId="{EF23FE1D-A042-481E-AFD7-2A9FB0847F54}" dt="2025-09-26T19:47:25.191" v="1081" actId="20577"/>
          <ac:spMkLst>
            <pc:docMk/>
            <pc:sldMk cId="1809290864" sldId="428"/>
            <ac:spMk id="8" creationId="{FF1AF2D6-236D-6ACE-5061-C96879F5DF5B}"/>
          </ac:spMkLst>
        </pc:spChg>
      </pc:sldChg>
      <pc:sldChg chg="addSp delSp new del mod">
        <pc:chgData name="Michael Hill" userId="41dba03d-e58d-4389-9894-554c10310ba4" providerId="ADAL" clId="{EF23FE1D-A042-481E-AFD7-2A9FB0847F54}" dt="2025-09-26T19:46:07.548" v="855" actId="680"/>
        <pc:sldMkLst>
          <pc:docMk/>
          <pc:sldMk cId="3841694486" sldId="428"/>
        </pc:sldMkLst>
      </pc:sldChg>
      <pc:sldChg chg="addSp modSp add mod">
        <pc:chgData name="Michael Hill" userId="41dba03d-e58d-4389-9894-554c10310ba4" providerId="ADAL" clId="{EF23FE1D-A042-481E-AFD7-2A9FB0847F54}" dt="2025-09-26T20:36:55.917" v="4631" actId="207"/>
        <pc:sldMkLst>
          <pc:docMk/>
          <pc:sldMk cId="2337178502" sldId="429"/>
        </pc:sldMkLst>
        <pc:spChg chg="mod">
          <ac:chgData name="Michael Hill" userId="41dba03d-e58d-4389-9894-554c10310ba4" providerId="ADAL" clId="{EF23FE1D-A042-481E-AFD7-2A9FB0847F54}" dt="2025-09-26T19:48:08.561" v="1102" actId="1076"/>
          <ac:spMkLst>
            <pc:docMk/>
            <pc:sldMk cId="2337178502" sldId="429"/>
            <ac:spMk id="5" creationId="{FFCFFB57-903C-2E7A-5F8C-D5F14F964DCF}"/>
          </ac:spMkLst>
        </pc:spChg>
        <pc:spChg chg="mod">
          <ac:chgData name="Michael Hill" userId="41dba03d-e58d-4389-9894-554c10310ba4" providerId="ADAL" clId="{EF23FE1D-A042-481E-AFD7-2A9FB0847F54}" dt="2025-09-26T20:36:55.917" v="4631" actId="207"/>
          <ac:spMkLst>
            <pc:docMk/>
            <pc:sldMk cId="2337178502" sldId="429"/>
            <ac:spMk id="8" creationId="{81EEBD34-3B92-CF72-AC4F-03DA30A859AF}"/>
          </ac:spMkLst>
        </pc:spChg>
        <pc:picChg chg="add mod">
          <ac:chgData name="Michael Hill" userId="41dba03d-e58d-4389-9894-554c10310ba4" providerId="ADAL" clId="{EF23FE1D-A042-481E-AFD7-2A9FB0847F54}" dt="2025-09-26T19:52:29.138" v="1335" actId="1076"/>
          <ac:picMkLst>
            <pc:docMk/>
            <pc:sldMk cId="2337178502" sldId="429"/>
            <ac:picMk id="3" creationId="{8EBA9450-FC0A-71D9-95DB-D3F5951CF6EB}"/>
          </ac:picMkLst>
        </pc:picChg>
      </pc:sldChg>
      <pc:sldChg chg="addSp modSp add mod">
        <pc:chgData name="Michael Hill" userId="41dba03d-e58d-4389-9894-554c10310ba4" providerId="ADAL" clId="{EF23FE1D-A042-481E-AFD7-2A9FB0847F54}" dt="2025-09-26T20:36:50.624" v="4628" actId="207"/>
        <pc:sldMkLst>
          <pc:docMk/>
          <pc:sldMk cId="2825577514" sldId="430"/>
        </pc:sldMkLst>
        <pc:spChg chg="mod">
          <ac:chgData name="Michael Hill" userId="41dba03d-e58d-4389-9894-554c10310ba4" providerId="ADAL" clId="{EF23FE1D-A042-481E-AFD7-2A9FB0847F54}" dt="2025-09-26T19:49:25.979" v="1330" actId="20577"/>
          <ac:spMkLst>
            <pc:docMk/>
            <pc:sldMk cId="2825577514" sldId="430"/>
            <ac:spMk id="5" creationId="{5B347C75-D80E-EB3F-7CD4-8A50B10E89A7}"/>
          </ac:spMkLst>
        </pc:spChg>
        <pc:spChg chg="mod">
          <ac:chgData name="Michael Hill" userId="41dba03d-e58d-4389-9894-554c10310ba4" providerId="ADAL" clId="{EF23FE1D-A042-481E-AFD7-2A9FB0847F54}" dt="2025-09-26T20:36:50.624" v="4628" actId="207"/>
          <ac:spMkLst>
            <pc:docMk/>
            <pc:sldMk cId="2825577514" sldId="430"/>
            <ac:spMk id="8" creationId="{88EC0D10-928B-EABE-B667-368AB0A84CD7}"/>
          </ac:spMkLst>
        </pc:spChg>
        <pc:picChg chg="add mod">
          <ac:chgData name="Michael Hill" userId="41dba03d-e58d-4389-9894-554c10310ba4" providerId="ADAL" clId="{EF23FE1D-A042-481E-AFD7-2A9FB0847F54}" dt="2025-09-26T19:54:44.688" v="1532" actId="1076"/>
          <ac:picMkLst>
            <pc:docMk/>
            <pc:sldMk cId="2825577514" sldId="430"/>
            <ac:picMk id="3" creationId="{28E31654-8F6C-7AEE-2A09-2B494BA2E9C2}"/>
          </ac:picMkLst>
        </pc:picChg>
      </pc:sldChg>
      <pc:sldChg chg="addSp delSp modSp add del mod">
        <pc:chgData name="Michael Hill" userId="41dba03d-e58d-4389-9894-554c10310ba4" providerId="ADAL" clId="{EF23FE1D-A042-481E-AFD7-2A9FB0847F54}" dt="2025-09-26T20:04:38.153" v="2503" actId="47"/>
        <pc:sldMkLst>
          <pc:docMk/>
          <pc:sldMk cId="319378818" sldId="431"/>
        </pc:sldMkLst>
      </pc:sldChg>
      <pc:sldChg chg="modSp add mod">
        <pc:chgData name="Michael Hill" userId="41dba03d-e58d-4389-9894-554c10310ba4" providerId="ADAL" clId="{EF23FE1D-A042-481E-AFD7-2A9FB0847F54}" dt="2025-09-26T20:36:44.126" v="4625" actId="207"/>
        <pc:sldMkLst>
          <pc:docMk/>
          <pc:sldMk cId="833618435" sldId="432"/>
        </pc:sldMkLst>
        <pc:spChg chg="mod">
          <ac:chgData name="Michael Hill" userId="41dba03d-e58d-4389-9894-554c10310ba4" providerId="ADAL" clId="{EF23FE1D-A042-481E-AFD7-2A9FB0847F54}" dt="2025-09-26T20:36:44.126" v="4625" actId="207"/>
          <ac:spMkLst>
            <pc:docMk/>
            <pc:sldMk cId="833618435" sldId="432"/>
            <ac:spMk id="8" creationId="{69AD9EF7-E976-47C5-5D33-1FEE2E046528}"/>
          </ac:spMkLst>
        </pc:spChg>
        <pc:spChg chg="mod">
          <ac:chgData name="Michael Hill" userId="41dba03d-e58d-4389-9894-554c10310ba4" providerId="ADAL" clId="{EF23FE1D-A042-481E-AFD7-2A9FB0847F54}" dt="2025-09-26T20:12:26.123" v="2994" actId="313"/>
          <ac:spMkLst>
            <pc:docMk/>
            <pc:sldMk cId="833618435" sldId="432"/>
            <ac:spMk id="11" creationId="{CF04B8E2-3B5A-16FF-E402-EFA435A211D0}"/>
          </ac:spMkLst>
        </pc:spChg>
      </pc:sldChg>
      <pc:sldChg chg="modSp add mod">
        <pc:chgData name="Michael Hill" userId="41dba03d-e58d-4389-9894-554c10310ba4" providerId="ADAL" clId="{EF23FE1D-A042-481E-AFD7-2A9FB0847F54}" dt="2025-09-29T14:14:43.423" v="5367" actId="207"/>
        <pc:sldMkLst>
          <pc:docMk/>
          <pc:sldMk cId="1879360230" sldId="433"/>
        </pc:sldMkLst>
        <pc:spChg chg="mod">
          <ac:chgData name="Michael Hill" userId="41dba03d-e58d-4389-9894-554c10310ba4" providerId="ADAL" clId="{EF23FE1D-A042-481E-AFD7-2A9FB0847F54}" dt="2025-09-26T20:06:05.458" v="2623" actId="20577"/>
          <ac:spMkLst>
            <pc:docMk/>
            <pc:sldMk cId="1879360230" sldId="433"/>
            <ac:spMk id="5" creationId="{FA9EEEBB-D42D-1C24-032D-0BC49FB96D82}"/>
          </ac:spMkLst>
        </pc:spChg>
        <pc:spChg chg="mod">
          <ac:chgData name="Michael Hill" userId="41dba03d-e58d-4389-9894-554c10310ba4" providerId="ADAL" clId="{EF23FE1D-A042-481E-AFD7-2A9FB0847F54}" dt="2025-09-29T14:14:43.423" v="5367" actId="207"/>
          <ac:spMkLst>
            <pc:docMk/>
            <pc:sldMk cId="1879360230" sldId="433"/>
            <ac:spMk id="8" creationId="{1F402C2E-559B-D4F2-81E1-D3FDBE71ACC5}"/>
          </ac:spMkLst>
        </pc:spChg>
        <pc:spChg chg="mod">
          <ac:chgData name="Michael Hill" userId="41dba03d-e58d-4389-9894-554c10310ba4" providerId="ADAL" clId="{EF23FE1D-A042-481E-AFD7-2A9FB0847F54}" dt="2025-09-26T20:12:23.419" v="2992" actId="313"/>
          <ac:spMkLst>
            <pc:docMk/>
            <pc:sldMk cId="1879360230" sldId="433"/>
            <ac:spMk id="11" creationId="{E94E7844-6A92-2B86-CA33-B0B0CB91D9FE}"/>
          </ac:spMkLst>
        </pc:spChg>
      </pc:sldChg>
      <pc:sldChg chg="addSp delSp modSp add mod">
        <pc:chgData name="Michael Hill" userId="41dba03d-e58d-4389-9894-554c10310ba4" providerId="ADAL" clId="{EF23FE1D-A042-481E-AFD7-2A9FB0847F54}" dt="2025-09-26T20:14:15.415" v="3130" actId="20577"/>
        <pc:sldMkLst>
          <pc:docMk/>
          <pc:sldMk cId="4013665335" sldId="434"/>
        </pc:sldMkLst>
        <pc:spChg chg="mod">
          <ac:chgData name="Michael Hill" userId="41dba03d-e58d-4389-9894-554c10310ba4" providerId="ADAL" clId="{EF23FE1D-A042-481E-AFD7-2A9FB0847F54}" dt="2025-09-26T20:08:52.618" v="2691" actId="20577"/>
          <ac:spMkLst>
            <pc:docMk/>
            <pc:sldMk cId="4013665335" sldId="434"/>
            <ac:spMk id="5" creationId="{B0472A65-BC98-0628-640A-F10C26BD4FF7}"/>
          </ac:spMkLst>
        </pc:spChg>
        <pc:spChg chg="mod">
          <ac:chgData name="Michael Hill" userId="41dba03d-e58d-4389-9894-554c10310ba4" providerId="ADAL" clId="{EF23FE1D-A042-481E-AFD7-2A9FB0847F54}" dt="2025-09-26T20:14:15.415" v="3130" actId="20577"/>
          <ac:spMkLst>
            <pc:docMk/>
            <pc:sldMk cId="4013665335" sldId="434"/>
            <ac:spMk id="8" creationId="{52068A6B-74D0-A07A-3861-90B86A1DB93C}"/>
          </ac:spMkLst>
        </pc:spChg>
        <pc:spChg chg="mod">
          <ac:chgData name="Michael Hill" userId="41dba03d-e58d-4389-9894-554c10310ba4" providerId="ADAL" clId="{EF23FE1D-A042-481E-AFD7-2A9FB0847F54}" dt="2025-09-26T20:13:33.742" v="3002" actId="2711"/>
          <ac:spMkLst>
            <pc:docMk/>
            <pc:sldMk cId="4013665335" sldId="434"/>
            <ac:spMk id="11" creationId="{BC9A5A65-BF53-0665-3ECA-6FABE3B587D7}"/>
          </ac:spMkLst>
        </pc:spChg>
      </pc:sldChg>
      <pc:sldChg chg="modSp add mod">
        <pc:chgData name="Michael Hill" userId="41dba03d-e58d-4389-9894-554c10310ba4" providerId="ADAL" clId="{EF23FE1D-A042-481E-AFD7-2A9FB0847F54}" dt="2025-09-26T20:15:31.080" v="3392" actId="20577"/>
        <pc:sldMkLst>
          <pc:docMk/>
          <pc:sldMk cId="618410271" sldId="435"/>
        </pc:sldMkLst>
        <pc:spChg chg="mod">
          <ac:chgData name="Michael Hill" userId="41dba03d-e58d-4389-9894-554c10310ba4" providerId="ADAL" clId="{EF23FE1D-A042-481E-AFD7-2A9FB0847F54}" dt="2025-09-26T20:15:31.080" v="3392" actId="20577"/>
          <ac:spMkLst>
            <pc:docMk/>
            <pc:sldMk cId="618410271" sldId="435"/>
            <ac:spMk id="8" creationId="{7FA3524C-EB58-F50C-1DCC-9B92C2EA0218}"/>
          </ac:spMkLst>
        </pc:spChg>
        <pc:spChg chg="mod">
          <ac:chgData name="Michael Hill" userId="41dba03d-e58d-4389-9894-554c10310ba4" providerId="ADAL" clId="{EF23FE1D-A042-481E-AFD7-2A9FB0847F54}" dt="2025-09-26T20:15:18.473" v="3312" actId="20577"/>
          <ac:spMkLst>
            <pc:docMk/>
            <pc:sldMk cId="618410271" sldId="435"/>
            <ac:spMk id="11" creationId="{C20AC953-655C-49DE-95C1-6F34A5F1DB3E}"/>
          </ac:spMkLst>
        </pc:spChg>
      </pc:sldChg>
      <pc:sldChg chg="modSp add mod">
        <pc:chgData name="Michael Hill" userId="41dba03d-e58d-4389-9894-554c10310ba4" providerId="ADAL" clId="{EF23FE1D-A042-481E-AFD7-2A9FB0847F54}" dt="2025-09-26T20:17:27.117" v="3690" actId="20577"/>
        <pc:sldMkLst>
          <pc:docMk/>
          <pc:sldMk cId="2644577929" sldId="436"/>
        </pc:sldMkLst>
        <pc:spChg chg="mod">
          <ac:chgData name="Michael Hill" userId="41dba03d-e58d-4389-9894-554c10310ba4" providerId="ADAL" clId="{EF23FE1D-A042-481E-AFD7-2A9FB0847F54}" dt="2025-09-26T20:15:56.809" v="3406" actId="20577"/>
          <ac:spMkLst>
            <pc:docMk/>
            <pc:sldMk cId="2644577929" sldId="436"/>
            <ac:spMk id="5" creationId="{019B3DE9-66A3-A43F-E002-70A7B581BAF7}"/>
          </ac:spMkLst>
        </pc:spChg>
        <pc:spChg chg="mod">
          <ac:chgData name="Michael Hill" userId="41dba03d-e58d-4389-9894-554c10310ba4" providerId="ADAL" clId="{EF23FE1D-A042-481E-AFD7-2A9FB0847F54}" dt="2025-09-26T20:17:27.117" v="3690" actId="20577"/>
          <ac:spMkLst>
            <pc:docMk/>
            <pc:sldMk cId="2644577929" sldId="436"/>
            <ac:spMk id="8" creationId="{39E1A37D-5144-7134-FE10-C757CE1DAD61}"/>
          </ac:spMkLst>
        </pc:spChg>
        <pc:spChg chg="mod">
          <ac:chgData name="Michael Hill" userId="41dba03d-e58d-4389-9894-554c10310ba4" providerId="ADAL" clId="{EF23FE1D-A042-481E-AFD7-2A9FB0847F54}" dt="2025-09-26T20:17:09.996" v="3579" actId="14100"/>
          <ac:spMkLst>
            <pc:docMk/>
            <pc:sldMk cId="2644577929" sldId="436"/>
            <ac:spMk id="11" creationId="{3E517E9C-A484-FFB3-3B92-49083DBDF19A}"/>
          </ac:spMkLst>
        </pc:spChg>
      </pc:sldChg>
      <pc:sldChg chg="modSp add mod">
        <pc:chgData name="Michael Hill" userId="41dba03d-e58d-4389-9894-554c10310ba4" providerId="ADAL" clId="{EF23FE1D-A042-481E-AFD7-2A9FB0847F54}" dt="2025-09-26T20:24:30.871" v="3961" actId="14100"/>
        <pc:sldMkLst>
          <pc:docMk/>
          <pc:sldMk cId="3681834977" sldId="437"/>
        </pc:sldMkLst>
        <pc:spChg chg="mod">
          <ac:chgData name="Michael Hill" userId="41dba03d-e58d-4389-9894-554c10310ba4" providerId="ADAL" clId="{EF23FE1D-A042-481E-AFD7-2A9FB0847F54}" dt="2025-09-26T20:18:58.418" v="3707" actId="20577"/>
          <ac:spMkLst>
            <pc:docMk/>
            <pc:sldMk cId="3681834977" sldId="437"/>
            <ac:spMk id="5" creationId="{33F01D2D-FA49-1702-F353-CDCAB5FAB5D2}"/>
          </ac:spMkLst>
        </pc:spChg>
        <pc:spChg chg="mod">
          <ac:chgData name="Michael Hill" userId="41dba03d-e58d-4389-9894-554c10310ba4" providerId="ADAL" clId="{EF23FE1D-A042-481E-AFD7-2A9FB0847F54}" dt="2025-09-26T20:20:53.205" v="3952" actId="20577"/>
          <ac:spMkLst>
            <pc:docMk/>
            <pc:sldMk cId="3681834977" sldId="437"/>
            <ac:spMk id="8" creationId="{13F9AD14-2FE1-661F-1A9A-37F6188419F3}"/>
          </ac:spMkLst>
        </pc:spChg>
        <pc:spChg chg="mod">
          <ac:chgData name="Michael Hill" userId="41dba03d-e58d-4389-9894-554c10310ba4" providerId="ADAL" clId="{EF23FE1D-A042-481E-AFD7-2A9FB0847F54}" dt="2025-09-26T20:24:30.871" v="3961" actId="14100"/>
          <ac:spMkLst>
            <pc:docMk/>
            <pc:sldMk cId="3681834977" sldId="437"/>
            <ac:spMk id="11" creationId="{2269F680-1817-9FC7-78DA-B06AC14BD0AD}"/>
          </ac:spMkLst>
        </pc:spChg>
      </pc:sldChg>
      <pc:sldChg chg="modSp add mod">
        <pc:chgData name="Michael Hill" userId="41dba03d-e58d-4389-9894-554c10310ba4" providerId="ADAL" clId="{EF23FE1D-A042-481E-AFD7-2A9FB0847F54}" dt="2025-09-29T14:10:12.400" v="5279" actId="14100"/>
        <pc:sldMkLst>
          <pc:docMk/>
          <pc:sldMk cId="3901269398" sldId="438"/>
        </pc:sldMkLst>
        <pc:spChg chg="mod">
          <ac:chgData name="Michael Hill" userId="41dba03d-e58d-4389-9894-554c10310ba4" providerId="ADAL" clId="{EF23FE1D-A042-481E-AFD7-2A9FB0847F54}" dt="2025-09-29T14:10:12.400" v="5279" actId="14100"/>
          <ac:spMkLst>
            <pc:docMk/>
            <pc:sldMk cId="3901269398" sldId="438"/>
            <ac:spMk id="8" creationId="{201C61AA-B97B-E32A-D6B6-EABD4BFA9804}"/>
          </ac:spMkLst>
        </pc:spChg>
        <pc:spChg chg="mod">
          <ac:chgData name="Michael Hill" userId="41dba03d-e58d-4389-9894-554c10310ba4" providerId="ADAL" clId="{EF23FE1D-A042-481E-AFD7-2A9FB0847F54}" dt="2025-09-29T14:10:10.565" v="5278" actId="14100"/>
          <ac:spMkLst>
            <pc:docMk/>
            <pc:sldMk cId="3901269398" sldId="438"/>
            <ac:spMk id="11" creationId="{F32EB421-95A8-76C6-1846-39F75C309F9C}"/>
          </ac:spMkLst>
        </pc:spChg>
      </pc:sldChg>
      <pc:sldChg chg="modSp add mod">
        <pc:chgData name="Michael Hill" userId="41dba03d-e58d-4389-9894-554c10310ba4" providerId="ADAL" clId="{EF23FE1D-A042-481E-AFD7-2A9FB0847F54}" dt="2025-09-26T20:36:05.986" v="4573" actId="14100"/>
        <pc:sldMkLst>
          <pc:docMk/>
          <pc:sldMk cId="3768809560" sldId="439"/>
        </pc:sldMkLst>
        <pc:spChg chg="mod">
          <ac:chgData name="Michael Hill" userId="41dba03d-e58d-4389-9894-554c10310ba4" providerId="ADAL" clId="{EF23FE1D-A042-481E-AFD7-2A9FB0847F54}" dt="2025-09-26T20:34:05.524" v="4294" actId="20577"/>
          <ac:spMkLst>
            <pc:docMk/>
            <pc:sldMk cId="3768809560" sldId="439"/>
            <ac:spMk id="5" creationId="{88081FB4-3769-42A0-32B6-DDCCE9B6D8E9}"/>
          </ac:spMkLst>
        </pc:spChg>
        <pc:spChg chg="mod">
          <ac:chgData name="Michael Hill" userId="41dba03d-e58d-4389-9894-554c10310ba4" providerId="ADAL" clId="{EF23FE1D-A042-481E-AFD7-2A9FB0847F54}" dt="2025-09-26T20:36:05.986" v="4573" actId="14100"/>
          <ac:spMkLst>
            <pc:docMk/>
            <pc:sldMk cId="3768809560" sldId="439"/>
            <ac:spMk id="8" creationId="{4D6BC2E5-A39F-A3D8-2257-651EBFA3A70E}"/>
          </ac:spMkLst>
        </pc:spChg>
        <pc:spChg chg="mod">
          <ac:chgData name="Michael Hill" userId="41dba03d-e58d-4389-9894-554c10310ba4" providerId="ADAL" clId="{EF23FE1D-A042-481E-AFD7-2A9FB0847F54}" dt="2025-09-26T20:36:04.080" v="4572" actId="14100"/>
          <ac:spMkLst>
            <pc:docMk/>
            <pc:sldMk cId="3768809560" sldId="439"/>
            <ac:spMk id="11" creationId="{BAFC6C64-2B44-089F-149A-D56406A0E17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87187A-54B1-63BB-0C3C-8EF4407A2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374D3-5CAC-73C3-D477-B9339FC26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8F993-B5C9-DF5C-9651-2609B9AF82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674EC4-B1EC-421C-F984-FBF90B88A5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9DB48C-FCC8-4682-A5C6-34BDEF33D27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106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TOPIC B2:</a:t>
            </a:r>
          </a:p>
          <a:p>
            <a:pPr algn="ctr"/>
            <a:r>
              <a:rPr lang="en-US" sz="6000" dirty="0">
                <a:latin typeface="Bahnschrift SemiBold" panose="020B0502040204020203" pitchFamily="34" charset="0"/>
              </a:rPr>
              <a:t>PROGRAMMING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890905" y="2714847"/>
            <a:ext cx="4206685" cy="1160918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B2-13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2240280" y="3692233"/>
            <a:ext cx="7337714" cy="984125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RECURSIVE ALGORITHMS</a:t>
            </a:r>
          </a:p>
        </p:txBody>
      </p:sp>
      <p:sp>
        <p:nvSpPr>
          <p:cNvPr id="2" name="Star: 16 Points 1">
            <a:extLst>
              <a:ext uri="{FF2B5EF4-FFF2-40B4-BE49-F238E27FC236}">
                <a16:creationId xmlns:a16="http://schemas.microsoft.com/office/drawing/2014/main" id="{BF8076CA-76A1-8CBD-2EC2-C676B82F5E4F}"/>
              </a:ext>
            </a:extLst>
          </p:cNvPr>
          <p:cNvSpPr/>
          <p:nvPr/>
        </p:nvSpPr>
        <p:spPr>
          <a:xfrm>
            <a:off x="4926418" y="750951"/>
            <a:ext cx="2140689" cy="2140689"/>
          </a:xfrm>
          <a:prstGeom prst="star16">
            <a:avLst/>
          </a:prstGeom>
          <a:solidFill>
            <a:schemeClr val="accent5">
              <a:lumMod val="60000"/>
              <a:lumOff val="40000"/>
            </a:schemeClr>
          </a:solidFill>
          <a:ln w="76200">
            <a:noFill/>
          </a:ln>
          <a:scene3d>
            <a:camera prst="perspectiveHeroicExtremeLef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Bahnschrift" panose="020B0502040204020203" pitchFamily="34" charset="0"/>
              </a:rPr>
              <a:t>HL ONLY!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6881567" y="1777234"/>
            <a:ext cx="4516539" cy="225568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Bahnschrift" panose="020B0502040204020203" pitchFamily="34" charset="0"/>
              </a:rPr>
              <a:t>Have a way to take notes and a way to write code available for this lesson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060728" y="1213429"/>
            <a:ext cx="451653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Warm Up Question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File Processing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Opening the File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Reading the File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Writing the File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File Availability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598031" y="1564953"/>
            <a:ext cx="1708202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NOTE!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Do your best to, from memory, recreate the selection sort algorithm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may reference the previous lessons if you get stuck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386392-143E-AF29-937D-6BD2CAAB1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E6D3C1D-2FC9-5A8F-0680-C3AF2E643DB5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A1CF06-772E-FF2C-3839-78AAEFA0A11B}"/>
              </a:ext>
            </a:extLst>
          </p:cNvPr>
          <p:cNvSpPr/>
          <p:nvPr/>
        </p:nvSpPr>
        <p:spPr>
          <a:xfrm>
            <a:off x="6157610" y="1363072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7F076D-4943-0214-F6EE-FF302EBEC62C}"/>
              </a:ext>
            </a:extLst>
          </p:cNvPr>
          <p:cNvSpPr/>
          <p:nvPr/>
        </p:nvSpPr>
        <p:spPr>
          <a:xfrm>
            <a:off x="1183710" y="1780701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292782C-EA7B-F0D2-017B-9D6E5AEE03FA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8864B057-355B-8306-248E-60E16CA7C11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7FCFCCE3-C51B-5BE3-133A-CC40A8792F6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7FEA21-E6C0-9AC9-9EB8-E7528ED5B6C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6D6FC8A7-837D-0C82-0508-398DDF1DB91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D3612398-5230-03BA-7AB5-DC74EB9BDE0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648B85D8-8113-F692-CDA7-CA2CB6F4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CD81634-986F-4974-A0A9-4D21FA765446}"/>
              </a:ext>
            </a:extLst>
          </p:cNvPr>
          <p:cNvSpPr/>
          <p:nvPr/>
        </p:nvSpPr>
        <p:spPr>
          <a:xfrm>
            <a:off x="618767" y="1537358"/>
            <a:ext cx="10821545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[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56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88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9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44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12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23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66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0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-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36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)-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min =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j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range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(i+</a:t>
            </a:r>
            <a:r>
              <a:rPr lang="en-US" sz="2400" dirty="0">
                <a:solidFill>
                  <a:srgbClr val="6897BB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 err="1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len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)):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400" dirty="0">
                <a:solidFill>
                  <a:srgbClr val="CC844F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[j] &lt;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[min]: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        min = j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temp =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] =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[min]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[min] = temp</a:t>
            </a:r>
            <a:b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nums</a:t>
            </a:r>
            <a:r>
              <a:rPr lang="en-US" sz="2400" dirty="0">
                <a:solidFill>
                  <a:srgbClr val="A8AFBE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981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58C55-F278-5552-E22A-ED50F9701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EB27DBE-4BD8-74BA-A4D1-1E6F373BD65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C69D6E3-7CD1-A25A-DAFF-E8D31A7CDDD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8FEA22-C3CE-9B28-BB5A-850FCB9F087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649D808-D35A-5005-E93F-7B955B4EF45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1CA44C-AE94-D7FF-BBD2-290E208D24D3}"/>
              </a:ext>
            </a:extLst>
          </p:cNvPr>
          <p:cNvSpPr/>
          <p:nvPr/>
        </p:nvSpPr>
        <p:spPr>
          <a:xfrm>
            <a:off x="421105" y="1212852"/>
            <a:ext cx="501043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File processing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gives us the ability to store data permanently 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way, if you turn off the program or computer, the data can be recovered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files that we often use for this can be text files (.txt), comma-separated value files (.csv), and binary files (.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dat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F8136E-C238-023A-BF28-A24F91E9B2E9}"/>
              </a:ext>
            </a:extLst>
          </p:cNvPr>
          <p:cNvSpPr/>
          <p:nvPr/>
        </p:nvSpPr>
        <p:spPr>
          <a:xfrm>
            <a:off x="-180333" y="155968"/>
            <a:ext cx="4883137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FILE PROCESSING</a:t>
            </a:r>
          </a:p>
        </p:txBody>
      </p:sp>
      <p:pic>
        <p:nvPicPr>
          <p:cNvPr id="11" name="Picture 10" descr="A person putting a piece of paper into a shredder&#10;&#10;AI-generated content may be incorrect.">
            <a:extLst>
              <a:ext uri="{FF2B5EF4-FFF2-40B4-BE49-F238E27FC236}">
                <a16:creationId xmlns:a16="http://schemas.microsoft.com/office/drawing/2014/main" id="{73154E5D-F2CD-51B3-BAE6-543004D2F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459" y="1770277"/>
            <a:ext cx="6053407" cy="363204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204C7D2-79A0-A507-77FD-E8EA9B74A714}"/>
              </a:ext>
            </a:extLst>
          </p:cNvPr>
          <p:cNvSpPr txBox="1"/>
          <p:nvPr/>
        </p:nvSpPr>
        <p:spPr>
          <a:xfrm>
            <a:off x="8252090" y="3348521"/>
            <a:ext cx="1152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FILE</a:t>
            </a:r>
          </a:p>
        </p:txBody>
      </p:sp>
    </p:spTree>
    <p:extLst>
      <p:ext uri="{BB962C8B-B14F-4D97-AF65-F5344CB8AC3E}">
        <p14:creationId xmlns:p14="http://schemas.microsoft.com/office/powerpoint/2010/main" val="1130154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CCA34F-B20D-5650-2A20-E178337C2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6937C512-6A8A-7707-1ABF-F06EA9C3B6E6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F6DD21-960C-2B98-AEA8-CA250237427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55A6CD3-84B5-FAC9-03D6-BEB7BECF5AC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0A11C8A-9226-167D-8DD3-0EBA2B47AD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307991-018E-2677-C298-9F1BCC67D929}"/>
              </a:ext>
            </a:extLst>
          </p:cNvPr>
          <p:cNvSpPr/>
          <p:nvPr/>
        </p:nvSpPr>
        <p:spPr>
          <a:xfrm>
            <a:off x="421105" y="1212852"/>
            <a:ext cx="1089002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location of the file should generally be in the same location as your program for convenience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allows us to access the file via it’s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relative path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(using just the file name), such as PA 2-2.py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Otherwise, we must use it’s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absolute path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which looks like this: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C:\Users\MichaelHill\OneDrive - Alcuin School\Desktop\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GoodsNX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\MYP\Programming Assignments\PA 2-2.py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CBD5F0-804C-3A33-77C6-0CBC8E2723EE}"/>
              </a:ext>
            </a:extLst>
          </p:cNvPr>
          <p:cNvSpPr/>
          <p:nvPr/>
        </p:nvSpPr>
        <p:spPr>
          <a:xfrm>
            <a:off x="-212306" y="142543"/>
            <a:ext cx="513002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FILE PROCESSING</a:t>
            </a:r>
          </a:p>
        </p:txBody>
      </p:sp>
    </p:spTree>
    <p:extLst>
      <p:ext uri="{BB962C8B-B14F-4D97-AF65-F5344CB8AC3E}">
        <p14:creationId xmlns:p14="http://schemas.microsoft.com/office/powerpoint/2010/main" val="3941057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CFE4E5-AC7C-9DC5-BF18-DC6A61C3F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5A86A04-3105-4A49-AA03-C7E21FC4113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990564F-CDAC-1613-B1AE-41CB6A84F599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D3454F8-83A4-C4EA-3E76-FF65DBED59B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8A1BC9-6F06-5564-ED49-37D5C035D3B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F1AF2D6-236D-6ACE-5061-C96879F5DF5B}"/>
              </a:ext>
            </a:extLst>
          </p:cNvPr>
          <p:cNvSpPr/>
          <p:nvPr/>
        </p:nvSpPr>
        <p:spPr>
          <a:xfrm>
            <a:off x="421105" y="1212852"/>
            <a:ext cx="1089002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Text files are sequential, meaning that we read them line by line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are writing to a text file, then we write to them line by 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4662B8-3851-DE17-760B-9FEF953D5CC8}"/>
              </a:ext>
            </a:extLst>
          </p:cNvPr>
          <p:cNvSpPr/>
          <p:nvPr/>
        </p:nvSpPr>
        <p:spPr>
          <a:xfrm>
            <a:off x="-155240" y="142543"/>
            <a:ext cx="5084305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FILE PROCESSING</a:t>
            </a:r>
          </a:p>
        </p:txBody>
      </p:sp>
    </p:spTree>
    <p:extLst>
      <p:ext uri="{BB962C8B-B14F-4D97-AF65-F5344CB8AC3E}">
        <p14:creationId xmlns:p14="http://schemas.microsoft.com/office/powerpoint/2010/main" val="1809290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4CD1A-5280-EDBB-5B5F-579C976B7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B98A94C-6AE8-6C69-4330-550C0DB6151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783822-DA53-3C28-D9B0-58C5AD64719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18D4D83-9918-3884-A8A8-1336C292A9FD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C97E3EB-C987-C7BE-3D30-416F951FE2A3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EEBD34-3B92-CF72-AC4F-03DA30A859AF}"/>
              </a:ext>
            </a:extLst>
          </p:cNvPr>
          <p:cNvSpPr/>
          <p:nvPr/>
        </p:nvSpPr>
        <p:spPr>
          <a:xfrm>
            <a:off x="421105" y="1212852"/>
            <a:ext cx="1089002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 write 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a file, we have to follow four main steps: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1. Open the file to write to or append as needed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2. Prepare the line of text to be written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3. Write the line to the file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4. Close the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CFFB57-903C-2E7A-5F8C-D5F14F964DCF}"/>
              </a:ext>
            </a:extLst>
          </p:cNvPr>
          <p:cNvSpPr/>
          <p:nvPr/>
        </p:nvSpPr>
        <p:spPr>
          <a:xfrm>
            <a:off x="-82537" y="142543"/>
            <a:ext cx="404188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FILE WRITING</a:t>
            </a:r>
          </a:p>
        </p:txBody>
      </p:sp>
      <p:pic>
        <p:nvPicPr>
          <p:cNvPr id="3" name="Picture 2" descr="Cartoon hands holding a piece of paper&#10;&#10;AI-generated content may be incorrect.">
            <a:extLst>
              <a:ext uri="{FF2B5EF4-FFF2-40B4-BE49-F238E27FC236}">
                <a16:creationId xmlns:a16="http://schemas.microsoft.com/office/drawing/2014/main" id="{8EBA9450-FC0A-71D9-95DB-D3F5951CF6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7991" y="3099816"/>
            <a:ext cx="4803648" cy="360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178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C6C11A-76BC-A8B8-6AF0-81613F49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E50527-6CA2-6FBA-D453-FF3B163A086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BD8003-15CD-9A69-D912-A3B208A8296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3BDB2C8-B7A6-8445-9236-15D97CC2B7F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D188D1-9040-7588-A0DD-563749819E8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8EC0D10-928B-EABE-B667-368AB0A84CD7}"/>
              </a:ext>
            </a:extLst>
          </p:cNvPr>
          <p:cNvSpPr/>
          <p:nvPr/>
        </p:nvSpPr>
        <p:spPr>
          <a:xfrm>
            <a:off x="421105" y="1212852"/>
            <a:ext cx="10890023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read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from a file, here are the steps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Open the file to be read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Read the content of the file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multiple ways to do this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 read one line at a time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Use a loop to read and process all lines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Store all lines into a data structure like a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Close the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347C75-D80E-EB3F-7CD4-8A50B10E89A7}"/>
              </a:ext>
            </a:extLst>
          </p:cNvPr>
          <p:cNvSpPr/>
          <p:nvPr/>
        </p:nvSpPr>
        <p:spPr>
          <a:xfrm>
            <a:off x="-82537" y="142543"/>
            <a:ext cx="404188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FILE READING</a:t>
            </a:r>
          </a:p>
        </p:txBody>
      </p:sp>
      <p:pic>
        <p:nvPicPr>
          <p:cNvPr id="3" name="Picture 2" descr="A child reading a book&#10;&#10;AI-generated content may be incorrect.">
            <a:extLst>
              <a:ext uri="{FF2B5EF4-FFF2-40B4-BE49-F238E27FC236}">
                <a16:creationId xmlns:a16="http://schemas.microsoft.com/office/drawing/2014/main" id="{28E31654-8F6C-7AEE-2A09-2B494BA2E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5462" y="865032"/>
            <a:ext cx="4272696" cy="2235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577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E85510-7BBC-6223-CEF2-F20736C2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56B0EA8-129C-4724-F43D-2E7091A014E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1155A15-220A-8A3B-2CE4-4BD797F5003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13988B-1D0B-0303-5726-236EFD5DC46F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D5C57BF-DC1B-46E9-F70A-B4095C72833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9AD9EF7-E976-47C5-5D33-1FEE2E046528}"/>
              </a:ext>
            </a:extLst>
          </p:cNvPr>
          <p:cNvSpPr/>
          <p:nvPr/>
        </p:nvSpPr>
        <p:spPr>
          <a:xfrm>
            <a:off x="421105" y="1212852"/>
            <a:ext cx="6038164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open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a file in Python, use the code on the right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want to write to this file, so we specify that we want to make a variable that has our open file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 = open(“text.txt”, “r”)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“w” designates that our file is open in write mode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the file we try to write to doesn’t exist, it will make one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3B2110-5546-FFAA-C701-C6BF2D6E759B}"/>
              </a:ext>
            </a:extLst>
          </p:cNvPr>
          <p:cNvSpPr/>
          <p:nvPr/>
        </p:nvSpPr>
        <p:spPr>
          <a:xfrm>
            <a:off x="-82537" y="142543"/>
            <a:ext cx="50934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OPENING THE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04B8E2-3B5A-16FF-E402-EFA435A211D0}"/>
              </a:ext>
            </a:extLst>
          </p:cNvPr>
          <p:cNvSpPr/>
          <p:nvPr/>
        </p:nvSpPr>
        <p:spPr>
          <a:xfrm>
            <a:off x="6789852" y="1568250"/>
            <a:ext cx="498104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“w"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336184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1792C0-A13F-83E6-A470-5A270A738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F1D5D95-6C6B-B926-9900-DD6F3A2EE712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1838893-02CF-6C90-BAAA-050287987A0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A010C69-B1CD-26A1-7AA7-F6C31F5588A1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385C51D-FBE7-2037-870C-393206900D6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402C2E-559B-D4F2-81E1-D3FDBE71ACC5}"/>
              </a:ext>
            </a:extLst>
          </p:cNvPr>
          <p:cNvSpPr/>
          <p:nvPr/>
        </p:nvSpPr>
        <p:spPr>
          <a:xfrm>
            <a:off x="421105" y="1212852"/>
            <a:ext cx="5674895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to write to the file, we call the write function on the variable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f.write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(“First Line of Data”)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then need to </a:t>
            </a:r>
            <a:r>
              <a:rPr lang="en-US" sz="2800" b="1" i="1" dirty="0">
                <a:solidFill>
                  <a:schemeClr val="accent5">
                    <a:lumMod val="40000"/>
                    <a:lumOff val="60000"/>
                  </a:schemeClr>
                </a:solidFill>
                <a:latin typeface="Bahnschrift" panose="020B0502040204020203" pitchFamily="34" charset="0"/>
              </a:rPr>
              <a:t>close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the file to tell the program we’re done using it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f.close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 )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you try to write to write to a file with text already there it will </a:t>
            </a:r>
            <a:r>
              <a:rPr lang="en-US" sz="2800" b="1" i="1" dirty="0">
                <a:solidFill>
                  <a:srgbClr val="FF0000"/>
                </a:solidFill>
                <a:latin typeface="Bahnschrift" panose="020B0502040204020203" pitchFamily="34" charset="0"/>
              </a:rPr>
              <a:t>ERASE IT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A9EEEBB-D42D-1C24-032D-0BC49FB96D82}"/>
              </a:ext>
            </a:extLst>
          </p:cNvPr>
          <p:cNvSpPr/>
          <p:nvPr/>
        </p:nvSpPr>
        <p:spPr>
          <a:xfrm>
            <a:off x="-82537" y="142543"/>
            <a:ext cx="50934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WRITING THE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4E7844-6A92-2B86-CA33-B0B0CB91D9FE}"/>
              </a:ext>
            </a:extLst>
          </p:cNvPr>
          <p:cNvSpPr/>
          <p:nvPr/>
        </p:nvSpPr>
        <p:spPr>
          <a:xfrm>
            <a:off x="6459269" y="1537358"/>
            <a:ext cx="498104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“w"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"First Line!"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79360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1805AE-5498-754C-E9AF-97187CBF3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CF46AD1-A537-30A8-6BA5-1638A9E1D76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AA6349A-8237-170A-E48A-F726A81D9A3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C192B43-2D13-AB93-9FAF-C07E2804AF7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F891F40-6568-7E5F-C8DE-28D74458D71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068A6B-74D0-A07A-3861-90B86A1DB93C}"/>
              </a:ext>
            </a:extLst>
          </p:cNvPr>
          <p:cNvSpPr/>
          <p:nvPr/>
        </p:nvSpPr>
        <p:spPr>
          <a:xfrm>
            <a:off x="421105" y="1212852"/>
            <a:ext cx="5674895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Even if the file has had multiple lines of input, .read( ) will get all of it and put it into a single string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0472A65-BC98-0628-640A-F10C26BD4FF7}"/>
              </a:ext>
            </a:extLst>
          </p:cNvPr>
          <p:cNvSpPr/>
          <p:nvPr/>
        </p:nvSpPr>
        <p:spPr>
          <a:xfrm>
            <a:off x="-82537" y="142543"/>
            <a:ext cx="50934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READING THE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C9A5A65-BF53-0665-3ECA-6FABE3B587D7}"/>
              </a:ext>
            </a:extLst>
          </p:cNvPr>
          <p:cNvSpPr/>
          <p:nvPr/>
        </p:nvSpPr>
        <p:spPr>
          <a:xfrm>
            <a:off x="6459269" y="1537358"/>
            <a:ext cx="498104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"First Line!</a:t>
            </a:r>
            <a:r>
              <a:rPr lang="en-US" sz="24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"Second Line!</a:t>
            </a:r>
            <a:r>
              <a:rPr lang="en-US" sz="24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"r"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f.read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40136653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58840-A796-2EA9-ED10-05EE4725A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CDE6D57-6D1D-A6BC-16D5-49E834AC1E7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CE5FE9F-EDA7-6FCF-A564-1FD79C147F0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1831B62-6F7E-55DB-E050-00EE4070ED8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00CF12E-C24E-D43B-09B7-7B7E353CAEC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A3524C-EB58-F50C-1DCC-9B92C2EA0218}"/>
              </a:ext>
            </a:extLst>
          </p:cNvPr>
          <p:cNvSpPr/>
          <p:nvPr/>
        </p:nvSpPr>
        <p:spPr>
          <a:xfrm>
            <a:off x="421105" y="1212852"/>
            <a:ext cx="5674895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the event that we’d rather read just one line at a time of input, we can replace our .read() function with the .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readLine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() function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can be called multiple times to get however many lines are in the file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684C23B-92D6-32C9-739D-FE7ECA7DB693}"/>
              </a:ext>
            </a:extLst>
          </p:cNvPr>
          <p:cNvSpPr/>
          <p:nvPr/>
        </p:nvSpPr>
        <p:spPr>
          <a:xfrm>
            <a:off x="-82537" y="142543"/>
            <a:ext cx="50934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READING THE FILE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0AC953-655C-49DE-95C1-6F34A5F1DB3E}"/>
              </a:ext>
            </a:extLst>
          </p:cNvPr>
          <p:cNvSpPr/>
          <p:nvPr/>
        </p:nvSpPr>
        <p:spPr>
          <a:xfrm>
            <a:off x="6459269" y="1537358"/>
            <a:ext cx="4981043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"First Line!</a:t>
            </a:r>
            <a:r>
              <a:rPr lang="en-US" sz="24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"Second Line!</a:t>
            </a:r>
            <a:r>
              <a:rPr lang="en-US" sz="24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"r"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f.readLine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184102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90834E-5882-3700-B2B2-76026E689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4D76C05-B684-30A7-4850-D6BDCB1B8A1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6818744-A76E-322F-0704-616E3CBB99A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F264F3-D927-3299-FE83-B04DEEAB47A8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96E64DE-B7B9-CA76-8353-03DB6C4E54E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E1A37D-5144-7134-FE10-C757CE1DAD61}"/>
              </a:ext>
            </a:extLst>
          </p:cNvPr>
          <p:cNvSpPr/>
          <p:nvPr/>
        </p:nvSpPr>
        <p:spPr>
          <a:xfrm>
            <a:off x="421105" y="1212852"/>
            <a:ext cx="509344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One other thing to note is that, because we’re dealing with files, and sometimes Windows is funky, we should try, except any accesses to files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another program tries to access or modify the same file, this should stop ours from crashing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9B3DE9-66A3-A43F-E002-70A7B581BAF7}"/>
              </a:ext>
            </a:extLst>
          </p:cNvPr>
          <p:cNvSpPr/>
          <p:nvPr/>
        </p:nvSpPr>
        <p:spPr>
          <a:xfrm>
            <a:off x="-82537" y="142543"/>
            <a:ext cx="50934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MAKING SURE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17E9C-A484-FFB3-3B92-49083DBDF19A}"/>
              </a:ext>
            </a:extLst>
          </p:cNvPr>
          <p:cNvSpPr/>
          <p:nvPr/>
        </p:nvSpPr>
        <p:spPr>
          <a:xfrm>
            <a:off x="5955627" y="1537358"/>
            <a:ext cx="5990226" cy="416904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try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f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"First Line!</a:t>
            </a:r>
            <a:r>
              <a:rPr lang="en-US" sz="24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"Second Line!</a:t>
            </a:r>
            <a:r>
              <a:rPr lang="en-US" sz="2400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f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"r"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f.read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except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"There was a problem"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44577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24F487-8504-5542-91EE-8C5DBDD65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400511E-DDFC-2A75-483A-FF3D10506F8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02BD86E-BD77-F4DC-B521-04E51929A35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9E9F9F3-6A26-88B2-45AB-629E5668EC9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1CA0F83-8A23-5E14-F1E6-2B27198F187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F9AD14-2FE1-661F-1A9A-37F6188419F3}"/>
              </a:ext>
            </a:extLst>
          </p:cNvPr>
          <p:cNvSpPr/>
          <p:nvPr/>
        </p:nvSpPr>
        <p:spPr>
          <a:xfrm>
            <a:off x="421105" y="1212852"/>
            <a:ext cx="5093449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In a lot of cases, we don’t know how many lines a file has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If we loop on the file’s input, we can do different things with each line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a couple of ways to do this, but the best is using a for loop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F01D2D-FA49-1702-F353-CDCAB5FAB5D2}"/>
              </a:ext>
            </a:extLst>
          </p:cNvPr>
          <p:cNvSpPr/>
          <p:nvPr/>
        </p:nvSpPr>
        <p:spPr>
          <a:xfrm>
            <a:off x="-82537" y="142543"/>
            <a:ext cx="50934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LOOPING ON 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69F680-1817-9FC7-78DA-B06AC14BD0AD}"/>
              </a:ext>
            </a:extLst>
          </p:cNvPr>
          <p:cNvSpPr/>
          <p:nvPr/>
        </p:nvSpPr>
        <p:spPr>
          <a:xfrm>
            <a:off x="5879592" y="1005840"/>
            <a:ext cx="6066261" cy="47005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try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f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Basinga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"Shoot, spelled it wrong"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Bazinja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"OH COME ON"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f =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"text.txt"</a:t>
            </a:r>
            <a:r>
              <a:rPr lang="en-US" sz="20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"r"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line </a:t>
            </a: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(line)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except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"There was a problem"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</a:p>
        </p:txBody>
      </p:sp>
    </p:spTree>
    <p:extLst>
      <p:ext uri="{BB962C8B-B14F-4D97-AF65-F5344CB8AC3E}">
        <p14:creationId xmlns:p14="http://schemas.microsoft.com/office/powerpoint/2010/main" val="3681834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C844CE-560B-8286-E7A1-3C00D5D7F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DE973E3-9A71-13F1-0357-F751881391F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247A428-54C1-B0EC-A71C-0A55FA21E82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1A4F361-68D8-F4E0-F8A7-A14B745B740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A9A08B-4BF5-383E-6B1E-081EFDB68644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1C61AA-B97B-E32A-D6B6-EABD4BFA9804}"/>
              </a:ext>
            </a:extLst>
          </p:cNvPr>
          <p:cNvSpPr/>
          <p:nvPr/>
        </p:nvSpPr>
        <p:spPr>
          <a:xfrm>
            <a:off x="109728" y="1212852"/>
            <a:ext cx="5986271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You’ll notice that this works similarly to the way that looping on a list does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file variable becomes each line as it loops on the open file f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can then parse this info or use it how we please as a string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Make sure to put a \n at the end of any write that you want to end it’s own line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18A4E6-7D79-165F-4AB2-9C882F3FFAD8}"/>
              </a:ext>
            </a:extLst>
          </p:cNvPr>
          <p:cNvSpPr/>
          <p:nvPr/>
        </p:nvSpPr>
        <p:spPr>
          <a:xfrm>
            <a:off x="-82537" y="142543"/>
            <a:ext cx="50934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LOOPING ON INPUT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2EB421-95A8-76C6-1846-39F75C309F9C}"/>
              </a:ext>
            </a:extLst>
          </p:cNvPr>
          <p:cNvSpPr/>
          <p:nvPr/>
        </p:nvSpPr>
        <p:spPr>
          <a:xfrm>
            <a:off x="6290393" y="938421"/>
            <a:ext cx="5645684" cy="47005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try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f = </a:t>
            </a: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"w"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Basinga</a:t>
            </a:r>
            <a:r>
              <a:rPr lang="en-US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"Shoot, spelled it wrong</a:t>
            </a:r>
            <a:r>
              <a:rPr lang="en-US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 err="1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Bazinja</a:t>
            </a:r>
            <a:r>
              <a:rPr lang="en-US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f.write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"OH COME ON</a:t>
            </a:r>
            <a:r>
              <a:rPr lang="en-US" b="1" dirty="0">
                <a:solidFill>
                  <a:srgbClr val="AC6EB7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\n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f = </a:t>
            </a: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open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"r"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for 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line </a:t>
            </a: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(line)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f.close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except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"There was a problem"</a:t>
            </a:r>
            <a: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en-US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12693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1DEAE2-695D-5495-9E3E-6BAC7FF74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38B1535A-5AF9-9100-F1EB-C5941B99ECC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C4A344B-1D2D-8B27-8DE7-3913BAA5C53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43F22E-B2B9-0B4E-5FFE-5618D33CA3B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F53DA07-0CA2-9F1C-6DDF-0C0162A4761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6BC2E5-A39F-A3D8-2257-651EBFA3A70E}"/>
              </a:ext>
            </a:extLst>
          </p:cNvPr>
          <p:cNvSpPr/>
          <p:nvPr/>
        </p:nvSpPr>
        <p:spPr>
          <a:xfrm>
            <a:off x="421105" y="1212852"/>
            <a:ext cx="4325657" cy="539167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Python also provides us the option to check if a file exists before we try to get data from it for example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acts as an alternative to using the try, except blocks in some cases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have to import the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os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 (operating system) library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081FB4-3769-42A0-32B6-DDCCE9B6D8E9}"/>
              </a:ext>
            </a:extLst>
          </p:cNvPr>
          <p:cNvSpPr/>
          <p:nvPr/>
        </p:nvSpPr>
        <p:spPr>
          <a:xfrm>
            <a:off x="-82537" y="142543"/>
            <a:ext cx="5093449" cy="722489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FILE AVAILABILITY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AFC6C64-2B44-089F-149A-D56406A0E17B}"/>
              </a:ext>
            </a:extLst>
          </p:cNvPr>
          <p:cNvSpPr/>
          <p:nvPr/>
        </p:nvSpPr>
        <p:spPr>
          <a:xfrm>
            <a:off x="5193792" y="938421"/>
            <a:ext cx="6742285" cy="470056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38100">
            <a:solidFill>
              <a:srgbClr val="326648"/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69195" lon="290748" rev="2154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import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os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0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os.path.exists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"test.txt"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"the file exists"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0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0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"the file does NOT exist *weep*"</a:t>
            </a:r>
            <a:r>
              <a:rPr lang="en-US" sz="20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68809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FF432-3742-E8CF-89DA-84C94CDD2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CD3DCD2-C74C-95D3-8AE9-68F3C6AEDF40}"/>
              </a:ext>
            </a:extLst>
          </p:cNvPr>
          <p:cNvSpPr/>
          <p:nvPr/>
        </p:nvSpPr>
        <p:spPr>
          <a:xfrm>
            <a:off x="3181874" y="4727575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47092CD-4DF3-59F0-5AB9-E50FA41C4902}"/>
              </a:ext>
            </a:extLst>
          </p:cNvPr>
          <p:cNvSpPr/>
          <p:nvPr/>
        </p:nvSpPr>
        <p:spPr>
          <a:xfrm>
            <a:off x="215845" y="3717853"/>
            <a:ext cx="2019444" cy="201944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CC3CAB5-3061-5F94-A88E-C0BDD9B048E5}"/>
              </a:ext>
            </a:extLst>
          </p:cNvPr>
          <p:cNvSpPr/>
          <p:nvPr/>
        </p:nvSpPr>
        <p:spPr>
          <a:xfrm>
            <a:off x="4061287" y="311889"/>
            <a:ext cx="1253064" cy="1253064"/>
          </a:xfrm>
          <a:prstGeom prst="ellipse">
            <a:avLst/>
          </a:prstGeom>
          <a:noFill/>
          <a:ln w="101600">
            <a:solidFill>
              <a:srgbClr val="2A4C45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CEAB6A-CE7C-862A-42E1-D86D8C4198B3}"/>
              </a:ext>
            </a:extLst>
          </p:cNvPr>
          <p:cNvSpPr/>
          <p:nvPr/>
        </p:nvSpPr>
        <p:spPr>
          <a:xfrm>
            <a:off x="330518" y="1120703"/>
            <a:ext cx="4662651" cy="5486353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File Processing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Relative Path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Absolute Path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Open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Read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Close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FD995-70BC-6581-0161-071153C10586}"/>
              </a:ext>
            </a:extLst>
          </p:cNvPr>
          <p:cNvSpPr/>
          <p:nvPr/>
        </p:nvSpPr>
        <p:spPr>
          <a:xfrm>
            <a:off x="-297523" y="201730"/>
            <a:ext cx="6265695" cy="736691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 TO REMEMBER</a:t>
            </a:r>
          </a:p>
        </p:txBody>
      </p:sp>
      <p:pic>
        <p:nvPicPr>
          <p:cNvPr id="6" name="Picture 5" descr="A cartoon of a person with a large brain&#10;&#10;AI-generated content may be incorrect.">
            <a:extLst>
              <a:ext uri="{FF2B5EF4-FFF2-40B4-BE49-F238E27FC236}">
                <a16:creationId xmlns:a16="http://schemas.microsoft.com/office/drawing/2014/main" id="{ADD5DD30-FEB4-6F2F-CD56-BC8E3371E4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788" b="909"/>
          <a:stretch>
            <a:fillRect/>
          </a:stretch>
        </p:blipFill>
        <p:spPr>
          <a:xfrm flipH="1">
            <a:off x="7198831" y="2629528"/>
            <a:ext cx="3767602" cy="333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70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025 L 0.00221 0.025 C 0.00169 0.01898 0.00091 0.01296 0.00052 0.00694 C 0.00013 -0.00255 0.00091 -0.01204 3.75E-6 -0.0213 C -0.00105 -0.03241 -0.00365 -0.04329 -0.00508 -0.0544 C -0.00834 -0.0794 -0.00912 -0.08843 -0.01693 -0.11759 C -0.02032 -0.13009 -0.02318 -0.14329 -0.02709 -0.15556 C -0.02878 -0.16088 -0.03034 -0.16643 -0.03217 -0.17153 C -0.03373 -0.17639 -0.03568 -0.18079 -0.03724 -0.18565 C -0.03881 -0.19097 -0.03959 -0.19699 -0.04167 -0.20162 C -0.04558 -0.20995 -0.06459 -0.24028 -0.06993 -0.24676 C -0.07709 -0.25579 -0.07813 -0.25255 -0.08568 -0.25694 C -0.0892 -0.2588 -0.09245 -0.26157 -0.09584 -0.26389 C -0.10651 -0.27083 -0.11407 -0.27569 -0.12461 -0.27986 C -0.13776 -0.28518 -0.16407 -0.29491 -0.16407 -0.29491 L -0.19336 -0.2919 C -0.19662 -0.29143 -0.19987 -0.2912 -0.203 -0.29005 C -0.21029 -0.28704 -0.22526 -0.27431 -0.22891 -0.26898 C -0.23125 -0.26551 -0.23321 -0.26181 -0.23568 -0.2588 C -0.23646 -0.25787 -0.23464 -0.26157 -0.23399 -0.26296 C -0.2319 -0.26759 -0.23021 -0.27268 -0.22787 -0.27685 C -0.22539 -0.28125 -0.22331 -0.28634 -0.22045 -0.29005 C -0.21185 -0.30046 -0.19558 -0.31319 -0.18607 -0.31991 C -0.17813 -0.32569 -0.17019 -0.33194 -0.16185 -0.33611 C -0.13646 -0.34838 -0.11081 -0.35833 -0.08516 -0.36921 C -0.07565 -0.37315 -0.06602 -0.37662 -0.05638 -0.38009 C -0.04089 -0.38588 -0.02592 -0.39074 -0.01016 -0.39421 C -0.00039 -0.3963 0.00937 -0.39745 0.01914 -0.39931 C 0.04739 -0.39815 0.07565 -0.39907 0.10377 -0.3963 C 0.10989 -0.3956 0.11588 -0.3919 0.12187 -0.38912 C 0.13255 -0.38449 0.14323 -0.37893 0.15403 -0.37407 C 0.2095 -0.34884 0.13476 -0.38449 0.19179 -0.35602 C 0.19687 -0.3537 0.20208 -0.35231 0.20703 -0.34907 C 0.21354 -0.34468 0.21966 -0.33796 0.22617 -0.3331 C 0.22838 -0.33148 0.23073 -0.33009 0.23294 -0.32801 C 0.23463 -0.32639 0.2358 -0.32384 0.2375 -0.32199 C 0.2388 -0.32037 0.24049 -0.31944 0.24192 -0.31806 C 0.24323 -0.31667 0.24453 -0.31528 0.24596 -0.31412 C 0.24427 -0.31806 0.24297 -0.32292 0.24088 -0.32593 C 0.22252 -0.35255 0.19974 -0.37014 0.17877 -0.38727 C 0.16562 -0.39792 0.15247 -0.4088 0.1388 -0.41736 C 0.0888 -0.44815 0.04114 -0.47222 -0.01185 -0.48148 C -0.07318 -0.49213 -0.27201 -0.4919 -0.30847 -0.49236 C -0.36537 -0.48704 -0.42266 -0.48796 -0.4793 -0.47639 C -0.48386 -0.47546 -0.56172 -0.44329 -0.59271 -0.43032 C -0.60052 -0.42708 -0.60834 -0.42268 -0.61641 -0.42037 C -0.64636 -0.41111 -0.68008 -0.40162 -0.70834 -0.38611 C -0.71993 -0.37986 -0.73203 -0.37546 -0.74323 -0.36713 C -0.76029 -0.35463 -0.77631 -0.33704 -0.79336 -0.32407 C -0.79636 -0.32176 -0.81472 -0.30833 -0.81927 -0.30301 C -0.85704 -0.25833 -0.7668 -0.34653 -0.85365 -0.26481 C -0.86133 -0.25764 -0.86901 -0.25069 -0.87683 -0.24375 C -0.88711 -0.23472 -0.89766 -0.22639 -0.90782 -0.21667 C -0.92592 -0.19931 -0.94493 -0.18495 -0.96198 -0.16458 L -0.98907 -0.13264 C -0.99519 -0.08843 -0.99245 -0.11667 -0.99245 -0.0463 " pathEditMode="relative" ptsTypes="AAAAAAAAAAAAAAAAAAAAAAAAAAAAAAAAAAAAAAAAAAAAAAAAAAAAAAAA">
                                      <p:cBhvr>
                                        <p:cTn id="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2664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BA6D2-661C-629D-3A0B-D8916DF3A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93D669-FD26-373F-CDBC-983ED72E17F3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493F1B6-8034-6006-77FD-6E60A6700C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B445EE-DFCD-15A2-8253-5489693709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1FA388-F44C-0D62-E127-5DAA237B2FBA}"/>
              </a:ext>
            </a:extLst>
          </p:cNvPr>
          <p:cNvSpPr/>
          <p:nvPr/>
        </p:nvSpPr>
        <p:spPr>
          <a:xfrm>
            <a:off x="825243" y="1120703"/>
            <a:ext cx="10296411" cy="5550244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uses a file to stores the number of times that the program has been run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You’ll need to convert to integers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Write a program that gets 10 numbers of input and writes them into a file, one per line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Then, write a program that reads those numbers into a list and then prints the </a:t>
            </a:r>
            <a:r>
              <a:rPr lang="en-US" sz="2800">
                <a:solidFill>
                  <a:schemeClr val="bg1"/>
                </a:solidFill>
                <a:latin typeface="Bahnschrift" panose="020B0502040204020203" pitchFamily="34" charset="0"/>
              </a:rPr>
              <a:t>sorted version of that list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A51E191-FB80-DD01-12DA-A63D6699BDF7}"/>
              </a:ext>
            </a:extLst>
          </p:cNvPr>
          <p:cNvSpPr/>
          <p:nvPr/>
        </p:nvSpPr>
        <p:spPr>
          <a:xfrm>
            <a:off x="0" y="86490"/>
            <a:ext cx="3415390" cy="928577"/>
          </a:xfrm>
          <a:prstGeom prst="rect">
            <a:avLst/>
          </a:prstGeom>
          <a:solidFill>
            <a:srgbClr val="326648"/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LABBBBBB</a:t>
            </a:r>
          </a:p>
        </p:txBody>
      </p:sp>
    </p:spTree>
    <p:extLst>
      <p:ext uri="{BB962C8B-B14F-4D97-AF65-F5344CB8AC3E}">
        <p14:creationId xmlns:p14="http://schemas.microsoft.com/office/powerpoint/2010/main" val="510623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7831</TotalTime>
  <Words>1471</Words>
  <Application>Microsoft Office PowerPoint</Application>
  <PresentationFormat>Widescreen</PresentationFormat>
  <Paragraphs>102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13</cp:revision>
  <dcterms:created xsi:type="dcterms:W3CDTF">2025-08-11T14:07:39Z</dcterms:created>
  <dcterms:modified xsi:type="dcterms:W3CDTF">2025-09-29T14:14:50Z</dcterms:modified>
</cp:coreProperties>
</file>