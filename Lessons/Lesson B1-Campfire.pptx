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428" r:id="rId4"/>
    <p:sldId id="429" r:id="rId5"/>
    <p:sldId id="430" r:id="rId6"/>
    <p:sldId id="431" r:id="rId7"/>
    <p:sldId id="43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D4E357-B0E2-4DF5-997B-B2AA0E485E02}" v="460" dt="2025-10-03T18:00:40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custSel addSld delSld modSld">
      <pc:chgData name="Michael Hill" userId="41dba03d-e58d-4389-9894-554c10310ba4" providerId="ADAL" clId="{EF23FE1D-A042-481E-AFD7-2A9FB0847F54}" dt="2025-10-03T18:00:40.980" v="582" actId="20577"/>
      <pc:docMkLst>
        <pc:docMk/>
      </pc:docMkLst>
      <pc:sldChg chg="modSp mod">
        <pc:chgData name="Michael Hill" userId="41dba03d-e58d-4389-9894-554c10310ba4" providerId="ADAL" clId="{EF23FE1D-A042-481E-AFD7-2A9FB0847F54}" dt="2025-10-03T17:45:19.160" v="19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0-03T17:45:11.127" v="1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0-03T17:45:19.160" v="19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10-03T17:45:37.584" v="115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0-03T17:45:25.104" v="42" actId="20577"/>
          <ac:spMkLst>
            <pc:docMk/>
            <pc:sldMk cId="854122100" sldId="257"/>
            <ac:spMk id="8" creationId="{4D7671A2-401B-58C3-4049-2F9F2E07BD91}"/>
          </ac:spMkLst>
        </pc:spChg>
        <pc:spChg chg="mod">
          <ac:chgData name="Michael Hill" userId="41dba03d-e58d-4389-9894-554c10310ba4" providerId="ADAL" clId="{EF23FE1D-A042-481E-AFD7-2A9FB0847F54}" dt="2025-10-03T17:45:37.584" v="115" actId="20577"/>
          <ac:spMkLst>
            <pc:docMk/>
            <pc:sldMk cId="854122100" sldId="257"/>
            <ac:spMk id="11" creationId="{B2D4645F-350F-77B1-036C-D01223EB808D}"/>
          </ac:spMkLst>
        </pc:spChg>
      </pc:sldChg>
      <pc:sldChg chg="del">
        <pc:chgData name="Michael Hill" userId="41dba03d-e58d-4389-9894-554c10310ba4" providerId="ADAL" clId="{EF23FE1D-A042-481E-AFD7-2A9FB0847F54}" dt="2025-10-03T17:45:45.402" v="116" actId="47"/>
        <pc:sldMkLst>
          <pc:docMk/>
          <pc:sldMk cId="1910594286" sldId="258"/>
        </pc:sldMkLst>
      </pc:sldChg>
      <pc:sldChg chg="del">
        <pc:chgData name="Michael Hill" userId="41dba03d-e58d-4389-9894-554c10310ba4" providerId="ADAL" clId="{EF23FE1D-A042-481E-AFD7-2A9FB0847F54}" dt="2025-10-03T18:00:26.594" v="525" actId="47"/>
        <pc:sldMkLst>
          <pc:docMk/>
          <pc:sldMk cId="491706548" sldId="355"/>
        </pc:sldMkLst>
      </pc:sldChg>
      <pc:sldChg chg="del">
        <pc:chgData name="Michael Hill" userId="41dba03d-e58d-4389-9894-554c10310ba4" providerId="ADAL" clId="{EF23FE1D-A042-481E-AFD7-2A9FB0847F54}" dt="2025-10-03T17:45:45.402" v="116" actId="47"/>
        <pc:sldMkLst>
          <pc:docMk/>
          <pc:sldMk cId="4217859482" sldId="427"/>
        </pc:sldMkLst>
      </pc:sldChg>
      <pc:sldChg chg="addSp delSp modSp mod modAnim">
        <pc:chgData name="Michael Hill" userId="41dba03d-e58d-4389-9894-554c10310ba4" providerId="ADAL" clId="{EF23FE1D-A042-481E-AFD7-2A9FB0847F54}" dt="2025-10-03T17:46:09.717" v="155" actId="20577"/>
        <pc:sldMkLst>
          <pc:docMk/>
          <pc:sldMk cId="382529306" sldId="428"/>
        </pc:sldMkLst>
        <pc:spChg chg="del">
          <ac:chgData name="Michael Hill" userId="41dba03d-e58d-4389-9894-554c10310ba4" providerId="ADAL" clId="{EF23FE1D-A042-481E-AFD7-2A9FB0847F54}" dt="2025-10-03T17:45:58.330" v="120" actId="478"/>
          <ac:spMkLst>
            <pc:docMk/>
            <pc:sldMk cId="382529306" sldId="428"/>
            <ac:spMk id="4" creationId="{01895F04-90E0-19D4-D694-808C7F67C3AF}"/>
          </ac:spMkLst>
        </pc:spChg>
        <pc:spChg chg="del">
          <ac:chgData name="Michael Hill" userId="41dba03d-e58d-4389-9894-554c10310ba4" providerId="ADAL" clId="{EF23FE1D-A042-481E-AFD7-2A9FB0847F54}" dt="2025-10-03T17:45:58.330" v="120" actId="478"/>
          <ac:spMkLst>
            <pc:docMk/>
            <pc:sldMk cId="382529306" sldId="428"/>
            <ac:spMk id="5" creationId="{C9A51895-9F56-8F74-763F-789F4C4EED1D}"/>
          </ac:spMkLst>
        </pc:spChg>
        <pc:spChg chg="add mod">
          <ac:chgData name="Michael Hill" userId="41dba03d-e58d-4389-9894-554c10310ba4" providerId="ADAL" clId="{EF23FE1D-A042-481E-AFD7-2A9FB0847F54}" dt="2025-10-03T17:45:52.291" v="118"/>
          <ac:spMkLst>
            <pc:docMk/>
            <pc:sldMk cId="382529306" sldId="428"/>
            <ac:spMk id="6" creationId="{4307ECB3-DBC3-A667-50BF-CCCE78FA7A6B}"/>
          </ac:spMkLst>
        </pc:spChg>
        <pc:spChg chg="del">
          <ac:chgData name="Michael Hill" userId="41dba03d-e58d-4389-9894-554c10310ba4" providerId="ADAL" clId="{EF23FE1D-A042-481E-AFD7-2A9FB0847F54}" dt="2025-10-03T17:45:58.330" v="120" actId="478"/>
          <ac:spMkLst>
            <pc:docMk/>
            <pc:sldMk cId="382529306" sldId="428"/>
            <ac:spMk id="7" creationId="{3696737B-54A4-D9CC-D9F7-B185372877D3}"/>
          </ac:spMkLst>
        </pc:spChg>
        <pc:spChg chg="del">
          <ac:chgData name="Michael Hill" userId="41dba03d-e58d-4389-9894-554c10310ba4" providerId="ADAL" clId="{EF23FE1D-A042-481E-AFD7-2A9FB0847F54}" dt="2025-10-03T17:45:58.330" v="120" actId="478"/>
          <ac:spMkLst>
            <pc:docMk/>
            <pc:sldMk cId="382529306" sldId="428"/>
            <ac:spMk id="8" creationId="{FC388EB5-D6C0-907D-64F9-21E4846E9D13}"/>
          </ac:spMkLst>
        </pc:spChg>
        <pc:spChg chg="del">
          <ac:chgData name="Michael Hill" userId="41dba03d-e58d-4389-9894-554c10310ba4" providerId="ADAL" clId="{EF23FE1D-A042-481E-AFD7-2A9FB0847F54}" dt="2025-10-03T17:45:58.330" v="120" actId="478"/>
          <ac:spMkLst>
            <pc:docMk/>
            <pc:sldMk cId="382529306" sldId="428"/>
            <ac:spMk id="9" creationId="{CBE1784C-161D-E703-76B5-637528A17682}"/>
          </ac:spMkLst>
        </pc:spChg>
        <pc:spChg chg="add mod">
          <ac:chgData name="Michael Hill" userId="41dba03d-e58d-4389-9894-554c10310ba4" providerId="ADAL" clId="{EF23FE1D-A042-481E-AFD7-2A9FB0847F54}" dt="2025-10-03T17:46:09.717" v="155" actId="20577"/>
          <ac:spMkLst>
            <pc:docMk/>
            <pc:sldMk cId="382529306" sldId="428"/>
            <ac:spMk id="11" creationId="{00D5B950-481A-E436-21D8-4963C060D75E}"/>
          </ac:spMkLst>
        </pc:spChg>
        <pc:spChg chg="del">
          <ac:chgData name="Michael Hill" userId="41dba03d-e58d-4389-9894-554c10310ba4" providerId="ADAL" clId="{EF23FE1D-A042-481E-AFD7-2A9FB0847F54}" dt="2025-10-03T17:45:58.330" v="120" actId="478"/>
          <ac:spMkLst>
            <pc:docMk/>
            <pc:sldMk cId="382529306" sldId="428"/>
            <ac:spMk id="12" creationId="{A28F18C0-8BDE-8703-F30C-7376AB89FFD2}"/>
          </ac:spMkLst>
        </pc:spChg>
        <pc:picChg chg="add mod">
          <ac:chgData name="Michael Hill" userId="41dba03d-e58d-4389-9894-554c10310ba4" providerId="ADAL" clId="{EF23FE1D-A042-481E-AFD7-2A9FB0847F54}" dt="2025-10-03T17:45:52.291" v="118"/>
          <ac:picMkLst>
            <pc:docMk/>
            <pc:sldMk cId="382529306" sldId="428"/>
            <ac:picMk id="2" creationId="{2DCDA175-ACB8-C807-0EDA-D69C523B275D}"/>
          </ac:picMkLst>
        </pc:picChg>
        <pc:picChg chg="del">
          <ac:chgData name="Michael Hill" userId="41dba03d-e58d-4389-9894-554c10310ba4" providerId="ADAL" clId="{EF23FE1D-A042-481E-AFD7-2A9FB0847F54}" dt="2025-10-03T17:45:58.330" v="120" actId="478"/>
          <ac:picMkLst>
            <pc:docMk/>
            <pc:sldMk cId="382529306" sldId="428"/>
            <ac:picMk id="3" creationId="{5106DC23-C2C0-D93D-BAAB-7C343D071A62}"/>
          </ac:picMkLst>
        </pc:picChg>
        <pc:picChg chg="add mod">
          <ac:chgData name="Michael Hill" userId="41dba03d-e58d-4389-9894-554c10310ba4" providerId="ADAL" clId="{EF23FE1D-A042-481E-AFD7-2A9FB0847F54}" dt="2025-10-03T17:45:59.080" v="121"/>
          <ac:picMkLst>
            <pc:docMk/>
            <pc:sldMk cId="382529306" sldId="428"/>
            <ac:picMk id="10" creationId="{E1A23295-953F-A469-27F5-790992A3EEA1}"/>
          </ac:picMkLst>
        </pc:picChg>
      </pc:sldChg>
      <pc:sldChg chg="modSp add">
        <pc:chgData name="Michael Hill" userId="41dba03d-e58d-4389-9894-554c10310ba4" providerId="ADAL" clId="{EF23FE1D-A042-481E-AFD7-2A9FB0847F54}" dt="2025-10-03T17:56:18.041" v="305" actId="20577"/>
        <pc:sldMkLst>
          <pc:docMk/>
          <pc:sldMk cId="287264449" sldId="429"/>
        </pc:sldMkLst>
        <pc:spChg chg="mod">
          <ac:chgData name="Michael Hill" userId="41dba03d-e58d-4389-9894-554c10310ba4" providerId="ADAL" clId="{EF23FE1D-A042-481E-AFD7-2A9FB0847F54}" dt="2025-10-03T17:56:18.041" v="305" actId="20577"/>
          <ac:spMkLst>
            <pc:docMk/>
            <pc:sldMk cId="287264449" sldId="429"/>
            <ac:spMk id="11" creationId="{EEC23BAE-B344-676B-AB91-2BFEFD4CD717}"/>
          </ac:spMkLst>
        </pc:spChg>
      </pc:sldChg>
      <pc:sldChg chg="modSp add">
        <pc:chgData name="Michael Hill" userId="41dba03d-e58d-4389-9894-554c10310ba4" providerId="ADAL" clId="{EF23FE1D-A042-481E-AFD7-2A9FB0847F54}" dt="2025-10-03T17:59:34.738" v="407" actId="20577"/>
        <pc:sldMkLst>
          <pc:docMk/>
          <pc:sldMk cId="3838019325" sldId="430"/>
        </pc:sldMkLst>
        <pc:spChg chg="mod">
          <ac:chgData name="Michael Hill" userId="41dba03d-e58d-4389-9894-554c10310ba4" providerId="ADAL" clId="{EF23FE1D-A042-481E-AFD7-2A9FB0847F54}" dt="2025-10-03T17:59:34.738" v="407" actId="20577"/>
          <ac:spMkLst>
            <pc:docMk/>
            <pc:sldMk cId="3838019325" sldId="430"/>
            <ac:spMk id="11" creationId="{60BCDABD-2E11-7DED-87B7-85810A742BF9}"/>
          </ac:spMkLst>
        </pc:spChg>
      </pc:sldChg>
      <pc:sldChg chg="modSp add">
        <pc:chgData name="Michael Hill" userId="41dba03d-e58d-4389-9894-554c10310ba4" providerId="ADAL" clId="{EF23FE1D-A042-481E-AFD7-2A9FB0847F54}" dt="2025-10-03T18:00:23.683" v="524" actId="20577"/>
        <pc:sldMkLst>
          <pc:docMk/>
          <pc:sldMk cId="3758924006" sldId="431"/>
        </pc:sldMkLst>
        <pc:spChg chg="mod">
          <ac:chgData name="Michael Hill" userId="41dba03d-e58d-4389-9894-554c10310ba4" providerId="ADAL" clId="{EF23FE1D-A042-481E-AFD7-2A9FB0847F54}" dt="2025-10-03T18:00:23.683" v="524" actId="20577"/>
          <ac:spMkLst>
            <pc:docMk/>
            <pc:sldMk cId="3758924006" sldId="431"/>
            <ac:spMk id="11" creationId="{1A1A4D8A-0A68-D234-1C9E-48D30E035607}"/>
          </ac:spMkLst>
        </pc:spChg>
      </pc:sldChg>
      <pc:sldChg chg="modSp add modAnim">
        <pc:chgData name="Michael Hill" userId="41dba03d-e58d-4389-9894-554c10310ba4" providerId="ADAL" clId="{EF23FE1D-A042-481E-AFD7-2A9FB0847F54}" dt="2025-10-03T18:00:40.980" v="582" actId="20577"/>
        <pc:sldMkLst>
          <pc:docMk/>
          <pc:sldMk cId="1046281571" sldId="432"/>
        </pc:sldMkLst>
        <pc:spChg chg="mod">
          <ac:chgData name="Michael Hill" userId="41dba03d-e58d-4389-9894-554c10310ba4" providerId="ADAL" clId="{EF23FE1D-A042-481E-AFD7-2A9FB0847F54}" dt="2025-10-03T18:00:40.980" v="582" actId="20577"/>
          <ac:spMkLst>
            <pc:docMk/>
            <pc:sldMk cId="1046281571" sldId="432"/>
            <ac:spMk id="11" creationId="{FA8E8C8C-9A9D-8A86-E4F2-BF9B27A7299F}"/>
          </ac:spMkLst>
        </pc:spChg>
      </pc:sldChg>
      <pc:sldChg chg="del">
        <pc:chgData name="Michael Hill" userId="41dba03d-e58d-4389-9894-554c10310ba4" providerId="ADAL" clId="{EF23FE1D-A042-481E-AFD7-2A9FB0847F54}" dt="2025-10-03T17:45:50.901" v="117" actId="47"/>
        <pc:sldMkLst>
          <pc:docMk/>
          <pc:sldMk cId="155687819" sldId="446"/>
        </pc:sldMkLst>
      </pc:sldChg>
      <pc:sldChg chg="del">
        <pc:chgData name="Michael Hill" userId="41dba03d-e58d-4389-9894-554c10310ba4" providerId="ADAL" clId="{EF23FE1D-A042-481E-AFD7-2A9FB0847F54}" dt="2025-10-03T17:45:50.901" v="117" actId="47"/>
        <pc:sldMkLst>
          <pc:docMk/>
          <pc:sldMk cId="1903254872" sldId="448"/>
        </pc:sldMkLst>
      </pc:sldChg>
      <pc:sldChg chg="del">
        <pc:chgData name="Michael Hill" userId="41dba03d-e58d-4389-9894-554c10310ba4" providerId="ADAL" clId="{EF23FE1D-A042-481E-AFD7-2A9FB0847F54}" dt="2025-10-03T17:45:50.901" v="117" actId="47"/>
        <pc:sldMkLst>
          <pc:docMk/>
          <pc:sldMk cId="3185032503" sldId="449"/>
        </pc:sldMkLst>
      </pc:sldChg>
      <pc:sldChg chg="del">
        <pc:chgData name="Michael Hill" userId="41dba03d-e58d-4389-9894-554c10310ba4" providerId="ADAL" clId="{EF23FE1D-A042-481E-AFD7-2A9FB0847F54}" dt="2025-10-03T17:45:50.901" v="117" actId="47"/>
        <pc:sldMkLst>
          <pc:docMk/>
          <pc:sldMk cId="403078246" sldId="450"/>
        </pc:sldMkLst>
      </pc:sldChg>
      <pc:sldChg chg="del">
        <pc:chgData name="Michael Hill" userId="41dba03d-e58d-4389-9894-554c10310ba4" providerId="ADAL" clId="{EF23FE1D-A042-481E-AFD7-2A9FB0847F54}" dt="2025-10-03T17:45:50.901" v="117" actId="47"/>
        <pc:sldMkLst>
          <pc:docMk/>
          <pc:sldMk cId="3930145291" sldId="451"/>
        </pc:sldMkLst>
      </pc:sldChg>
      <pc:sldChg chg="del">
        <pc:chgData name="Michael Hill" userId="41dba03d-e58d-4389-9894-554c10310ba4" providerId="ADAL" clId="{EF23FE1D-A042-481E-AFD7-2A9FB0847F54}" dt="2025-10-03T17:45:50.901" v="117" actId="47"/>
        <pc:sldMkLst>
          <pc:docMk/>
          <pc:sldMk cId="84444750" sldId="452"/>
        </pc:sldMkLst>
      </pc:sldChg>
      <pc:sldChg chg="del">
        <pc:chgData name="Michael Hill" userId="41dba03d-e58d-4389-9894-554c10310ba4" providerId="ADAL" clId="{EF23FE1D-A042-481E-AFD7-2A9FB0847F54}" dt="2025-10-03T17:45:50.901" v="117" actId="47"/>
        <pc:sldMkLst>
          <pc:docMk/>
          <pc:sldMk cId="3608682845" sldId="453"/>
        </pc:sldMkLst>
      </pc:sldChg>
      <pc:sldChg chg="del">
        <pc:chgData name="Michael Hill" userId="41dba03d-e58d-4389-9894-554c10310ba4" providerId="ADAL" clId="{EF23FE1D-A042-481E-AFD7-2A9FB0847F54}" dt="2025-10-03T17:45:50.901" v="117" actId="47"/>
        <pc:sldMkLst>
          <pc:docMk/>
          <pc:sldMk cId="2837972064" sldId="45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405159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B1-🔥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895322" y="3692233"/>
            <a:ext cx="5652932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B1 CAMPFIRE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Let’s take a moment to relax and reflect on the unit behind us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584500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Campfire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Kahoot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Project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77615-EFF9-4FA2-C328-B8FB0B19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re in a bowl&#10;&#10;AI-generated content may be incorrect.">
            <a:extLst>
              <a:ext uri="{FF2B5EF4-FFF2-40B4-BE49-F238E27FC236}">
                <a16:creationId xmlns:a16="http://schemas.microsoft.com/office/drawing/2014/main" id="{E1A23295-953F-A469-27F5-790992A3E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D5B950-481A-E436-21D8-4963C060D75E}"/>
              </a:ext>
            </a:extLst>
          </p:cNvPr>
          <p:cNvSpPr txBox="1"/>
          <p:nvPr/>
        </p:nvSpPr>
        <p:spPr>
          <a:xfrm>
            <a:off x="1942690" y="1325880"/>
            <a:ext cx="811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Welcome to the campfire, weary traveler. It is so good to see you again.</a:t>
            </a:r>
          </a:p>
        </p:txBody>
      </p:sp>
    </p:spTree>
    <p:extLst>
      <p:ext uri="{BB962C8B-B14F-4D97-AF65-F5344CB8AC3E}">
        <p14:creationId xmlns:p14="http://schemas.microsoft.com/office/powerpoint/2010/main" val="38252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17941-781C-342A-EBFB-80A9D89BC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re in a bowl&#10;&#10;AI-generated content may be incorrect.">
            <a:extLst>
              <a:ext uri="{FF2B5EF4-FFF2-40B4-BE49-F238E27FC236}">
                <a16:creationId xmlns:a16="http://schemas.microsoft.com/office/drawing/2014/main" id="{4E2D433D-41CC-36FC-26F6-9F755922E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C23BAE-B344-676B-AB91-2BFEFD4CD717}"/>
              </a:ext>
            </a:extLst>
          </p:cNvPr>
          <p:cNvSpPr txBox="1"/>
          <p:nvPr/>
        </p:nvSpPr>
        <p:spPr>
          <a:xfrm>
            <a:off x="1942690" y="1325880"/>
            <a:ext cx="8119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Today, we will take some time to review this unit that has passed us by via the grandmasters of Kahoot.</a:t>
            </a:r>
          </a:p>
        </p:txBody>
      </p:sp>
    </p:spTree>
    <p:extLst>
      <p:ext uri="{BB962C8B-B14F-4D97-AF65-F5344CB8AC3E}">
        <p14:creationId xmlns:p14="http://schemas.microsoft.com/office/powerpoint/2010/main" val="28726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A3D9B-A565-96DB-43A9-6BA23F3DF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re in a bowl&#10;&#10;AI-generated content may be incorrect.">
            <a:extLst>
              <a:ext uri="{FF2B5EF4-FFF2-40B4-BE49-F238E27FC236}">
                <a16:creationId xmlns:a16="http://schemas.microsoft.com/office/drawing/2014/main" id="{384D9F08-BBCD-7D9E-FB67-908FD4EA9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BCDABD-2E11-7DED-87B7-85810A742BF9}"/>
              </a:ext>
            </a:extLst>
          </p:cNvPr>
          <p:cNvSpPr txBox="1"/>
          <p:nvPr/>
        </p:nvSpPr>
        <p:spPr>
          <a:xfrm>
            <a:off x="1942690" y="1325880"/>
            <a:ext cx="8119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In addition, we will be learning of the new project that will be our capstone for the unit.</a:t>
            </a:r>
          </a:p>
        </p:txBody>
      </p:sp>
    </p:spTree>
    <p:extLst>
      <p:ext uri="{BB962C8B-B14F-4D97-AF65-F5344CB8AC3E}">
        <p14:creationId xmlns:p14="http://schemas.microsoft.com/office/powerpoint/2010/main" val="383801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D82FC-BDBB-4239-2EB4-912F15741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re in a bowl&#10;&#10;AI-generated content may be incorrect.">
            <a:extLst>
              <a:ext uri="{FF2B5EF4-FFF2-40B4-BE49-F238E27FC236}">
                <a16:creationId xmlns:a16="http://schemas.microsoft.com/office/drawing/2014/main" id="{DDC74C5A-2B37-7F74-6137-41AF4B78D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1A4D8A-0A68-D234-1C9E-48D30E035607}"/>
              </a:ext>
            </a:extLst>
          </p:cNvPr>
          <p:cNvSpPr txBox="1"/>
          <p:nvPr/>
        </p:nvSpPr>
        <p:spPr>
          <a:xfrm>
            <a:off x="1942690" y="1325880"/>
            <a:ext cx="8119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But first, I must ask, what do you plan to take with you from this unit into your software design process?</a:t>
            </a:r>
          </a:p>
        </p:txBody>
      </p:sp>
    </p:spTree>
    <p:extLst>
      <p:ext uri="{BB962C8B-B14F-4D97-AF65-F5344CB8AC3E}">
        <p14:creationId xmlns:p14="http://schemas.microsoft.com/office/powerpoint/2010/main" val="375892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3190C-3100-BBEE-6865-814BE992F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re in a bowl&#10;&#10;AI-generated content may be incorrect.">
            <a:extLst>
              <a:ext uri="{FF2B5EF4-FFF2-40B4-BE49-F238E27FC236}">
                <a16:creationId xmlns:a16="http://schemas.microsoft.com/office/drawing/2014/main" id="{8520FD88-FB6A-F3F7-0E5A-DE89854EC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185" y="-82296"/>
            <a:ext cx="13053143" cy="70225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8E8C8C-9A9D-8A86-E4F2-BF9B27A7299F}"/>
              </a:ext>
            </a:extLst>
          </p:cNvPr>
          <p:cNvSpPr txBox="1"/>
          <p:nvPr/>
        </p:nvSpPr>
        <p:spPr>
          <a:xfrm>
            <a:off x="1942690" y="1325880"/>
            <a:ext cx="811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Splendid, now let’s “get down” </a:t>
            </a:r>
            <a:r>
              <a:rPr lang="en-US">
                <a:solidFill>
                  <a:schemeClr val="bg1"/>
                </a:solidFill>
                <a:latin typeface="Bahnschrift" panose="020B0502040204020203" pitchFamily="34" charset="0"/>
              </a:rPr>
              <a:t>with some Kahoot.</a:t>
            </a:r>
            <a:endParaRPr lang="en-US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28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9120</TotalTime>
  <Words>124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17</cp:revision>
  <dcterms:created xsi:type="dcterms:W3CDTF">2025-08-11T14:07:39Z</dcterms:created>
  <dcterms:modified xsi:type="dcterms:W3CDTF">2025-10-03T18:00:41Z</dcterms:modified>
</cp:coreProperties>
</file>