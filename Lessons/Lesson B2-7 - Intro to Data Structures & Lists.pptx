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87" r:id="rId5"/>
    <p:sldId id="333" r:id="rId6"/>
    <p:sldId id="334" r:id="rId7"/>
    <p:sldId id="335" r:id="rId8"/>
    <p:sldId id="336" r:id="rId9"/>
    <p:sldId id="337" r:id="rId10"/>
    <p:sldId id="338" r:id="rId11"/>
    <p:sldId id="339" r:id="rId12"/>
    <p:sldId id="340" r:id="rId13"/>
    <p:sldId id="341" r:id="rId14"/>
    <p:sldId id="342" r:id="rId15"/>
    <p:sldId id="343" r:id="rId16"/>
    <p:sldId id="344" r:id="rId17"/>
    <p:sldId id="345" r:id="rId18"/>
    <p:sldId id="346" r:id="rId19"/>
    <p:sldId id="347" r:id="rId20"/>
    <p:sldId id="348" r:id="rId21"/>
    <p:sldId id="349" r:id="rId22"/>
    <p:sldId id="350" r:id="rId23"/>
    <p:sldId id="351" r:id="rId24"/>
    <p:sldId id="352" r:id="rId25"/>
    <p:sldId id="353" r:id="rId26"/>
    <p:sldId id="355" r:id="rId27"/>
    <p:sldId id="276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4C45"/>
    <a:srgbClr val="326648"/>
    <a:srgbClr val="D2A65C"/>
    <a:srgbClr val="A74923"/>
    <a:srgbClr val="388049"/>
    <a:srgbClr val="274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1FD017-AF98-41F7-982F-2C3AE240BDD8}" v="479" dt="2025-09-03T19:58:52.1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36" y="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undo redo custSel addSld delSld modSld sldOrd">
      <pc:chgData name="Michael Hill" userId="41dba03d-e58d-4389-9894-554c10310ba4" providerId="ADAL" clId="{EF23FE1D-A042-481E-AFD7-2A9FB0847F54}" dt="2025-09-03T19:58:52.104" v="6080" actId="20577"/>
      <pc:docMkLst>
        <pc:docMk/>
      </pc:docMkLst>
      <pc:sldChg chg="modSp mod">
        <pc:chgData name="Michael Hill" userId="41dba03d-e58d-4389-9894-554c10310ba4" providerId="ADAL" clId="{EF23FE1D-A042-481E-AFD7-2A9FB0847F54}" dt="2025-09-03T14:17:36.471" v="0" actId="20577"/>
        <pc:sldMkLst>
          <pc:docMk/>
          <pc:sldMk cId="854122100" sldId="257"/>
        </pc:sldMkLst>
        <pc:spChg chg="mod">
          <ac:chgData name="Michael Hill" userId="41dba03d-e58d-4389-9894-554c10310ba4" providerId="ADAL" clId="{EF23FE1D-A042-481E-AFD7-2A9FB0847F54}" dt="2025-09-03T14:17:36.471" v="0" actId="20577"/>
          <ac:spMkLst>
            <pc:docMk/>
            <pc:sldMk cId="854122100" sldId="257"/>
            <ac:spMk id="8" creationId="{4D7671A2-401B-58C3-4049-2F9F2E07BD91}"/>
          </ac:spMkLst>
        </pc:spChg>
      </pc:sldChg>
      <pc:sldChg chg="addSp delSp modSp mod">
        <pc:chgData name="Michael Hill" userId="41dba03d-e58d-4389-9894-554c10310ba4" providerId="ADAL" clId="{EF23FE1D-A042-481E-AFD7-2A9FB0847F54}" dt="2025-09-03T14:19:05.540" v="30"/>
        <pc:sldMkLst>
          <pc:docMk/>
          <pc:sldMk cId="1910594286" sldId="258"/>
        </pc:sldMkLst>
        <pc:spChg chg="add mod">
          <ac:chgData name="Michael Hill" userId="41dba03d-e58d-4389-9894-554c10310ba4" providerId="ADAL" clId="{EF23FE1D-A042-481E-AFD7-2A9FB0847F54}" dt="2025-09-03T14:18:16.389" v="28" actId="2711"/>
          <ac:spMkLst>
            <pc:docMk/>
            <pc:sldMk cId="1910594286" sldId="258"/>
            <ac:spMk id="2" creationId="{ECD81634-986F-4974-A0A9-4D21FA765446}"/>
          </ac:spMkLst>
        </pc:spChg>
        <pc:spChg chg="add del mod">
          <ac:chgData name="Michael Hill" userId="41dba03d-e58d-4389-9894-554c10310ba4" providerId="ADAL" clId="{EF23FE1D-A042-481E-AFD7-2A9FB0847F54}" dt="2025-09-03T14:19:05.540" v="30"/>
          <ac:spMkLst>
            <pc:docMk/>
            <pc:sldMk cId="1910594286" sldId="258"/>
            <ac:spMk id="4" creationId="{722A9DD3-D3D5-E79A-0333-B9E9596666EB}"/>
          </ac:spMkLst>
        </pc:spChg>
        <pc:spChg chg="mod">
          <ac:chgData name="Michael Hill" userId="41dba03d-e58d-4389-9894-554c10310ba4" providerId="ADAL" clId="{EF23FE1D-A042-481E-AFD7-2A9FB0847F54}" dt="2025-09-03T14:17:47.558" v="21" actId="1076"/>
          <ac:spMkLst>
            <pc:docMk/>
            <pc:sldMk cId="1910594286" sldId="258"/>
            <ac:spMk id="8" creationId="{9D3B4A7A-A70B-0C4A-C7FF-462ADF36D440}"/>
          </ac:spMkLst>
        </pc:spChg>
      </pc:sldChg>
      <pc:sldChg chg="addSp delSp modSp del mod modAnim">
        <pc:chgData name="Michael Hill" userId="41dba03d-e58d-4389-9894-554c10310ba4" providerId="ADAL" clId="{EF23FE1D-A042-481E-AFD7-2A9FB0847F54}" dt="2025-09-03T17:37:27.036" v="2486" actId="47"/>
        <pc:sldMkLst>
          <pc:docMk/>
          <pc:sldMk cId="3307172092" sldId="261"/>
        </pc:sldMkLst>
        <pc:spChg chg="mod">
          <ac:chgData name="Michael Hill" userId="41dba03d-e58d-4389-9894-554c10310ba4" providerId="ADAL" clId="{EF23FE1D-A042-481E-AFD7-2A9FB0847F54}" dt="2025-09-03T14:28:55.950" v="153" actId="1076"/>
          <ac:spMkLst>
            <pc:docMk/>
            <pc:sldMk cId="3307172092" sldId="261"/>
            <ac:spMk id="5" creationId="{403C02FC-7E07-3A7E-6B2B-FD078F0B388B}"/>
          </ac:spMkLst>
        </pc:spChg>
        <pc:spChg chg="mod">
          <ac:chgData name="Michael Hill" userId="41dba03d-e58d-4389-9894-554c10310ba4" providerId="ADAL" clId="{EF23FE1D-A042-481E-AFD7-2A9FB0847F54}" dt="2025-09-03T14:33:18.204" v="595" actId="14100"/>
          <ac:spMkLst>
            <pc:docMk/>
            <pc:sldMk cId="3307172092" sldId="261"/>
            <ac:spMk id="8" creationId="{376C31C9-62DC-3675-D099-2F45431523AD}"/>
          </ac:spMkLst>
        </pc:spChg>
        <pc:spChg chg="add del">
          <ac:chgData name="Michael Hill" userId="41dba03d-e58d-4389-9894-554c10310ba4" providerId="ADAL" clId="{EF23FE1D-A042-481E-AFD7-2A9FB0847F54}" dt="2025-09-03T14:33:18.130" v="593" actId="478"/>
          <ac:spMkLst>
            <pc:docMk/>
            <pc:sldMk cId="3307172092" sldId="261"/>
            <ac:spMk id="11" creationId="{7B456498-B9E2-4B79-A91D-F6C15F0622FF}"/>
          </ac:spMkLst>
        </pc:spChg>
      </pc:sldChg>
      <pc:sldChg chg="modSp modAnim">
        <pc:chgData name="Michael Hill" userId="41dba03d-e58d-4389-9894-554c10310ba4" providerId="ADAL" clId="{EF23FE1D-A042-481E-AFD7-2A9FB0847F54}" dt="2025-09-03T19:58:52.104" v="6080" actId="20577"/>
        <pc:sldMkLst>
          <pc:docMk/>
          <pc:sldMk cId="510623671" sldId="276"/>
        </pc:sldMkLst>
        <pc:spChg chg="mod">
          <ac:chgData name="Michael Hill" userId="41dba03d-e58d-4389-9894-554c10310ba4" providerId="ADAL" clId="{EF23FE1D-A042-481E-AFD7-2A9FB0847F54}" dt="2025-09-03T19:58:52.104" v="6080" actId="20577"/>
          <ac:spMkLst>
            <pc:docMk/>
            <pc:sldMk cId="510623671" sldId="276"/>
            <ac:spMk id="8" creationId="{0D1FA388-F44C-0D62-E127-5DAA237B2FBA}"/>
          </ac:spMkLst>
        </pc:spChg>
      </pc:sldChg>
      <pc:sldChg chg="addSp delSp modSp mod">
        <pc:chgData name="Michael Hill" userId="41dba03d-e58d-4389-9894-554c10310ba4" providerId="ADAL" clId="{EF23FE1D-A042-481E-AFD7-2A9FB0847F54}" dt="2025-09-03T14:25:56.728" v="123" actId="20577"/>
        <pc:sldMkLst>
          <pc:docMk/>
          <pc:sldMk cId="2098128014" sldId="287"/>
        </pc:sldMkLst>
        <pc:spChg chg="del">
          <ac:chgData name="Michael Hill" userId="41dba03d-e58d-4389-9894-554c10310ba4" providerId="ADAL" clId="{EF23FE1D-A042-481E-AFD7-2A9FB0847F54}" dt="2025-09-03T14:20:01.578" v="31" actId="478"/>
          <ac:spMkLst>
            <pc:docMk/>
            <pc:sldMk cId="2098128014" sldId="287"/>
            <ac:spMk id="2" creationId="{C08FB888-0AB5-FFCE-3B03-42E730CCD99C}"/>
          </ac:spMkLst>
        </pc:spChg>
        <pc:spChg chg="del">
          <ac:chgData name="Michael Hill" userId="41dba03d-e58d-4389-9894-554c10310ba4" providerId="ADAL" clId="{EF23FE1D-A042-481E-AFD7-2A9FB0847F54}" dt="2025-09-03T14:17:41.939" v="19" actId="478"/>
          <ac:spMkLst>
            <pc:docMk/>
            <pc:sldMk cId="2098128014" sldId="287"/>
            <ac:spMk id="3" creationId="{6C7CACCA-88A2-59CF-CE72-3A7A34C142F4}"/>
          </ac:spMkLst>
        </pc:spChg>
        <pc:graphicFrameChg chg="add mod modGraphic">
          <ac:chgData name="Michael Hill" userId="41dba03d-e58d-4389-9894-554c10310ba4" providerId="ADAL" clId="{EF23FE1D-A042-481E-AFD7-2A9FB0847F54}" dt="2025-09-03T14:25:56.728" v="123" actId="20577"/>
          <ac:graphicFrameMkLst>
            <pc:docMk/>
            <pc:sldMk cId="2098128014" sldId="287"/>
            <ac:graphicFrameMk id="4" creationId="{7EBE4EB1-6915-95E1-697A-745AB200E6B5}"/>
          </ac:graphicFrameMkLst>
        </pc:graphicFrameChg>
      </pc:sldChg>
      <pc:sldChg chg="delSp del mod delAnim">
        <pc:chgData name="Michael Hill" userId="41dba03d-e58d-4389-9894-554c10310ba4" providerId="ADAL" clId="{EF23FE1D-A042-481E-AFD7-2A9FB0847F54}" dt="2025-09-03T14:26:09.961" v="125" actId="47"/>
        <pc:sldMkLst>
          <pc:docMk/>
          <pc:sldMk cId="1115561923" sldId="296"/>
        </pc:sldMkLst>
        <pc:picChg chg="del">
          <ac:chgData name="Michael Hill" userId="41dba03d-e58d-4389-9894-554c10310ba4" providerId="ADAL" clId="{EF23FE1D-A042-481E-AFD7-2A9FB0847F54}" dt="2025-09-03T14:26:08.449" v="124" actId="478"/>
          <ac:picMkLst>
            <pc:docMk/>
            <pc:sldMk cId="1115561923" sldId="296"/>
            <ac:picMk id="3" creationId="{B16A8C34-0BD7-FAB2-F297-046B04D967AA}"/>
          </ac:picMkLst>
        </pc:picChg>
      </pc:sldChg>
      <pc:sldChg chg="del">
        <pc:chgData name="Michael Hill" userId="41dba03d-e58d-4389-9894-554c10310ba4" providerId="ADAL" clId="{EF23FE1D-A042-481E-AFD7-2A9FB0847F54}" dt="2025-09-03T14:21:38.421" v="72" actId="47"/>
        <pc:sldMkLst>
          <pc:docMk/>
          <pc:sldMk cId="2822872084" sldId="310"/>
        </pc:sldMkLst>
      </pc:sldChg>
      <pc:sldChg chg="del">
        <pc:chgData name="Michael Hill" userId="41dba03d-e58d-4389-9894-554c10310ba4" providerId="ADAL" clId="{EF23FE1D-A042-481E-AFD7-2A9FB0847F54}" dt="2025-09-03T14:21:38.421" v="72" actId="47"/>
        <pc:sldMkLst>
          <pc:docMk/>
          <pc:sldMk cId="1156124937" sldId="320"/>
        </pc:sldMkLst>
      </pc:sldChg>
      <pc:sldChg chg="del">
        <pc:chgData name="Michael Hill" userId="41dba03d-e58d-4389-9894-554c10310ba4" providerId="ADAL" clId="{EF23FE1D-A042-481E-AFD7-2A9FB0847F54}" dt="2025-09-03T14:21:35.783" v="71" actId="47"/>
        <pc:sldMkLst>
          <pc:docMk/>
          <pc:sldMk cId="1352231492" sldId="321"/>
        </pc:sldMkLst>
      </pc:sldChg>
      <pc:sldChg chg="del">
        <pc:chgData name="Michael Hill" userId="41dba03d-e58d-4389-9894-554c10310ba4" providerId="ADAL" clId="{EF23FE1D-A042-481E-AFD7-2A9FB0847F54}" dt="2025-09-03T14:21:35.783" v="71" actId="47"/>
        <pc:sldMkLst>
          <pc:docMk/>
          <pc:sldMk cId="1920250003" sldId="322"/>
        </pc:sldMkLst>
      </pc:sldChg>
      <pc:sldChg chg="del">
        <pc:chgData name="Michael Hill" userId="41dba03d-e58d-4389-9894-554c10310ba4" providerId="ADAL" clId="{EF23FE1D-A042-481E-AFD7-2A9FB0847F54}" dt="2025-09-03T14:21:35.783" v="71" actId="47"/>
        <pc:sldMkLst>
          <pc:docMk/>
          <pc:sldMk cId="2415322114" sldId="323"/>
        </pc:sldMkLst>
      </pc:sldChg>
      <pc:sldChg chg="del">
        <pc:chgData name="Michael Hill" userId="41dba03d-e58d-4389-9894-554c10310ba4" providerId="ADAL" clId="{EF23FE1D-A042-481E-AFD7-2A9FB0847F54}" dt="2025-09-03T14:21:35.783" v="71" actId="47"/>
        <pc:sldMkLst>
          <pc:docMk/>
          <pc:sldMk cId="2356397145" sldId="324"/>
        </pc:sldMkLst>
      </pc:sldChg>
      <pc:sldChg chg="del">
        <pc:chgData name="Michael Hill" userId="41dba03d-e58d-4389-9894-554c10310ba4" providerId="ADAL" clId="{EF23FE1D-A042-481E-AFD7-2A9FB0847F54}" dt="2025-09-03T14:21:35.783" v="71" actId="47"/>
        <pc:sldMkLst>
          <pc:docMk/>
          <pc:sldMk cId="121949563" sldId="325"/>
        </pc:sldMkLst>
      </pc:sldChg>
      <pc:sldChg chg="del">
        <pc:chgData name="Michael Hill" userId="41dba03d-e58d-4389-9894-554c10310ba4" providerId="ADAL" clId="{EF23FE1D-A042-481E-AFD7-2A9FB0847F54}" dt="2025-09-03T14:21:35.783" v="71" actId="47"/>
        <pc:sldMkLst>
          <pc:docMk/>
          <pc:sldMk cId="893233828" sldId="326"/>
        </pc:sldMkLst>
      </pc:sldChg>
      <pc:sldChg chg="del">
        <pc:chgData name="Michael Hill" userId="41dba03d-e58d-4389-9894-554c10310ba4" providerId="ADAL" clId="{EF23FE1D-A042-481E-AFD7-2A9FB0847F54}" dt="2025-09-03T14:21:35.783" v="71" actId="47"/>
        <pc:sldMkLst>
          <pc:docMk/>
          <pc:sldMk cId="1467670527" sldId="327"/>
        </pc:sldMkLst>
      </pc:sldChg>
      <pc:sldChg chg="del">
        <pc:chgData name="Michael Hill" userId="41dba03d-e58d-4389-9894-554c10310ba4" providerId="ADAL" clId="{EF23FE1D-A042-481E-AFD7-2A9FB0847F54}" dt="2025-09-03T14:21:35.783" v="71" actId="47"/>
        <pc:sldMkLst>
          <pc:docMk/>
          <pc:sldMk cId="1937256136" sldId="328"/>
        </pc:sldMkLst>
      </pc:sldChg>
      <pc:sldChg chg="del">
        <pc:chgData name="Michael Hill" userId="41dba03d-e58d-4389-9894-554c10310ba4" providerId="ADAL" clId="{EF23FE1D-A042-481E-AFD7-2A9FB0847F54}" dt="2025-09-03T14:21:35.783" v="71" actId="47"/>
        <pc:sldMkLst>
          <pc:docMk/>
          <pc:sldMk cId="3397256715" sldId="329"/>
        </pc:sldMkLst>
      </pc:sldChg>
      <pc:sldChg chg="del">
        <pc:chgData name="Michael Hill" userId="41dba03d-e58d-4389-9894-554c10310ba4" providerId="ADAL" clId="{EF23FE1D-A042-481E-AFD7-2A9FB0847F54}" dt="2025-09-03T14:21:35.783" v="71" actId="47"/>
        <pc:sldMkLst>
          <pc:docMk/>
          <pc:sldMk cId="676388869" sldId="330"/>
        </pc:sldMkLst>
      </pc:sldChg>
      <pc:sldChg chg="del">
        <pc:chgData name="Michael Hill" userId="41dba03d-e58d-4389-9894-554c10310ba4" providerId="ADAL" clId="{EF23FE1D-A042-481E-AFD7-2A9FB0847F54}" dt="2025-09-03T14:21:35.783" v="71" actId="47"/>
        <pc:sldMkLst>
          <pc:docMk/>
          <pc:sldMk cId="1828646861" sldId="331"/>
        </pc:sldMkLst>
      </pc:sldChg>
      <pc:sldChg chg="modSp del modAnim">
        <pc:chgData name="Michael Hill" userId="41dba03d-e58d-4389-9894-554c10310ba4" providerId="ADAL" clId="{EF23FE1D-A042-481E-AFD7-2A9FB0847F54}" dt="2025-09-03T14:33:22.275" v="597" actId="47"/>
        <pc:sldMkLst>
          <pc:docMk/>
          <pc:sldMk cId="2137586044" sldId="332"/>
        </pc:sldMkLst>
        <pc:spChg chg="mod">
          <ac:chgData name="Michael Hill" userId="41dba03d-e58d-4389-9894-554c10310ba4" providerId="ADAL" clId="{EF23FE1D-A042-481E-AFD7-2A9FB0847F54}" dt="2025-09-03T14:32:56.353" v="517" actId="20577"/>
          <ac:spMkLst>
            <pc:docMk/>
            <pc:sldMk cId="2137586044" sldId="332"/>
            <ac:spMk id="5" creationId="{56F5CF56-FC0F-139D-35A9-A30B74E308AD}"/>
          </ac:spMkLst>
        </pc:spChg>
        <pc:spChg chg="mod">
          <ac:chgData name="Michael Hill" userId="41dba03d-e58d-4389-9894-554c10310ba4" providerId="ADAL" clId="{EF23FE1D-A042-481E-AFD7-2A9FB0847F54}" dt="2025-09-03T14:33:10.339" v="582" actId="20577"/>
          <ac:spMkLst>
            <pc:docMk/>
            <pc:sldMk cId="2137586044" sldId="332"/>
            <ac:spMk id="8" creationId="{BAB8D6C7-44D9-0E87-B93E-B83DCDF782A9}"/>
          </ac:spMkLst>
        </pc:spChg>
      </pc:sldChg>
      <pc:sldChg chg="addSp delSp modSp add mod setBg">
        <pc:chgData name="Michael Hill" userId="41dba03d-e58d-4389-9894-554c10310ba4" providerId="ADAL" clId="{EF23FE1D-A042-481E-AFD7-2A9FB0847F54}" dt="2025-09-03T14:37:58.981" v="719" actId="114"/>
        <pc:sldMkLst>
          <pc:docMk/>
          <pc:sldMk cId="207520820" sldId="333"/>
        </pc:sldMkLst>
        <pc:spChg chg="mod">
          <ac:chgData name="Michael Hill" userId="41dba03d-e58d-4389-9894-554c10310ba4" providerId="ADAL" clId="{EF23FE1D-A042-481E-AFD7-2A9FB0847F54}" dt="2025-09-03T14:37:58.981" v="719" actId="114"/>
          <ac:spMkLst>
            <pc:docMk/>
            <pc:sldMk cId="207520820" sldId="333"/>
            <ac:spMk id="8" creationId="{DB975E50-7FB3-B06D-773B-3642E1C38505}"/>
          </ac:spMkLst>
        </pc:spChg>
        <pc:spChg chg="add mod">
          <ac:chgData name="Michael Hill" userId="41dba03d-e58d-4389-9894-554c10310ba4" providerId="ADAL" clId="{EF23FE1D-A042-481E-AFD7-2A9FB0847F54}" dt="2025-09-03T14:35:41.591" v="640" actId="688"/>
          <ac:spMkLst>
            <pc:docMk/>
            <pc:sldMk cId="207520820" sldId="333"/>
            <ac:spMk id="11" creationId="{2AD90842-8733-7A2D-7896-740618043DA5}"/>
          </ac:spMkLst>
        </pc:spChg>
        <pc:spChg chg="add mod">
          <ac:chgData name="Michael Hill" userId="41dba03d-e58d-4389-9894-554c10310ba4" providerId="ADAL" clId="{EF23FE1D-A042-481E-AFD7-2A9FB0847F54}" dt="2025-09-03T14:36:24.703" v="661" actId="1076"/>
          <ac:spMkLst>
            <pc:docMk/>
            <pc:sldMk cId="207520820" sldId="333"/>
            <ac:spMk id="13" creationId="{DA822E3A-E06A-E6FA-CBD2-6754950BF046}"/>
          </ac:spMkLst>
        </pc:spChg>
        <pc:spChg chg="add mod">
          <ac:chgData name="Michael Hill" userId="41dba03d-e58d-4389-9894-554c10310ba4" providerId="ADAL" clId="{EF23FE1D-A042-481E-AFD7-2A9FB0847F54}" dt="2025-09-03T14:36:15.958" v="660" actId="688"/>
          <ac:spMkLst>
            <pc:docMk/>
            <pc:sldMk cId="207520820" sldId="333"/>
            <ac:spMk id="14" creationId="{244D668F-9E86-4858-48EB-7C5C6FA6E6C4}"/>
          </ac:spMkLst>
        </pc:spChg>
        <pc:picChg chg="add del mod">
          <ac:chgData name="Michael Hill" userId="41dba03d-e58d-4389-9894-554c10310ba4" providerId="ADAL" clId="{EF23FE1D-A042-481E-AFD7-2A9FB0847F54}" dt="2025-09-03T14:34:37.900" v="608" actId="478"/>
          <ac:picMkLst>
            <pc:docMk/>
            <pc:sldMk cId="207520820" sldId="333"/>
            <ac:picMk id="3" creationId="{4996EC8A-BC34-7029-9686-7F816210F108}"/>
          </ac:picMkLst>
        </pc:picChg>
        <pc:picChg chg="add mod">
          <ac:chgData name="Michael Hill" userId="41dba03d-e58d-4389-9894-554c10310ba4" providerId="ADAL" clId="{EF23FE1D-A042-481E-AFD7-2A9FB0847F54}" dt="2025-09-03T14:34:56.588" v="614" actId="1076"/>
          <ac:picMkLst>
            <pc:docMk/>
            <pc:sldMk cId="207520820" sldId="333"/>
            <ac:picMk id="10" creationId="{668FAEA8-31A1-D07F-CE59-8451269C9784}"/>
          </ac:picMkLst>
        </pc:picChg>
      </pc:sldChg>
      <pc:sldChg chg="modSp add del mod">
        <pc:chgData name="Michael Hill" userId="41dba03d-e58d-4389-9894-554c10310ba4" providerId="ADAL" clId="{EF23FE1D-A042-481E-AFD7-2A9FB0847F54}" dt="2025-09-03T14:33:18.119" v="592" actId="2890"/>
        <pc:sldMkLst>
          <pc:docMk/>
          <pc:sldMk cId="1988530994" sldId="333"/>
        </pc:sldMkLst>
        <pc:spChg chg="mod">
          <ac:chgData name="Michael Hill" userId="41dba03d-e58d-4389-9894-554c10310ba4" providerId="ADAL" clId="{EF23FE1D-A042-481E-AFD7-2A9FB0847F54}" dt="2025-09-03T14:33:18.066" v="591" actId="20577"/>
          <ac:spMkLst>
            <pc:docMk/>
            <pc:sldMk cId="1988530994" sldId="333"/>
            <ac:spMk id="5" creationId="{18C24DEF-6E15-8055-5ABC-6F4CEAB76D31}"/>
          </ac:spMkLst>
        </pc:spChg>
      </pc:sldChg>
      <pc:sldChg chg="add del">
        <pc:chgData name="Michael Hill" userId="41dba03d-e58d-4389-9894-554c10310ba4" providerId="ADAL" clId="{EF23FE1D-A042-481E-AFD7-2A9FB0847F54}" dt="2025-09-03T14:33:15.375" v="584" actId="2890"/>
        <pc:sldMkLst>
          <pc:docMk/>
          <pc:sldMk cId="3770545027" sldId="333"/>
        </pc:sldMkLst>
      </pc:sldChg>
      <pc:sldChg chg="addSp delSp modSp add mod">
        <pc:chgData name="Michael Hill" userId="41dba03d-e58d-4389-9894-554c10310ba4" providerId="ADAL" clId="{EF23FE1D-A042-481E-AFD7-2A9FB0847F54}" dt="2025-09-03T14:45:13.161" v="1810" actId="207"/>
        <pc:sldMkLst>
          <pc:docMk/>
          <pc:sldMk cId="3513657152" sldId="334"/>
        </pc:sldMkLst>
        <pc:spChg chg="mod">
          <ac:chgData name="Michael Hill" userId="41dba03d-e58d-4389-9894-554c10310ba4" providerId="ADAL" clId="{EF23FE1D-A042-481E-AFD7-2A9FB0847F54}" dt="2025-09-03T14:36:44.665" v="691" actId="14100"/>
          <ac:spMkLst>
            <pc:docMk/>
            <pc:sldMk cId="3513657152" sldId="334"/>
            <ac:spMk id="5" creationId="{9393F09F-CE46-5D8C-5E38-AD90979842E2}"/>
          </ac:spMkLst>
        </pc:spChg>
        <pc:spChg chg="mod">
          <ac:chgData name="Michael Hill" userId="41dba03d-e58d-4389-9894-554c10310ba4" providerId="ADAL" clId="{EF23FE1D-A042-481E-AFD7-2A9FB0847F54}" dt="2025-09-03T14:45:13.161" v="1810" actId="207"/>
          <ac:spMkLst>
            <pc:docMk/>
            <pc:sldMk cId="3513657152" sldId="334"/>
            <ac:spMk id="8" creationId="{84AC433D-2AB3-C9C1-B4B9-5E82749ACA77}"/>
          </ac:spMkLst>
        </pc:spChg>
        <pc:spChg chg="del">
          <ac:chgData name="Michael Hill" userId="41dba03d-e58d-4389-9894-554c10310ba4" providerId="ADAL" clId="{EF23FE1D-A042-481E-AFD7-2A9FB0847F54}" dt="2025-09-03T14:37:40.353" v="694" actId="478"/>
          <ac:spMkLst>
            <pc:docMk/>
            <pc:sldMk cId="3513657152" sldId="334"/>
            <ac:spMk id="11" creationId="{40CE1229-DC0F-A4F9-87D3-D8FAA8D18773}"/>
          </ac:spMkLst>
        </pc:spChg>
        <pc:spChg chg="del">
          <ac:chgData name="Michael Hill" userId="41dba03d-e58d-4389-9894-554c10310ba4" providerId="ADAL" clId="{EF23FE1D-A042-481E-AFD7-2A9FB0847F54}" dt="2025-09-03T14:37:38.468" v="693" actId="478"/>
          <ac:spMkLst>
            <pc:docMk/>
            <pc:sldMk cId="3513657152" sldId="334"/>
            <ac:spMk id="13" creationId="{D8DB2316-134D-A8A0-9496-F2E10B4FCCE9}"/>
          </ac:spMkLst>
        </pc:spChg>
        <pc:spChg chg="del">
          <ac:chgData name="Michael Hill" userId="41dba03d-e58d-4389-9894-554c10310ba4" providerId="ADAL" clId="{EF23FE1D-A042-481E-AFD7-2A9FB0847F54}" dt="2025-09-03T14:37:38.468" v="693" actId="478"/>
          <ac:spMkLst>
            <pc:docMk/>
            <pc:sldMk cId="3513657152" sldId="334"/>
            <ac:spMk id="14" creationId="{CFFA66CD-6A75-3BE8-84EF-1680BC7511FB}"/>
          </ac:spMkLst>
        </pc:spChg>
        <pc:graphicFrameChg chg="add mod modGraphic">
          <ac:chgData name="Michael Hill" userId="41dba03d-e58d-4389-9894-554c10310ba4" providerId="ADAL" clId="{EF23FE1D-A042-481E-AFD7-2A9FB0847F54}" dt="2025-09-03T14:40:53.164" v="1034" actId="1076"/>
          <ac:graphicFrameMkLst>
            <pc:docMk/>
            <pc:sldMk cId="3513657152" sldId="334"/>
            <ac:graphicFrameMk id="2" creationId="{3799B0C3-49C2-EF4B-4DF1-AD3E23855760}"/>
          </ac:graphicFrameMkLst>
        </pc:graphicFrameChg>
        <pc:picChg chg="del">
          <ac:chgData name="Michael Hill" userId="41dba03d-e58d-4389-9894-554c10310ba4" providerId="ADAL" clId="{EF23FE1D-A042-481E-AFD7-2A9FB0847F54}" dt="2025-09-03T14:37:36.092" v="692" actId="478"/>
          <ac:picMkLst>
            <pc:docMk/>
            <pc:sldMk cId="3513657152" sldId="334"/>
            <ac:picMk id="10" creationId="{1B855B5E-8C70-E1BC-76AA-E5611F7D668D}"/>
          </ac:picMkLst>
        </pc:picChg>
      </pc:sldChg>
      <pc:sldChg chg="delSp modSp add mod">
        <pc:chgData name="Michael Hill" userId="41dba03d-e58d-4389-9894-554c10310ba4" providerId="ADAL" clId="{EF23FE1D-A042-481E-AFD7-2A9FB0847F54}" dt="2025-09-03T14:43:33.249" v="1590" actId="20577"/>
        <pc:sldMkLst>
          <pc:docMk/>
          <pc:sldMk cId="3609869026" sldId="335"/>
        </pc:sldMkLst>
        <pc:spChg chg="del">
          <ac:chgData name="Michael Hill" userId="41dba03d-e58d-4389-9894-554c10310ba4" providerId="ADAL" clId="{EF23FE1D-A042-481E-AFD7-2A9FB0847F54}" dt="2025-09-03T14:41:26.184" v="1036" actId="478"/>
          <ac:spMkLst>
            <pc:docMk/>
            <pc:sldMk cId="3609869026" sldId="335"/>
            <ac:spMk id="8" creationId="{7ADC7806-71AD-E540-948B-B1C2B1BB371D}"/>
          </ac:spMkLst>
        </pc:spChg>
        <pc:graphicFrameChg chg="mod modGraphic">
          <ac:chgData name="Michael Hill" userId="41dba03d-e58d-4389-9894-554c10310ba4" providerId="ADAL" clId="{EF23FE1D-A042-481E-AFD7-2A9FB0847F54}" dt="2025-09-03T14:43:33.249" v="1590" actId="20577"/>
          <ac:graphicFrameMkLst>
            <pc:docMk/>
            <pc:sldMk cId="3609869026" sldId="335"/>
            <ac:graphicFrameMk id="2" creationId="{2DB82293-A564-DA81-A842-AF17F2F057F4}"/>
          </ac:graphicFrameMkLst>
        </pc:graphicFrameChg>
      </pc:sldChg>
      <pc:sldChg chg="modSp add mod ord">
        <pc:chgData name="Michael Hill" userId="41dba03d-e58d-4389-9894-554c10310ba4" providerId="ADAL" clId="{EF23FE1D-A042-481E-AFD7-2A9FB0847F54}" dt="2025-09-03T14:45:07.276" v="1807" actId="114"/>
        <pc:sldMkLst>
          <pc:docMk/>
          <pc:sldMk cId="3935053020" sldId="336"/>
        </pc:sldMkLst>
        <pc:spChg chg="mod">
          <ac:chgData name="Michael Hill" userId="41dba03d-e58d-4389-9894-554c10310ba4" providerId="ADAL" clId="{EF23FE1D-A042-481E-AFD7-2A9FB0847F54}" dt="2025-09-03T14:43:52.250" v="1604" actId="1076"/>
          <ac:spMkLst>
            <pc:docMk/>
            <pc:sldMk cId="3935053020" sldId="336"/>
            <ac:spMk id="5" creationId="{0B11A108-0140-825D-2B49-4FCC5826AA34}"/>
          </ac:spMkLst>
        </pc:spChg>
        <pc:spChg chg="mod">
          <ac:chgData name="Michael Hill" userId="41dba03d-e58d-4389-9894-554c10310ba4" providerId="ADAL" clId="{EF23FE1D-A042-481E-AFD7-2A9FB0847F54}" dt="2025-09-03T14:45:07.276" v="1807" actId="114"/>
          <ac:spMkLst>
            <pc:docMk/>
            <pc:sldMk cId="3935053020" sldId="336"/>
            <ac:spMk id="8" creationId="{6FD8AA6A-002C-5CC4-6812-88AF9C0721D0}"/>
          </ac:spMkLst>
        </pc:spChg>
      </pc:sldChg>
      <pc:sldChg chg="modSp add mod ord">
        <pc:chgData name="Michael Hill" userId="41dba03d-e58d-4389-9894-554c10310ba4" providerId="ADAL" clId="{EF23FE1D-A042-481E-AFD7-2A9FB0847F54}" dt="2025-09-03T17:31:57.785" v="2166" actId="20577"/>
        <pc:sldMkLst>
          <pc:docMk/>
          <pc:sldMk cId="3339014756" sldId="337"/>
        </pc:sldMkLst>
        <pc:spChg chg="mod">
          <ac:chgData name="Michael Hill" userId="41dba03d-e58d-4389-9894-554c10310ba4" providerId="ADAL" clId="{EF23FE1D-A042-481E-AFD7-2A9FB0847F54}" dt="2025-09-03T14:45:28.125" v="1824" actId="1076"/>
          <ac:spMkLst>
            <pc:docMk/>
            <pc:sldMk cId="3339014756" sldId="337"/>
            <ac:spMk id="5" creationId="{F006486B-B417-7DE7-7571-3E4832FE397A}"/>
          </ac:spMkLst>
        </pc:spChg>
        <pc:graphicFrameChg chg="modGraphic">
          <ac:chgData name="Michael Hill" userId="41dba03d-e58d-4389-9894-554c10310ba4" providerId="ADAL" clId="{EF23FE1D-A042-481E-AFD7-2A9FB0847F54}" dt="2025-09-03T17:31:57.785" v="2166" actId="20577"/>
          <ac:graphicFrameMkLst>
            <pc:docMk/>
            <pc:sldMk cId="3339014756" sldId="337"/>
            <ac:graphicFrameMk id="2" creationId="{90A3CD4B-3650-22E2-F556-C431F6F073B6}"/>
          </ac:graphicFrameMkLst>
        </pc:graphicFrameChg>
      </pc:sldChg>
      <pc:sldChg chg="addSp delSp modSp add mod ord">
        <pc:chgData name="Michael Hill" userId="41dba03d-e58d-4389-9894-554c10310ba4" providerId="ADAL" clId="{EF23FE1D-A042-481E-AFD7-2A9FB0847F54}" dt="2025-09-03T17:38:48.360" v="2494"/>
        <pc:sldMkLst>
          <pc:docMk/>
          <pc:sldMk cId="2862867123" sldId="338"/>
        </pc:sldMkLst>
        <pc:spChg chg="add mod">
          <ac:chgData name="Michael Hill" userId="41dba03d-e58d-4389-9894-554c10310ba4" providerId="ADAL" clId="{EF23FE1D-A042-481E-AFD7-2A9FB0847F54}" dt="2025-09-03T17:38:47.823" v="2492" actId="2711"/>
          <ac:spMkLst>
            <pc:docMk/>
            <pc:sldMk cId="2862867123" sldId="338"/>
            <ac:spMk id="3" creationId="{FD18A6CD-5F58-2CCC-427C-406D0ECB2A7D}"/>
          </ac:spMkLst>
        </pc:spChg>
        <pc:spChg chg="mod">
          <ac:chgData name="Michael Hill" userId="41dba03d-e58d-4389-9894-554c10310ba4" providerId="ADAL" clId="{EF23FE1D-A042-481E-AFD7-2A9FB0847F54}" dt="2025-09-03T17:32:59.627" v="2187" actId="1076"/>
          <ac:spMkLst>
            <pc:docMk/>
            <pc:sldMk cId="2862867123" sldId="338"/>
            <ac:spMk id="5" creationId="{3C357764-D65A-E66C-7C86-9B45F4216836}"/>
          </ac:spMkLst>
        </pc:spChg>
        <pc:spChg chg="mod">
          <ac:chgData name="Michael Hill" userId="41dba03d-e58d-4389-9894-554c10310ba4" providerId="ADAL" clId="{EF23FE1D-A042-481E-AFD7-2A9FB0847F54}" dt="2025-09-03T17:37:23.027" v="2485" actId="14100"/>
          <ac:spMkLst>
            <pc:docMk/>
            <pc:sldMk cId="2862867123" sldId="338"/>
            <ac:spMk id="8" creationId="{FB6EBCCC-F39B-8B92-5D92-0EC5D73C9F1C}"/>
          </ac:spMkLst>
        </pc:spChg>
        <pc:spChg chg="add del mod">
          <ac:chgData name="Michael Hill" userId="41dba03d-e58d-4389-9894-554c10310ba4" providerId="ADAL" clId="{EF23FE1D-A042-481E-AFD7-2A9FB0847F54}" dt="2025-09-03T17:38:48.360" v="2494"/>
          <ac:spMkLst>
            <pc:docMk/>
            <pc:sldMk cId="2862867123" sldId="338"/>
            <ac:spMk id="10" creationId="{CE37C1B2-1821-75B3-3B9D-F62120A49442}"/>
          </ac:spMkLst>
        </pc:spChg>
        <pc:graphicFrameChg chg="del">
          <ac:chgData name="Michael Hill" userId="41dba03d-e58d-4389-9894-554c10310ba4" providerId="ADAL" clId="{EF23FE1D-A042-481E-AFD7-2A9FB0847F54}" dt="2025-09-03T17:37:20.149" v="2484" actId="478"/>
          <ac:graphicFrameMkLst>
            <pc:docMk/>
            <pc:sldMk cId="2862867123" sldId="338"/>
            <ac:graphicFrameMk id="2" creationId="{2CF9E9FF-7942-EC41-AC81-02BDD3B74198}"/>
          </ac:graphicFrameMkLst>
        </pc:graphicFrameChg>
      </pc:sldChg>
      <pc:sldChg chg="addSp delSp modSp add mod">
        <pc:chgData name="Michael Hill" userId="41dba03d-e58d-4389-9894-554c10310ba4" providerId="ADAL" clId="{EF23FE1D-A042-481E-AFD7-2A9FB0847F54}" dt="2025-09-03T17:42:28.809" v="2750" actId="2711"/>
        <pc:sldMkLst>
          <pc:docMk/>
          <pc:sldMk cId="3043766732" sldId="339"/>
        </pc:sldMkLst>
        <pc:spChg chg="mod">
          <ac:chgData name="Michael Hill" userId="41dba03d-e58d-4389-9894-554c10310ba4" providerId="ADAL" clId="{EF23FE1D-A042-481E-AFD7-2A9FB0847F54}" dt="2025-09-03T17:42:28.809" v="2750" actId="2711"/>
          <ac:spMkLst>
            <pc:docMk/>
            <pc:sldMk cId="3043766732" sldId="339"/>
            <ac:spMk id="3" creationId="{EBF6DDE1-DA3F-0398-998E-1BE495E30003}"/>
          </ac:spMkLst>
        </pc:spChg>
        <pc:spChg chg="mod">
          <ac:chgData name="Michael Hill" userId="41dba03d-e58d-4389-9894-554c10310ba4" providerId="ADAL" clId="{EF23FE1D-A042-481E-AFD7-2A9FB0847F54}" dt="2025-09-03T17:41:59.189" v="2744" actId="20577"/>
          <ac:spMkLst>
            <pc:docMk/>
            <pc:sldMk cId="3043766732" sldId="339"/>
            <ac:spMk id="5" creationId="{1DC92EBE-A512-35A4-AF11-D495A00CF19D}"/>
          </ac:spMkLst>
        </pc:spChg>
        <pc:spChg chg="add del mod">
          <ac:chgData name="Michael Hill" userId="41dba03d-e58d-4389-9894-554c10310ba4" providerId="ADAL" clId="{EF23FE1D-A042-481E-AFD7-2A9FB0847F54}" dt="2025-09-03T17:42:23.143" v="2748" actId="478"/>
          <ac:spMkLst>
            <pc:docMk/>
            <pc:sldMk cId="3043766732" sldId="339"/>
            <ac:spMk id="6" creationId="{23714BDF-F729-6A6E-5508-8CC4178176B4}"/>
          </ac:spMkLst>
        </pc:spChg>
        <pc:spChg chg="mod">
          <ac:chgData name="Michael Hill" userId="41dba03d-e58d-4389-9894-554c10310ba4" providerId="ADAL" clId="{EF23FE1D-A042-481E-AFD7-2A9FB0847F54}" dt="2025-09-03T17:41:42.367" v="2726" actId="20577"/>
          <ac:spMkLst>
            <pc:docMk/>
            <pc:sldMk cId="3043766732" sldId="339"/>
            <ac:spMk id="8" creationId="{7D6109EA-3B11-0AC2-EC3B-65F75BB253E3}"/>
          </ac:spMkLst>
        </pc:spChg>
      </pc:sldChg>
      <pc:sldChg chg="addSp delSp modSp add mod">
        <pc:chgData name="Michael Hill" userId="41dba03d-e58d-4389-9894-554c10310ba4" providerId="ADAL" clId="{EF23FE1D-A042-481E-AFD7-2A9FB0847F54}" dt="2025-09-03T17:43:48.388" v="2925"/>
        <pc:sldMkLst>
          <pc:docMk/>
          <pc:sldMk cId="4235919380" sldId="340"/>
        </pc:sldMkLst>
        <pc:spChg chg="mod">
          <ac:chgData name="Michael Hill" userId="41dba03d-e58d-4389-9894-554c10310ba4" providerId="ADAL" clId="{EF23FE1D-A042-481E-AFD7-2A9FB0847F54}" dt="2025-09-03T17:43:47.578" v="2923" actId="14100"/>
          <ac:spMkLst>
            <pc:docMk/>
            <pc:sldMk cId="4235919380" sldId="340"/>
            <ac:spMk id="3" creationId="{138A8125-8A65-5CB2-BED2-912F917D6C96}"/>
          </ac:spMkLst>
        </pc:spChg>
        <pc:spChg chg="add del mod">
          <ac:chgData name="Michael Hill" userId="41dba03d-e58d-4389-9894-554c10310ba4" providerId="ADAL" clId="{EF23FE1D-A042-481E-AFD7-2A9FB0847F54}" dt="2025-09-03T17:43:48.388" v="2925"/>
          <ac:spMkLst>
            <pc:docMk/>
            <pc:sldMk cId="4235919380" sldId="340"/>
            <ac:spMk id="6" creationId="{9048998C-3BCD-CE9A-4A34-7CDF5B4D04E9}"/>
          </ac:spMkLst>
        </pc:spChg>
        <pc:spChg chg="mod">
          <ac:chgData name="Michael Hill" userId="41dba03d-e58d-4389-9894-554c10310ba4" providerId="ADAL" clId="{EF23FE1D-A042-481E-AFD7-2A9FB0847F54}" dt="2025-09-03T17:43:44.064" v="2921" actId="14100"/>
          <ac:spMkLst>
            <pc:docMk/>
            <pc:sldMk cId="4235919380" sldId="340"/>
            <ac:spMk id="8" creationId="{0FC2B24E-28C7-78C1-0AC8-5AAAAFC448A8}"/>
          </ac:spMkLst>
        </pc:spChg>
      </pc:sldChg>
      <pc:sldChg chg="addSp delSp modSp add mod">
        <pc:chgData name="Michael Hill" userId="41dba03d-e58d-4389-9894-554c10310ba4" providerId="ADAL" clId="{EF23FE1D-A042-481E-AFD7-2A9FB0847F54}" dt="2025-09-03T17:52:09.023" v="3022"/>
        <pc:sldMkLst>
          <pc:docMk/>
          <pc:sldMk cId="2421719330" sldId="341"/>
        </pc:sldMkLst>
        <pc:spChg chg="mod">
          <ac:chgData name="Michael Hill" userId="41dba03d-e58d-4389-9894-554c10310ba4" providerId="ADAL" clId="{EF23FE1D-A042-481E-AFD7-2A9FB0847F54}" dt="2025-09-03T17:52:07.314" v="3020" actId="2711"/>
          <ac:spMkLst>
            <pc:docMk/>
            <pc:sldMk cId="2421719330" sldId="341"/>
            <ac:spMk id="3" creationId="{6F7ECC92-4C74-7B0B-5259-3B4EAC3283BB}"/>
          </ac:spMkLst>
        </pc:spChg>
        <pc:spChg chg="mod">
          <ac:chgData name="Michael Hill" userId="41dba03d-e58d-4389-9894-554c10310ba4" providerId="ADAL" clId="{EF23FE1D-A042-481E-AFD7-2A9FB0847F54}" dt="2025-09-03T17:45:02.845" v="2946" actId="14100"/>
          <ac:spMkLst>
            <pc:docMk/>
            <pc:sldMk cId="2421719330" sldId="341"/>
            <ac:spMk id="5" creationId="{897E8183-5BEC-33CF-6303-50484A2595CD}"/>
          </ac:spMkLst>
        </pc:spChg>
        <pc:spChg chg="add del mod">
          <ac:chgData name="Michael Hill" userId="41dba03d-e58d-4389-9894-554c10310ba4" providerId="ADAL" clId="{EF23FE1D-A042-481E-AFD7-2A9FB0847F54}" dt="2025-09-03T17:52:09.023" v="3022"/>
          <ac:spMkLst>
            <pc:docMk/>
            <pc:sldMk cId="2421719330" sldId="341"/>
            <ac:spMk id="6" creationId="{26BA3170-AA4D-BE51-5DB0-88656FCDF11D}"/>
          </ac:spMkLst>
        </pc:spChg>
        <pc:spChg chg="mod">
          <ac:chgData name="Michael Hill" userId="41dba03d-e58d-4389-9894-554c10310ba4" providerId="ADAL" clId="{EF23FE1D-A042-481E-AFD7-2A9FB0847F54}" dt="2025-09-03T17:51:06.173" v="3016" actId="20577"/>
          <ac:spMkLst>
            <pc:docMk/>
            <pc:sldMk cId="2421719330" sldId="341"/>
            <ac:spMk id="8" creationId="{ADA1E36E-57E8-D0DE-93F7-122895408208}"/>
          </ac:spMkLst>
        </pc:spChg>
      </pc:sldChg>
      <pc:sldChg chg="modSp add mod">
        <pc:chgData name="Michael Hill" userId="41dba03d-e58d-4389-9894-554c10310ba4" providerId="ADAL" clId="{EF23FE1D-A042-481E-AFD7-2A9FB0847F54}" dt="2025-09-03T17:53:14.353" v="3322" actId="207"/>
        <pc:sldMkLst>
          <pc:docMk/>
          <pc:sldMk cId="382461383" sldId="342"/>
        </pc:sldMkLst>
        <pc:spChg chg="mod">
          <ac:chgData name="Michael Hill" userId="41dba03d-e58d-4389-9894-554c10310ba4" providerId="ADAL" clId="{EF23FE1D-A042-481E-AFD7-2A9FB0847F54}" dt="2025-09-03T17:53:12.462" v="3321" actId="1076"/>
          <ac:spMkLst>
            <pc:docMk/>
            <pc:sldMk cId="382461383" sldId="342"/>
            <ac:spMk id="3" creationId="{66A5D90C-6338-BFE2-13EE-4094D631CD87}"/>
          </ac:spMkLst>
        </pc:spChg>
        <pc:spChg chg="mod">
          <ac:chgData name="Michael Hill" userId="41dba03d-e58d-4389-9894-554c10310ba4" providerId="ADAL" clId="{EF23FE1D-A042-481E-AFD7-2A9FB0847F54}" dt="2025-09-03T17:52:17.960" v="3051" actId="20577"/>
          <ac:spMkLst>
            <pc:docMk/>
            <pc:sldMk cId="382461383" sldId="342"/>
            <ac:spMk id="5" creationId="{5F8F6399-ED12-2ABA-7DB1-7946EF90141A}"/>
          </ac:spMkLst>
        </pc:spChg>
        <pc:spChg chg="mod">
          <ac:chgData name="Michael Hill" userId="41dba03d-e58d-4389-9894-554c10310ba4" providerId="ADAL" clId="{EF23FE1D-A042-481E-AFD7-2A9FB0847F54}" dt="2025-09-03T17:53:14.353" v="3322" actId="207"/>
          <ac:spMkLst>
            <pc:docMk/>
            <pc:sldMk cId="382461383" sldId="342"/>
            <ac:spMk id="8" creationId="{37010451-FE5C-C287-37E5-AEBB956FA87B}"/>
          </ac:spMkLst>
        </pc:spChg>
      </pc:sldChg>
      <pc:sldChg chg="addSp delSp modSp add mod ord">
        <pc:chgData name="Michael Hill" userId="41dba03d-e58d-4389-9894-554c10310ba4" providerId="ADAL" clId="{EF23FE1D-A042-481E-AFD7-2A9FB0847F54}" dt="2025-09-03T17:57:45.990" v="3640" actId="20577"/>
        <pc:sldMkLst>
          <pc:docMk/>
          <pc:sldMk cId="2501812832" sldId="343"/>
        </pc:sldMkLst>
        <pc:spChg chg="del">
          <ac:chgData name="Michael Hill" userId="41dba03d-e58d-4389-9894-554c10310ba4" providerId="ADAL" clId="{EF23FE1D-A042-481E-AFD7-2A9FB0847F54}" dt="2025-09-03T17:56:27.747" v="3418" actId="478"/>
          <ac:spMkLst>
            <pc:docMk/>
            <pc:sldMk cId="2501812832" sldId="343"/>
            <ac:spMk id="3" creationId="{7F5CE244-3573-6827-6C9B-E02C5F9C9F95}"/>
          </ac:spMkLst>
        </pc:spChg>
        <pc:spChg chg="mod">
          <ac:chgData name="Michael Hill" userId="41dba03d-e58d-4389-9894-554c10310ba4" providerId="ADAL" clId="{EF23FE1D-A042-481E-AFD7-2A9FB0847F54}" dt="2025-09-03T17:54:27.918" v="3343" actId="1076"/>
          <ac:spMkLst>
            <pc:docMk/>
            <pc:sldMk cId="2501812832" sldId="343"/>
            <ac:spMk id="5" creationId="{52CBC383-E876-9628-5738-628A266950F7}"/>
          </ac:spMkLst>
        </pc:spChg>
        <pc:spChg chg="mod">
          <ac:chgData name="Michael Hill" userId="41dba03d-e58d-4389-9894-554c10310ba4" providerId="ADAL" clId="{EF23FE1D-A042-481E-AFD7-2A9FB0847F54}" dt="2025-09-03T17:57:45.990" v="3640" actId="20577"/>
          <ac:spMkLst>
            <pc:docMk/>
            <pc:sldMk cId="2501812832" sldId="343"/>
            <ac:spMk id="8" creationId="{F8F3D3B0-E47B-AABD-0B5D-761737DB6E6B}"/>
          </ac:spMkLst>
        </pc:spChg>
        <pc:picChg chg="add mod">
          <ac:chgData name="Michael Hill" userId="41dba03d-e58d-4389-9894-554c10310ba4" providerId="ADAL" clId="{EF23FE1D-A042-481E-AFD7-2A9FB0847F54}" dt="2025-09-03T17:56:29.728" v="3419" actId="1076"/>
          <ac:picMkLst>
            <pc:docMk/>
            <pc:sldMk cId="2501812832" sldId="343"/>
            <ac:picMk id="6" creationId="{0FD8DDD3-63AC-49A9-D29C-CAFBA4AAF31A}"/>
          </ac:picMkLst>
        </pc:picChg>
      </pc:sldChg>
      <pc:sldChg chg="addSp delSp modSp add mod">
        <pc:chgData name="Michael Hill" userId="41dba03d-e58d-4389-9894-554c10310ba4" providerId="ADAL" clId="{EF23FE1D-A042-481E-AFD7-2A9FB0847F54}" dt="2025-09-03T18:02:35.823" v="3849" actId="2711"/>
        <pc:sldMkLst>
          <pc:docMk/>
          <pc:sldMk cId="862973549" sldId="344"/>
        </pc:sldMkLst>
        <pc:spChg chg="add mod">
          <ac:chgData name="Michael Hill" userId="41dba03d-e58d-4389-9894-554c10310ba4" providerId="ADAL" clId="{EF23FE1D-A042-481E-AFD7-2A9FB0847F54}" dt="2025-09-03T18:02:35.823" v="3849" actId="2711"/>
          <ac:spMkLst>
            <pc:docMk/>
            <pc:sldMk cId="862973549" sldId="344"/>
            <ac:spMk id="2" creationId="{62CBD4E2-FA33-098E-1745-ACC9E29F8EB7}"/>
          </ac:spMkLst>
        </pc:spChg>
        <pc:spChg chg="mod">
          <ac:chgData name="Michael Hill" userId="41dba03d-e58d-4389-9894-554c10310ba4" providerId="ADAL" clId="{EF23FE1D-A042-481E-AFD7-2A9FB0847F54}" dt="2025-09-03T18:01:16.822" v="3838" actId="20577"/>
          <ac:spMkLst>
            <pc:docMk/>
            <pc:sldMk cId="862973549" sldId="344"/>
            <ac:spMk id="8" creationId="{672A8C14-E441-6C75-5943-B507AC5BCDE5}"/>
          </ac:spMkLst>
        </pc:spChg>
        <pc:spChg chg="add del mod">
          <ac:chgData name="Michael Hill" userId="41dba03d-e58d-4389-9894-554c10310ba4" providerId="ADAL" clId="{EF23FE1D-A042-481E-AFD7-2A9FB0847F54}" dt="2025-09-03T18:00:29.969" v="3760" actId="478"/>
          <ac:spMkLst>
            <pc:docMk/>
            <pc:sldMk cId="862973549" sldId="344"/>
            <ac:spMk id="10" creationId="{4985D933-B4C4-82D1-CB51-4EFDCE6C8554}"/>
          </ac:spMkLst>
        </pc:spChg>
        <pc:spChg chg="add del mod">
          <ac:chgData name="Michael Hill" userId="41dba03d-e58d-4389-9894-554c10310ba4" providerId="ADAL" clId="{EF23FE1D-A042-481E-AFD7-2A9FB0847F54}" dt="2025-09-03T18:02:19.999" v="3841" actId="478"/>
          <ac:spMkLst>
            <pc:docMk/>
            <pc:sldMk cId="862973549" sldId="344"/>
            <ac:spMk id="13" creationId="{1B553A93-99B8-7D47-97D2-551CC3926FD7}"/>
          </ac:spMkLst>
        </pc:spChg>
        <pc:picChg chg="del">
          <ac:chgData name="Michael Hill" userId="41dba03d-e58d-4389-9894-554c10310ba4" providerId="ADAL" clId="{EF23FE1D-A042-481E-AFD7-2A9FB0847F54}" dt="2025-09-03T18:00:20.210" v="3756" actId="478"/>
          <ac:picMkLst>
            <pc:docMk/>
            <pc:sldMk cId="862973549" sldId="344"/>
            <ac:picMk id="6" creationId="{0D886CDB-1942-1F66-521A-A47074B958BC}"/>
          </ac:picMkLst>
        </pc:picChg>
      </pc:sldChg>
      <pc:sldChg chg="addSp delSp modSp add mod">
        <pc:chgData name="Michael Hill" userId="41dba03d-e58d-4389-9894-554c10310ba4" providerId="ADAL" clId="{EF23FE1D-A042-481E-AFD7-2A9FB0847F54}" dt="2025-09-03T18:04:27.871" v="4135" actId="14100"/>
        <pc:sldMkLst>
          <pc:docMk/>
          <pc:sldMk cId="53117732" sldId="345"/>
        </pc:sldMkLst>
        <pc:spChg chg="mod">
          <ac:chgData name="Michael Hill" userId="41dba03d-e58d-4389-9894-554c10310ba4" providerId="ADAL" clId="{EF23FE1D-A042-481E-AFD7-2A9FB0847F54}" dt="2025-09-03T18:04:26.062" v="4134" actId="14100"/>
          <ac:spMkLst>
            <pc:docMk/>
            <pc:sldMk cId="53117732" sldId="345"/>
            <ac:spMk id="2" creationId="{53BEF46F-DEC1-8A3D-784C-8065ED12AAEF}"/>
          </ac:spMkLst>
        </pc:spChg>
        <pc:spChg chg="mod">
          <ac:chgData name="Michael Hill" userId="41dba03d-e58d-4389-9894-554c10310ba4" providerId="ADAL" clId="{EF23FE1D-A042-481E-AFD7-2A9FB0847F54}" dt="2025-09-03T18:02:59.673" v="3877" actId="14100"/>
          <ac:spMkLst>
            <pc:docMk/>
            <pc:sldMk cId="53117732" sldId="345"/>
            <ac:spMk id="5" creationId="{BFBD604E-0C44-B047-E0C3-4D62A76507DA}"/>
          </ac:spMkLst>
        </pc:spChg>
        <pc:spChg chg="add del mod">
          <ac:chgData name="Michael Hill" userId="41dba03d-e58d-4389-9894-554c10310ba4" providerId="ADAL" clId="{EF23FE1D-A042-481E-AFD7-2A9FB0847F54}" dt="2025-09-03T18:04:16.393" v="4131" actId="478"/>
          <ac:spMkLst>
            <pc:docMk/>
            <pc:sldMk cId="53117732" sldId="345"/>
            <ac:spMk id="6" creationId="{138C5672-9365-2C19-0071-34B7A0E123D8}"/>
          </ac:spMkLst>
        </pc:spChg>
        <pc:spChg chg="mod">
          <ac:chgData name="Michael Hill" userId="41dba03d-e58d-4389-9894-554c10310ba4" providerId="ADAL" clId="{EF23FE1D-A042-481E-AFD7-2A9FB0847F54}" dt="2025-09-03T18:04:27.871" v="4135" actId="14100"/>
          <ac:spMkLst>
            <pc:docMk/>
            <pc:sldMk cId="53117732" sldId="345"/>
            <ac:spMk id="8" creationId="{128C2FFF-1CF6-CE8C-6F98-963DCD224168}"/>
          </ac:spMkLst>
        </pc:spChg>
      </pc:sldChg>
      <pc:sldChg chg="addSp delSp modSp add mod ord">
        <pc:chgData name="Michael Hill" userId="41dba03d-e58d-4389-9894-554c10310ba4" providerId="ADAL" clId="{EF23FE1D-A042-481E-AFD7-2A9FB0847F54}" dt="2025-09-03T18:09:49.218" v="4351" actId="20577"/>
        <pc:sldMkLst>
          <pc:docMk/>
          <pc:sldMk cId="2650876277" sldId="346"/>
        </pc:sldMkLst>
        <pc:spChg chg="mod">
          <ac:chgData name="Michael Hill" userId="41dba03d-e58d-4389-9894-554c10310ba4" providerId="ADAL" clId="{EF23FE1D-A042-481E-AFD7-2A9FB0847F54}" dt="2025-09-03T18:09:07.305" v="4261" actId="14100"/>
          <ac:spMkLst>
            <pc:docMk/>
            <pc:sldMk cId="2650876277" sldId="346"/>
            <ac:spMk id="3" creationId="{9FE10820-3924-F727-DF84-B7275530AF1F}"/>
          </ac:spMkLst>
        </pc:spChg>
        <pc:spChg chg="mod">
          <ac:chgData name="Michael Hill" userId="41dba03d-e58d-4389-9894-554c10310ba4" providerId="ADAL" clId="{EF23FE1D-A042-481E-AFD7-2A9FB0847F54}" dt="2025-09-03T18:05:15.811" v="4158" actId="1076"/>
          <ac:spMkLst>
            <pc:docMk/>
            <pc:sldMk cId="2650876277" sldId="346"/>
            <ac:spMk id="5" creationId="{CA23ADDB-3308-F51C-B665-761F678F4FEE}"/>
          </ac:spMkLst>
        </pc:spChg>
        <pc:spChg chg="add del mod">
          <ac:chgData name="Michael Hill" userId="41dba03d-e58d-4389-9894-554c10310ba4" providerId="ADAL" clId="{EF23FE1D-A042-481E-AFD7-2A9FB0847F54}" dt="2025-09-03T18:08:28.261" v="4248" actId="478"/>
          <ac:spMkLst>
            <pc:docMk/>
            <pc:sldMk cId="2650876277" sldId="346"/>
            <ac:spMk id="6" creationId="{93FFF4CC-4509-043F-6016-FEE62CE64FD6}"/>
          </ac:spMkLst>
        </pc:spChg>
        <pc:spChg chg="mod">
          <ac:chgData name="Michael Hill" userId="41dba03d-e58d-4389-9894-554c10310ba4" providerId="ADAL" clId="{EF23FE1D-A042-481E-AFD7-2A9FB0847F54}" dt="2025-09-03T18:05:38.354" v="4244" actId="14100"/>
          <ac:spMkLst>
            <pc:docMk/>
            <pc:sldMk cId="2650876277" sldId="346"/>
            <ac:spMk id="8" creationId="{579AC32C-5C6F-1CED-5ADA-2655BA522996}"/>
          </ac:spMkLst>
        </pc:spChg>
        <pc:spChg chg="add mod">
          <ac:chgData name="Michael Hill" userId="41dba03d-e58d-4389-9894-554c10310ba4" providerId="ADAL" clId="{EF23FE1D-A042-481E-AFD7-2A9FB0847F54}" dt="2025-09-03T18:09:49.218" v="4351" actId="20577"/>
          <ac:spMkLst>
            <pc:docMk/>
            <pc:sldMk cId="2650876277" sldId="346"/>
            <ac:spMk id="10" creationId="{4E30F5B7-BEDB-7DDE-B1F0-DD50EEA1EEDC}"/>
          </ac:spMkLst>
        </pc:spChg>
        <pc:spChg chg="add mod">
          <ac:chgData name="Michael Hill" userId="41dba03d-e58d-4389-9894-554c10310ba4" providerId="ADAL" clId="{EF23FE1D-A042-481E-AFD7-2A9FB0847F54}" dt="2025-09-03T18:09:09.545" v="4262" actId="1076"/>
          <ac:spMkLst>
            <pc:docMk/>
            <pc:sldMk cId="2650876277" sldId="346"/>
            <ac:spMk id="11" creationId="{0C2407C3-1B4D-27C7-2E06-1060F572BE8B}"/>
          </ac:spMkLst>
        </pc:spChg>
      </pc:sldChg>
      <pc:sldChg chg="delSp modSp add mod ord">
        <pc:chgData name="Michael Hill" userId="41dba03d-e58d-4389-9894-554c10310ba4" providerId="ADAL" clId="{EF23FE1D-A042-481E-AFD7-2A9FB0847F54}" dt="2025-09-03T19:42:58.205" v="4666" actId="14100"/>
        <pc:sldMkLst>
          <pc:docMk/>
          <pc:sldMk cId="3448134632" sldId="347"/>
        </pc:sldMkLst>
        <pc:spChg chg="mod">
          <ac:chgData name="Michael Hill" userId="41dba03d-e58d-4389-9894-554c10310ba4" providerId="ADAL" clId="{EF23FE1D-A042-481E-AFD7-2A9FB0847F54}" dt="2025-09-03T19:41:42.158" v="4373" actId="14100"/>
          <ac:spMkLst>
            <pc:docMk/>
            <pc:sldMk cId="3448134632" sldId="347"/>
            <ac:spMk id="5" creationId="{9878D1A7-5AF5-F300-D145-3A212D38F43C}"/>
          </ac:spMkLst>
        </pc:spChg>
        <pc:spChg chg="mod">
          <ac:chgData name="Michael Hill" userId="41dba03d-e58d-4389-9894-554c10310ba4" providerId="ADAL" clId="{EF23FE1D-A042-481E-AFD7-2A9FB0847F54}" dt="2025-09-03T19:42:58.205" v="4666" actId="14100"/>
          <ac:spMkLst>
            <pc:docMk/>
            <pc:sldMk cId="3448134632" sldId="347"/>
            <ac:spMk id="8" creationId="{EE4A5673-ECB7-5887-D8C0-D0A6DB5874F9}"/>
          </ac:spMkLst>
        </pc:spChg>
        <pc:picChg chg="del">
          <ac:chgData name="Michael Hill" userId="41dba03d-e58d-4389-9894-554c10310ba4" providerId="ADAL" clId="{EF23FE1D-A042-481E-AFD7-2A9FB0847F54}" dt="2025-09-03T19:41:43.116" v="4374" actId="478"/>
          <ac:picMkLst>
            <pc:docMk/>
            <pc:sldMk cId="3448134632" sldId="347"/>
            <ac:picMk id="6" creationId="{32D97FCC-F49F-8DA6-A95F-94E9F8ABFE69}"/>
          </ac:picMkLst>
        </pc:picChg>
      </pc:sldChg>
      <pc:sldChg chg="addSp delSp modSp add mod ord">
        <pc:chgData name="Michael Hill" userId="41dba03d-e58d-4389-9894-554c10310ba4" providerId="ADAL" clId="{EF23FE1D-A042-481E-AFD7-2A9FB0847F54}" dt="2025-09-03T19:46:13.217" v="4891" actId="1076"/>
        <pc:sldMkLst>
          <pc:docMk/>
          <pc:sldMk cId="448193061" sldId="348"/>
        </pc:sldMkLst>
        <pc:spChg chg="mod">
          <ac:chgData name="Michael Hill" userId="41dba03d-e58d-4389-9894-554c10310ba4" providerId="ADAL" clId="{EF23FE1D-A042-481E-AFD7-2A9FB0847F54}" dt="2025-09-03T19:46:09.720" v="4890" actId="2711"/>
          <ac:spMkLst>
            <pc:docMk/>
            <pc:sldMk cId="448193061" sldId="348"/>
            <ac:spMk id="3" creationId="{22DC5C56-6CA3-DD38-C845-3C65508EB83F}"/>
          </ac:spMkLst>
        </pc:spChg>
        <pc:spChg chg="mod">
          <ac:chgData name="Michael Hill" userId="41dba03d-e58d-4389-9894-554c10310ba4" providerId="ADAL" clId="{EF23FE1D-A042-481E-AFD7-2A9FB0847F54}" dt="2025-09-03T19:43:12.612" v="4688" actId="14100"/>
          <ac:spMkLst>
            <pc:docMk/>
            <pc:sldMk cId="448193061" sldId="348"/>
            <ac:spMk id="5" creationId="{CB554B3C-1F7E-553A-AE7E-45C8928F4B77}"/>
          </ac:spMkLst>
        </pc:spChg>
        <pc:spChg chg="add del mod">
          <ac:chgData name="Michael Hill" userId="41dba03d-e58d-4389-9894-554c10310ba4" providerId="ADAL" clId="{EF23FE1D-A042-481E-AFD7-2A9FB0847F54}" dt="2025-09-03T19:46:04.152" v="4888" actId="478"/>
          <ac:spMkLst>
            <pc:docMk/>
            <pc:sldMk cId="448193061" sldId="348"/>
            <ac:spMk id="6" creationId="{C98E9648-7C69-07DF-C32F-DF92C77DEE56}"/>
          </ac:spMkLst>
        </pc:spChg>
        <pc:spChg chg="mod">
          <ac:chgData name="Michael Hill" userId="41dba03d-e58d-4389-9894-554c10310ba4" providerId="ADAL" clId="{EF23FE1D-A042-481E-AFD7-2A9FB0847F54}" dt="2025-09-03T19:44:25.576" v="4885" actId="20577"/>
          <ac:spMkLst>
            <pc:docMk/>
            <pc:sldMk cId="448193061" sldId="348"/>
            <ac:spMk id="8" creationId="{D86460A1-FF14-C385-6B2A-3377984EFAEE}"/>
          </ac:spMkLst>
        </pc:spChg>
        <pc:spChg chg="mod">
          <ac:chgData name="Michael Hill" userId="41dba03d-e58d-4389-9894-554c10310ba4" providerId="ADAL" clId="{EF23FE1D-A042-481E-AFD7-2A9FB0847F54}" dt="2025-09-03T19:46:13.217" v="4891" actId="1076"/>
          <ac:spMkLst>
            <pc:docMk/>
            <pc:sldMk cId="448193061" sldId="348"/>
            <ac:spMk id="12" creationId="{93DA4FE0-90F0-C551-E081-C3AAF0524785}"/>
          </ac:spMkLst>
        </pc:spChg>
      </pc:sldChg>
      <pc:sldChg chg="addSp delSp modSp add mod">
        <pc:chgData name="Michael Hill" userId="41dba03d-e58d-4389-9894-554c10310ba4" providerId="ADAL" clId="{EF23FE1D-A042-481E-AFD7-2A9FB0847F54}" dt="2025-09-03T19:47:34.953" v="5048" actId="2711"/>
        <pc:sldMkLst>
          <pc:docMk/>
          <pc:sldMk cId="3312763525" sldId="349"/>
        </pc:sldMkLst>
        <pc:spChg chg="mod">
          <ac:chgData name="Michael Hill" userId="41dba03d-e58d-4389-9894-554c10310ba4" providerId="ADAL" clId="{EF23FE1D-A042-481E-AFD7-2A9FB0847F54}" dt="2025-09-03T19:47:34.953" v="5048" actId="2711"/>
          <ac:spMkLst>
            <pc:docMk/>
            <pc:sldMk cId="3312763525" sldId="349"/>
            <ac:spMk id="3" creationId="{8BDAEC73-4F0B-2D3D-6AF2-297EEC7499D9}"/>
          </ac:spMkLst>
        </pc:spChg>
        <pc:spChg chg="mod">
          <ac:chgData name="Michael Hill" userId="41dba03d-e58d-4389-9894-554c10310ba4" providerId="ADAL" clId="{EF23FE1D-A042-481E-AFD7-2A9FB0847F54}" dt="2025-09-03T19:46:40.018" v="4904" actId="20577"/>
          <ac:spMkLst>
            <pc:docMk/>
            <pc:sldMk cId="3312763525" sldId="349"/>
            <ac:spMk id="5" creationId="{E61B6493-B6A4-E416-ACBF-25BD434CCD54}"/>
          </ac:spMkLst>
        </pc:spChg>
        <pc:spChg chg="add del mod">
          <ac:chgData name="Michael Hill" userId="41dba03d-e58d-4389-9894-554c10310ba4" providerId="ADAL" clId="{EF23FE1D-A042-481E-AFD7-2A9FB0847F54}" dt="2025-09-03T19:47:29.561" v="5046" actId="478"/>
          <ac:spMkLst>
            <pc:docMk/>
            <pc:sldMk cId="3312763525" sldId="349"/>
            <ac:spMk id="6" creationId="{BA8E64B5-5CB5-DDE5-B3FC-B87241F295C0}"/>
          </ac:spMkLst>
        </pc:spChg>
        <pc:spChg chg="mod">
          <ac:chgData name="Michael Hill" userId="41dba03d-e58d-4389-9894-554c10310ba4" providerId="ADAL" clId="{EF23FE1D-A042-481E-AFD7-2A9FB0847F54}" dt="2025-09-03T19:47:07.141" v="5043" actId="20577"/>
          <ac:spMkLst>
            <pc:docMk/>
            <pc:sldMk cId="3312763525" sldId="349"/>
            <ac:spMk id="8" creationId="{A2B1D080-F3A1-20DC-672F-66D84E0A0FA6}"/>
          </ac:spMkLst>
        </pc:spChg>
      </pc:sldChg>
      <pc:sldChg chg="addSp delSp modSp add mod">
        <pc:chgData name="Michael Hill" userId="41dba03d-e58d-4389-9894-554c10310ba4" providerId="ADAL" clId="{EF23FE1D-A042-481E-AFD7-2A9FB0847F54}" dt="2025-09-03T19:49:03.293" v="5239" actId="2711"/>
        <pc:sldMkLst>
          <pc:docMk/>
          <pc:sldMk cId="3914425817" sldId="350"/>
        </pc:sldMkLst>
        <pc:spChg chg="mod">
          <ac:chgData name="Michael Hill" userId="41dba03d-e58d-4389-9894-554c10310ba4" providerId="ADAL" clId="{EF23FE1D-A042-481E-AFD7-2A9FB0847F54}" dt="2025-09-03T19:49:03.293" v="5239" actId="2711"/>
          <ac:spMkLst>
            <pc:docMk/>
            <pc:sldMk cId="3914425817" sldId="350"/>
            <ac:spMk id="3" creationId="{636AFAC1-4AB9-6729-431E-50E66E6684AD}"/>
          </ac:spMkLst>
        </pc:spChg>
        <pc:spChg chg="mod">
          <ac:chgData name="Michael Hill" userId="41dba03d-e58d-4389-9894-554c10310ba4" providerId="ADAL" clId="{EF23FE1D-A042-481E-AFD7-2A9FB0847F54}" dt="2025-09-03T19:47:52.006" v="5056" actId="20577"/>
          <ac:spMkLst>
            <pc:docMk/>
            <pc:sldMk cId="3914425817" sldId="350"/>
            <ac:spMk id="5" creationId="{F6FA6312-8D5D-5C7C-1A6E-CF08C3EE4E0F}"/>
          </ac:spMkLst>
        </pc:spChg>
        <pc:spChg chg="add del mod">
          <ac:chgData name="Michael Hill" userId="41dba03d-e58d-4389-9894-554c10310ba4" providerId="ADAL" clId="{EF23FE1D-A042-481E-AFD7-2A9FB0847F54}" dt="2025-09-03T19:48:58.637" v="5237" actId="478"/>
          <ac:spMkLst>
            <pc:docMk/>
            <pc:sldMk cId="3914425817" sldId="350"/>
            <ac:spMk id="6" creationId="{6EACF870-F9DB-D6D3-2F1F-3FA26290942D}"/>
          </ac:spMkLst>
        </pc:spChg>
        <pc:spChg chg="mod">
          <ac:chgData name="Michael Hill" userId="41dba03d-e58d-4389-9894-554c10310ba4" providerId="ADAL" clId="{EF23FE1D-A042-481E-AFD7-2A9FB0847F54}" dt="2025-09-03T19:48:33.305" v="5234" actId="20577"/>
          <ac:spMkLst>
            <pc:docMk/>
            <pc:sldMk cId="3914425817" sldId="350"/>
            <ac:spMk id="8" creationId="{ECC199A1-B746-6A6A-FA34-A128D490C371}"/>
          </ac:spMkLst>
        </pc:spChg>
      </pc:sldChg>
      <pc:sldChg chg="addSp delSp modSp add mod">
        <pc:chgData name="Michael Hill" userId="41dba03d-e58d-4389-9894-554c10310ba4" providerId="ADAL" clId="{EF23FE1D-A042-481E-AFD7-2A9FB0847F54}" dt="2025-09-03T19:51:17.255" v="5492" actId="14100"/>
        <pc:sldMkLst>
          <pc:docMk/>
          <pc:sldMk cId="967708368" sldId="351"/>
        </pc:sldMkLst>
        <pc:spChg chg="mod">
          <ac:chgData name="Michael Hill" userId="41dba03d-e58d-4389-9894-554c10310ba4" providerId="ADAL" clId="{EF23FE1D-A042-481E-AFD7-2A9FB0847F54}" dt="2025-09-03T19:51:17.255" v="5492" actId="14100"/>
          <ac:spMkLst>
            <pc:docMk/>
            <pc:sldMk cId="967708368" sldId="351"/>
            <ac:spMk id="3" creationId="{AD38DCC9-0BA0-647B-05EC-E762B769D10E}"/>
          </ac:spMkLst>
        </pc:spChg>
        <pc:spChg chg="add del mod">
          <ac:chgData name="Michael Hill" userId="41dba03d-e58d-4389-9894-554c10310ba4" providerId="ADAL" clId="{EF23FE1D-A042-481E-AFD7-2A9FB0847F54}" dt="2025-09-03T19:51:10.720" v="5489" actId="478"/>
          <ac:spMkLst>
            <pc:docMk/>
            <pc:sldMk cId="967708368" sldId="351"/>
            <ac:spMk id="6" creationId="{05665C5B-D65B-B722-737D-39439E06E5AB}"/>
          </ac:spMkLst>
        </pc:spChg>
        <pc:spChg chg="mod">
          <ac:chgData name="Michael Hill" userId="41dba03d-e58d-4389-9894-554c10310ba4" providerId="ADAL" clId="{EF23FE1D-A042-481E-AFD7-2A9FB0847F54}" dt="2025-09-03T19:50:27.415" v="5485" actId="20577"/>
          <ac:spMkLst>
            <pc:docMk/>
            <pc:sldMk cId="967708368" sldId="351"/>
            <ac:spMk id="8" creationId="{37D48A5C-FA7A-0796-ABF3-3258055E8D31}"/>
          </ac:spMkLst>
        </pc:spChg>
      </pc:sldChg>
      <pc:sldChg chg="addSp delSp modSp add mod">
        <pc:chgData name="Michael Hill" userId="41dba03d-e58d-4389-9894-554c10310ba4" providerId="ADAL" clId="{EF23FE1D-A042-481E-AFD7-2A9FB0847F54}" dt="2025-09-03T19:54:10.790" v="5703" actId="14100"/>
        <pc:sldMkLst>
          <pc:docMk/>
          <pc:sldMk cId="2470631042" sldId="352"/>
        </pc:sldMkLst>
        <pc:spChg chg="mod">
          <ac:chgData name="Michael Hill" userId="41dba03d-e58d-4389-9894-554c10310ba4" providerId="ADAL" clId="{EF23FE1D-A042-481E-AFD7-2A9FB0847F54}" dt="2025-09-03T19:54:07.158" v="5701" actId="1076"/>
          <ac:spMkLst>
            <pc:docMk/>
            <pc:sldMk cId="2470631042" sldId="352"/>
            <ac:spMk id="3" creationId="{8ED262A9-22C2-4AEB-E59A-002904F5B15E}"/>
          </ac:spMkLst>
        </pc:spChg>
        <pc:spChg chg="mod">
          <ac:chgData name="Michael Hill" userId="41dba03d-e58d-4389-9894-554c10310ba4" providerId="ADAL" clId="{EF23FE1D-A042-481E-AFD7-2A9FB0847F54}" dt="2025-09-03T19:53:00.159" v="5508" actId="20577"/>
          <ac:spMkLst>
            <pc:docMk/>
            <pc:sldMk cId="2470631042" sldId="352"/>
            <ac:spMk id="5" creationId="{B549DE1A-4BE9-C151-4372-3B7BF21479B2}"/>
          </ac:spMkLst>
        </pc:spChg>
        <pc:spChg chg="add del mod">
          <ac:chgData name="Michael Hill" userId="41dba03d-e58d-4389-9894-554c10310ba4" providerId="ADAL" clId="{EF23FE1D-A042-481E-AFD7-2A9FB0847F54}" dt="2025-09-03T19:53:58.429" v="5697" actId="478"/>
          <ac:spMkLst>
            <pc:docMk/>
            <pc:sldMk cId="2470631042" sldId="352"/>
            <ac:spMk id="6" creationId="{354F9D3D-A187-9913-F2AC-116F69AA7860}"/>
          </ac:spMkLst>
        </pc:spChg>
        <pc:spChg chg="mod">
          <ac:chgData name="Michael Hill" userId="41dba03d-e58d-4389-9894-554c10310ba4" providerId="ADAL" clId="{EF23FE1D-A042-481E-AFD7-2A9FB0847F54}" dt="2025-09-03T19:54:10.790" v="5703" actId="14100"/>
          <ac:spMkLst>
            <pc:docMk/>
            <pc:sldMk cId="2470631042" sldId="352"/>
            <ac:spMk id="8" creationId="{6096BB87-F032-5E62-B512-AD87BEE33944}"/>
          </ac:spMkLst>
        </pc:spChg>
      </pc:sldChg>
      <pc:sldChg chg="modSp add mod">
        <pc:chgData name="Michael Hill" userId="41dba03d-e58d-4389-9894-554c10310ba4" providerId="ADAL" clId="{EF23FE1D-A042-481E-AFD7-2A9FB0847F54}" dt="2025-09-03T19:55:10.912" v="5872" actId="20577"/>
        <pc:sldMkLst>
          <pc:docMk/>
          <pc:sldMk cId="3922517556" sldId="353"/>
        </pc:sldMkLst>
        <pc:spChg chg="mod">
          <ac:chgData name="Michael Hill" userId="41dba03d-e58d-4389-9894-554c10310ba4" providerId="ADAL" clId="{EF23FE1D-A042-481E-AFD7-2A9FB0847F54}" dt="2025-09-03T19:54:36.569" v="5722" actId="14100"/>
          <ac:spMkLst>
            <pc:docMk/>
            <pc:sldMk cId="3922517556" sldId="353"/>
            <ac:spMk id="5" creationId="{4FC0FF32-C3BD-AABC-937C-E9876E6BD4C4}"/>
          </ac:spMkLst>
        </pc:spChg>
        <pc:spChg chg="mod">
          <ac:chgData name="Michael Hill" userId="41dba03d-e58d-4389-9894-554c10310ba4" providerId="ADAL" clId="{EF23FE1D-A042-481E-AFD7-2A9FB0847F54}" dt="2025-09-03T19:55:10.912" v="5872" actId="20577"/>
          <ac:spMkLst>
            <pc:docMk/>
            <pc:sldMk cId="3922517556" sldId="353"/>
            <ac:spMk id="8" creationId="{A79BA483-BB82-C48D-F45D-45075CFC92AA}"/>
          </ac:spMkLst>
        </pc:spChg>
      </pc:sldChg>
      <pc:sldChg chg="addSp delSp modSp add mod setBg">
        <pc:chgData name="Michael Hill" userId="41dba03d-e58d-4389-9894-554c10310ba4" providerId="ADAL" clId="{EF23FE1D-A042-481E-AFD7-2A9FB0847F54}" dt="2025-09-03T19:58:45.543" v="6079" actId="12"/>
        <pc:sldMkLst>
          <pc:docMk/>
          <pc:sldMk cId="491706548" sldId="355"/>
        </pc:sldMkLst>
        <pc:spChg chg="add del mod">
          <ac:chgData name="Michael Hill" userId="41dba03d-e58d-4389-9894-554c10310ba4" providerId="ADAL" clId="{EF23FE1D-A042-481E-AFD7-2A9FB0847F54}" dt="2025-09-03T19:58:45.543" v="6079" actId="12"/>
          <ac:spMkLst>
            <pc:docMk/>
            <pc:sldMk cId="491706548" sldId="355"/>
            <ac:spMk id="2" creationId="{AB8CCA62-836C-1BF9-768D-8BE46239EFBC}"/>
          </ac:spMkLst>
        </pc:spChg>
        <pc:spChg chg="mod">
          <ac:chgData name="Michael Hill" userId="41dba03d-e58d-4389-9894-554c10310ba4" providerId="ADAL" clId="{EF23FE1D-A042-481E-AFD7-2A9FB0847F54}" dt="2025-09-03T19:57:10.632" v="5875" actId="207"/>
          <ac:spMkLst>
            <pc:docMk/>
            <pc:sldMk cId="491706548" sldId="355"/>
            <ac:spMk id="5" creationId="{A6AFD995-70BC-6581-0161-071153C10586}"/>
          </ac:spMkLst>
        </pc:spChg>
        <pc:spChg chg="mod">
          <ac:chgData name="Michael Hill" userId="41dba03d-e58d-4389-9894-554c10310ba4" providerId="ADAL" clId="{EF23FE1D-A042-481E-AFD7-2A9FB0847F54}" dt="2025-09-03T19:57:25.262" v="5877" actId="692"/>
          <ac:spMkLst>
            <pc:docMk/>
            <pc:sldMk cId="491706548" sldId="355"/>
            <ac:spMk id="7" creationId="{7CC3CAB5-3061-5F94-A88E-C0BDD9B048E5}"/>
          </ac:spMkLst>
        </pc:spChg>
        <pc:spChg chg="mod">
          <ac:chgData name="Michael Hill" userId="41dba03d-e58d-4389-9894-554c10310ba4" providerId="ADAL" clId="{EF23FE1D-A042-481E-AFD7-2A9FB0847F54}" dt="2025-09-03T19:58:29.241" v="6061" actId="14100"/>
          <ac:spMkLst>
            <pc:docMk/>
            <pc:sldMk cId="491706548" sldId="355"/>
            <ac:spMk id="8" creationId="{32CEAB6A-CE7C-862A-42E1-D86D8C4198B3}"/>
          </ac:spMkLst>
        </pc:spChg>
        <pc:spChg chg="mod">
          <ac:chgData name="Michael Hill" userId="41dba03d-e58d-4389-9894-554c10310ba4" providerId="ADAL" clId="{EF23FE1D-A042-481E-AFD7-2A9FB0847F54}" dt="2025-09-03T19:57:25.262" v="5877" actId="692"/>
          <ac:spMkLst>
            <pc:docMk/>
            <pc:sldMk cId="491706548" sldId="355"/>
            <ac:spMk id="9" creationId="{447092CD-4DF3-59F0-5AB9-E50FA41C4902}"/>
          </ac:spMkLst>
        </pc:spChg>
        <pc:spChg chg="mod">
          <ac:chgData name="Michael Hill" userId="41dba03d-e58d-4389-9894-554c10310ba4" providerId="ADAL" clId="{EF23FE1D-A042-481E-AFD7-2A9FB0847F54}" dt="2025-09-03T19:57:25.262" v="5877" actId="692"/>
          <ac:spMkLst>
            <pc:docMk/>
            <pc:sldMk cId="491706548" sldId="355"/>
            <ac:spMk id="12" creationId="{FCD3DCD2-C74C-95D3-8AE9-68F3C6AEDF4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0EF95B-9744-42BF-8E95-B5A640A352E6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3B401-C566-4517-ADD4-C67058331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27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7187A-54B1-63BB-0C3C-8EF4407A2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8374D3-5CAC-73C3-D477-B9339FC26A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18F993-B5C9-DF5C-9651-2609B9AF82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74EC4-B1EC-421C-F984-FBF90B88A5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9DB48C-FCC8-4682-A5C6-34BDEF33D27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106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895936" y="1574232"/>
            <a:ext cx="5652932" cy="2301533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TOPIC B2:</a:t>
            </a:r>
          </a:p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PROGRAMMING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6890905" y="2714847"/>
            <a:ext cx="4096073" cy="1160918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LESSON B2-7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151254" y="3831442"/>
            <a:ext cx="10986978" cy="1160918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INTRO TO DATA STRUCTURES &amp; LISTS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6881567" y="1777234"/>
            <a:ext cx="4516539" cy="2255680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ahnschrift" panose="020B0502040204020203" pitchFamily="34" charset="0"/>
              </a:rPr>
              <a:t>Have a way to take notes and a way to write code available for this lesson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060728" y="1213429"/>
            <a:ext cx="4516539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Warm-up Question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Static vs Dynamic Data Structures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Arrays/Lists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2D Lists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endParaRPr lang="en-US" sz="2800" dirty="0">
              <a:latin typeface="Bahnschrift" panose="020B050204020402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598031" y="1564953"/>
            <a:ext cx="1708202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NOTE!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252900"/>
            <a:ext cx="2903431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F31C7-9D62-34F3-51FF-D499D2944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CA8483F3-9D91-69C6-DAE4-E819F0292C96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9103A45C-BE5A-478E-4718-72C97F147BD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59044FD4-E5CB-7F72-D4E0-B3FF57F10D6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FB06C32-785C-D086-3043-42F7FBD0932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ADCA5AE-052C-5076-411F-06E5A022CDA7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C7B8BA-8B31-7B2C-E2AB-60712C1F61E8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3B4A7A-A70B-0C4A-C7FF-462ADF36D440}"/>
              </a:ext>
            </a:extLst>
          </p:cNvPr>
          <p:cNvSpPr/>
          <p:nvPr/>
        </p:nvSpPr>
        <p:spPr>
          <a:xfrm>
            <a:off x="1089140" y="1246841"/>
            <a:ext cx="2621255" cy="3830500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Create a trace table for this algorithm: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233D-41DE-6588-7EB0-97A3A19FFCB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QUESTION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0572BAA1-AB30-2A31-99DA-E2636EF7873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F9670370-72F4-78E6-7DE3-64A5614A006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21F28121-5FF8-B768-E483-38897AA8B76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CD81634-986F-4974-A0A9-4D21FA765446}"/>
              </a:ext>
            </a:extLst>
          </p:cNvPr>
          <p:cNvSpPr/>
          <p:nvPr/>
        </p:nvSpPr>
        <p:spPr>
          <a:xfrm>
            <a:off x="4386370" y="1537359"/>
            <a:ext cx="5794395" cy="40460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nn-NO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sum = </a:t>
            </a:r>
            <a:r>
              <a:rPr lang="nn-NO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10</a:t>
            </a:r>
            <a:br>
              <a:rPr lang="nn-NO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nn-NO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avg = </a:t>
            </a:r>
            <a:r>
              <a:rPr lang="nn-NO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br>
              <a:rPr lang="nn-NO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nn-NO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 = </a:t>
            </a:r>
            <a:r>
              <a:rPr lang="nn-NO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br>
              <a:rPr lang="nn-NO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nn-NO" sz="24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while</a:t>
            </a:r>
            <a:r>
              <a:rPr lang="nn-NO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(i + </a:t>
            </a:r>
            <a:r>
              <a:rPr lang="nn-NO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4 </a:t>
            </a:r>
            <a:r>
              <a:rPr lang="nn-NO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&lt; </a:t>
            </a:r>
            <a:r>
              <a:rPr lang="nn-NO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10</a:t>
            </a:r>
            <a:r>
              <a:rPr lang="nn-NO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nn-NO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nn-NO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sum += i + </a:t>
            </a:r>
            <a:r>
              <a:rPr lang="nn-NO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5</a:t>
            </a:r>
            <a:br>
              <a:rPr lang="nn-NO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nn-NO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nn-NO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avg += i + </a:t>
            </a:r>
            <a:r>
              <a:rPr lang="nn-NO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3</a:t>
            </a:r>
            <a:br>
              <a:rPr lang="nn-NO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nn-NO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nn-NO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 += </a:t>
            </a:r>
            <a:r>
              <a:rPr lang="nn-NO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br>
              <a:rPr lang="nn-NO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nn-NO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avg /= i</a:t>
            </a:r>
            <a:br>
              <a:rPr lang="nn-NO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nn-NO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nn-NO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nn-NO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nn-NO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nn-NO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endParaRPr lang="nn-NO" sz="2400" dirty="0">
              <a:solidFill>
                <a:srgbClr val="A8AFBE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0594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386392-143E-AF29-937D-6BD2CAAB1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4E6D3C1D-2FC9-5A8F-0680-C3AF2E643DB5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8A1CF06-772E-FF2C-3839-78AAEFA0A11B}"/>
              </a:ext>
            </a:extLst>
          </p:cNvPr>
          <p:cNvSpPr/>
          <p:nvPr/>
        </p:nvSpPr>
        <p:spPr>
          <a:xfrm>
            <a:off x="6157610" y="1363072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77F076D-4943-0214-F6EE-FF302EBEC62C}"/>
              </a:ext>
            </a:extLst>
          </p:cNvPr>
          <p:cNvSpPr/>
          <p:nvPr/>
        </p:nvSpPr>
        <p:spPr>
          <a:xfrm>
            <a:off x="1183710" y="1780701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292782C-EA7B-F0D2-017B-9D6E5AEE03FA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8864B057-355B-8306-248E-60E16CA7C11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7FCFCCE3-C51B-5BE3-133A-CC40A8792F6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F7FEA21-E6C0-9AC9-9EB8-E7528ED5B6C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ANSWER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6D6FC8A7-837D-0C82-0508-398DDF1DB91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D3612398-5230-03BA-7AB5-DC74EB9BDE0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648B85D8-8113-F692-CDA7-CA2CB6F4110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EBE4EB1-6915-95E1-697A-745AB200E6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9326174"/>
              </p:ext>
            </p:extLst>
          </p:nvPr>
        </p:nvGraphicFramePr>
        <p:xfrm>
          <a:off x="2032000" y="1466303"/>
          <a:ext cx="8128000" cy="33375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72792143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8202813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33591601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9623783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9375526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Iteration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i+4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3709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48148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0044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605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253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9269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6916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3811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2087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8128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4FA2EC-9EF9-3D22-D37A-D2C33F0B4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7BC2747-FB23-B074-583B-05DEE5E0EE0E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2017C27-92C2-299E-6755-D147C70435F2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FE46BAD-1368-1BD0-D12A-151BCA712580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86EDE8F-DB6A-6B58-4BF7-E9F7319EADD3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975E50-7FB3-B06D-773B-3642E1C38505}"/>
              </a:ext>
            </a:extLst>
          </p:cNvPr>
          <p:cNvSpPr/>
          <p:nvPr/>
        </p:nvSpPr>
        <p:spPr>
          <a:xfrm>
            <a:off x="421105" y="1212852"/>
            <a:ext cx="6777399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</a:t>
            </a:r>
            <a:r>
              <a:rPr lang="en-US" sz="2800" b="1" i="1" dirty="0">
                <a:solidFill>
                  <a:schemeClr val="accent5">
                    <a:lumMod val="40000"/>
                    <a:lumOff val="60000"/>
                  </a:schemeClr>
                </a:solidFill>
                <a:latin typeface="Bahnschrift" panose="020B0502040204020203" pitchFamily="34" charset="0"/>
              </a:rPr>
              <a:t>data structure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is simply a way of organizing and storing data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Data structures allow for manipulation of the data they contain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Data structures also make their best attempts to be efficient in terms of the speed of the program and how much space they take up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Data structures come in two flavors, static and dynamic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DAAC60-09A2-5F2C-0295-0B8557A1C1F2}"/>
              </a:ext>
            </a:extLst>
          </p:cNvPr>
          <p:cNvSpPr/>
          <p:nvPr/>
        </p:nvSpPr>
        <p:spPr>
          <a:xfrm>
            <a:off x="-105830" y="155969"/>
            <a:ext cx="5616083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DATA STRUCTURES</a:t>
            </a:r>
          </a:p>
        </p:txBody>
      </p:sp>
      <p:pic>
        <p:nvPicPr>
          <p:cNvPr id="10" name="Picture 9" descr="A container of ice cream&#10;&#10;AI-generated content may be incorrect.">
            <a:extLst>
              <a:ext uri="{FF2B5EF4-FFF2-40B4-BE49-F238E27FC236}">
                <a16:creationId xmlns:a16="http://schemas.microsoft.com/office/drawing/2014/main" id="{668FAEA8-31A1-D07F-CE59-8451269C97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8321" y="938421"/>
            <a:ext cx="7926606" cy="627523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AD90842-8733-7A2D-7896-740618043DA5}"/>
              </a:ext>
            </a:extLst>
          </p:cNvPr>
          <p:cNvSpPr txBox="1"/>
          <p:nvPr/>
        </p:nvSpPr>
        <p:spPr>
          <a:xfrm rot="332543">
            <a:off x="8105313" y="4361743"/>
            <a:ext cx="1456311" cy="523220"/>
          </a:xfrm>
          <a:prstGeom prst="rect">
            <a:avLst/>
          </a:prstGeom>
          <a:solidFill>
            <a:srgbClr val="A74923"/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STATIC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822E3A-E06A-E6FA-CBD2-6754950BF046}"/>
              </a:ext>
            </a:extLst>
          </p:cNvPr>
          <p:cNvSpPr txBox="1"/>
          <p:nvPr/>
        </p:nvSpPr>
        <p:spPr>
          <a:xfrm rot="332543">
            <a:off x="8083450" y="4385869"/>
            <a:ext cx="1456311" cy="523220"/>
          </a:xfrm>
          <a:prstGeom prst="rect">
            <a:avLst/>
          </a:prstGeom>
          <a:solidFill>
            <a:srgbClr val="A74923"/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STATIC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4D668F-9E86-4858-48EB-7C5C6FA6E6C4}"/>
              </a:ext>
            </a:extLst>
          </p:cNvPr>
          <p:cNvSpPr txBox="1"/>
          <p:nvPr/>
        </p:nvSpPr>
        <p:spPr>
          <a:xfrm rot="21380449">
            <a:off x="9580142" y="4372924"/>
            <a:ext cx="1776584" cy="523220"/>
          </a:xfrm>
          <a:prstGeom prst="rect">
            <a:avLst/>
          </a:prstGeom>
          <a:solidFill>
            <a:srgbClr val="D2A65C"/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Bahnschrift" panose="020B0502040204020203" pitchFamily="34" charset="0"/>
              </a:rPr>
              <a:t>DYNAMIC</a:t>
            </a:r>
          </a:p>
        </p:txBody>
      </p:sp>
    </p:spTree>
    <p:extLst>
      <p:ext uri="{BB962C8B-B14F-4D97-AF65-F5344CB8AC3E}">
        <p14:creationId xmlns:p14="http://schemas.microsoft.com/office/powerpoint/2010/main" val="207520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537192-49D8-F3C1-26E1-5BF12842F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38834F1A-E41A-20EF-C118-72EB0F1B19AE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71A0FEC-BD66-1651-EF8D-A25D36515F3D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21F96E2-8780-CCDC-D75C-4D382A662863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3060730-7D5E-EB23-E82E-C28D6B1CE721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AC433D-2AB3-C9C1-B4B9-5E82749ACA77}"/>
              </a:ext>
            </a:extLst>
          </p:cNvPr>
          <p:cNvSpPr/>
          <p:nvPr/>
        </p:nvSpPr>
        <p:spPr>
          <a:xfrm>
            <a:off x="421106" y="1212852"/>
            <a:ext cx="4933324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5">
                    <a:lumMod val="40000"/>
                    <a:lumOff val="60000"/>
                  </a:schemeClr>
                </a:solidFill>
                <a:latin typeface="Bahnschrift" panose="020B0502040204020203" pitchFamily="34" charset="0"/>
              </a:rPr>
              <a:t>Static data structures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have predetermined sizes in the system memory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size of this memory will not change while the program is running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Each piece of data has a specific place in memory it can always be found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93F09F-CE46-5D8C-5E38-AD90979842E2}"/>
              </a:ext>
            </a:extLst>
          </p:cNvPr>
          <p:cNvSpPr/>
          <p:nvPr/>
        </p:nvSpPr>
        <p:spPr>
          <a:xfrm>
            <a:off x="-105830" y="155969"/>
            <a:ext cx="6959391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STATIC DATA STRUCTURES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799B0C3-49C2-EF4B-4DF1-AD3E238557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0767878"/>
              </p:ext>
            </p:extLst>
          </p:nvPr>
        </p:nvGraphicFramePr>
        <p:xfrm>
          <a:off x="5690585" y="1608230"/>
          <a:ext cx="6156172" cy="460091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078086">
                  <a:extLst>
                    <a:ext uri="{9D8B030D-6E8A-4147-A177-3AD203B41FA5}">
                      <a16:colId xmlns:a16="http://schemas.microsoft.com/office/drawing/2014/main" val="1841673884"/>
                    </a:ext>
                  </a:extLst>
                </a:gridCol>
                <a:gridCol w="3078086">
                  <a:extLst>
                    <a:ext uri="{9D8B030D-6E8A-4147-A177-3AD203B41FA5}">
                      <a16:colId xmlns:a16="http://schemas.microsoft.com/office/drawing/2014/main" val="3560815255"/>
                    </a:ext>
                  </a:extLst>
                </a:gridCol>
              </a:tblGrid>
              <a:tr h="691884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Pros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Cons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7180288"/>
                  </a:ext>
                </a:extLst>
              </a:tr>
              <a:tr h="390902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08089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3657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9C38FB-82B2-CD2C-C7BF-02C1D3E4B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8569506-A231-71A4-5045-EFE577727AA8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281D508-8FD1-5997-8388-D6F954F05A7E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D1E4ABB-289A-B64F-CF90-3DA6ABF5A6DD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D85DDCA-C869-E94F-8CFE-E90827E13977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D6DB48-2AFA-849F-ABCF-10425852AEE8}"/>
              </a:ext>
            </a:extLst>
          </p:cNvPr>
          <p:cNvSpPr/>
          <p:nvPr/>
        </p:nvSpPr>
        <p:spPr>
          <a:xfrm>
            <a:off x="-105830" y="155969"/>
            <a:ext cx="6959391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STATIC DATA STRUCTURES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DB82293-A564-DA81-A842-AF17F2F057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9823018"/>
              </p:ext>
            </p:extLst>
          </p:nvPr>
        </p:nvGraphicFramePr>
        <p:xfrm>
          <a:off x="1083076" y="1608230"/>
          <a:ext cx="10763682" cy="46329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381841">
                  <a:extLst>
                    <a:ext uri="{9D8B030D-6E8A-4147-A177-3AD203B41FA5}">
                      <a16:colId xmlns:a16="http://schemas.microsoft.com/office/drawing/2014/main" val="1841673884"/>
                    </a:ext>
                  </a:extLst>
                </a:gridCol>
                <a:gridCol w="5381841">
                  <a:extLst>
                    <a:ext uri="{9D8B030D-6E8A-4147-A177-3AD203B41FA5}">
                      <a16:colId xmlns:a16="http://schemas.microsoft.com/office/drawing/2014/main" val="3560815255"/>
                    </a:ext>
                  </a:extLst>
                </a:gridCol>
              </a:tblGrid>
              <a:tr h="691884">
                <a:tc>
                  <a:txBody>
                    <a:bodyPr/>
                    <a:lstStyle/>
                    <a:p>
                      <a:pPr algn="ctr"/>
                      <a:r>
                        <a:rPr lang="en-US" sz="4000" dirty="0">
                          <a:latin typeface="Bahnschrift" panose="020B0502040204020203" pitchFamily="34" charset="0"/>
                        </a:rPr>
                        <a:t>Pros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>
                          <a:latin typeface="Bahnschrift" panose="020B0502040204020203" pitchFamily="34" charset="0"/>
                        </a:rPr>
                        <a:t>Cons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7180288"/>
                  </a:ext>
                </a:extLst>
              </a:tr>
              <a:tr h="3909029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>
                          <a:latin typeface="Bahnschrift" panose="020B0502040204020203" pitchFamily="34" charset="0"/>
                        </a:rPr>
                        <a:t>Quickly access elements (due to known position) using index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>
                          <a:latin typeface="Bahnschrift" panose="020B0502040204020203" pitchFamily="34" charset="0"/>
                        </a:rPr>
                        <a:t>No worries about overflow or underflow in memory as the size is fixed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>
                          <a:latin typeface="Bahnschrift" panose="020B0502040204020203" pitchFamily="34" charset="0"/>
                        </a:rPr>
                        <a:t>Simple to program, no need to check size of 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>
                          <a:latin typeface="Bahnschrift" panose="020B0502040204020203" pitchFamily="34" charset="0"/>
                        </a:rPr>
                        <a:t>Inefficient use of memory if data structure is not full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>
                          <a:latin typeface="Bahnschrift" panose="020B0502040204020203" pitchFamily="34" charset="0"/>
                        </a:rPr>
                        <a:t>Lack of flexibility in sizing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>
                          <a:latin typeface="Bahnschrift" panose="020B0502040204020203" pitchFamily="34" charset="0"/>
                        </a:rPr>
                        <a:t>Deleting an item may leave an open spot between items, wasting memory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>
                          <a:latin typeface="Bahnschrift" panose="020B0502040204020203" pitchFamily="34" charset="0"/>
                        </a:rPr>
                        <a:t>Inserting data between two items can be time consuming</a:t>
                      </a:r>
                    </a:p>
                    <a:p>
                      <a:endParaRPr lang="en-US" sz="2800" dirty="0">
                        <a:latin typeface="Bahnschrift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08089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9869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CBEB1D-AB5C-6668-FDCC-CABD6400B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798EE7C-A091-7BEE-B86D-E2467560EE38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250D40B-3200-38CB-8516-18BA10B965FE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F865918-D787-92B4-0B28-0D8AFD7F9D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7574A30-28C5-5262-51A3-388F8308F7D4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D8AA6A-002C-5CC4-6812-88AF9C0721D0}"/>
              </a:ext>
            </a:extLst>
          </p:cNvPr>
          <p:cNvSpPr/>
          <p:nvPr/>
        </p:nvSpPr>
        <p:spPr>
          <a:xfrm>
            <a:off x="421106" y="1212852"/>
            <a:ext cx="4933324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5">
                    <a:lumMod val="40000"/>
                    <a:lumOff val="60000"/>
                  </a:schemeClr>
                </a:solidFill>
                <a:latin typeface="Bahnschrift" panose="020B0502040204020203" pitchFamily="34" charset="0"/>
              </a:rPr>
              <a:t>Dynamic data structures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have no predetermined size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It can grow or shrink during the run of the program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Elements cannot be directly accessed since we don’t always know where they are until we check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11A108-0140-825D-2B49-4FCC5826AA34}"/>
              </a:ext>
            </a:extLst>
          </p:cNvPr>
          <p:cNvSpPr/>
          <p:nvPr/>
        </p:nvSpPr>
        <p:spPr>
          <a:xfrm>
            <a:off x="-381038" y="155968"/>
            <a:ext cx="7705115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DYNAMIC DATA STRUCTURES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26A96BC-6250-F14A-092B-0C6C9CA4F010}"/>
              </a:ext>
            </a:extLst>
          </p:cNvPr>
          <p:cNvGraphicFramePr>
            <a:graphicFrameLocks noGrp="1"/>
          </p:cNvGraphicFramePr>
          <p:nvPr/>
        </p:nvGraphicFramePr>
        <p:xfrm>
          <a:off x="5690585" y="1608230"/>
          <a:ext cx="6156172" cy="460091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078086">
                  <a:extLst>
                    <a:ext uri="{9D8B030D-6E8A-4147-A177-3AD203B41FA5}">
                      <a16:colId xmlns:a16="http://schemas.microsoft.com/office/drawing/2014/main" val="1841673884"/>
                    </a:ext>
                  </a:extLst>
                </a:gridCol>
                <a:gridCol w="3078086">
                  <a:extLst>
                    <a:ext uri="{9D8B030D-6E8A-4147-A177-3AD203B41FA5}">
                      <a16:colId xmlns:a16="http://schemas.microsoft.com/office/drawing/2014/main" val="3560815255"/>
                    </a:ext>
                  </a:extLst>
                </a:gridCol>
              </a:tblGrid>
              <a:tr h="691884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Pros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Cons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7180288"/>
                  </a:ext>
                </a:extLst>
              </a:tr>
              <a:tr h="390902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08089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5053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0673E3-5497-7E2A-08DA-043CC6687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B55041E-4F08-00DF-F196-C1D6B8EFE35D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594593A-4390-C058-E5FC-699F2768BC70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30C4087-8E22-ECE7-E5FD-F2B14460B1D0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1EF0556-DFC6-A204-B0F8-A0DA07B76DB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06486B-B417-7DE7-7571-3E4832FE397A}"/>
              </a:ext>
            </a:extLst>
          </p:cNvPr>
          <p:cNvSpPr/>
          <p:nvPr/>
        </p:nvSpPr>
        <p:spPr>
          <a:xfrm>
            <a:off x="-398793" y="155968"/>
            <a:ext cx="7944813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DYNAMIC DATA STRUCTURES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0A3CD4B-3650-22E2-F556-C431F6F073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1467481"/>
              </p:ext>
            </p:extLst>
          </p:nvPr>
        </p:nvGraphicFramePr>
        <p:xfrm>
          <a:off x="1083076" y="1608230"/>
          <a:ext cx="10763682" cy="461006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381841">
                  <a:extLst>
                    <a:ext uri="{9D8B030D-6E8A-4147-A177-3AD203B41FA5}">
                      <a16:colId xmlns:a16="http://schemas.microsoft.com/office/drawing/2014/main" val="1841673884"/>
                    </a:ext>
                  </a:extLst>
                </a:gridCol>
                <a:gridCol w="5381841">
                  <a:extLst>
                    <a:ext uri="{9D8B030D-6E8A-4147-A177-3AD203B41FA5}">
                      <a16:colId xmlns:a16="http://schemas.microsoft.com/office/drawing/2014/main" val="3560815255"/>
                    </a:ext>
                  </a:extLst>
                </a:gridCol>
              </a:tblGrid>
              <a:tr h="691884">
                <a:tc>
                  <a:txBody>
                    <a:bodyPr/>
                    <a:lstStyle/>
                    <a:p>
                      <a:pPr algn="ctr"/>
                      <a:r>
                        <a:rPr lang="en-US" sz="4000" dirty="0">
                          <a:latin typeface="Bahnschrift" panose="020B0502040204020203" pitchFamily="34" charset="0"/>
                        </a:rPr>
                        <a:t>Pros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>
                          <a:latin typeface="Bahnschrift" panose="020B0502040204020203" pitchFamily="34" charset="0"/>
                        </a:rPr>
                        <a:t>Cons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7180288"/>
                  </a:ext>
                </a:extLst>
              </a:tr>
              <a:tr h="3909029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>
                          <a:latin typeface="Bahnschrift" panose="020B0502040204020203" pitchFamily="34" charset="0"/>
                        </a:rPr>
                        <a:t>Very flexible, can shrink or grow as needed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>
                          <a:latin typeface="Bahnschrift" panose="020B0502040204020203" pitchFamily="34" charset="0"/>
                        </a:rPr>
                        <a:t>Efficient use of memory, none is wasted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>
                          <a:latin typeface="Bahnschrift" panose="020B0502040204020203" pitchFamily="34" charset="0"/>
                        </a:rPr>
                        <a:t>Insertion and deletion of items is very quick and easy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>
                          <a:latin typeface="Bahnschrift" panose="020B0502040204020203" pitchFamily="34" charset="0"/>
                        </a:rPr>
                        <a:t>Structure has a chance to overflow or underflow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>
                          <a:latin typeface="Bahnschrift" panose="020B0502040204020203" pitchFamily="34" charset="0"/>
                        </a:rPr>
                        <a:t>Harder to use in programming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>
                          <a:latin typeface="Bahnschrift" panose="020B0502040204020203" pitchFamily="34" charset="0"/>
                        </a:rPr>
                        <a:t>Can be less time efficient and take longer to access items</a:t>
                      </a:r>
                    </a:p>
                    <a:p>
                      <a:endParaRPr lang="en-US" sz="2800" dirty="0">
                        <a:latin typeface="Bahnschrift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08089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9014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5667D8-0515-DE83-72C1-41EF95834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D97B233-A0A7-21D8-BC98-C438D2E874FD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5A4D8D3-0A5F-064E-3F48-7B967E24054D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89210E3-6844-6C6A-0A6F-B19255DAADC3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D9052C0-AFC8-A23D-28A6-3751E06EE26F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6EBCCC-F39B-8B92-5D92-0EC5D73C9F1C}"/>
              </a:ext>
            </a:extLst>
          </p:cNvPr>
          <p:cNvSpPr/>
          <p:nvPr/>
        </p:nvSpPr>
        <p:spPr>
          <a:xfrm>
            <a:off x="421106" y="1212852"/>
            <a:ext cx="5112836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5">
                    <a:lumMod val="40000"/>
                    <a:lumOff val="60000"/>
                  </a:schemeClr>
                </a:solidFill>
                <a:latin typeface="Bahnschrift" panose="020B0502040204020203" pitchFamily="34" charset="0"/>
              </a:rPr>
              <a:t>Lists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are a data structure that allow for the storage of elements of the same data type under one variable.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Elements are then accessed using brackets (also known as crotchets apparently) containing an index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index of the first item is 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357764-D65A-E66C-7C86-9B45F4216836}"/>
              </a:ext>
            </a:extLst>
          </p:cNvPr>
          <p:cNvSpPr/>
          <p:nvPr/>
        </p:nvSpPr>
        <p:spPr>
          <a:xfrm>
            <a:off x="0" y="155968"/>
            <a:ext cx="5112836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ARRAYS AND LISTS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18A6CD-5F58-2CCC-427C-406D0ECB2A7D}"/>
              </a:ext>
            </a:extLst>
          </p:cNvPr>
          <p:cNvSpPr/>
          <p:nvPr/>
        </p:nvSpPr>
        <p:spPr>
          <a:xfrm>
            <a:off x="5929481" y="2261627"/>
            <a:ext cx="5744945" cy="23347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24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myList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= [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14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32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12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13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19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</a:t>
            </a:r>
            <a:b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myList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])</a:t>
            </a:r>
            <a:b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myList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3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28628671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37CA72-97B0-E396-87AE-C46859D47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E5107DA-1390-7B8D-4D9D-86621818FDCA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1075E6A-AF62-72EA-7DB3-3B55129EBAE8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8F37DEA-6109-8E0B-C8C6-7F38F75457C7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63CCBB8-BD37-359C-F9B7-1BD17C4EBDC5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6109EA-3B11-0AC2-EC3B-65F75BB253E3}"/>
              </a:ext>
            </a:extLst>
          </p:cNvPr>
          <p:cNvSpPr/>
          <p:nvPr/>
        </p:nvSpPr>
        <p:spPr>
          <a:xfrm>
            <a:off x="421106" y="1212852"/>
            <a:ext cx="5112836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 can create lists by placing the items you would like in them inside of brackets, like I have on the left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 can also initialize an array with a certain number of items using multiplication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C92EBE-A512-35A4-AF11-D495A00CF19D}"/>
              </a:ext>
            </a:extLst>
          </p:cNvPr>
          <p:cNvSpPr/>
          <p:nvPr/>
        </p:nvSpPr>
        <p:spPr>
          <a:xfrm>
            <a:off x="0" y="155968"/>
            <a:ext cx="5112836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INITIALIZING LISTS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F6DDE1-DA3F-0398-998E-1BE495E30003}"/>
              </a:ext>
            </a:extLst>
          </p:cNvPr>
          <p:cNvSpPr/>
          <p:nvPr/>
        </p:nvSpPr>
        <p:spPr>
          <a:xfrm>
            <a:off x="5929481" y="2261627"/>
            <a:ext cx="5744945" cy="23347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24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myList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= [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14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32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12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13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19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</a:t>
            </a:r>
            <a:b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mySecondList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= [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]*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5</a:t>
            </a:r>
            <a:endParaRPr lang="en-US" sz="2400" dirty="0">
              <a:solidFill>
                <a:srgbClr val="A8AFBE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37667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E5DF45-8B44-9515-6BDB-3FA0BB820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824BEEC-19AF-59E3-8A69-AA52D34E9D92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55EB641-C576-390B-6652-AEB0706A02EF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8915FA3-2395-3C7A-3144-DD759AB2E48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4DEBDBD-E454-4E5E-2F16-B3CC4CCEC331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C2B24E-28C7-78C1-0AC8-5AAAAFC448A8}"/>
              </a:ext>
            </a:extLst>
          </p:cNvPr>
          <p:cNvSpPr/>
          <p:nvPr/>
        </p:nvSpPr>
        <p:spPr>
          <a:xfrm>
            <a:off x="421105" y="1212852"/>
            <a:ext cx="11022211" cy="174363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you use the multiplication to make a list, you may want to loop and even let the user fill in the list themselves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83DCF3-0C64-B4B2-9749-350E1E470F26}"/>
              </a:ext>
            </a:extLst>
          </p:cNvPr>
          <p:cNvSpPr/>
          <p:nvPr/>
        </p:nvSpPr>
        <p:spPr>
          <a:xfrm>
            <a:off x="0" y="155968"/>
            <a:ext cx="5112836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INITIALIZING LISTS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8A8125-8A65-5CB2-BED2-912F917D6C96}"/>
              </a:ext>
            </a:extLst>
          </p:cNvPr>
          <p:cNvSpPr/>
          <p:nvPr/>
        </p:nvSpPr>
        <p:spPr>
          <a:xfrm>
            <a:off x="550416" y="3513916"/>
            <a:ext cx="11126739" cy="23347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24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mySecondList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= [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]*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5</a:t>
            </a:r>
            <a:b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sz="24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4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en-US" sz="24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range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5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mySecondList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sz="24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 = </a:t>
            </a:r>
            <a:r>
              <a:rPr lang="en-US" sz="24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input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75AA5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"Enter a whole number: "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42359193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B19141-70B3-4FCE-0241-A62EB4AEE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7AB916D-674C-E226-8283-EA11F9A174B1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7BA0496-0F6D-9A41-9A9F-748B0E4D4A64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20C8FF3-FBDC-CB3D-2BBF-F3482517A2CC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206EEA6-2D99-64E2-EC77-6973C4EA2757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A1E36E-57E8-D0DE-93F7-122895408208}"/>
              </a:ext>
            </a:extLst>
          </p:cNvPr>
          <p:cNvSpPr/>
          <p:nvPr/>
        </p:nvSpPr>
        <p:spPr>
          <a:xfrm>
            <a:off x="421105" y="1212852"/>
            <a:ext cx="11022211" cy="174363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Lists can hold multiple data types, but only one data type at a time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7E8183-5BEC-33CF-6303-50484A2595CD}"/>
              </a:ext>
            </a:extLst>
          </p:cNvPr>
          <p:cNvSpPr/>
          <p:nvPr/>
        </p:nvSpPr>
        <p:spPr>
          <a:xfrm>
            <a:off x="-1" y="155968"/>
            <a:ext cx="5801459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DATA TYPES IN LISTS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7ECC92-4C74-7B0B-5259-3B4EAC3283BB}"/>
              </a:ext>
            </a:extLst>
          </p:cNvPr>
          <p:cNvSpPr/>
          <p:nvPr/>
        </p:nvSpPr>
        <p:spPr>
          <a:xfrm>
            <a:off x="550416" y="3513916"/>
            <a:ext cx="11126739" cy="23347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names = [</a:t>
            </a:r>
            <a:r>
              <a:rPr lang="en-US" sz="2400" dirty="0">
                <a:solidFill>
                  <a:srgbClr val="75AA5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"Joe"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75AA5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"Jerry"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75AA5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"Jerome"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</a:t>
            </a:r>
            <a:b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score = [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88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12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100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4217193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1FEFB0-A5F5-7017-75E2-78B00D240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53599B55-F8B3-7E8F-7EE3-AA65C0848405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DC7DC1A-71C0-FA1F-D3A0-D1F5A3686312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B08C942-17B5-8867-012D-30C1661087D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699467D-CC10-AFE2-973E-0BC53ECE15A3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010451-FE5C-C287-37E5-AEBB956FA87B}"/>
              </a:ext>
            </a:extLst>
          </p:cNvPr>
          <p:cNvSpPr/>
          <p:nvPr/>
        </p:nvSpPr>
        <p:spPr>
          <a:xfrm>
            <a:off x="421105" y="1212852"/>
            <a:ext cx="11022211" cy="2019444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the information in two lists is meant to correspond with each other, like these names to grades, they are called </a:t>
            </a:r>
            <a:r>
              <a:rPr lang="en-US" sz="2800" b="1" i="1" dirty="0">
                <a:solidFill>
                  <a:schemeClr val="accent5">
                    <a:lumMod val="40000"/>
                    <a:lumOff val="60000"/>
                  </a:schemeClr>
                </a:solidFill>
                <a:latin typeface="Bahnschrift" panose="020B0502040204020203" pitchFamily="34" charset="0"/>
              </a:rPr>
              <a:t>parallel lists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Parallel lists are useful, but can be tricky to manage if you are adding and removing items often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8F6399-ED12-2ABA-7DB1-7946EF90141A}"/>
              </a:ext>
            </a:extLst>
          </p:cNvPr>
          <p:cNvSpPr/>
          <p:nvPr/>
        </p:nvSpPr>
        <p:spPr>
          <a:xfrm>
            <a:off x="-1" y="155968"/>
            <a:ext cx="5801459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PARALLEL LISTS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A5D90C-6338-BFE2-13EE-4094D631CD87}"/>
              </a:ext>
            </a:extLst>
          </p:cNvPr>
          <p:cNvSpPr/>
          <p:nvPr/>
        </p:nvSpPr>
        <p:spPr>
          <a:xfrm>
            <a:off x="532630" y="3717853"/>
            <a:ext cx="11126739" cy="23347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names = [</a:t>
            </a:r>
            <a:r>
              <a:rPr lang="en-US" sz="2400" dirty="0">
                <a:solidFill>
                  <a:srgbClr val="75AA5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"Joe"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75AA5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"Jerry"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75AA5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"Jerome"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</a:t>
            </a:r>
            <a:b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score = [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88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12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100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824613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76097E-B2A5-6777-EAA5-615829288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3C4EF6A5-BC94-6343-DC10-C834ACAF8D70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7F96962-937B-54D1-1BCD-B09254E8D3C9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91350C5-23B3-0C44-27AE-73D7E80BAB0D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598CF0D-67E6-EECC-48F6-7933A2910F28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F3D3B0-E47B-AABD-0B5D-761737DB6E6B}"/>
              </a:ext>
            </a:extLst>
          </p:cNvPr>
          <p:cNvSpPr/>
          <p:nvPr/>
        </p:nvSpPr>
        <p:spPr>
          <a:xfrm>
            <a:off x="421106" y="1212852"/>
            <a:ext cx="5112836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5">
                    <a:lumMod val="40000"/>
                    <a:lumOff val="60000"/>
                  </a:schemeClr>
                </a:solidFill>
                <a:latin typeface="Bahnschrift" panose="020B0502040204020203" pitchFamily="34" charset="0"/>
              </a:rPr>
              <a:t>Two-dimensional, or 2D Lists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can be looked at as a table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Two indices are used, one for the row, and one for the column. Rows are always first and columns are always second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is sort of backwards from how we might think of an X/Y coordinate grid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CBC383-E876-9628-5738-628A266950F7}"/>
              </a:ext>
            </a:extLst>
          </p:cNvPr>
          <p:cNvSpPr/>
          <p:nvPr/>
        </p:nvSpPr>
        <p:spPr>
          <a:xfrm>
            <a:off x="106532" y="155968"/>
            <a:ext cx="2725445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2D LISTS</a:t>
            </a:r>
          </a:p>
        </p:txBody>
      </p:sp>
      <p:pic>
        <p:nvPicPr>
          <p:cNvPr id="6" name="Picture 5" descr="A diagram of a mathematical equation&#10;&#10;AI-generated content may be incorrect.">
            <a:extLst>
              <a:ext uri="{FF2B5EF4-FFF2-40B4-BE49-F238E27FC236}">
                <a16:creationId xmlns:a16="http://schemas.microsoft.com/office/drawing/2014/main" id="{0FD8DDD3-63AC-49A9-D29C-CAFBA4AAF3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3650" y="1961187"/>
            <a:ext cx="5801459" cy="3263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8128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15FC9F-86CB-AC9F-5F1F-DB59DF576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7D6B578-ACE2-B9F2-60E4-A599B4F1D424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599DF95-58D7-32D4-CEB5-61315E7C1017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1069564-080A-D53A-08C6-4FBA36CC867E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FB1D9BA-20B3-2299-59FC-A322D45F364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2A8C14-E441-6C75-5943-B507AC5BCDE5}"/>
              </a:ext>
            </a:extLst>
          </p:cNvPr>
          <p:cNvSpPr/>
          <p:nvPr/>
        </p:nvSpPr>
        <p:spPr>
          <a:xfrm>
            <a:off x="421106" y="1212852"/>
            <a:ext cx="10915678" cy="2125152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Functionally though, a 2D list is just a list of lists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There are a couple of ways to write these out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Note the specific bracket structure of both of these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11FA66-9C2F-5CE0-02FF-200E302A6ADE}"/>
              </a:ext>
            </a:extLst>
          </p:cNvPr>
          <p:cNvSpPr/>
          <p:nvPr/>
        </p:nvSpPr>
        <p:spPr>
          <a:xfrm>
            <a:off x="106532" y="155968"/>
            <a:ext cx="2725445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2D LISTS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CBD4E2-FA33-098E-1745-ACC9E29F8EB7}"/>
              </a:ext>
            </a:extLst>
          </p:cNvPr>
          <p:cNvSpPr/>
          <p:nvPr/>
        </p:nvSpPr>
        <p:spPr>
          <a:xfrm>
            <a:off x="503035" y="3717853"/>
            <a:ext cx="11026356" cy="280941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#this creates and populates a 2D list</a:t>
            </a:r>
            <a:br>
              <a:rPr lang="en-US" sz="24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twoDeeList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= [[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3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4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b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        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5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9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]]</a:t>
            </a:r>
            <a:b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#this creates a 2D list of a certain</a:t>
            </a:r>
            <a:br>
              <a:rPr lang="en-US" sz="24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#size filled with zeroes</a:t>
            </a:r>
            <a:br>
              <a:rPr lang="en-US" sz="24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numList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= [[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 </a:t>
            </a:r>
            <a:r>
              <a:rPr lang="en-US" sz="24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sz="24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4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en-US" sz="24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range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2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)] </a:t>
            </a:r>
            <a:r>
              <a:rPr lang="en-US" sz="24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j </a:t>
            </a:r>
            <a:r>
              <a:rPr lang="en-US" sz="24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en-US" sz="24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range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3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)]</a:t>
            </a:r>
          </a:p>
          <a:p>
            <a:pPr>
              <a:buNone/>
            </a:pPr>
            <a:endParaRPr lang="en-US" sz="2400" dirty="0">
              <a:solidFill>
                <a:srgbClr val="A8AFBE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29735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5BD67A-AC89-90A5-6E2F-4291162A4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39C6A56F-56D4-D7A5-96D8-0955BA20F83A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F1EEE1D-DE9D-5DC8-1C6E-4BB2F424CE5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D55BA1E-310D-4A9F-B509-EA6802DDF1FF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4F6BD00-F442-C167-644E-D8E76C0BF988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8C2FFF-1CF6-CE8C-6F98-963DCD224168}"/>
              </a:ext>
            </a:extLst>
          </p:cNvPr>
          <p:cNvSpPr/>
          <p:nvPr/>
        </p:nvSpPr>
        <p:spPr>
          <a:xfrm>
            <a:off x="421106" y="1212852"/>
            <a:ext cx="10915678" cy="2870876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you want to access everything inside of a 2D list, you have to use two nested loops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One is for the rows, the other is for the columns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To index it, use the name of the list, and the row and columns in individual brackets.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BD604E-0C44-B047-E0C3-4D62A76507DA}"/>
              </a:ext>
            </a:extLst>
          </p:cNvPr>
          <p:cNvSpPr/>
          <p:nvPr/>
        </p:nvSpPr>
        <p:spPr>
          <a:xfrm>
            <a:off x="106532" y="155968"/>
            <a:ext cx="5584054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ACCESSING 2D LISTS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BEF46F-DEC1-8A3D-784C-8065ED12AAEF}"/>
              </a:ext>
            </a:extLst>
          </p:cNvPr>
          <p:cNvSpPr/>
          <p:nvPr/>
        </p:nvSpPr>
        <p:spPr>
          <a:xfrm>
            <a:off x="503035" y="4507822"/>
            <a:ext cx="11026356" cy="201944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24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#this creates and populates a 2D list</a:t>
            </a:r>
            <a:br>
              <a:rPr lang="en-US" sz="24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twoDeeList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= [[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3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4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b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        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5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9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]]</a:t>
            </a:r>
            <a:b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twoDeeList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2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531177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3ABDB3-7C5D-9606-CC77-2950A3E11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3EEA468-B698-2EA4-EC96-63D2C1F12DED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5C10CAE-F3A4-DB65-6D95-C1FE50E25DEF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B4C84-3C38-9D24-4E95-16A2FA6265F7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4567763-4D8F-13E0-8E61-93A9492124B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9AC32C-5C6F-1CED-5ADA-2655BA522996}"/>
              </a:ext>
            </a:extLst>
          </p:cNvPr>
          <p:cNvSpPr/>
          <p:nvPr/>
        </p:nvSpPr>
        <p:spPr>
          <a:xfrm>
            <a:off x="421106" y="1212852"/>
            <a:ext cx="2301291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example shows a 3x3 list getting initialized, populated, and printed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23ADDB-3308-F51C-B665-761F678F4FEE}"/>
              </a:ext>
            </a:extLst>
          </p:cNvPr>
          <p:cNvSpPr/>
          <p:nvPr/>
        </p:nvSpPr>
        <p:spPr>
          <a:xfrm>
            <a:off x="-179513" y="155968"/>
            <a:ext cx="5533942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ACCESSING 2D LISTS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E10820-3924-F727-DF84-B7275530AF1F}"/>
              </a:ext>
            </a:extLst>
          </p:cNvPr>
          <p:cNvSpPr/>
          <p:nvPr/>
        </p:nvSpPr>
        <p:spPr>
          <a:xfrm>
            <a:off x="3894595" y="2840854"/>
            <a:ext cx="7634796" cy="386117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20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= [[</a:t>
            </a:r>
            <a:r>
              <a:rPr lang="en-US" sz="20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 </a:t>
            </a:r>
            <a:r>
              <a:rPr lang="en-US" sz="20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sz="20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en-US" sz="20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range</a:t>
            </a:r>
            <a:r>
              <a:rPr 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3</a:t>
            </a:r>
            <a:r>
              <a:rPr 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)] </a:t>
            </a:r>
            <a:r>
              <a:rPr lang="en-US" sz="20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j </a:t>
            </a:r>
            <a:r>
              <a:rPr lang="en-US" sz="20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en-US" sz="20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range</a:t>
            </a:r>
            <a:r>
              <a:rPr 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3</a:t>
            </a:r>
            <a:r>
              <a:rPr 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)]</a:t>
            </a:r>
          </a:p>
          <a:p>
            <a:pPr>
              <a:buNone/>
            </a:pPr>
            <a:br>
              <a:rPr 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#populating the list</a:t>
            </a:r>
            <a:br>
              <a:rPr lang="en-US" sz="20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sz="20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en-US" sz="20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range</a:t>
            </a:r>
            <a:r>
              <a:rPr 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sz="20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20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3</a:t>
            </a:r>
            <a:r>
              <a:rPr 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j </a:t>
            </a:r>
            <a:r>
              <a:rPr lang="en-US" sz="20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en-US" sz="20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range</a:t>
            </a:r>
            <a:r>
              <a:rPr 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sz="20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20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3</a:t>
            </a:r>
            <a:r>
              <a:rPr 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0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sz="20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][j] = </a:t>
            </a:r>
            <a:r>
              <a:rPr lang="en-US" sz="20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input</a:t>
            </a:r>
            <a:r>
              <a:rPr 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75AA5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"Enter a number"</a:t>
            </a:r>
            <a:r>
              <a:rPr 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))</a:t>
            </a:r>
          </a:p>
          <a:p>
            <a:pPr>
              <a:buNone/>
            </a:pPr>
            <a:br>
              <a:rPr 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#printing the list</a:t>
            </a:r>
            <a:br>
              <a:rPr lang="en-US" sz="20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sz="20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en-US" sz="20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range</a:t>
            </a:r>
            <a:r>
              <a:rPr 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sz="20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20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3</a:t>
            </a:r>
            <a:r>
              <a:rPr 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j </a:t>
            </a:r>
            <a:r>
              <a:rPr lang="en-US" sz="20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en-US" sz="20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range</a:t>
            </a:r>
            <a:r>
              <a:rPr 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sz="20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20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3</a:t>
            </a:r>
            <a:r>
              <a:rPr 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0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sz="20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][j]</a:t>
            </a:r>
            <a:r>
              <a:rPr lang="en-US" sz="20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000" dirty="0">
                <a:solidFill>
                  <a:srgbClr val="75AA5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 "</a:t>
            </a:r>
            <a:r>
              <a:rPr lang="en-US" sz="20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000" dirty="0">
                <a:solidFill>
                  <a:srgbClr val="AA492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end</a:t>
            </a:r>
            <a:r>
              <a:rPr 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sz="2000" dirty="0">
                <a:solidFill>
                  <a:srgbClr val="75AA5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""</a:t>
            </a:r>
            <a:r>
              <a:rPr 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75AA5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2000" b="1" dirty="0">
                <a:solidFill>
                  <a:srgbClr val="AC6EB7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\n</a:t>
            </a:r>
            <a:r>
              <a:rPr lang="en-US" sz="2000" dirty="0">
                <a:solidFill>
                  <a:srgbClr val="75AA5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30F5B7-BEDB-7DDE-B1F0-DD50EEA1EEDC}"/>
              </a:ext>
            </a:extLst>
          </p:cNvPr>
          <p:cNvSpPr/>
          <p:nvPr/>
        </p:nvSpPr>
        <p:spPr>
          <a:xfrm>
            <a:off x="6837573" y="311889"/>
            <a:ext cx="4516539" cy="2255680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ahnschrift" panose="020B0502040204020203" pitchFamily="34" charset="0"/>
              </a:rPr>
              <a:t>Adding </a:t>
            </a:r>
            <a:r>
              <a:rPr lang="en-US" sz="28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800" dirty="0">
                <a:solidFill>
                  <a:srgbClr val="AA492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end</a:t>
            </a:r>
            <a:r>
              <a:rPr lang="en-US" sz="28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sz="2800" dirty="0">
                <a:solidFill>
                  <a:srgbClr val="75AA5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""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  <a:cs typeface="Cascadia Code" panose="020B0609020000020004" pitchFamily="49" charset="0"/>
              </a:rPr>
              <a:t>to the end of a print makes it not go to the next line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2407C3-1B4D-27C7-2E06-1060F572BE8B}"/>
              </a:ext>
            </a:extLst>
          </p:cNvPr>
          <p:cNvSpPr/>
          <p:nvPr/>
        </p:nvSpPr>
        <p:spPr>
          <a:xfrm>
            <a:off x="6554037" y="99608"/>
            <a:ext cx="1708202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NOTE!</a:t>
            </a:r>
          </a:p>
        </p:txBody>
      </p:sp>
    </p:spTree>
    <p:extLst>
      <p:ext uri="{BB962C8B-B14F-4D97-AF65-F5344CB8AC3E}">
        <p14:creationId xmlns:p14="http://schemas.microsoft.com/office/powerpoint/2010/main" val="26508762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9ADBEB-9609-73AE-864F-56055C467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56AE558C-C66E-0A81-4B3F-DA8FA6E68BB0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BDCE523-A931-3D36-1E17-A0F6B3F84179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7E4D6E9-02AF-BF84-1B90-45CBBCF046FE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6C173BA-063E-0818-8E3C-3BBDA8C45559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4A5673-ECB7-5887-D8C0-D0A6DB5874F9}"/>
              </a:ext>
            </a:extLst>
          </p:cNvPr>
          <p:cNvSpPr/>
          <p:nvPr/>
        </p:nvSpPr>
        <p:spPr>
          <a:xfrm>
            <a:off x="421106" y="1212852"/>
            <a:ext cx="10818024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 Python, lists are dynamic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means that a list does not have a fixed size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 can initialize a list with a fixed size like we saw earlier to use it in a more ‘static’ way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But if we want to use it dynamically, we use some list functions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78D1A7-5AF5-F300-D145-3A212D38F43C}"/>
              </a:ext>
            </a:extLst>
          </p:cNvPr>
          <p:cNvSpPr/>
          <p:nvPr/>
        </p:nvSpPr>
        <p:spPr>
          <a:xfrm>
            <a:off x="106532" y="155968"/>
            <a:ext cx="4296792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DYNAMIC LISTS</a:t>
            </a:r>
          </a:p>
        </p:txBody>
      </p:sp>
    </p:spTree>
    <p:extLst>
      <p:ext uri="{BB962C8B-B14F-4D97-AF65-F5344CB8AC3E}">
        <p14:creationId xmlns:p14="http://schemas.microsoft.com/office/powerpoint/2010/main" val="34481346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14569F-8245-3CCE-5401-91C230E2F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53272D7B-EFCA-A35A-7AAA-5C9A71E327AC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3DA4FE0-90F0-C551-E081-C3AAF0524785}"/>
              </a:ext>
            </a:extLst>
          </p:cNvPr>
          <p:cNvSpPr/>
          <p:nvPr/>
        </p:nvSpPr>
        <p:spPr>
          <a:xfrm>
            <a:off x="5533942" y="1635095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D7309C6-645B-996A-F7AD-A24125EC6D5E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A292441-AF3B-9AB8-7F1B-18B91627C651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6460A1-FF14-C385-6B2A-3377984EFAEE}"/>
              </a:ext>
            </a:extLst>
          </p:cNvPr>
          <p:cNvSpPr/>
          <p:nvPr/>
        </p:nvSpPr>
        <p:spPr>
          <a:xfrm>
            <a:off x="421106" y="1212852"/>
            <a:ext cx="5112836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5">
                    <a:lumMod val="40000"/>
                    <a:lumOff val="60000"/>
                  </a:schemeClr>
                </a:solidFill>
                <a:latin typeface="Bahnschrift" panose="020B0502040204020203" pitchFamily="34" charset="0"/>
              </a:rPr>
              <a:t>Appending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an item to a list adds it at the end of the list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item you want to be added is passed in parenthesis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is similar to how the functions we have written work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554B3C-1F7E-553A-AE7E-45C8928F4B77}"/>
              </a:ext>
            </a:extLst>
          </p:cNvPr>
          <p:cNvSpPr/>
          <p:nvPr/>
        </p:nvSpPr>
        <p:spPr>
          <a:xfrm>
            <a:off x="0" y="155968"/>
            <a:ext cx="4003829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LIST APPEND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DC5C56-6CA3-DD38-C845-3C65508EB83F}"/>
              </a:ext>
            </a:extLst>
          </p:cNvPr>
          <p:cNvSpPr/>
          <p:nvPr/>
        </p:nvSpPr>
        <p:spPr>
          <a:xfrm>
            <a:off x="5929481" y="2261627"/>
            <a:ext cx="5744945" cy="23347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24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myList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= [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32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</a:t>
            </a:r>
            <a:b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myList.append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14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myList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481930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B134E5-9787-A0EC-DBAD-EA8DF6CF3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634DF66-F092-6C6F-9F90-CEAB8E1ED93F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E136A07-4E1E-BC23-00CC-245319E2FA97}"/>
              </a:ext>
            </a:extLst>
          </p:cNvPr>
          <p:cNvSpPr/>
          <p:nvPr/>
        </p:nvSpPr>
        <p:spPr>
          <a:xfrm>
            <a:off x="5533942" y="1635095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611F994-B315-08EC-8B45-47C04C36A33C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9AA12C4-098E-EF0F-C4B4-9F6A58428284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B1D080-F3A1-20DC-672F-66D84E0A0FA6}"/>
              </a:ext>
            </a:extLst>
          </p:cNvPr>
          <p:cNvSpPr/>
          <p:nvPr/>
        </p:nvSpPr>
        <p:spPr>
          <a:xfrm>
            <a:off x="421106" y="1212852"/>
            <a:ext cx="5112836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5">
                    <a:lumMod val="40000"/>
                    <a:lumOff val="60000"/>
                  </a:schemeClr>
                </a:solidFill>
                <a:latin typeface="Bahnschrift" panose="020B0502040204020203" pitchFamily="34" charset="0"/>
              </a:rPr>
              <a:t>Inserting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an item to a list specifies the index you want to add it as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index you want the item at gets passed first, followed by the item itself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1B6493-B6A4-E416-ACBF-25BD434CCD54}"/>
              </a:ext>
            </a:extLst>
          </p:cNvPr>
          <p:cNvSpPr/>
          <p:nvPr/>
        </p:nvSpPr>
        <p:spPr>
          <a:xfrm>
            <a:off x="0" y="155968"/>
            <a:ext cx="4003829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LIST INSERT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DAEC73-4F0B-2D3D-6AF2-297EEC7499D9}"/>
              </a:ext>
            </a:extLst>
          </p:cNvPr>
          <p:cNvSpPr/>
          <p:nvPr/>
        </p:nvSpPr>
        <p:spPr>
          <a:xfrm>
            <a:off x="5929481" y="2261627"/>
            <a:ext cx="5744945" cy="23347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24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myList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= [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10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55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32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</a:t>
            </a:r>
            <a:b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myList.insert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14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myList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127635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1C7324-7538-D465-E85A-5BB3A2C5D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3775E9A-EF27-6330-7C62-D6020A3F22F4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21C7A0C-4C7E-954C-FF61-01B08106C2BB}"/>
              </a:ext>
            </a:extLst>
          </p:cNvPr>
          <p:cNvSpPr/>
          <p:nvPr/>
        </p:nvSpPr>
        <p:spPr>
          <a:xfrm>
            <a:off x="5533942" y="1635095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093F35-DCFC-1033-7479-94AF0154B84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69C817E-1C2C-2EF2-53C7-BE2DC822604D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C199A1-B746-6A6A-FA34-A128D490C371}"/>
              </a:ext>
            </a:extLst>
          </p:cNvPr>
          <p:cNvSpPr/>
          <p:nvPr/>
        </p:nvSpPr>
        <p:spPr>
          <a:xfrm>
            <a:off x="421106" y="1212852"/>
            <a:ext cx="5112836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5">
                    <a:lumMod val="40000"/>
                    <a:lumOff val="60000"/>
                  </a:schemeClr>
                </a:solidFill>
                <a:latin typeface="Bahnschrift" panose="020B0502040204020203" pitchFamily="34" charset="0"/>
              </a:rPr>
              <a:t>Removing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an item from a list deletes a specific item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 tell the list the ITEM you want to remove, not the index that item is at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FA6312-8D5D-5C7C-1A6E-CF08C3EE4E0F}"/>
              </a:ext>
            </a:extLst>
          </p:cNvPr>
          <p:cNvSpPr/>
          <p:nvPr/>
        </p:nvSpPr>
        <p:spPr>
          <a:xfrm>
            <a:off x="0" y="155968"/>
            <a:ext cx="4003829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LIST REMOVAL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6AFAC1-4AB9-6729-431E-50E66E6684AD}"/>
              </a:ext>
            </a:extLst>
          </p:cNvPr>
          <p:cNvSpPr/>
          <p:nvPr/>
        </p:nvSpPr>
        <p:spPr>
          <a:xfrm>
            <a:off x="5929481" y="2261627"/>
            <a:ext cx="5744945" cy="23347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24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myList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= [</a:t>
            </a:r>
            <a:r>
              <a:rPr lang="en-US" sz="2400" dirty="0">
                <a:solidFill>
                  <a:srgbClr val="75AA5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"Toe"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75AA5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"Jam"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75AA5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"Earl"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</a:t>
            </a:r>
            <a:b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myList.remove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75AA5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"Toe"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myList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144258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170F7E-864D-9E1E-1815-8187ABA87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1CF1EFC-57C9-44ED-CAB6-8A32EE835225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8E0C19E-1FD2-1EDD-9CEB-5578E12138D1}"/>
              </a:ext>
            </a:extLst>
          </p:cNvPr>
          <p:cNvSpPr/>
          <p:nvPr/>
        </p:nvSpPr>
        <p:spPr>
          <a:xfrm>
            <a:off x="5533942" y="1635095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9527572-FEBC-C6CD-09DC-C0A71096506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12B621B-6E52-4B83-4D02-E95BA05D115F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D48A5C-FA7A-0796-ABF3-3258055E8D31}"/>
              </a:ext>
            </a:extLst>
          </p:cNvPr>
          <p:cNvSpPr/>
          <p:nvPr/>
        </p:nvSpPr>
        <p:spPr>
          <a:xfrm>
            <a:off x="421106" y="1212852"/>
            <a:ext cx="5112836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5">
                    <a:lumMod val="40000"/>
                    <a:lumOff val="60000"/>
                  </a:schemeClr>
                </a:solidFill>
                <a:latin typeface="Bahnschrift" panose="020B0502040204020203" pitchFamily="34" charset="0"/>
              </a:rPr>
              <a:t>Popping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an item removes whatever item is at a specific index in the list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you do not specify an index, the final item in the list will automatically be removed.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popped item can also be stored into a variable to be used later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BA0F2C-89FE-F47A-0D05-AA4F89885BFA}"/>
              </a:ext>
            </a:extLst>
          </p:cNvPr>
          <p:cNvSpPr/>
          <p:nvPr/>
        </p:nvSpPr>
        <p:spPr>
          <a:xfrm>
            <a:off x="0" y="155968"/>
            <a:ext cx="4003829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LIST REMOVAL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38DCC9-0BA0-647B-05EC-E762B769D10E}"/>
              </a:ext>
            </a:extLst>
          </p:cNvPr>
          <p:cNvSpPr/>
          <p:nvPr/>
        </p:nvSpPr>
        <p:spPr>
          <a:xfrm>
            <a:off x="5929481" y="2261627"/>
            <a:ext cx="5744945" cy="286966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24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myList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= [[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3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5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b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    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8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4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b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    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9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2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]]</a:t>
            </a:r>
            <a:b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myList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].pop()</a:t>
            </a:r>
            <a:b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subList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24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myList.pop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()</a:t>
            </a:r>
            <a:b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myList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subList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677083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B4E886-AE58-D220-A3E1-63F59A629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E928405-42C1-7066-C32F-D478DF1EEB76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C30BEB3-5B51-1E82-11C6-2339AA0DC996}"/>
              </a:ext>
            </a:extLst>
          </p:cNvPr>
          <p:cNvSpPr/>
          <p:nvPr/>
        </p:nvSpPr>
        <p:spPr>
          <a:xfrm>
            <a:off x="5533942" y="1635095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8E6F992-A7C8-B9CD-D760-EF9607723D27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611E186-D8CA-69AA-B597-E5B2FF992F65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96BB87-F032-5E62-B512-AD87BEE33944}"/>
              </a:ext>
            </a:extLst>
          </p:cNvPr>
          <p:cNvSpPr/>
          <p:nvPr/>
        </p:nvSpPr>
        <p:spPr>
          <a:xfrm>
            <a:off x="421105" y="1212852"/>
            <a:ext cx="10844657" cy="1927295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5">
                    <a:lumMod val="40000"/>
                    <a:lumOff val="60000"/>
                  </a:schemeClr>
                </a:solidFill>
                <a:latin typeface="Bahnschrift" panose="020B0502040204020203" pitchFamily="34" charset="0"/>
              </a:rPr>
              <a:t>Length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is an attribute of a list just like it is a string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To get the length of a list (the number of items) the syntax is the same as a string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49DE1A-4BE9-C151-4372-3B7BF21479B2}"/>
              </a:ext>
            </a:extLst>
          </p:cNvPr>
          <p:cNvSpPr/>
          <p:nvPr/>
        </p:nvSpPr>
        <p:spPr>
          <a:xfrm>
            <a:off x="0" y="155968"/>
            <a:ext cx="4003829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LIST LENGTH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D262A9-22C2-4AEB-E59A-002904F5B15E}"/>
              </a:ext>
            </a:extLst>
          </p:cNvPr>
          <p:cNvSpPr/>
          <p:nvPr/>
        </p:nvSpPr>
        <p:spPr>
          <a:xfrm>
            <a:off x="1330842" y="3832366"/>
            <a:ext cx="9233876" cy="286966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24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myList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= [</a:t>
            </a:r>
            <a:r>
              <a:rPr lang="en-US" sz="24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True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False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False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True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False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</a:t>
            </a:r>
            <a:b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 err="1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len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myList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24706310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D66823-B0FE-AF1F-FA7F-61D5C4CFA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37BF38C5-4FB1-85EF-1ED4-ECEE3B11A6C9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516D9A3-2D28-1508-4D12-E00C801F9A32}"/>
              </a:ext>
            </a:extLst>
          </p:cNvPr>
          <p:cNvSpPr/>
          <p:nvPr/>
        </p:nvSpPr>
        <p:spPr>
          <a:xfrm>
            <a:off x="5533942" y="1635095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9FD7685-9636-97A7-C545-C6B61FC1922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B1383AA-F781-6B5A-116A-2F74949307D7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9BA483-BB82-C48D-F45D-45075CFC92AA}"/>
              </a:ext>
            </a:extLst>
          </p:cNvPr>
          <p:cNvSpPr/>
          <p:nvPr/>
        </p:nvSpPr>
        <p:spPr>
          <a:xfrm>
            <a:off x="421105" y="1212852"/>
            <a:ext cx="10844657" cy="1927295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5">
                    <a:lumMod val="40000"/>
                    <a:lumOff val="60000"/>
                  </a:schemeClr>
                </a:solidFill>
                <a:latin typeface="Bahnschrift" panose="020B0502040204020203" pitchFamily="34" charset="0"/>
              </a:rPr>
              <a:t>Clear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is a function you can call on a list to remove and delete all elements currently within it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is… situational to say the least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C0FF32-C3BD-AABC-937C-E9876E6BD4C4}"/>
              </a:ext>
            </a:extLst>
          </p:cNvPr>
          <p:cNvSpPr/>
          <p:nvPr/>
        </p:nvSpPr>
        <p:spPr>
          <a:xfrm>
            <a:off x="0" y="155968"/>
            <a:ext cx="4447713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LIST CLEARING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7542F7-6E08-DB86-97C6-0FFAB8F2ECF9}"/>
              </a:ext>
            </a:extLst>
          </p:cNvPr>
          <p:cNvSpPr/>
          <p:nvPr/>
        </p:nvSpPr>
        <p:spPr>
          <a:xfrm>
            <a:off x="1330842" y="3832366"/>
            <a:ext cx="9233876" cy="286966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24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myList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= [</a:t>
            </a:r>
            <a:r>
              <a:rPr lang="en-US" sz="24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True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False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False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True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False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</a:t>
            </a:r>
            <a:b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 err="1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len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myList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39225175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AFF432-3742-E8CF-89DA-84C94CDD2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CD3DCD2-C74C-95D3-8AE9-68F3C6AEDF40}"/>
              </a:ext>
            </a:extLst>
          </p:cNvPr>
          <p:cNvSpPr/>
          <p:nvPr/>
        </p:nvSpPr>
        <p:spPr>
          <a:xfrm>
            <a:off x="6158990" y="1783144"/>
            <a:ext cx="1253064" cy="1253064"/>
          </a:xfrm>
          <a:prstGeom prst="ellipse">
            <a:avLst/>
          </a:prstGeom>
          <a:noFill/>
          <a:ln w="101600">
            <a:solidFill>
              <a:srgbClr val="2A4C45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47092CD-4DF3-59F0-5AB9-E50FA41C4902}"/>
              </a:ext>
            </a:extLst>
          </p:cNvPr>
          <p:cNvSpPr/>
          <p:nvPr/>
        </p:nvSpPr>
        <p:spPr>
          <a:xfrm>
            <a:off x="215845" y="3717853"/>
            <a:ext cx="2019444" cy="2019444"/>
          </a:xfrm>
          <a:prstGeom prst="ellipse">
            <a:avLst/>
          </a:prstGeom>
          <a:noFill/>
          <a:ln w="101600">
            <a:solidFill>
              <a:srgbClr val="2A4C45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CC3CAB5-3061-5F94-A88E-C0BDD9B048E5}"/>
              </a:ext>
            </a:extLst>
          </p:cNvPr>
          <p:cNvSpPr/>
          <p:nvPr/>
        </p:nvSpPr>
        <p:spPr>
          <a:xfrm>
            <a:off x="4061287" y="311889"/>
            <a:ext cx="1253064" cy="1253064"/>
          </a:xfrm>
          <a:prstGeom prst="ellipse">
            <a:avLst/>
          </a:prstGeom>
          <a:noFill/>
          <a:ln w="101600">
            <a:solidFill>
              <a:srgbClr val="2A4C45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CEAB6A-CE7C-862A-42E1-D86D8C4198B3}"/>
              </a:ext>
            </a:extLst>
          </p:cNvPr>
          <p:cNvSpPr/>
          <p:nvPr/>
        </p:nvSpPr>
        <p:spPr>
          <a:xfrm>
            <a:off x="330519" y="1120703"/>
            <a:ext cx="3089370" cy="5486353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Data Structure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Static Data Structure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Dynamic Data Structure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Lists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Parallel lists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2D Lists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Append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Insert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accent5">
                  <a:lumMod val="40000"/>
                  <a:lumOff val="6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AFD995-70BC-6581-0161-071153C10586}"/>
              </a:ext>
            </a:extLst>
          </p:cNvPr>
          <p:cNvSpPr/>
          <p:nvPr/>
        </p:nvSpPr>
        <p:spPr>
          <a:xfrm>
            <a:off x="-297523" y="201730"/>
            <a:ext cx="6265695" cy="73669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VOCAB TO REMEMBER</a:t>
            </a:r>
          </a:p>
        </p:txBody>
      </p:sp>
      <p:pic>
        <p:nvPicPr>
          <p:cNvPr id="6" name="Picture 5" descr="A cartoon of a person with a large brain&#10;&#10;AI-generated content may be incorrect.">
            <a:extLst>
              <a:ext uri="{FF2B5EF4-FFF2-40B4-BE49-F238E27FC236}">
                <a16:creationId xmlns:a16="http://schemas.microsoft.com/office/drawing/2014/main" id="{ADD5DD30-FEB4-6F2F-CD56-BC8E3371E4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788" b="909"/>
          <a:stretch>
            <a:fillRect/>
          </a:stretch>
        </p:blipFill>
        <p:spPr>
          <a:xfrm flipH="1">
            <a:off x="7198831" y="2629528"/>
            <a:ext cx="3767602" cy="333813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B8CCA62-836C-1BF9-768D-8BE46239EFBC}"/>
              </a:ext>
            </a:extLst>
          </p:cNvPr>
          <p:cNvSpPr/>
          <p:nvPr/>
        </p:nvSpPr>
        <p:spPr>
          <a:xfrm rot="158513">
            <a:off x="3953838" y="1120701"/>
            <a:ext cx="3089370" cy="5486353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Remove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Pop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Clear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Length</a:t>
            </a:r>
          </a:p>
        </p:txBody>
      </p:sp>
    </p:spTree>
    <p:extLst>
      <p:ext uri="{BB962C8B-B14F-4D97-AF65-F5344CB8AC3E}">
        <p14:creationId xmlns:p14="http://schemas.microsoft.com/office/powerpoint/2010/main" val="491706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1 0.025 L 0.00221 0.025 C 0.00169 0.01898 0.00091 0.01296 0.00052 0.00694 C 0.00013 -0.00255 0.00091 -0.01204 3.75E-6 -0.0213 C -0.00105 -0.03241 -0.00365 -0.04329 -0.00508 -0.0544 C -0.00834 -0.0794 -0.00912 -0.08843 -0.01693 -0.11759 C -0.02032 -0.13009 -0.02318 -0.14329 -0.02709 -0.15556 C -0.02878 -0.16088 -0.03034 -0.16643 -0.03217 -0.17153 C -0.03373 -0.17639 -0.03568 -0.18079 -0.03724 -0.18565 C -0.03881 -0.19097 -0.03959 -0.19699 -0.04167 -0.20162 C -0.04558 -0.20995 -0.06459 -0.24028 -0.06993 -0.24676 C -0.07709 -0.25579 -0.07813 -0.25255 -0.08568 -0.25694 C -0.0892 -0.2588 -0.09245 -0.26157 -0.09584 -0.26389 C -0.10651 -0.27083 -0.11407 -0.27569 -0.12461 -0.27986 C -0.13776 -0.28518 -0.16407 -0.29491 -0.16407 -0.29491 L -0.19336 -0.2919 C -0.19662 -0.29143 -0.19987 -0.2912 -0.203 -0.29005 C -0.21029 -0.28704 -0.22526 -0.27431 -0.22891 -0.26898 C -0.23125 -0.26551 -0.23321 -0.26181 -0.23568 -0.2588 C -0.23646 -0.25787 -0.23464 -0.26157 -0.23399 -0.26296 C -0.2319 -0.26759 -0.23021 -0.27268 -0.22787 -0.27685 C -0.22539 -0.28125 -0.22331 -0.28634 -0.22045 -0.29005 C -0.21185 -0.30046 -0.19558 -0.31319 -0.18607 -0.31991 C -0.17813 -0.32569 -0.17019 -0.33194 -0.16185 -0.33611 C -0.13646 -0.34838 -0.11081 -0.35833 -0.08516 -0.36921 C -0.07565 -0.37315 -0.06602 -0.37662 -0.05638 -0.38009 C -0.04089 -0.38588 -0.02592 -0.39074 -0.01016 -0.39421 C -0.00039 -0.3963 0.00937 -0.39745 0.01914 -0.39931 C 0.04739 -0.39815 0.07565 -0.39907 0.10377 -0.3963 C 0.10989 -0.3956 0.11588 -0.3919 0.12187 -0.38912 C 0.13255 -0.38449 0.14323 -0.37893 0.15403 -0.37407 C 0.2095 -0.34884 0.13476 -0.38449 0.19179 -0.35602 C 0.19687 -0.3537 0.20208 -0.35231 0.20703 -0.34907 C 0.21354 -0.34468 0.21966 -0.33796 0.22617 -0.3331 C 0.22838 -0.33148 0.23073 -0.33009 0.23294 -0.32801 C 0.23463 -0.32639 0.2358 -0.32384 0.2375 -0.32199 C 0.2388 -0.32037 0.24049 -0.31944 0.24192 -0.31806 C 0.24323 -0.31667 0.24453 -0.31528 0.24596 -0.31412 C 0.24427 -0.31806 0.24297 -0.32292 0.24088 -0.32593 C 0.22252 -0.35255 0.19974 -0.37014 0.17877 -0.38727 C 0.16562 -0.39792 0.15247 -0.4088 0.1388 -0.41736 C 0.0888 -0.44815 0.04114 -0.47222 -0.01185 -0.48148 C -0.07318 -0.49213 -0.27201 -0.4919 -0.30847 -0.49236 C -0.36537 -0.48704 -0.42266 -0.48796 -0.4793 -0.47639 C -0.48386 -0.47546 -0.56172 -0.44329 -0.59271 -0.43032 C -0.60052 -0.42708 -0.60834 -0.42268 -0.61641 -0.42037 C -0.64636 -0.41111 -0.68008 -0.40162 -0.70834 -0.38611 C -0.71993 -0.37986 -0.73203 -0.37546 -0.74323 -0.36713 C -0.76029 -0.35463 -0.77631 -0.33704 -0.79336 -0.32407 C -0.79636 -0.32176 -0.81472 -0.30833 -0.81927 -0.30301 C -0.85704 -0.25833 -0.7668 -0.34653 -0.85365 -0.26481 C -0.86133 -0.25764 -0.86901 -0.25069 -0.87683 -0.24375 C -0.88711 -0.23472 -0.89766 -0.22639 -0.90782 -0.21667 C -0.92592 -0.19931 -0.94493 -0.18495 -0.96198 -0.16458 L -0.98907 -0.13264 C -0.99519 -0.08843 -0.99245 -0.11667 -0.99245 -0.0463 " pathEditMode="relative" ptsTypes="AAAAAAAAAAAAAAAAAAAAAAAAAAAAAAAAAAAAAAAAAAAAAAAAAAAAAA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5BA6D2-661C-629D-3A0B-D8916DF3A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B93D669-FD26-373F-CDBC-983ED72E17F3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493F1B6-8034-6006-77FD-6E60A6700CC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3B445EE-DFCD-15A2-8253-54896937091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1FA388-F44C-0D62-E127-5DAA237B2FBA}"/>
              </a:ext>
            </a:extLst>
          </p:cNvPr>
          <p:cNvSpPr/>
          <p:nvPr/>
        </p:nvSpPr>
        <p:spPr>
          <a:xfrm>
            <a:off x="825243" y="1120703"/>
            <a:ext cx="10296411" cy="5550244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Check the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github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repository for this class to find PA B2-3!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Good luck, and let me know if you need any help!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51E191-FB80-DD01-12DA-A63D6699BDF7}"/>
              </a:ext>
            </a:extLst>
          </p:cNvPr>
          <p:cNvSpPr/>
          <p:nvPr/>
        </p:nvSpPr>
        <p:spPr>
          <a:xfrm>
            <a:off x="-372352" y="59058"/>
            <a:ext cx="8446504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PROGRAMMING ASSIGNMENT</a:t>
            </a:r>
          </a:p>
        </p:txBody>
      </p:sp>
    </p:spTree>
    <p:extLst>
      <p:ext uri="{BB962C8B-B14F-4D97-AF65-F5344CB8AC3E}">
        <p14:creationId xmlns:p14="http://schemas.microsoft.com/office/powerpoint/2010/main" val="510623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3558</TotalTime>
  <Words>1579</Words>
  <Application>Microsoft Office PowerPoint</Application>
  <PresentationFormat>Widescreen</PresentationFormat>
  <Paragraphs>184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Aptos</vt:lpstr>
      <vt:lpstr>Aptos Display</vt:lpstr>
      <vt:lpstr>Arial</vt:lpstr>
      <vt:lpstr>Bahnschrift</vt:lpstr>
      <vt:lpstr>Bahnschrift SemiBold</vt:lpstr>
      <vt:lpstr>Cascadia Code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6</cp:revision>
  <dcterms:created xsi:type="dcterms:W3CDTF">2025-08-11T14:07:39Z</dcterms:created>
  <dcterms:modified xsi:type="dcterms:W3CDTF">2025-09-03T19:58:57Z</dcterms:modified>
</cp:coreProperties>
</file>