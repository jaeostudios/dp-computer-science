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87" r:id="rId5"/>
    <p:sldId id="400" r:id="rId6"/>
    <p:sldId id="333" r:id="rId7"/>
    <p:sldId id="396" r:id="rId8"/>
    <p:sldId id="398" r:id="rId9"/>
    <p:sldId id="397" r:id="rId10"/>
    <p:sldId id="399" r:id="rId11"/>
    <p:sldId id="401" r:id="rId12"/>
    <p:sldId id="402" r:id="rId13"/>
    <p:sldId id="405" r:id="rId14"/>
    <p:sldId id="404" r:id="rId15"/>
    <p:sldId id="406" r:id="rId16"/>
    <p:sldId id="407" r:id="rId17"/>
    <p:sldId id="403" r:id="rId18"/>
    <p:sldId id="35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2E9160-9A0C-4B9E-A0C5-B091DEFE8034}" v="17" dt="2025-09-19T17:23:57.4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 varScale="1">
        <p:scale>
          <a:sx n="90" d="100"/>
          <a:sy n="90" d="100"/>
        </p:scale>
        <p:origin x="6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 sldOrd">
      <pc:chgData name="Michael Hill" userId="41dba03d-e58d-4389-9894-554c10310ba4" providerId="ADAL" clId="{EF23FE1D-A042-481E-AFD7-2A9FB0847F54}" dt="2025-09-19T17:32:52.984" v="4470" actId="20577"/>
      <pc:docMkLst>
        <pc:docMk/>
      </pc:docMkLst>
      <pc:sldChg chg="modSp mod">
        <pc:chgData name="Michael Hill" userId="41dba03d-e58d-4389-9894-554c10310ba4" providerId="ADAL" clId="{EF23FE1D-A042-481E-AFD7-2A9FB0847F54}" dt="2025-09-19T13:37:11.649" v="14" actId="1076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5-09-19T13:37:01.184" v="6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5-09-19T13:37:11.649" v="14" actId="1076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">
        <pc:chgData name="Michael Hill" userId="41dba03d-e58d-4389-9894-554c10310ba4" providerId="ADAL" clId="{EF23FE1D-A042-481E-AFD7-2A9FB0847F54}" dt="2025-09-19T13:47:36.244" v="117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5-09-19T13:47:36.244" v="117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modSp mod">
        <pc:chgData name="Michael Hill" userId="41dba03d-e58d-4389-9894-554c10310ba4" providerId="ADAL" clId="{EF23FE1D-A042-481E-AFD7-2A9FB0847F54}" dt="2025-09-19T13:48:03.215" v="254" actId="20577"/>
        <pc:sldMkLst>
          <pc:docMk/>
          <pc:sldMk cId="1910594286" sldId="258"/>
        </pc:sldMkLst>
        <pc:spChg chg="mod">
          <ac:chgData name="Michael Hill" userId="41dba03d-e58d-4389-9894-554c10310ba4" providerId="ADAL" clId="{EF23FE1D-A042-481E-AFD7-2A9FB0847F54}" dt="2025-09-19T13:48:03.215" v="254" actId="20577"/>
          <ac:spMkLst>
            <pc:docMk/>
            <pc:sldMk cId="1910594286" sldId="258"/>
            <ac:spMk id="8" creationId="{9D3B4A7A-A70B-0C4A-C7FF-462ADF36D440}"/>
          </ac:spMkLst>
        </pc:spChg>
      </pc:sldChg>
      <pc:sldChg chg="modSp mod">
        <pc:chgData name="Michael Hill" userId="41dba03d-e58d-4389-9894-554c10310ba4" providerId="ADAL" clId="{EF23FE1D-A042-481E-AFD7-2A9FB0847F54}" dt="2025-09-19T17:32:52.984" v="4470" actId="20577"/>
        <pc:sldMkLst>
          <pc:docMk/>
          <pc:sldMk cId="510623671" sldId="276"/>
        </pc:sldMkLst>
        <pc:spChg chg="mod">
          <ac:chgData name="Michael Hill" userId="41dba03d-e58d-4389-9894-554c10310ba4" providerId="ADAL" clId="{EF23FE1D-A042-481E-AFD7-2A9FB0847F54}" dt="2025-09-19T17:32:02.814" v="4430" actId="1076"/>
          <ac:spMkLst>
            <pc:docMk/>
            <pc:sldMk cId="510623671" sldId="276"/>
            <ac:spMk id="5" creationId="{7A51E191-FB80-DD01-12DA-A63D6699BDF7}"/>
          </ac:spMkLst>
        </pc:spChg>
        <pc:spChg chg="mod">
          <ac:chgData name="Michael Hill" userId="41dba03d-e58d-4389-9894-554c10310ba4" providerId="ADAL" clId="{EF23FE1D-A042-481E-AFD7-2A9FB0847F54}" dt="2025-09-19T17:32:52.984" v="4470" actId="20577"/>
          <ac:spMkLst>
            <pc:docMk/>
            <pc:sldMk cId="510623671" sldId="276"/>
            <ac:spMk id="8" creationId="{0D1FA388-F44C-0D62-E127-5DAA237B2FBA}"/>
          </ac:spMkLst>
        </pc:spChg>
      </pc:sldChg>
      <pc:sldChg chg="modSp mod">
        <pc:chgData name="Michael Hill" userId="41dba03d-e58d-4389-9894-554c10310ba4" providerId="ADAL" clId="{EF23FE1D-A042-481E-AFD7-2A9FB0847F54}" dt="2025-09-19T14:17:24.209" v="258" actId="404"/>
        <pc:sldMkLst>
          <pc:docMk/>
          <pc:sldMk cId="2098128014" sldId="287"/>
        </pc:sldMkLst>
        <pc:spChg chg="mod">
          <ac:chgData name="Michael Hill" userId="41dba03d-e58d-4389-9894-554c10310ba4" providerId="ADAL" clId="{EF23FE1D-A042-481E-AFD7-2A9FB0847F54}" dt="2025-09-19T14:17:24.209" v="258" actId="404"/>
          <ac:spMkLst>
            <pc:docMk/>
            <pc:sldMk cId="2098128014" sldId="287"/>
            <ac:spMk id="2" creationId="{ECD81634-986F-4974-A0A9-4D21FA765446}"/>
          </ac:spMkLst>
        </pc:spChg>
      </pc:sldChg>
      <pc:sldChg chg="addSp modSp mod">
        <pc:chgData name="Michael Hill" userId="41dba03d-e58d-4389-9894-554c10310ba4" providerId="ADAL" clId="{EF23FE1D-A042-481E-AFD7-2A9FB0847F54}" dt="2025-09-19T14:38:39.794" v="1899" actId="207"/>
        <pc:sldMkLst>
          <pc:docMk/>
          <pc:sldMk cId="207520820" sldId="333"/>
        </pc:sldMkLst>
        <pc:spChg chg="mod">
          <ac:chgData name="Michael Hill" userId="41dba03d-e58d-4389-9894-554c10310ba4" providerId="ADAL" clId="{EF23FE1D-A042-481E-AFD7-2A9FB0847F54}" dt="2025-09-19T14:20:37.984" v="270" actId="14100"/>
          <ac:spMkLst>
            <pc:docMk/>
            <pc:sldMk cId="207520820" sldId="333"/>
            <ac:spMk id="5" creationId="{4CDAAC60-09A2-5F2C-0295-0B8557A1C1F2}"/>
          </ac:spMkLst>
        </pc:spChg>
        <pc:spChg chg="mod">
          <ac:chgData name="Michael Hill" userId="41dba03d-e58d-4389-9894-554c10310ba4" providerId="ADAL" clId="{EF23FE1D-A042-481E-AFD7-2A9FB0847F54}" dt="2025-09-19T14:38:39.794" v="1899" actId="207"/>
          <ac:spMkLst>
            <pc:docMk/>
            <pc:sldMk cId="207520820" sldId="333"/>
            <ac:spMk id="8" creationId="{DB975E50-7FB3-B06D-773B-3642E1C38505}"/>
          </ac:spMkLst>
        </pc:spChg>
        <pc:picChg chg="add mod">
          <ac:chgData name="Michael Hill" userId="41dba03d-e58d-4389-9894-554c10310ba4" providerId="ADAL" clId="{EF23FE1D-A042-481E-AFD7-2A9FB0847F54}" dt="2025-09-19T14:24:54.833" v="734" actId="1076"/>
          <ac:picMkLst>
            <pc:docMk/>
            <pc:sldMk cId="207520820" sldId="333"/>
            <ac:picMk id="3" creationId="{BCC4D0DD-2967-20BF-A8BC-ED2657F9A81B}"/>
          </ac:picMkLst>
        </pc:picChg>
      </pc:sldChg>
      <pc:sldChg chg="modSp mod">
        <pc:chgData name="Michael Hill" userId="41dba03d-e58d-4389-9894-554c10310ba4" providerId="ADAL" clId="{EF23FE1D-A042-481E-AFD7-2A9FB0847F54}" dt="2025-09-19T17:28:53.496" v="4373" actId="20577"/>
        <pc:sldMkLst>
          <pc:docMk/>
          <pc:sldMk cId="491706548" sldId="355"/>
        </pc:sldMkLst>
        <pc:spChg chg="mod">
          <ac:chgData name="Michael Hill" userId="41dba03d-e58d-4389-9894-554c10310ba4" providerId="ADAL" clId="{EF23FE1D-A042-481E-AFD7-2A9FB0847F54}" dt="2025-09-19T17:28:53.496" v="4373" actId="20577"/>
          <ac:spMkLst>
            <pc:docMk/>
            <pc:sldMk cId="491706548" sldId="355"/>
            <ac:spMk id="8" creationId="{32CEAB6A-CE7C-862A-42E1-D86D8C4198B3}"/>
          </ac:spMkLst>
        </pc:spChg>
      </pc:sldChg>
      <pc:sldChg chg="add del">
        <pc:chgData name="Michael Hill" userId="41dba03d-e58d-4389-9894-554c10310ba4" providerId="ADAL" clId="{EF23FE1D-A042-481E-AFD7-2A9FB0847F54}" dt="2025-09-19T14:25:06.498" v="737" actId="47"/>
        <pc:sldMkLst>
          <pc:docMk/>
          <pc:sldMk cId="3841251151" sldId="374"/>
        </pc:sldMkLst>
      </pc:sldChg>
      <pc:sldChg chg="add del">
        <pc:chgData name="Michael Hill" userId="41dba03d-e58d-4389-9894-554c10310ba4" providerId="ADAL" clId="{EF23FE1D-A042-481E-AFD7-2A9FB0847F54}" dt="2025-09-19T14:25:06.498" v="737" actId="47"/>
        <pc:sldMkLst>
          <pc:docMk/>
          <pc:sldMk cId="1392675425" sldId="389"/>
        </pc:sldMkLst>
      </pc:sldChg>
      <pc:sldChg chg="add del">
        <pc:chgData name="Michael Hill" userId="41dba03d-e58d-4389-9894-554c10310ba4" providerId="ADAL" clId="{EF23FE1D-A042-481E-AFD7-2A9FB0847F54}" dt="2025-09-19T14:25:06.498" v="737" actId="47"/>
        <pc:sldMkLst>
          <pc:docMk/>
          <pc:sldMk cId="591541927" sldId="390"/>
        </pc:sldMkLst>
      </pc:sldChg>
      <pc:sldChg chg="add del">
        <pc:chgData name="Michael Hill" userId="41dba03d-e58d-4389-9894-554c10310ba4" providerId="ADAL" clId="{EF23FE1D-A042-481E-AFD7-2A9FB0847F54}" dt="2025-09-19T14:25:06.498" v="737" actId="47"/>
        <pc:sldMkLst>
          <pc:docMk/>
          <pc:sldMk cId="445849447" sldId="391"/>
        </pc:sldMkLst>
      </pc:sldChg>
      <pc:sldChg chg="add del">
        <pc:chgData name="Michael Hill" userId="41dba03d-e58d-4389-9894-554c10310ba4" providerId="ADAL" clId="{EF23FE1D-A042-481E-AFD7-2A9FB0847F54}" dt="2025-09-19T14:25:06.498" v="737" actId="47"/>
        <pc:sldMkLst>
          <pc:docMk/>
          <pc:sldMk cId="457788744" sldId="392"/>
        </pc:sldMkLst>
      </pc:sldChg>
      <pc:sldChg chg="add del">
        <pc:chgData name="Michael Hill" userId="41dba03d-e58d-4389-9894-554c10310ba4" providerId="ADAL" clId="{EF23FE1D-A042-481E-AFD7-2A9FB0847F54}" dt="2025-09-19T14:25:06.498" v="737" actId="47"/>
        <pc:sldMkLst>
          <pc:docMk/>
          <pc:sldMk cId="2126002080" sldId="393"/>
        </pc:sldMkLst>
      </pc:sldChg>
      <pc:sldChg chg="add del">
        <pc:chgData name="Michael Hill" userId="41dba03d-e58d-4389-9894-554c10310ba4" providerId="ADAL" clId="{EF23FE1D-A042-481E-AFD7-2A9FB0847F54}" dt="2025-09-19T14:25:06.498" v="737" actId="47"/>
        <pc:sldMkLst>
          <pc:docMk/>
          <pc:sldMk cId="3457535434" sldId="394"/>
        </pc:sldMkLst>
      </pc:sldChg>
      <pc:sldChg chg="add del">
        <pc:chgData name="Michael Hill" userId="41dba03d-e58d-4389-9894-554c10310ba4" providerId="ADAL" clId="{EF23FE1D-A042-481E-AFD7-2A9FB0847F54}" dt="2025-09-19T14:25:06.498" v="737" actId="47"/>
        <pc:sldMkLst>
          <pc:docMk/>
          <pc:sldMk cId="2433276207" sldId="395"/>
        </pc:sldMkLst>
      </pc:sldChg>
      <pc:sldChg chg="addSp delSp modSp add del mod">
        <pc:chgData name="Michael Hill" userId="41dba03d-e58d-4389-9894-554c10310ba4" providerId="ADAL" clId="{EF23FE1D-A042-481E-AFD7-2A9FB0847F54}" dt="2025-09-19T14:31:00.414" v="1097" actId="14100"/>
        <pc:sldMkLst>
          <pc:docMk/>
          <pc:sldMk cId="2684314339" sldId="396"/>
        </pc:sldMkLst>
        <pc:spChg chg="del mod">
          <ac:chgData name="Michael Hill" userId="41dba03d-e58d-4389-9894-554c10310ba4" providerId="ADAL" clId="{EF23FE1D-A042-481E-AFD7-2A9FB0847F54}" dt="2025-09-19T14:28:54.684" v="774" actId="478"/>
          <ac:spMkLst>
            <pc:docMk/>
            <pc:sldMk cId="2684314339" sldId="396"/>
            <ac:spMk id="2" creationId="{CB15F0D5-0695-A487-5F3F-46A92CDCA4F3}"/>
          </ac:spMkLst>
        </pc:spChg>
        <pc:spChg chg="mod">
          <ac:chgData name="Michael Hill" userId="41dba03d-e58d-4389-9894-554c10310ba4" providerId="ADAL" clId="{EF23FE1D-A042-481E-AFD7-2A9FB0847F54}" dt="2025-09-19T14:27:44.111" v="771" actId="14100"/>
          <ac:spMkLst>
            <pc:docMk/>
            <pc:sldMk cId="2684314339" sldId="396"/>
            <ac:spMk id="5" creationId="{4C8FCB50-29AB-C74D-9B31-8C39BA7B4D91}"/>
          </ac:spMkLst>
        </pc:spChg>
        <pc:spChg chg="mod">
          <ac:chgData name="Michael Hill" userId="41dba03d-e58d-4389-9894-554c10310ba4" providerId="ADAL" clId="{EF23FE1D-A042-481E-AFD7-2A9FB0847F54}" dt="2025-09-19T14:31:00.414" v="1097" actId="14100"/>
          <ac:spMkLst>
            <pc:docMk/>
            <pc:sldMk cId="2684314339" sldId="396"/>
            <ac:spMk id="8" creationId="{6AE7A0E0-DB41-F11A-E295-C1804C068D27}"/>
          </ac:spMkLst>
        </pc:spChg>
        <pc:picChg chg="add mod">
          <ac:chgData name="Michael Hill" userId="41dba03d-e58d-4389-9894-554c10310ba4" providerId="ADAL" clId="{EF23FE1D-A042-481E-AFD7-2A9FB0847F54}" dt="2025-09-19T14:30:57.183" v="1096" actId="14100"/>
          <ac:picMkLst>
            <pc:docMk/>
            <pc:sldMk cId="2684314339" sldId="396"/>
            <ac:picMk id="1026" creationId="{F94FA6E8-9A81-9EF4-FECC-6902B306DCF3}"/>
          </ac:picMkLst>
        </pc:picChg>
      </pc:sldChg>
      <pc:sldChg chg="modSp add mod">
        <pc:chgData name="Michael Hill" userId="41dba03d-e58d-4389-9894-554c10310ba4" providerId="ADAL" clId="{EF23FE1D-A042-481E-AFD7-2A9FB0847F54}" dt="2025-09-19T14:37:06.388" v="1543" actId="20577"/>
        <pc:sldMkLst>
          <pc:docMk/>
          <pc:sldMk cId="1703663579" sldId="397"/>
        </pc:sldMkLst>
        <pc:spChg chg="mod">
          <ac:chgData name="Michael Hill" userId="41dba03d-e58d-4389-9894-554c10310ba4" providerId="ADAL" clId="{EF23FE1D-A042-481E-AFD7-2A9FB0847F54}" dt="2025-09-19T14:36:26.844" v="1508" actId="2711"/>
          <ac:spMkLst>
            <pc:docMk/>
            <pc:sldMk cId="1703663579" sldId="397"/>
            <ac:spMk id="2" creationId="{E7D64B05-5495-830D-DFA8-183E13B6F0A5}"/>
          </ac:spMkLst>
        </pc:spChg>
        <pc:spChg chg="mod">
          <ac:chgData name="Michael Hill" userId="41dba03d-e58d-4389-9894-554c10310ba4" providerId="ADAL" clId="{EF23FE1D-A042-481E-AFD7-2A9FB0847F54}" dt="2025-09-19T14:37:06.388" v="1543" actId="20577"/>
          <ac:spMkLst>
            <pc:docMk/>
            <pc:sldMk cId="1703663579" sldId="397"/>
            <ac:spMk id="8" creationId="{ECD911D1-57EB-6B27-374F-00B64C4C21D6}"/>
          </ac:spMkLst>
        </pc:spChg>
      </pc:sldChg>
      <pc:sldChg chg="delSp modSp add mod">
        <pc:chgData name="Michael Hill" userId="41dba03d-e58d-4389-9894-554c10310ba4" providerId="ADAL" clId="{EF23FE1D-A042-481E-AFD7-2A9FB0847F54}" dt="2025-09-19T14:33:12.427" v="1439" actId="20577"/>
        <pc:sldMkLst>
          <pc:docMk/>
          <pc:sldMk cId="1837915060" sldId="398"/>
        </pc:sldMkLst>
        <pc:spChg chg="mod">
          <ac:chgData name="Michael Hill" userId="41dba03d-e58d-4389-9894-554c10310ba4" providerId="ADAL" clId="{EF23FE1D-A042-481E-AFD7-2A9FB0847F54}" dt="2025-09-19T14:33:12.427" v="1439" actId="20577"/>
          <ac:spMkLst>
            <pc:docMk/>
            <pc:sldMk cId="1837915060" sldId="398"/>
            <ac:spMk id="8" creationId="{0E5EB76E-ECF8-919E-0CF9-71438A9B1219}"/>
          </ac:spMkLst>
        </pc:spChg>
        <pc:picChg chg="del">
          <ac:chgData name="Michael Hill" userId="41dba03d-e58d-4389-9894-554c10310ba4" providerId="ADAL" clId="{EF23FE1D-A042-481E-AFD7-2A9FB0847F54}" dt="2025-09-19T14:32:17.857" v="1396" actId="478"/>
          <ac:picMkLst>
            <pc:docMk/>
            <pc:sldMk cId="1837915060" sldId="398"/>
            <ac:picMk id="1026" creationId="{A7E38123-258D-13D3-10FE-65C5F8356D61}"/>
          </ac:picMkLst>
        </pc:picChg>
      </pc:sldChg>
      <pc:sldChg chg="add del">
        <pc:chgData name="Michael Hill" userId="41dba03d-e58d-4389-9894-554c10310ba4" providerId="ADAL" clId="{EF23FE1D-A042-481E-AFD7-2A9FB0847F54}" dt="2025-09-19T14:33:52.085" v="1441" actId="2890"/>
        <pc:sldMkLst>
          <pc:docMk/>
          <pc:sldMk cId="2395847821" sldId="399"/>
        </pc:sldMkLst>
      </pc:sldChg>
      <pc:sldChg chg="modSp add mod">
        <pc:chgData name="Michael Hill" userId="41dba03d-e58d-4389-9894-554c10310ba4" providerId="ADAL" clId="{EF23FE1D-A042-481E-AFD7-2A9FB0847F54}" dt="2025-09-19T14:37:24.587" v="1590" actId="20577"/>
        <pc:sldMkLst>
          <pc:docMk/>
          <pc:sldMk cId="3395777817" sldId="399"/>
        </pc:sldMkLst>
        <pc:spChg chg="mod">
          <ac:chgData name="Michael Hill" userId="41dba03d-e58d-4389-9894-554c10310ba4" providerId="ADAL" clId="{EF23FE1D-A042-481E-AFD7-2A9FB0847F54}" dt="2025-09-19T14:37:24.587" v="1590" actId="20577"/>
          <ac:spMkLst>
            <pc:docMk/>
            <pc:sldMk cId="3395777817" sldId="399"/>
            <ac:spMk id="8" creationId="{73C1019D-65B0-8CE9-9586-A3EF74D14F69}"/>
          </ac:spMkLst>
        </pc:spChg>
      </pc:sldChg>
      <pc:sldChg chg="modSp add mod ord">
        <pc:chgData name="Michael Hill" userId="41dba03d-e58d-4389-9894-554c10310ba4" providerId="ADAL" clId="{EF23FE1D-A042-481E-AFD7-2A9FB0847F54}" dt="2025-09-19T14:38:32.517" v="1896"/>
        <pc:sldMkLst>
          <pc:docMk/>
          <pc:sldMk cId="3941057527" sldId="400"/>
        </pc:sldMkLst>
        <pc:spChg chg="mod">
          <ac:chgData name="Michael Hill" userId="41dba03d-e58d-4389-9894-554c10310ba4" providerId="ADAL" clId="{EF23FE1D-A042-481E-AFD7-2A9FB0847F54}" dt="2025-09-19T14:38:30.359" v="1894" actId="20577"/>
          <ac:spMkLst>
            <pc:docMk/>
            <pc:sldMk cId="3941057527" sldId="400"/>
            <ac:spMk id="8" creationId="{34307991-018E-2677-C298-9F1BCC67D929}"/>
          </ac:spMkLst>
        </pc:spChg>
      </pc:sldChg>
      <pc:sldChg chg="modSp add mod ord">
        <pc:chgData name="Michael Hill" userId="41dba03d-e58d-4389-9894-554c10310ba4" providerId="ADAL" clId="{EF23FE1D-A042-481E-AFD7-2A9FB0847F54}" dt="2025-09-19T14:43:35.784" v="2358" actId="20577"/>
        <pc:sldMkLst>
          <pc:docMk/>
          <pc:sldMk cId="12411772" sldId="401"/>
        </pc:sldMkLst>
        <pc:spChg chg="mod">
          <ac:chgData name="Michael Hill" userId="41dba03d-e58d-4389-9894-554c10310ba4" providerId="ADAL" clId="{EF23FE1D-A042-481E-AFD7-2A9FB0847F54}" dt="2025-09-19T14:43:35.784" v="2358" actId="20577"/>
          <ac:spMkLst>
            <pc:docMk/>
            <pc:sldMk cId="12411772" sldId="401"/>
            <ac:spMk id="8" creationId="{33C09AD5-C638-8894-D198-590897C05D73}"/>
          </ac:spMkLst>
        </pc:spChg>
      </pc:sldChg>
      <pc:sldChg chg="addSp delSp modSp add mod ord">
        <pc:chgData name="Michael Hill" userId="41dba03d-e58d-4389-9894-554c10310ba4" providerId="ADAL" clId="{EF23FE1D-A042-481E-AFD7-2A9FB0847F54}" dt="2025-09-19T15:22:47.854" v="3004" actId="20577"/>
        <pc:sldMkLst>
          <pc:docMk/>
          <pc:sldMk cId="3858808196" sldId="402"/>
        </pc:sldMkLst>
        <pc:spChg chg="mod">
          <ac:chgData name="Michael Hill" userId="41dba03d-e58d-4389-9894-554c10310ba4" providerId="ADAL" clId="{EF23FE1D-A042-481E-AFD7-2A9FB0847F54}" dt="2025-09-19T14:44:02.085" v="2372" actId="14100"/>
          <ac:spMkLst>
            <pc:docMk/>
            <pc:sldMk cId="3858808196" sldId="402"/>
            <ac:spMk id="5" creationId="{1961223E-406C-77EA-A39A-F1E6ED6B7F00}"/>
          </ac:spMkLst>
        </pc:spChg>
        <pc:spChg chg="mod">
          <ac:chgData name="Michael Hill" userId="41dba03d-e58d-4389-9894-554c10310ba4" providerId="ADAL" clId="{EF23FE1D-A042-481E-AFD7-2A9FB0847F54}" dt="2025-09-19T15:22:47.854" v="3004" actId="20577"/>
          <ac:spMkLst>
            <pc:docMk/>
            <pc:sldMk cId="3858808196" sldId="402"/>
            <ac:spMk id="8" creationId="{B02C320F-DB1E-E193-BA31-44094D35050A}"/>
          </ac:spMkLst>
        </pc:spChg>
        <pc:picChg chg="add mod">
          <ac:chgData name="Michael Hill" userId="41dba03d-e58d-4389-9894-554c10310ba4" providerId="ADAL" clId="{EF23FE1D-A042-481E-AFD7-2A9FB0847F54}" dt="2025-09-19T14:44:31.984" v="2377" actId="1076"/>
          <ac:picMkLst>
            <pc:docMk/>
            <pc:sldMk cId="3858808196" sldId="402"/>
            <ac:picMk id="3" creationId="{5439EF33-93E0-BCB4-84B4-79B7CE805118}"/>
          </ac:picMkLst>
        </pc:picChg>
        <pc:picChg chg="del">
          <ac:chgData name="Michael Hill" userId="41dba03d-e58d-4389-9894-554c10310ba4" providerId="ADAL" clId="{EF23FE1D-A042-481E-AFD7-2A9FB0847F54}" dt="2025-09-19T14:44:28.335" v="2373" actId="478"/>
          <ac:picMkLst>
            <pc:docMk/>
            <pc:sldMk cId="3858808196" sldId="402"/>
            <ac:picMk id="1026" creationId="{A0EBD702-4E0C-2FF4-446F-7E6242FC360D}"/>
          </ac:picMkLst>
        </pc:picChg>
      </pc:sldChg>
      <pc:sldChg chg="modSp add mod ord">
        <pc:chgData name="Michael Hill" userId="41dba03d-e58d-4389-9894-554c10310ba4" providerId="ADAL" clId="{EF23FE1D-A042-481E-AFD7-2A9FB0847F54}" dt="2025-09-19T17:27:57.978" v="4327" actId="20577"/>
        <pc:sldMkLst>
          <pc:docMk/>
          <pc:sldMk cId="2215692771" sldId="403"/>
        </pc:sldMkLst>
        <pc:spChg chg="mod">
          <ac:chgData name="Michael Hill" userId="41dba03d-e58d-4389-9894-554c10310ba4" providerId="ADAL" clId="{EF23FE1D-A042-481E-AFD7-2A9FB0847F54}" dt="2025-09-19T17:24:23.033" v="3862" actId="14100"/>
          <ac:spMkLst>
            <pc:docMk/>
            <pc:sldMk cId="2215692771" sldId="403"/>
            <ac:spMk id="5" creationId="{A65C30F2-8D0A-B75D-42F7-066D0646A48F}"/>
          </ac:spMkLst>
        </pc:spChg>
        <pc:spChg chg="mod">
          <ac:chgData name="Michael Hill" userId="41dba03d-e58d-4389-9894-554c10310ba4" providerId="ADAL" clId="{EF23FE1D-A042-481E-AFD7-2A9FB0847F54}" dt="2025-09-19T17:27:57.978" v="4327" actId="20577"/>
          <ac:spMkLst>
            <pc:docMk/>
            <pc:sldMk cId="2215692771" sldId="403"/>
            <ac:spMk id="8" creationId="{FBE5295D-63CB-27C4-5E3D-6CEF8C1B061A}"/>
          </ac:spMkLst>
        </pc:spChg>
      </pc:sldChg>
      <pc:sldChg chg="modSp add mod ord">
        <pc:chgData name="Michael Hill" userId="41dba03d-e58d-4389-9894-554c10310ba4" providerId="ADAL" clId="{EF23FE1D-A042-481E-AFD7-2A9FB0847F54}" dt="2025-09-19T17:16:31.368" v="3342" actId="404"/>
        <pc:sldMkLst>
          <pc:docMk/>
          <pc:sldMk cId="292882338" sldId="404"/>
        </pc:sldMkLst>
        <pc:spChg chg="mod">
          <ac:chgData name="Michael Hill" userId="41dba03d-e58d-4389-9894-554c10310ba4" providerId="ADAL" clId="{EF23FE1D-A042-481E-AFD7-2A9FB0847F54}" dt="2025-09-19T17:16:31.368" v="3342" actId="404"/>
          <ac:spMkLst>
            <pc:docMk/>
            <pc:sldMk cId="292882338" sldId="404"/>
            <ac:spMk id="2" creationId="{46C0E336-0832-2F02-F229-6E1D47CDED92}"/>
          </ac:spMkLst>
        </pc:spChg>
        <pc:spChg chg="mod">
          <ac:chgData name="Michael Hill" userId="41dba03d-e58d-4389-9894-554c10310ba4" providerId="ADAL" clId="{EF23FE1D-A042-481E-AFD7-2A9FB0847F54}" dt="2025-09-19T15:18:52.123" v="2833" actId="1076"/>
          <ac:spMkLst>
            <pc:docMk/>
            <pc:sldMk cId="292882338" sldId="404"/>
            <ac:spMk id="5" creationId="{E398C54C-74AA-CAE4-DA29-076527E769CD}"/>
          </ac:spMkLst>
        </pc:spChg>
        <pc:spChg chg="mod">
          <ac:chgData name="Michael Hill" userId="41dba03d-e58d-4389-9894-554c10310ba4" providerId="ADAL" clId="{EF23FE1D-A042-481E-AFD7-2A9FB0847F54}" dt="2025-09-19T15:24:22.808" v="3338" actId="20577"/>
          <ac:spMkLst>
            <pc:docMk/>
            <pc:sldMk cId="292882338" sldId="404"/>
            <ac:spMk id="8" creationId="{6DF571B9-341E-7401-E178-B610C1C6D2CD}"/>
          </ac:spMkLst>
        </pc:spChg>
      </pc:sldChg>
      <pc:sldChg chg="add del">
        <pc:chgData name="Michael Hill" userId="41dba03d-e58d-4389-9894-554c10310ba4" providerId="ADAL" clId="{EF23FE1D-A042-481E-AFD7-2A9FB0847F54}" dt="2025-09-19T15:19:05.042" v="2835" actId="2890"/>
        <pc:sldMkLst>
          <pc:docMk/>
          <pc:sldMk cId="441693041" sldId="405"/>
        </pc:sldMkLst>
      </pc:sldChg>
      <pc:sldChg chg="modSp add mod ord">
        <pc:chgData name="Michael Hill" userId="41dba03d-e58d-4389-9894-554c10310ba4" providerId="ADAL" clId="{EF23FE1D-A042-481E-AFD7-2A9FB0847F54}" dt="2025-09-19T15:24:01.566" v="3321" actId="20577"/>
        <pc:sldMkLst>
          <pc:docMk/>
          <pc:sldMk cId="3789716125" sldId="405"/>
        </pc:sldMkLst>
        <pc:spChg chg="mod">
          <ac:chgData name="Michael Hill" userId="41dba03d-e58d-4389-9894-554c10310ba4" providerId="ADAL" clId="{EF23FE1D-A042-481E-AFD7-2A9FB0847F54}" dt="2025-09-19T15:19:22.371" v="2849" actId="1076"/>
          <ac:spMkLst>
            <pc:docMk/>
            <pc:sldMk cId="3789716125" sldId="405"/>
            <ac:spMk id="5" creationId="{534FDECE-C7E4-1421-392A-6A83A52B671A}"/>
          </ac:spMkLst>
        </pc:spChg>
        <pc:spChg chg="mod">
          <ac:chgData name="Michael Hill" userId="41dba03d-e58d-4389-9894-554c10310ba4" providerId="ADAL" clId="{EF23FE1D-A042-481E-AFD7-2A9FB0847F54}" dt="2025-09-19T15:24:01.566" v="3321" actId="20577"/>
          <ac:spMkLst>
            <pc:docMk/>
            <pc:sldMk cId="3789716125" sldId="405"/>
            <ac:spMk id="8" creationId="{15ACDB26-DAF5-9249-9E74-46F2E9DD2DD8}"/>
          </ac:spMkLst>
        </pc:spChg>
      </pc:sldChg>
      <pc:sldChg chg="modSp add mod">
        <pc:chgData name="Michael Hill" userId="41dba03d-e58d-4389-9894-554c10310ba4" providerId="ADAL" clId="{EF23FE1D-A042-481E-AFD7-2A9FB0847F54}" dt="2025-09-19T17:17:17.805" v="3405" actId="20577"/>
        <pc:sldMkLst>
          <pc:docMk/>
          <pc:sldMk cId="302144614" sldId="406"/>
        </pc:sldMkLst>
        <pc:spChg chg="mod">
          <ac:chgData name="Michael Hill" userId="41dba03d-e58d-4389-9894-554c10310ba4" providerId="ADAL" clId="{EF23FE1D-A042-481E-AFD7-2A9FB0847F54}" dt="2025-09-19T17:17:17.805" v="3405" actId="20577"/>
          <ac:spMkLst>
            <pc:docMk/>
            <pc:sldMk cId="302144614" sldId="406"/>
            <ac:spMk id="8" creationId="{F4B0A1D1-28EA-7D83-55A7-1376A6330BD5}"/>
          </ac:spMkLst>
        </pc:spChg>
      </pc:sldChg>
      <pc:sldChg chg="addSp modSp add mod ord">
        <pc:chgData name="Michael Hill" userId="41dba03d-e58d-4389-9894-554c10310ba4" providerId="ADAL" clId="{EF23FE1D-A042-481E-AFD7-2A9FB0847F54}" dt="2025-09-19T17:24:05.002" v="3841" actId="1076"/>
        <pc:sldMkLst>
          <pc:docMk/>
          <pc:sldMk cId="2318456272" sldId="407"/>
        </pc:sldMkLst>
        <pc:spChg chg="mod">
          <ac:chgData name="Michael Hill" userId="41dba03d-e58d-4389-9894-554c10310ba4" providerId="ADAL" clId="{EF23FE1D-A042-481E-AFD7-2A9FB0847F54}" dt="2025-09-19T17:18:30.575" v="3422" actId="14100"/>
          <ac:spMkLst>
            <pc:docMk/>
            <pc:sldMk cId="2318456272" sldId="407"/>
            <ac:spMk id="5" creationId="{0003A2AF-500A-F445-1832-66F06D0F20CE}"/>
          </ac:spMkLst>
        </pc:spChg>
        <pc:spChg chg="mod">
          <ac:chgData name="Michael Hill" userId="41dba03d-e58d-4389-9894-554c10310ba4" providerId="ADAL" clId="{EF23FE1D-A042-481E-AFD7-2A9FB0847F54}" dt="2025-09-19T17:23:18.905" v="3825" actId="14100"/>
          <ac:spMkLst>
            <pc:docMk/>
            <pc:sldMk cId="2318456272" sldId="407"/>
            <ac:spMk id="8" creationId="{195A104E-5DFB-C354-B660-BBA30F5979B4}"/>
          </ac:spMkLst>
        </pc:spChg>
        <pc:picChg chg="add mod">
          <ac:chgData name="Michael Hill" userId="41dba03d-e58d-4389-9894-554c10310ba4" providerId="ADAL" clId="{EF23FE1D-A042-481E-AFD7-2A9FB0847F54}" dt="2025-09-19T17:23:22.863" v="3830" actId="1076"/>
          <ac:picMkLst>
            <pc:docMk/>
            <pc:sldMk cId="2318456272" sldId="407"/>
            <ac:picMk id="3" creationId="{D045BA5F-CB79-29FF-ADC7-8F67F149E9D6}"/>
          </ac:picMkLst>
        </pc:picChg>
        <pc:picChg chg="add mod">
          <ac:chgData name="Michael Hill" userId="41dba03d-e58d-4389-9894-554c10310ba4" providerId="ADAL" clId="{EF23FE1D-A042-481E-AFD7-2A9FB0847F54}" dt="2025-09-19T17:24:05.002" v="3841" actId="1076"/>
          <ac:picMkLst>
            <pc:docMk/>
            <pc:sldMk cId="2318456272" sldId="407"/>
            <ac:picMk id="10" creationId="{AD0F6BF7-8672-4476-5908-FD2CF2382DF6}"/>
          </ac:picMkLst>
        </pc:picChg>
        <pc:picChg chg="add mod">
          <ac:chgData name="Michael Hill" userId="41dba03d-e58d-4389-9894-554c10310ba4" providerId="ADAL" clId="{EF23FE1D-A042-481E-AFD7-2A9FB0847F54}" dt="2025-09-19T17:24:01.971" v="3839" actId="1076"/>
          <ac:picMkLst>
            <pc:docMk/>
            <pc:sldMk cId="2318456272" sldId="407"/>
            <ac:picMk id="11" creationId="{43A6A066-2FEA-4714-DEFD-6FAF285B2E7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7187A-54B1-63BB-0C3C-8EF4407A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374D3-5CAC-73C3-D477-B9339FC26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8F993-B5C9-DF5C-9651-2609B9AF8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74EC4-B1EC-421C-F984-FBF90B88A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9DB48C-FCC8-4682-A5C6-34BDEF33D27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106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B2: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PROGRAMMING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890905" y="2714847"/>
            <a:ext cx="4206685" cy="1160918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B2-11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3408911" y="3692233"/>
            <a:ext cx="6621952" cy="984125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SORTING ALGORITHMS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and a way to write code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60728" y="1213429"/>
            <a:ext cx="4516539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Warm Up Question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Bubble Sort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Selection Sort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Y’all are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gonna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love this one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Write the binary search algorithm from memory (as best you can)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(yes, again)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86392-143E-AF29-937D-6BD2CAAB1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4E6D3C1D-2FC9-5A8F-0680-C3AF2E643DB5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8A1CF06-772E-FF2C-3839-78AAEFA0A11B}"/>
              </a:ext>
            </a:extLst>
          </p:cNvPr>
          <p:cNvSpPr/>
          <p:nvPr/>
        </p:nvSpPr>
        <p:spPr>
          <a:xfrm>
            <a:off x="6157610" y="1363072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7F076D-4943-0214-F6EE-FF302EBEC62C}"/>
              </a:ext>
            </a:extLst>
          </p:cNvPr>
          <p:cNvSpPr/>
          <p:nvPr/>
        </p:nvSpPr>
        <p:spPr>
          <a:xfrm>
            <a:off x="1183710" y="1780701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292782C-EA7B-F0D2-017B-9D6E5AEE03FA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8864B057-355B-8306-248E-60E16CA7C11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7FCFCCE3-C51B-5BE3-133A-CC40A8792F6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7FEA21-E6C0-9AC9-9EB8-E7528ED5B6C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6D6FC8A7-837D-0C82-0508-398DDF1DB91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D3612398-5230-03BA-7AB5-DC74EB9BDE0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648B85D8-8113-F692-CDA7-CA2CB6F4110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CD81634-986F-4974-A0A9-4D21FA765446}"/>
              </a:ext>
            </a:extLst>
          </p:cNvPr>
          <p:cNvSpPr/>
          <p:nvPr/>
        </p:nvSpPr>
        <p:spPr>
          <a:xfrm>
            <a:off x="618767" y="1537358"/>
            <a:ext cx="10821545" cy="41690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[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sz="1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sz="1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9</a:t>
            </a:r>
            <a:r>
              <a:rPr lang="en-US" sz="1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11</a:t>
            </a:r>
            <a:r>
              <a:rPr lang="en-US" sz="1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15</a:t>
            </a:r>
            <a:r>
              <a:rPr lang="en-US" sz="1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19</a:t>
            </a:r>
            <a:r>
              <a:rPr lang="en-US" sz="1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20</a:t>
            </a:r>
            <a:r>
              <a:rPr lang="en-US" sz="1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23</a:t>
            </a:r>
            <a:r>
              <a:rPr lang="en-US" sz="1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27</a:t>
            </a:r>
            <a:r>
              <a:rPr lang="en-US" sz="1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29</a:t>
            </a:r>
            <a:r>
              <a:rPr lang="en-US" sz="1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30</a:t>
            </a:r>
            <a:r>
              <a:rPr lang="en-US" sz="1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31</a:t>
            </a:r>
            <a:r>
              <a:rPr lang="en-US" sz="1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34</a:t>
            </a:r>
            <a:r>
              <a:rPr lang="en-US" sz="1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36</a:t>
            </a: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key = 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11</a:t>
            </a:r>
            <a:b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found = </a:t>
            </a:r>
            <a:r>
              <a:rPr lang="en-US" sz="1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False</a:t>
            </a:r>
            <a:br>
              <a:rPr lang="en-US" sz="1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lower = 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b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upper = </a:t>
            </a:r>
            <a:r>
              <a:rPr lang="en-US" sz="1400" dirty="0" err="1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len</a:t>
            </a: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mid = 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b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while </a:t>
            </a: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lower &lt;= upper </a:t>
            </a:r>
            <a:r>
              <a:rPr lang="en-US" sz="1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and </a:t>
            </a: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found == </a:t>
            </a:r>
            <a:r>
              <a:rPr lang="en-US" sz="1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False</a:t>
            </a: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mid = </a:t>
            </a:r>
            <a:r>
              <a:rPr lang="en-US" sz="1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((lower+ upper)/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1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[mid] == key:</a:t>
            </a:r>
            <a:b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found = </a:t>
            </a:r>
            <a:r>
              <a:rPr lang="en-US" sz="1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True</a:t>
            </a:r>
            <a:br>
              <a:rPr lang="en-US" sz="1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 err="1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elif</a:t>
            </a:r>
            <a:r>
              <a:rPr lang="en-US" sz="1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[mid] &lt; key:</a:t>
            </a:r>
            <a:b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lower = mid + 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b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upper = mid - </a:t>
            </a:r>
            <a: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br>
              <a:rPr lang="en-US" sz="1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found:</a:t>
            </a:r>
            <a:b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4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'The value was found at index'</a:t>
            </a:r>
            <a:r>
              <a:rPr lang="en-US" sz="1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mid)</a:t>
            </a:r>
            <a:b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400" dirty="0">
                <a:solidFill>
                  <a:srgbClr val="75AA5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"The value was not found"</a:t>
            </a:r>
            <a:r>
              <a:rPr lang="en-US" sz="1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>
              <a:buNone/>
            </a:pPr>
            <a:endParaRPr lang="en-US" sz="1400" dirty="0">
              <a:solidFill>
                <a:srgbClr val="A8AFBE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128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CCA34F-B20D-5650-2A20-E178337C2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937C512-6A8A-7707-1ABF-F06EA9C3B6E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6F6DD21-960C-2B98-AEA8-CA250237427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55A6CD3-84B5-FAC9-03D6-BEB7BECF5AC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0A11C8A-9226-167D-8DD3-0EBA2B47AD3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307991-018E-2677-C298-9F1BCC67D929}"/>
              </a:ext>
            </a:extLst>
          </p:cNvPr>
          <p:cNvSpPr/>
          <p:nvPr/>
        </p:nvSpPr>
        <p:spPr>
          <a:xfrm>
            <a:off x="421105" y="1212852"/>
            <a:ext cx="6777399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 use the binary search we discussed last time (and re-created earlier) the list must be sorted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problem, is that data doesn’t always come pre-sorted to us on a silver platter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So, what happens when we need to re-arrange a list to be sorted?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CBD5F0-804C-3A33-77C6-0CBC8E2723EE}"/>
              </a:ext>
            </a:extLst>
          </p:cNvPr>
          <p:cNvSpPr/>
          <p:nvPr/>
        </p:nvSpPr>
        <p:spPr>
          <a:xfrm>
            <a:off x="-250972" y="142543"/>
            <a:ext cx="6052431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SORTING ALGORITHMS</a:t>
            </a:r>
          </a:p>
        </p:txBody>
      </p:sp>
      <p:pic>
        <p:nvPicPr>
          <p:cNvPr id="3" name="Picture 2" descr="A child playing with wooden toys&#10;&#10;AI-generated content may be incorrect.">
            <a:extLst>
              <a:ext uri="{FF2B5EF4-FFF2-40B4-BE49-F238E27FC236}">
                <a16:creationId xmlns:a16="http://schemas.microsoft.com/office/drawing/2014/main" id="{54BDC908-8028-FAD0-5ACC-D2C1874AF9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5352" y="2076305"/>
            <a:ext cx="4350501" cy="3107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057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4FA2EC-9EF9-3D22-D37A-D2C33F0B4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7BC2747-FB23-B074-583B-05DEE5E0EE0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2017C27-92C2-299E-6755-D147C70435F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FE46BAD-1368-1BD0-D12A-151BCA71258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86EDE8F-DB6A-6B58-4BF7-E9F7319EADD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975E50-7FB3-B06D-773B-3642E1C38505}"/>
              </a:ext>
            </a:extLst>
          </p:cNvPr>
          <p:cNvSpPr/>
          <p:nvPr/>
        </p:nvSpPr>
        <p:spPr>
          <a:xfrm>
            <a:off x="421105" y="1212852"/>
            <a:ext cx="6777399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Sorting algorithms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are used to take a list of unsorted items and sort them from smallest to largest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easiest done using a list of integers, but strings can also be evaluated based on where they would be sorted alphabetically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Of course, sorting items seems like a complex task, and sometimes can be hard for us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 how do we do this ourself?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DAAC60-09A2-5F2C-0295-0B8557A1C1F2}"/>
              </a:ext>
            </a:extLst>
          </p:cNvPr>
          <p:cNvSpPr/>
          <p:nvPr/>
        </p:nvSpPr>
        <p:spPr>
          <a:xfrm>
            <a:off x="-250972" y="142543"/>
            <a:ext cx="6052431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SORTING ALGORITHMS</a:t>
            </a:r>
          </a:p>
        </p:txBody>
      </p:sp>
      <p:pic>
        <p:nvPicPr>
          <p:cNvPr id="3" name="Picture 2" descr="A child playing with wooden toys&#10;&#10;AI-generated content may be incorrect.">
            <a:extLst>
              <a:ext uri="{FF2B5EF4-FFF2-40B4-BE49-F238E27FC236}">
                <a16:creationId xmlns:a16="http://schemas.microsoft.com/office/drawing/2014/main" id="{BCC4D0DD-2967-20BF-A8BC-ED2657F9A8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5352" y="2076305"/>
            <a:ext cx="4350501" cy="3107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20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E1DC00-8288-EDE2-39E0-4A1BFC177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895D8C8-CDFD-C478-FF4F-8B1ECFA6A2B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9CE7BB8-34C0-222B-0618-867CB0BF85B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A3FFBCD-2539-6F5D-ECFB-3FE9B145BC3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84991DC-E541-2350-50CC-7FEC4350245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E7A0E0-DB41-F11A-E295-C1804C068D27}"/>
              </a:ext>
            </a:extLst>
          </p:cNvPr>
          <p:cNvSpPr/>
          <p:nvPr/>
        </p:nvSpPr>
        <p:spPr>
          <a:xfrm>
            <a:off x="421106" y="1212853"/>
            <a:ext cx="5380353" cy="5449204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Bubble sort uses an incremental approach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goal, as summarized, is to “Bubble up” the largest item to the end of the list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Then, we rinse and repeat with the second largest item to the second to last position in the list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 on and so forth until the list is inevitably sorted.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8FCB50-29AB-C74D-9B31-8C39BA7B4D91}"/>
              </a:ext>
            </a:extLst>
          </p:cNvPr>
          <p:cNvSpPr/>
          <p:nvPr/>
        </p:nvSpPr>
        <p:spPr>
          <a:xfrm>
            <a:off x="-72932" y="142543"/>
            <a:ext cx="4232421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BUBBLE SORT</a:t>
            </a:r>
          </a:p>
        </p:txBody>
      </p:sp>
      <p:pic>
        <p:nvPicPr>
          <p:cNvPr id="1026" name="Picture 2" descr="Bubble Sort - The Computer Science Handbook">
            <a:extLst>
              <a:ext uri="{FF2B5EF4-FFF2-40B4-BE49-F238E27FC236}">
                <a16:creationId xmlns:a16="http://schemas.microsoft.com/office/drawing/2014/main" id="{F94FA6E8-9A81-9EF4-FECC-6902B306D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0543" y="1541515"/>
            <a:ext cx="5385855" cy="3663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4314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EDFC5D-2258-995B-1C91-E1E8F942B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51EB398-EA33-CED6-855A-7F58F75BCD9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86A77DC-5AB6-8C88-8A4E-1762EFBE668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0EDD616-0998-28AC-7F67-6255371B438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BFB905C-CD91-00FA-C385-C05CD6755DB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5EB76E-ECF8-919E-0CF9-71438A9B1219}"/>
              </a:ext>
            </a:extLst>
          </p:cNvPr>
          <p:cNvSpPr/>
          <p:nvPr/>
        </p:nvSpPr>
        <p:spPr>
          <a:xfrm>
            <a:off x="421105" y="1212853"/>
            <a:ext cx="10984831" cy="5449204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algorithm works as follows: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Start at the beginning of the list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Compare the current element with the next one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the two values are not in order, swap their contents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Move to the next element in the list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Repeat until all elements have been sorted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work through an example together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D4A9CC-0D3B-2CF2-8CF7-E753C1B74D46}"/>
              </a:ext>
            </a:extLst>
          </p:cNvPr>
          <p:cNvSpPr/>
          <p:nvPr/>
        </p:nvSpPr>
        <p:spPr>
          <a:xfrm>
            <a:off x="-72932" y="142543"/>
            <a:ext cx="4232421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BUBBLE SORT</a:t>
            </a:r>
          </a:p>
        </p:txBody>
      </p:sp>
    </p:spTree>
    <p:extLst>
      <p:ext uri="{BB962C8B-B14F-4D97-AF65-F5344CB8AC3E}">
        <p14:creationId xmlns:p14="http://schemas.microsoft.com/office/powerpoint/2010/main" val="1837915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C48994-1234-91DC-FBD5-F5191DE43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A7E13A7-5D40-9994-75FA-5DB2E20DD13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853894B-37DA-C707-5C52-9E9EDE15314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C92C9E6-76DD-225B-BBF1-5F8007AA5FC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7DA0207-3CC3-6E82-110C-5B66F09FA2D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D911D1-57EB-6B27-374F-00B64C4C21D6}"/>
              </a:ext>
            </a:extLst>
          </p:cNvPr>
          <p:cNvSpPr/>
          <p:nvPr/>
        </p:nvSpPr>
        <p:spPr>
          <a:xfrm>
            <a:off x="421106" y="1212853"/>
            <a:ext cx="11431458" cy="1571912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Here’s the Python code for the bubble sort algorithm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walk through this algorithm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3240E7-3233-FF98-87DE-348190C7097A}"/>
              </a:ext>
            </a:extLst>
          </p:cNvPr>
          <p:cNvSpPr/>
          <p:nvPr/>
        </p:nvSpPr>
        <p:spPr>
          <a:xfrm>
            <a:off x="-72932" y="142543"/>
            <a:ext cx="4232421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BUBBLE SORT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D64B05-5495-830D-DFA8-183E13B6F0A5}"/>
              </a:ext>
            </a:extLst>
          </p:cNvPr>
          <p:cNvSpPr/>
          <p:nvPr/>
        </p:nvSpPr>
        <p:spPr>
          <a:xfrm>
            <a:off x="547255" y="2671241"/>
            <a:ext cx="10701596" cy="404421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[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12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4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88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13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99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86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23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 err="1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len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)):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j </a:t>
            </a:r>
            <a:r>
              <a:rPr lang="en-US" sz="2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 err="1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len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)-i-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[j+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 &lt; 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[j]: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    temp = 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[j]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    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[j] = 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[j+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    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[j+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 = temp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03663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1C970C-EE4B-49E3-2A08-A4758225C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444C2B7-FE7C-1F2B-CB4B-4DA9619132B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861A6FA-52B0-F1E7-C440-440699C3887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E3D2177-9F75-388D-ADAE-694AFCE3C3E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7E774FB-015E-3BB0-2DB7-549DE3D28A8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C1019D-65B0-8CE9-9586-A3EF74D14F69}"/>
              </a:ext>
            </a:extLst>
          </p:cNvPr>
          <p:cNvSpPr/>
          <p:nvPr/>
        </p:nvSpPr>
        <p:spPr>
          <a:xfrm>
            <a:off x="421106" y="1212853"/>
            <a:ext cx="11431458" cy="1571912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is the time complexity of this algorithm?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85552C-2370-04BC-8E4F-692573B44046}"/>
              </a:ext>
            </a:extLst>
          </p:cNvPr>
          <p:cNvSpPr/>
          <p:nvPr/>
        </p:nvSpPr>
        <p:spPr>
          <a:xfrm>
            <a:off x="-72932" y="142543"/>
            <a:ext cx="4232421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BUBBLE SORT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AC9ABC-2607-33DF-3CF3-B2BDEFAC89F9}"/>
              </a:ext>
            </a:extLst>
          </p:cNvPr>
          <p:cNvSpPr/>
          <p:nvPr/>
        </p:nvSpPr>
        <p:spPr>
          <a:xfrm>
            <a:off x="547255" y="2671241"/>
            <a:ext cx="10701596" cy="404421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[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12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4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88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13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99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86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23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 err="1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len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)):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j </a:t>
            </a:r>
            <a:r>
              <a:rPr lang="en-US" sz="2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 err="1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len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)-i-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[j+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 &lt; 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[j]: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    temp = 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[j]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    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[j] = 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[j+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    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[j+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 = temp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95777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BD37A-AF89-38D0-1E5D-824E80BB6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150742-5E78-631B-07C3-415D6F227EB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7BB9B6B-226B-EC92-E20A-F64B6E7C8EB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BB21573-B72D-AEBA-2FB0-121913A2C89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11FD882-3A67-50DA-20D5-B780849B2EB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C09AD5-C638-8894-D198-590897C05D73}"/>
              </a:ext>
            </a:extLst>
          </p:cNvPr>
          <p:cNvSpPr/>
          <p:nvPr/>
        </p:nvSpPr>
        <p:spPr>
          <a:xfrm>
            <a:off x="421105" y="1212853"/>
            <a:ext cx="10984831" cy="5449204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Bubble sort isn’t what I’d call a particularly ‘efficient’ algorithm.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you have a very large list, the time complexity of O(n</a:t>
            </a:r>
            <a:r>
              <a:rPr lang="en-US" sz="2800" baseline="30000" dirty="0">
                <a:solidFill>
                  <a:schemeClr val="bg1"/>
                </a:solidFill>
                <a:latin typeface="Bahnschrift" panose="020B0502040204020203" pitchFamily="34" charset="0"/>
              </a:rPr>
              <a:t>2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) will quickly add up and make this program take a while to run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terms of space complexity, this algorithm does not take up any more space than the original list does, which isn’t considered, so the bubble sort has a space complexity of O(1)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436FB6-E0C3-438C-2160-5B945E219770}"/>
              </a:ext>
            </a:extLst>
          </p:cNvPr>
          <p:cNvSpPr/>
          <p:nvPr/>
        </p:nvSpPr>
        <p:spPr>
          <a:xfrm>
            <a:off x="-72932" y="142543"/>
            <a:ext cx="4232421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BUBBLE SORT</a:t>
            </a:r>
          </a:p>
        </p:txBody>
      </p:sp>
    </p:spTree>
    <p:extLst>
      <p:ext uri="{BB962C8B-B14F-4D97-AF65-F5344CB8AC3E}">
        <p14:creationId xmlns:p14="http://schemas.microsoft.com/office/powerpoint/2010/main" val="12411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9BA1E0-493B-DC8A-56B0-7EA9B02FE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144D61B-4E78-0F0E-98E8-A6E290536FE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A5746A9-BC13-665E-FB3D-0B00AB50F07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C2EB8BB-91D4-9979-8B8A-CD102DC3FAA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664ABFB-0678-BEEF-0682-A63C0E34956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2C320F-DB1E-E193-BA31-44094D35050A}"/>
              </a:ext>
            </a:extLst>
          </p:cNvPr>
          <p:cNvSpPr/>
          <p:nvPr/>
        </p:nvSpPr>
        <p:spPr>
          <a:xfrm>
            <a:off x="421106" y="1212853"/>
            <a:ext cx="5380353" cy="5449204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Selection sort isn’t that dissimilar from the Bubble sort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Instead of bubbling up the largest elements, we select the smallest element and sort that first, working up to the largest element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61223E-406C-77EA-A39A-F1E6ED6B7F00}"/>
              </a:ext>
            </a:extLst>
          </p:cNvPr>
          <p:cNvSpPr/>
          <p:nvPr/>
        </p:nvSpPr>
        <p:spPr>
          <a:xfrm>
            <a:off x="-72932" y="142543"/>
            <a:ext cx="4748060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SELECTION SORT</a:t>
            </a:r>
          </a:p>
        </p:txBody>
      </p:sp>
      <p:pic>
        <p:nvPicPr>
          <p:cNvPr id="3" name="Picture 2" descr="A diagram of a number system&#10;&#10;AI-generated content may be incorrect.">
            <a:extLst>
              <a:ext uri="{FF2B5EF4-FFF2-40B4-BE49-F238E27FC236}">
                <a16:creationId xmlns:a16="http://schemas.microsoft.com/office/drawing/2014/main" id="{5439EF33-93E0-BCB4-84B4-79B7CE8051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129" y="994789"/>
            <a:ext cx="4114800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808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7968B5-BC1E-2A6E-370E-77F1C5237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BDE1186-BBA7-42DB-5F7A-A1825D127A2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C0E88F2-7ADA-ED73-DFF7-32AAF6A20E4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14F906-A6E5-1122-D39F-4708223C486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267AB3A-33FF-7988-3DFF-F59D373CA29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ACDB26-DAF5-9249-9E74-46F2E9DD2DD8}"/>
              </a:ext>
            </a:extLst>
          </p:cNvPr>
          <p:cNvSpPr/>
          <p:nvPr/>
        </p:nvSpPr>
        <p:spPr>
          <a:xfrm>
            <a:off x="421105" y="1212853"/>
            <a:ext cx="10984831" cy="5449204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First, we loop through the list to find the smallest element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Then, we swap that element into the first position of the list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Then, we loop to find the second smallest element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And we swap that into the second position of the list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work through an example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4FDECE-C7E4-1421-392A-6A83A52B671A}"/>
              </a:ext>
            </a:extLst>
          </p:cNvPr>
          <p:cNvSpPr/>
          <p:nvPr/>
        </p:nvSpPr>
        <p:spPr>
          <a:xfrm>
            <a:off x="-92169" y="142544"/>
            <a:ext cx="4706809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SELECTION SORT</a:t>
            </a:r>
          </a:p>
        </p:txBody>
      </p:sp>
    </p:spTree>
    <p:extLst>
      <p:ext uri="{BB962C8B-B14F-4D97-AF65-F5344CB8AC3E}">
        <p14:creationId xmlns:p14="http://schemas.microsoft.com/office/powerpoint/2010/main" val="3789716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D83DB2-D494-1421-0CFB-BF93F9B2D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B4E744B-D980-0E63-535C-98B4FAD0322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646F0E7-225A-DA6C-AE3A-75857C62CC3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9FE2669-C932-D8CA-3B76-A92D50D0C07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B4245BD-DEA3-3B77-964A-C0E7644DA93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F571B9-341E-7401-E178-B610C1C6D2CD}"/>
              </a:ext>
            </a:extLst>
          </p:cNvPr>
          <p:cNvSpPr/>
          <p:nvPr/>
        </p:nvSpPr>
        <p:spPr>
          <a:xfrm>
            <a:off x="421106" y="1212853"/>
            <a:ext cx="11431458" cy="1571912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Here’s the Python code for the selection sort algorithm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walk through this algorithm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98C54C-74AA-CAE4-DA29-076527E769CD}"/>
              </a:ext>
            </a:extLst>
          </p:cNvPr>
          <p:cNvSpPr/>
          <p:nvPr/>
        </p:nvSpPr>
        <p:spPr>
          <a:xfrm>
            <a:off x="-252887" y="122415"/>
            <a:ext cx="6054346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SELECTION SORT CODE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C0E336-0832-2F02-F229-6E1D47CDED92}"/>
              </a:ext>
            </a:extLst>
          </p:cNvPr>
          <p:cNvSpPr/>
          <p:nvPr/>
        </p:nvSpPr>
        <p:spPr>
          <a:xfrm>
            <a:off x="547255" y="2671241"/>
            <a:ext cx="10701596" cy="404421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[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4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56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88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9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44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12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23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66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-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36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len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)-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min = 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j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(i+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 err="1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len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)):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[j] &lt; 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[min]: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    min = j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temp = 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 = 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[min]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[min] = temp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2882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BEBDE9-56E3-F907-C85B-EF6D5FE7D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30DA37D-1361-4A48-C03D-19AC4F1328B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F2D7E07-A9E5-20EC-2548-ED6C81B706A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F353B6-6090-4ECD-4360-AB845E91A9E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D388275-2D94-CEC2-296D-5758527F42F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B0A1D1-28EA-7D83-55A7-1376A6330BD5}"/>
              </a:ext>
            </a:extLst>
          </p:cNvPr>
          <p:cNvSpPr/>
          <p:nvPr/>
        </p:nvSpPr>
        <p:spPr>
          <a:xfrm>
            <a:off x="421106" y="1212853"/>
            <a:ext cx="11431458" cy="1571912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What’s the time complexity for this algorithm?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44E812-0C3B-5449-A1A4-E9828B23BA11}"/>
              </a:ext>
            </a:extLst>
          </p:cNvPr>
          <p:cNvSpPr/>
          <p:nvPr/>
        </p:nvSpPr>
        <p:spPr>
          <a:xfrm>
            <a:off x="-252887" y="122415"/>
            <a:ext cx="6054346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SELECTION SORT CODE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979B4B-5D47-165C-3A27-48F2D83EF16D}"/>
              </a:ext>
            </a:extLst>
          </p:cNvPr>
          <p:cNvSpPr/>
          <p:nvPr/>
        </p:nvSpPr>
        <p:spPr>
          <a:xfrm>
            <a:off x="547255" y="2671241"/>
            <a:ext cx="10701596" cy="404421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[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4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56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88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9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44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12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23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66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-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36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len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)-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min = 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j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(i+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 err="1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len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)):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[j] &lt; 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[min]: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    min = j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temp = 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 = 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[min]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[min] = temp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2144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717D42-FC33-2885-4C98-9E4B6A3E9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086D144-6E9F-2F71-371B-0AFC807B95D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4FD4BB-3B38-0DDA-92B5-D19D7B39BFF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ADDB824-265E-6B9F-80C0-7D0DB364684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FC17297-F4F6-4AF3-B672-055A8154E0F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5A104E-5DFB-C354-B660-BBA30F5979B4}"/>
              </a:ext>
            </a:extLst>
          </p:cNvPr>
          <p:cNvSpPr/>
          <p:nvPr/>
        </p:nvSpPr>
        <p:spPr>
          <a:xfrm>
            <a:off x="421106" y="1212853"/>
            <a:ext cx="6883462" cy="5449204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Because this algorithm is also O(n</a:t>
            </a:r>
            <a:r>
              <a:rPr lang="en-US" sz="2800" baseline="30000" dirty="0">
                <a:solidFill>
                  <a:schemeClr val="bg1"/>
                </a:solidFill>
                <a:latin typeface="Bahnschrift" panose="020B0502040204020203" pitchFamily="34" charset="0"/>
              </a:rPr>
              <a:t>2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), it isn’t really any more efficient than Bubble Sort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only upside with this algorithm is that the program may need to swap fewer variables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can be more efficient on certain, very old hardware where the CPU can’t swap variables effectively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space complexity here is also O(1)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3A2AF-500A-F445-1832-66F06D0F20CE}"/>
              </a:ext>
            </a:extLst>
          </p:cNvPr>
          <p:cNvSpPr/>
          <p:nvPr/>
        </p:nvSpPr>
        <p:spPr>
          <a:xfrm>
            <a:off x="-72932" y="142543"/>
            <a:ext cx="4932011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SELECTION SORT</a:t>
            </a:r>
          </a:p>
        </p:txBody>
      </p:sp>
      <p:pic>
        <p:nvPicPr>
          <p:cNvPr id="3" name="Picture 2" descr="A computer with a screen on top of it&#10;&#10;AI-generated content may be incorrect.">
            <a:extLst>
              <a:ext uri="{FF2B5EF4-FFF2-40B4-BE49-F238E27FC236}">
                <a16:creationId xmlns:a16="http://schemas.microsoft.com/office/drawing/2014/main" id="{D045BA5F-CB79-29FF-ADC7-8F67F149E9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568" y="938421"/>
            <a:ext cx="4742239" cy="5297328"/>
          </a:xfrm>
          <a:prstGeom prst="rect">
            <a:avLst/>
          </a:prstGeom>
        </p:spPr>
      </p:pic>
      <p:pic>
        <p:nvPicPr>
          <p:cNvPr id="10" name="Picture 9" descr="A spider web on a black background&#10;&#10;AI-generated content may be incorrect.">
            <a:extLst>
              <a:ext uri="{FF2B5EF4-FFF2-40B4-BE49-F238E27FC236}">
                <a16:creationId xmlns:a16="http://schemas.microsoft.com/office/drawing/2014/main" id="{AD0F6BF7-8672-4476-5908-FD2CF2382D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01239">
            <a:off x="6864653" y="499728"/>
            <a:ext cx="4525635" cy="3785191"/>
          </a:xfrm>
          <a:prstGeom prst="rect">
            <a:avLst/>
          </a:prstGeom>
        </p:spPr>
      </p:pic>
      <p:pic>
        <p:nvPicPr>
          <p:cNvPr id="11" name="Picture 10" descr="A spider web on a black background&#10;&#10;AI-generated content may be incorrect.">
            <a:extLst>
              <a:ext uri="{FF2B5EF4-FFF2-40B4-BE49-F238E27FC236}">
                <a16:creationId xmlns:a16="http://schemas.microsoft.com/office/drawing/2014/main" id="{43A6A066-2FEA-4714-DEFD-6FAF285B2E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212874">
            <a:off x="8012515" y="2831016"/>
            <a:ext cx="4525635" cy="378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56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EE79C7-794E-FF5D-EA85-6755ACDA0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239180B-5070-3F01-92EB-1783C0E81F3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B8CBEDA-0F75-34B2-682C-C7AD4ACCEC7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70A339E-0ECA-9E87-4EC0-BEFDC89C014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D6B9CCE-DEC6-768C-011A-E0395543FAE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E5295D-63CB-27C4-5E3D-6CEF8C1B061A}"/>
              </a:ext>
            </a:extLst>
          </p:cNvPr>
          <p:cNvSpPr/>
          <p:nvPr/>
        </p:nvSpPr>
        <p:spPr>
          <a:xfrm>
            <a:off x="421105" y="1212853"/>
            <a:ext cx="11157751" cy="5449204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Because these algorithms are O(n</a:t>
            </a:r>
            <a:r>
              <a:rPr lang="en-US" sz="2800" baseline="30000" dirty="0">
                <a:solidFill>
                  <a:schemeClr val="bg1"/>
                </a:solidFill>
                <a:latin typeface="Bahnschrift" panose="020B0502040204020203" pitchFamily="34" charset="0"/>
              </a:rPr>
              <a:t>2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), using one to justify a binary search doesn’t result in an actual efficiency improvement 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O(n</a:t>
            </a:r>
            <a:r>
              <a:rPr lang="en-US" sz="2800" baseline="30000" dirty="0">
                <a:solidFill>
                  <a:schemeClr val="bg1"/>
                </a:solidFill>
                <a:latin typeface="Bahnschrift" panose="020B0502040204020203" pitchFamily="34" charset="0"/>
              </a:rPr>
              <a:t>2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) (bubble/selection sort) + O (log</a:t>
            </a:r>
            <a:r>
              <a:rPr lang="en-US" sz="2800" baseline="-25000" dirty="0">
                <a:solidFill>
                  <a:schemeClr val="bg1"/>
                </a:solidFill>
                <a:latin typeface="Bahnschrift" panose="020B0502040204020203" pitchFamily="34" charset="0"/>
              </a:rPr>
              <a:t>2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n) (binary search) = O(n</a:t>
            </a:r>
            <a:r>
              <a:rPr lang="en-US" sz="2800" baseline="30000" dirty="0">
                <a:solidFill>
                  <a:schemeClr val="bg1"/>
                </a:solidFill>
                <a:latin typeface="Bahnschrift" panose="020B0502040204020203" pitchFamily="34" charset="0"/>
              </a:rPr>
              <a:t>2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Using a linear search on an unsorted list is still faster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O(n</a:t>
            </a:r>
            <a:r>
              <a:rPr lang="en-US" sz="2800" baseline="30000" dirty="0">
                <a:solidFill>
                  <a:schemeClr val="bg1"/>
                </a:solidFill>
                <a:latin typeface="Bahnschrift" panose="020B0502040204020203" pitchFamily="34" charset="0"/>
              </a:rPr>
              <a:t>2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) &gt; O(n)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Even our most complex, intricate sorting algorithms only ever get the efficiency to O(n * log</a:t>
            </a:r>
            <a:r>
              <a:rPr lang="en-US" sz="2800" baseline="-25000" dirty="0">
                <a:solidFill>
                  <a:schemeClr val="bg1"/>
                </a:solidFill>
                <a:latin typeface="Bahnschrift" panose="020B0502040204020203" pitchFamily="34" charset="0"/>
              </a:rPr>
              <a:t>2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5C30F2-8D0A-B75D-42F7-066D0646A48F}"/>
              </a:ext>
            </a:extLst>
          </p:cNvPr>
          <p:cNvSpPr/>
          <p:nvPr/>
        </p:nvSpPr>
        <p:spPr>
          <a:xfrm>
            <a:off x="-72932" y="142543"/>
            <a:ext cx="5612495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SORTING EFFICIENCY</a:t>
            </a:r>
          </a:p>
        </p:txBody>
      </p:sp>
    </p:spTree>
    <p:extLst>
      <p:ext uri="{BB962C8B-B14F-4D97-AF65-F5344CB8AC3E}">
        <p14:creationId xmlns:p14="http://schemas.microsoft.com/office/powerpoint/2010/main" val="2215692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AFF432-3742-E8CF-89DA-84C94CDD2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CD3DCD2-C74C-95D3-8AE9-68F3C6AEDF40}"/>
              </a:ext>
            </a:extLst>
          </p:cNvPr>
          <p:cNvSpPr/>
          <p:nvPr/>
        </p:nvSpPr>
        <p:spPr>
          <a:xfrm>
            <a:off x="3181874" y="4727575"/>
            <a:ext cx="1253064" cy="1253064"/>
          </a:xfrm>
          <a:prstGeom prst="ellipse">
            <a:avLst/>
          </a:prstGeom>
          <a:noFill/>
          <a:ln w="101600">
            <a:solidFill>
              <a:srgbClr val="2A4C45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7092CD-4DF3-59F0-5AB9-E50FA41C4902}"/>
              </a:ext>
            </a:extLst>
          </p:cNvPr>
          <p:cNvSpPr/>
          <p:nvPr/>
        </p:nvSpPr>
        <p:spPr>
          <a:xfrm>
            <a:off x="215845" y="3717853"/>
            <a:ext cx="2019444" cy="2019444"/>
          </a:xfrm>
          <a:prstGeom prst="ellipse">
            <a:avLst/>
          </a:prstGeom>
          <a:noFill/>
          <a:ln w="101600">
            <a:solidFill>
              <a:srgbClr val="2A4C45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C3CAB5-3061-5F94-A88E-C0BDD9B048E5}"/>
              </a:ext>
            </a:extLst>
          </p:cNvPr>
          <p:cNvSpPr/>
          <p:nvPr/>
        </p:nvSpPr>
        <p:spPr>
          <a:xfrm>
            <a:off x="4061287" y="311889"/>
            <a:ext cx="1253064" cy="1253064"/>
          </a:xfrm>
          <a:prstGeom prst="ellipse">
            <a:avLst/>
          </a:prstGeom>
          <a:noFill/>
          <a:ln w="101600">
            <a:solidFill>
              <a:srgbClr val="2A4C45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CEAB6A-CE7C-862A-42E1-D86D8C4198B3}"/>
              </a:ext>
            </a:extLst>
          </p:cNvPr>
          <p:cNvSpPr/>
          <p:nvPr/>
        </p:nvSpPr>
        <p:spPr>
          <a:xfrm>
            <a:off x="330518" y="1120703"/>
            <a:ext cx="4662651" cy="5486353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Sorting Algorithm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Bubble Sort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Selection Sort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AFD995-70BC-6581-0161-071153C10586}"/>
              </a:ext>
            </a:extLst>
          </p:cNvPr>
          <p:cNvSpPr/>
          <p:nvPr/>
        </p:nvSpPr>
        <p:spPr>
          <a:xfrm>
            <a:off x="-297523" y="201730"/>
            <a:ext cx="6265695" cy="73669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 TO REMEMBER</a:t>
            </a:r>
          </a:p>
        </p:txBody>
      </p:sp>
      <p:pic>
        <p:nvPicPr>
          <p:cNvPr id="6" name="Picture 5" descr="A cartoon of a person with a large brain&#10;&#10;AI-generated content may be incorrect.">
            <a:extLst>
              <a:ext uri="{FF2B5EF4-FFF2-40B4-BE49-F238E27FC236}">
                <a16:creationId xmlns:a16="http://schemas.microsoft.com/office/drawing/2014/main" id="{ADD5DD30-FEB4-6F2F-CD56-BC8E3371E4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88" b="909"/>
          <a:stretch>
            <a:fillRect/>
          </a:stretch>
        </p:blipFill>
        <p:spPr>
          <a:xfrm flipH="1">
            <a:off x="7198831" y="2629528"/>
            <a:ext cx="3767602" cy="333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70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25 L 0.00221 0.025 C 0.00169 0.01898 0.00091 0.01296 0.00052 0.00694 C 0.00013 -0.00255 0.00091 -0.01204 3.75E-6 -0.0213 C -0.00105 -0.03241 -0.00365 -0.04329 -0.00508 -0.0544 C -0.00834 -0.0794 -0.00912 -0.08843 -0.01693 -0.11759 C -0.02032 -0.13009 -0.02318 -0.14329 -0.02709 -0.15556 C -0.02878 -0.16088 -0.03034 -0.16643 -0.03217 -0.17153 C -0.03373 -0.17639 -0.03568 -0.18079 -0.03724 -0.18565 C -0.03881 -0.19097 -0.03959 -0.19699 -0.04167 -0.20162 C -0.04558 -0.20995 -0.06459 -0.24028 -0.06993 -0.24676 C -0.07709 -0.25579 -0.07813 -0.25255 -0.08568 -0.25694 C -0.0892 -0.2588 -0.09245 -0.26157 -0.09584 -0.26389 C -0.10651 -0.27083 -0.11407 -0.27569 -0.12461 -0.27986 C -0.13776 -0.28518 -0.16407 -0.29491 -0.16407 -0.29491 L -0.19336 -0.2919 C -0.19662 -0.29143 -0.19987 -0.2912 -0.203 -0.29005 C -0.21029 -0.28704 -0.22526 -0.27431 -0.22891 -0.26898 C -0.23125 -0.26551 -0.23321 -0.26181 -0.23568 -0.2588 C -0.23646 -0.25787 -0.23464 -0.26157 -0.23399 -0.26296 C -0.2319 -0.26759 -0.23021 -0.27268 -0.22787 -0.27685 C -0.22539 -0.28125 -0.22331 -0.28634 -0.22045 -0.29005 C -0.21185 -0.30046 -0.19558 -0.31319 -0.18607 -0.31991 C -0.17813 -0.32569 -0.17019 -0.33194 -0.16185 -0.33611 C -0.13646 -0.34838 -0.11081 -0.35833 -0.08516 -0.36921 C -0.07565 -0.37315 -0.06602 -0.37662 -0.05638 -0.38009 C -0.04089 -0.38588 -0.02592 -0.39074 -0.01016 -0.39421 C -0.00039 -0.3963 0.00937 -0.39745 0.01914 -0.39931 C 0.04739 -0.39815 0.07565 -0.39907 0.10377 -0.3963 C 0.10989 -0.3956 0.11588 -0.3919 0.12187 -0.38912 C 0.13255 -0.38449 0.14323 -0.37893 0.15403 -0.37407 C 0.2095 -0.34884 0.13476 -0.38449 0.19179 -0.35602 C 0.19687 -0.3537 0.20208 -0.35231 0.20703 -0.34907 C 0.21354 -0.34468 0.21966 -0.33796 0.22617 -0.3331 C 0.22838 -0.33148 0.23073 -0.33009 0.23294 -0.32801 C 0.23463 -0.32639 0.2358 -0.32384 0.2375 -0.32199 C 0.2388 -0.32037 0.24049 -0.31944 0.24192 -0.31806 C 0.24323 -0.31667 0.24453 -0.31528 0.24596 -0.31412 C 0.24427 -0.31806 0.24297 -0.32292 0.24088 -0.32593 C 0.22252 -0.35255 0.19974 -0.37014 0.17877 -0.38727 C 0.16562 -0.39792 0.15247 -0.4088 0.1388 -0.41736 C 0.0888 -0.44815 0.04114 -0.47222 -0.01185 -0.48148 C -0.07318 -0.49213 -0.27201 -0.4919 -0.30847 -0.49236 C -0.36537 -0.48704 -0.42266 -0.48796 -0.4793 -0.47639 C -0.48386 -0.47546 -0.56172 -0.44329 -0.59271 -0.43032 C -0.60052 -0.42708 -0.60834 -0.42268 -0.61641 -0.42037 C -0.64636 -0.41111 -0.68008 -0.40162 -0.70834 -0.38611 C -0.71993 -0.37986 -0.73203 -0.37546 -0.74323 -0.36713 C -0.76029 -0.35463 -0.77631 -0.33704 -0.79336 -0.32407 C -0.79636 -0.32176 -0.81472 -0.30833 -0.81927 -0.30301 C -0.85704 -0.25833 -0.7668 -0.34653 -0.85365 -0.26481 C -0.86133 -0.25764 -0.86901 -0.25069 -0.87683 -0.24375 C -0.88711 -0.23472 -0.89766 -0.22639 -0.90782 -0.21667 C -0.92592 -0.19931 -0.94493 -0.18495 -0.96198 -0.16458 L -0.98907 -0.13264 C -0.99519 -0.08843 -0.99245 -0.11667 -0.99245 -0.0463 " pathEditMode="relative" ptsTypes="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5BA6D2-661C-629D-3A0B-D8916DF3A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B93D669-FD26-373F-CDBC-983ED72E17F3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93F1B6-8034-6006-77FD-6E60A6700CC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B445EE-DFCD-15A2-8253-54896937091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1FA388-F44C-0D62-E127-5DAA237B2FBA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Find PA B2-5 On GitHub… or else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51E191-FB80-DD01-12DA-A63D6699BDF7}"/>
              </a:ext>
            </a:extLst>
          </p:cNvPr>
          <p:cNvSpPr/>
          <p:nvPr/>
        </p:nvSpPr>
        <p:spPr>
          <a:xfrm>
            <a:off x="-882502" y="59058"/>
            <a:ext cx="11632019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PA </a:t>
            </a:r>
            <a:r>
              <a:rPr lang="en-US" sz="4800" dirty="0" err="1">
                <a:latin typeface="Bahnschrift SemiBold" panose="020B0502040204020203" pitchFamily="34" charset="0"/>
              </a:rPr>
              <a:t>PA</a:t>
            </a:r>
            <a:r>
              <a:rPr lang="en-US" sz="4800" dirty="0">
                <a:latin typeface="Bahnschrift SemiBold" panose="020B0502040204020203" pitchFamily="34" charset="0"/>
              </a:rPr>
              <a:t> </a:t>
            </a:r>
            <a:r>
              <a:rPr lang="en-US" sz="4800" dirty="0" err="1">
                <a:latin typeface="Bahnschrift SemiBold" panose="020B0502040204020203" pitchFamily="34" charset="0"/>
              </a:rPr>
              <a:t>PA</a:t>
            </a:r>
            <a:r>
              <a:rPr lang="en-US" sz="4800" dirty="0">
                <a:latin typeface="Bahnschrift SemiBold" panose="020B0502040204020203" pitchFamily="34" charset="0"/>
              </a:rPr>
              <a:t> </a:t>
            </a:r>
            <a:r>
              <a:rPr lang="en-US" sz="4800" dirty="0" err="1">
                <a:latin typeface="Bahnschrift SemiBold" panose="020B0502040204020203" pitchFamily="34" charset="0"/>
              </a:rPr>
              <a:t>PA</a:t>
            </a:r>
            <a:r>
              <a:rPr lang="en-US" sz="4800" dirty="0">
                <a:latin typeface="Bahnschrift SemiBold" panose="020B0502040204020203" pitchFamily="34" charset="0"/>
              </a:rPr>
              <a:t> </a:t>
            </a:r>
            <a:r>
              <a:rPr lang="en-US" sz="4800" dirty="0" err="1">
                <a:latin typeface="Bahnschrift SemiBold" panose="020B0502040204020203" pitchFamily="34" charset="0"/>
              </a:rPr>
              <a:t>PA</a:t>
            </a:r>
            <a:r>
              <a:rPr lang="en-US" sz="4800" dirty="0">
                <a:latin typeface="Bahnschrift SemiBold" panose="020B0502040204020203" pitchFamily="34" charset="0"/>
              </a:rPr>
              <a:t> </a:t>
            </a:r>
            <a:r>
              <a:rPr lang="en-US" sz="4800" dirty="0" err="1">
                <a:latin typeface="Bahnschrift SemiBold" panose="020B0502040204020203" pitchFamily="34" charset="0"/>
              </a:rPr>
              <a:t>PA</a:t>
            </a:r>
            <a:r>
              <a:rPr lang="en-US" sz="4800" dirty="0">
                <a:latin typeface="Bahnschrift SemiBold" panose="020B0502040204020203" pitchFamily="34" charset="0"/>
              </a:rPr>
              <a:t> </a:t>
            </a:r>
            <a:r>
              <a:rPr lang="en-US" sz="4800" dirty="0" err="1">
                <a:latin typeface="Bahnschrift SemiBold" panose="020B0502040204020203" pitchFamily="34" charset="0"/>
              </a:rPr>
              <a:t>PA</a:t>
            </a:r>
            <a:r>
              <a:rPr lang="en-US" sz="4800" dirty="0">
                <a:latin typeface="Bahnschrift SemiBold" panose="020B0502040204020203" pitchFamily="34" charset="0"/>
              </a:rPr>
              <a:t> </a:t>
            </a:r>
            <a:r>
              <a:rPr lang="en-US" sz="4800" dirty="0" err="1">
                <a:latin typeface="Bahnschrift SemiBold" panose="020B0502040204020203" pitchFamily="34" charset="0"/>
              </a:rPr>
              <a:t>PA</a:t>
            </a:r>
            <a:r>
              <a:rPr lang="en-US" sz="4800" dirty="0">
                <a:latin typeface="Bahnschrift SemiBold" panose="020B0502040204020203" pitchFamily="34" charset="0"/>
              </a:rPr>
              <a:t> </a:t>
            </a:r>
            <a:r>
              <a:rPr lang="en-US" sz="4800" dirty="0" err="1">
                <a:latin typeface="Bahnschrift SemiBold" panose="020B0502040204020203" pitchFamily="34" charset="0"/>
              </a:rPr>
              <a:t>PA</a:t>
            </a:r>
            <a:r>
              <a:rPr lang="en-US" sz="4800" dirty="0">
                <a:latin typeface="Bahnschrift SemiBold" panose="020B0502040204020203" pitchFamily="34" charset="0"/>
              </a:rPr>
              <a:t> </a:t>
            </a:r>
            <a:r>
              <a:rPr lang="en-US" sz="4800" dirty="0" err="1">
                <a:latin typeface="Bahnschrift SemiBold" panose="020B0502040204020203" pitchFamily="34" charset="0"/>
              </a:rPr>
              <a:t>PA</a:t>
            </a:r>
            <a:r>
              <a:rPr lang="en-US" sz="4800" dirty="0">
                <a:latin typeface="Bahnschrift SemiBold" panose="020B0502040204020203" pitchFamily="34" charset="0"/>
              </a:rPr>
              <a:t> AP PA</a:t>
            </a:r>
          </a:p>
        </p:txBody>
      </p:sp>
    </p:spTree>
    <p:extLst>
      <p:ext uri="{BB962C8B-B14F-4D97-AF65-F5344CB8AC3E}">
        <p14:creationId xmlns:p14="http://schemas.microsoft.com/office/powerpoint/2010/main" val="510623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5815</TotalTime>
  <Words>1267</Words>
  <Application>Microsoft Office PowerPoint</Application>
  <PresentationFormat>Widescreen</PresentationFormat>
  <Paragraphs>83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Arial</vt:lpstr>
      <vt:lpstr>Bahnschrift</vt:lpstr>
      <vt:lpstr>Bahnschrift SemiBold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10</cp:revision>
  <dcterms:created xsi:type="dcterms:W3CDTF">2025-08-11T14:07:39Z</dcterms:created>
  <dcterms:modified xsi:type="dcterms:W3CDTF">2025-09-19T17:33:03Z</dcterms:modified>
</cp:coreProperties>
</file>