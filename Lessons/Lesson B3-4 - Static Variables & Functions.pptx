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510" r:id="rId5"/>
    <p:sldId id="473" r:id="rId6"/>
    <p:sldId id="566" r:id="rId7"/>
    <p:sldId id="582" r:id="rId8"/>
    <p:sldId id="583" r:id="rId9"/>
    <p:sldId id="584" r:id="rId10"/>
    <p:sldId id="585" r:id="rId11"/>
    <p:sldId id="586" r:id="rId12"/>
    <p:sldId id="587" r:id="rId13"/>
    <p:sldId id="588" r:id="rId14"/>
    <p:sldId id="589" r:id="rId15"/>
    <p:sldId id="590" r:id="rId16"/>
    <p:sldId id="592" r:id="rId17"/>
    <p:sldId id="593" r:id="rId18"/>
    <p:sldId id="594" r:id="rId19"/>
    <p:sldId id="591" r:id="rId20"/>
    <p:sldId id="581" r:id="rId21"/>
    <p:sldId id="45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4500"/>
    <a:srgbClr val="2A4C45"/>
    <a:srgbClr val="326648"/>
    <a:srgbClr val="D2A65C"/>
    <a:srgbClr val="A74923"/>
    <a:srgbClr val="388049"/>
    <a:srgbClr val="274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7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68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undo custSel addSld delSld modSld">
      <pc:chgData name="Michael Hill" userId="41dba03d-e58d-4389-9894-554c10310ba4" providerId="ADAL" clId="{EF23FE1D-A042-481E-AFD7-2A9FB0847F54}" dt="2026-02-27T21:54:40.737" v="3905" actId="14100"/>
      <pc:docMkLst>
        <pc:docMk/>
      </pc:docMkLst>
      <pc:sldChg chg="modSp mod">
        <pc:chgData name="Michael Hill" userId="41dba03d-e58d-4389-9894-554c10310ba4" providerId="ADAL" clId="{EF23FE1D-A042-481E-AFD7-2A9FB0847F54}" dt="2026-02-24T20:58:20.338" v="30" actId="14100"/>
        <pc:sldMkLst>
          <pc:docMk/>
          <pc:sldMk cId="1878848435" sldId="256"/>
        </pc:sldMkLst>
        <pc:spChg chg="mod">
          <ac:chgData name="Michael Hill" userId="41dba03d-e58d-4389-9894-554c10310ba4" providerId="ADAL" clId="{EF23FE1D-A042-481E-AFD7-2A9FB0847F54}" dt="2026-02-24T20:58:09.794" v="1" actId="20577"/>
          <ac:spMkLst>
            <pc:docMk/>
            <pc:sldMk cId="1878848435" sldId="256"/>
            <ac:spMk id="5" creationId="{18C18ECD-1A29-4735-FBF9-2230E3FED94F}"/>
          </ac:spMkLst>
        </pc:spChg>
        <pc:spChg chg="mod">
          <ac:chgData name="Michael Hill" userId="41dba03d-e58d-4389-9894-554c10310ba4" providerId="ADAL" clId="{EF23FE1D-A042-481E-AFD7-2A9FB0847F54}" dt="2026-02-24T20:58:20.338" v="30" actId="14100"/>
          <ac:spMkLst>
            <pc:docMk/>
            <pc:sldMk cId="1878848435" sldId="256"/>
            <ac:spMk id="6" creationId="{945BB639-AC69-FE40-4352-5D3077A94591}"/>
          </ac:spMkLst>
        </pc:spChg>
      </pc:sldChg>
      <pc:sldChg chg="modSp">
        <pc:chgData name="Michael Hill" userId="41dba03d-e58d-4389-9894-554c10310ba4" providerId="ADAL" clId="{EF23FE1D-A042-481E-AFD7-2A9FB0847F54}" dt="2026-02-25T18:27:28.782" v="2049" actId="5793"/>
        <pc:sldMkLst>
          <pc:docMk/>
          <pc:sldMk cId="854122100" sldId="257"/>
        </pc:sldMkLst>
        <pc:spChg chg="mod">
          <ac:chgData name="Michael Hill" userId="41dba03d-e58d-4389-9894-554c10310ba4" providerId="ADAL" clId="{EF23FE1D-A042-481E-AFD7-2A9FB0847F54}" dt="2026-02-25T18:27:28.782" v="2049" actId="5793"/>
          <ac:spMkLst>
            <pc:docMk/>
            <pc:sldMk cId="854122100" sldId="257"/>
            <ac:spMk id="8" creationId="{4D7671A2-401B-58C3-4049-2F9F2E07BD91}"/>
          </ac:spMkLst>
        </pc:spChg>
      </pc:sldChg>
      <pc:sldChg chg="modSp mod">
        <pc:chgData name="Michael Hill" userId="41dba03d-e58d-4389-9894-554c10310ba4" providerId="ADAL" clId="{EF23FE1D-A042-481E-AFD7-2A9FB0847F54}" dt="2026-02-25T16:53:01.137" v="200" actId="313"/>
        <pc:sldMkLst>
          <pc:docMk/>
          <pc:sldMk cId="1910594286" sldId="258"/>
        </pc:sldMkLst>
        <pc:spChg chg="mod">
          <ac:chgData name="Michael Hill" userId="41dba03d-e58d-4389-9894-554c10310ba4" providerId="ADAL" clId="{EF23FE1D-A042-481E-AFD7-2A9FB0847F54}" dt="2026-02-25T16:53:01.137" v="200" actId="313"/>
          <ac:spMkLst>
            <pc:docMk/>
            <pc:sldMk cId="1910594286" sldId="258"/>
            <ac:spMk id="8" creationId="{9D3B4A7A-A70B-0C4A-C7FF-462ADF36D440}"/>
          </ac:spMkLst>
        </pc:spChg>
      </pc:sldChg>
      <pc:sldChg chg="modSp mod">
        <pc:chgData name="Michael Hill" userId="41dba03d-e58d-4389-9894-554c10310ba4" providerId="ADAL" clId="{EF23FE1D-A042-481E-AFD7-2A9FB0847F54}" dt="2026-02-25T18:55:28.323" v="3900" actId="20577"/>
        <pc:sldMkLst>
          <pc:docMk/>
          <pc:sldMk cId="782115972" sldId="454"/>
        </pc:sldMkLst>
        <pc:spChg chg="mod">
          <ac:chgData name="Michael Hill" userId="41dba03d-e58d-4389-9894-554c10310ba4" providerId="ADAL" clId="{EF23FE1D-A042-481E-AFD7-2A9FB0847F54}" dt="2026-02-25T18:55:28.323" v="3900" actId="20577"/>
          <ac:spMkLst>
            <pc:docMk/>
            <pc:sldMk cId="782115972" sldId="454"/>
            <ac:spMk id="8" creationId="{F65BA143-CA8C-162E-8EE1-5979D9C12717}"/>
          </ac:spMkLst>
        </pc:spChg>
      </pc:sldChg>
      <pc:sldChg chg="delSp modSp mod">
        <pc:chgData name="Michael Hill" userId="41dba03d-e58d-4389-9894-554c10310ba4" providerId="ADAL" clId="{EF23FE1D-A042-481E-AFD7-2A9FB0847F54}" dt="2026-02-25T17:03:05.517" v="899" actId="20577"/>
        <pc:sldMkLst>
          <pc:docMk/>
          <pc:sldMk cId="1393903321" sldId="473"/>
        </pc:sldMkLst>
        <pc:spChg chg="mod">
          <ac:chgData name="Michael Hill" userId="41dba03d-e58d-4389-9894-554c10310ba4" providerId="ADAL" clId="{EF23FE1D-A042-481E-AFD7-2A9FB0847F54}" dt="2026-02-25T17:00:27.079" v="539" actId="20577"/>
          <ac:spMkLst>
            <pc:docMk/>
            <pc:sldMk cId="1393903321" sldId="473"/>
            <ac:spMk id="5" creationId="{72A18054-BB94-C05D-C7EF-5AD50E6CC9B1}"/>
          </ac:spMkLst>
        </pc:spChg>
        <pc:spChg chg="mod">
          <ac:chgData name="Michael Hill" userId="41dba03d-e58d-4389-9894-554c10310ba4" providerId="ADAL" clId="{EF23FE1D-A042-481E-AFD7-2A9FB0847F54}" dt="2026-02-25T17:03:05.517" v="899" actId="20577"/>
          <ac:spMkLst>
            <pc:docMk/>
            <pc:sldMk cId="1393903321" sldId="473"/>
            <ac:spMk id="8" creationId="{82EF2758-F3AE-312F-416D-08E61458A56C}"/>
          </ac:spMkLst>
        </pc:spChg>
      </pc:sldChg>
      <pc:sldChg chg="addSp delSp modSp mod">
        <pc:chgData name="Michael Hill" userId="41dba03d-e58d-4389-9894-554c10310ba4" providerId="ADAL" clId="{EF23FE1D-A042-481E-AFD7-2A9FB0847F54}" dt="2026-02-25T16:57:24.854" v="533" actId="20577"/>
        <pc:sldMkLst>
          <pc:docMk/>
          <pc:sldMk cId="1611361129" sldId="510"/>
        </pc:sldMkLst>
        <pc:spChg chg="add mod">
          <ac:chgData name="Michael Hill" userId="41dba03d-e58d-4389-9894-554c10310ba4" providerId="ADAL" clId="{EF23FE1D-A042-481E-AFD7-2A9FB0847F54}" dt="2026-02-25T16:57:24.854" v="533" actId="20577"/>
          <ac:spMkLst>
            <pc:docMk/>
            <pc:sldMk cId="1611361129" sldId="510"/>
            <ac:spMk id="2" creationId="{88CF754E-F1D0-726D-AE29-772988BC0E62}"/>
          </ac:spMkLst>
        </pc:spChg>
      </pc:sldChg>
      <pc:sldChg chg="addSp delSp modSp mod">
        <pc:chgData name="Michael Hill" userId="41dba03d-e58d-4389-9894-554c10310ba4" providerId="ADAL" clId="{EF23FE1D-A042-481E-AFD7-2A9FB0847F54}" dt="2026-02-25T17:12:16.212" v="1552" actId="115"/>
        <pc:sldMkLst>
          <pc:docMk/>
          <pc:sldMk cId="4236835794" sldId="566"/>
        </pc:sldMkLst>
        <pc:spChg chg="mod">
          <ac:chgData name="Michael Hill" userId="41dba03d-e58d-4389-9894-554c10310ba4" providerId="ADAL" clId="{EF23FE1D-A042-481E-AFD7-2A9FB0847F54}" dt="2026-02-25T17:06:58.628" v="927" actId="14100"/>
          <ac:spMkLst>
            <pc:docMk/>
            <pc:sldMk cId="4236835794" sldId="566"/>
            <ac:spMk id="5" creationId="{F111867D-77AF-2B12-9DC7-9725CB59D22F}"/>
          </ac:spMkLst>
        </pc:spChg>
        <pc:spChg chg="mod">
          <ac:chgData name="Michael Hill" userId="41dba03d-e58d-4389-9894-554c10310ba4" providerId="ADAL" clId="{EF23FE1D-A042-481E-AFD7-2A9FB0847F54}" dt="2026-02-25T17:12:16.212" v="1552" actId="115"/>
          <ac:spMkLst>
            <pc:docMk/>
            <pc:sldMk cId="4236835794" sldId="566"/>
            <ac:spMk id="8" creationId="{7AFFDE31-1F20-8E5F-A175-27F8D2B4D020}"/>
          </ac:spMkLst>
        </pc:spChg>
        <pc:picChg chg="add mod">
          <ac:chgData name="Michael Hill" userId="41dba03d-e58d-4389-9894-554c10310ba4" providerId="ADAL" clId="{EF23FE1D-A042-481E-AFD7-2A9FB0847F54}" dt="2026-02-25T17:10:28.398" v="1276" actId="1076"/>
          <ac:picMkLst>
            <pc:docMk/>
            <pc:sldMk cId="4236835794" sldId="566"/>
            <ac:picMk id="2052" creationId="{4CCB838E-6B0E-28BC-BE65-07B505C96E37}"/>
          </ac:picMkLst>
        </pc:picChg>
      </pc:sldChg>
      <pc:sldChg chg="modSp mod">
        <pc:chgData name="Michael Hill" userId="41dba03d-e58d-4389-9894-554c10310ba4" providerId="ADAL" clId="{EF23FE1D-A042-481E-AFD7-2A9FB0847F54}" dt="2026-02-25T18:55:18.967" v="3891"/>
        <pc:sldMkLst>
          <pc:docMk/>
          <pc:sldMk cId="1026028250" sldId="581"/>
        </pc:sldMkLst>
        <pc:spChg chg="mod">
          <ac:chgData name="Michael Hill" userId="41dba03d-e58d-4389-9894-554c10310ba4" providerId="ADAL" clId="{EF23FE1D-A042-481E-AFD7-2A9FB0847F54}" dt="2026-02-25T18:49:16.563" v="3577" actId="14100"/>
          <ac:spMkLst>
            <pc:docMk/>
            <pc:sldMk cId="1026028250" sldId="581"/>
            <ac:spMk id="5" creationId="{E4CB0452-1F7F-2924-0358-F99F0416B920}"/>
          </ac:spMkLst>
        </pc:spChg>
        <pc:spChg chg="mod">
          <ac:chgData name="Michael Hill" userId="41dba03d-e58d-4389-9894-554c10310ba4" providerId="ADAL" clId="{EF23FE1D-A042-481E-AFD7-2A9FB0847F54}" dt="2026-02-25T18:55:18.967" v="3891"/>
          <ac:spMkLst>
            <pc:docMk/>
            <pc:sldMk cId="1026028250" sldId="581"/>
            <ac:spMk id="8" creationId="{7C501EDB-6D83-CB5A-FDE1-0CDDA4BB13E3}"/>
          </ac:spMkLst>
        </pc:spChg>
      </pc:sldChg>
      <pc:sldChg chg="modSp add mod">
        <pc:chgData name="Michael Hill" userId="41dba03d-e58d-4389-9894-554c10310ba4" providerId="ADAL" clId="{EF23FE1D-A042-481E-AFD7-2A9FB0847F54}" dt="2026-02-25T17:13:21.394" v="1568" actId="20577"/>
        <pc:sldMkLst>
          <pc:docMk/>
          <pc:sldMk cId="2427558985" sldId="582"/>
        </pc:sldMkLst>
        <pc:spChg chg="mod">
          <ac:chgData name="Michael Hill" userId="41dba03d-e58d-4389-9894-554c10310ba4" providerId="ADAL" clId="{EF23FE1D-A042-481E-AFD7-2A9FB0847F54}" dt="2026-02-25T17:13:21.394" v="1568" actId="20577"/>
          <ac:spMkLst>
            <pc:docMk/>
            <pc:sldMk cId="2427558985" sldId="582"/>
            <ac:spMk id="8" creationId="{558821B5-37FA-9D2E-C70F-429E65CDA2A5}"/>
          </ac:spMkLst>
        </pc:spChg>
        <pc:picChg chg="mod">
          <ac:chgData name="Michael Hill" userId="41dba03d-e58d-4389-9894-554c10310ba4" providerId="ADAL" clId="{EF23FE1D-A042-481E-AFD7-2A9FB0847F54}" dt="2026-02-25T17:12:08.974" v="1551" actId="14100"/>
          <ac:picMkLst>
            <pc:docMk/>
            <pc:sldMk cId="2427558985" sldId="582"/>
            <ac:picMk id="2052" creationId="{9E469644-252B-4F21-5D81-3601D70D6FB3}"/>
          </ac:picMkLst>
        </pc:picChg>
      </pc:sldChg>
      <pc:sldChg chg="delSp modSp add mod">
        <pc:chgData name="Michael Hill" userId="41dba03d-e58d-4389-9894-554c10310ba4" providerId="ADAL" clId="{EF23FE1D-A042-481E-AFD7-2A9FB0847F54}" dt="2026-02-25T17:14:14.185" v="1768" actId="115"/>
        <pc:sldMkLst>
          <pc:docMk/>
          <pc:sldMk cId="4011681647" sldId="583"/>
        </pc:sldMkLst>
        <pc:spChg chg="mod">
          <ac:chgData name="Michael Hill" userId="41dba03d-e58d-4389-9894-554c10310ba4" providerId="ADAL" clId="{EF23FE1D-A042-481E-AFD7-2A9FB0847F54}" dt="2026-02-25T17:14:14.185" v="1768" actId="115"/>
          <ac:spMkLst>
            <pc:docMk/>
            <pc:sldMk cId="4011681647" sldId="583"/>
            <ac:spMk id="8" creationId="{2B5E4EFB-81F0-C44C-7364-425BD54BD5BE}"/>
          </ac:spMkLst>
        </pc:spChg>
      </pc:sldChg>
      <pc:sldChg chg="addSp modSp add mod">
        <pc:chgData name="Michael Hill" userId="41dba03d-e58d-4389-9894-554c10310ba4" providerId="ADAL" clId="{EF23FE1D-A042-481E-AFD7-2A9FB0847F54}" dt="2026-02-25T18:26:07.851" v="1926" actId="1076"/>
        <pc:sldMkLst>
          <pc:docMk/>
          <pc:sldMk cId="994864222" sldId="584"/>
        </pc:sldMkLst>
        <pc:spChg chg="mod">
          <ac:chgData name="Michael Hill" userId="41dba03d-e58d-4389-9894-554c10310ba4" providerId="ADAL" clId="{EF23FE1D-A042-481E-AFD7-2A9FB0847F54}" dt="2026-02-25T18:25:37.291" v="1921" actId="115"/>
          <ac:spMkLst>
            <pc:docMk/>
            <pc:sldMk cId="994864222" sldId="584"/>
            <ac:spMk id="8" creationId="{307210EB-3F5F-2B11-A109-7F786BD84E62}"/>
          </ac:spMkLst>
        </pc:spChg>
        <pc:picChg chg="add mod">
          <ac:chgData name="Michael Hill" userId="41dba03d-e58d-4389-9894-554c10310ba4" providerId="ADAL" clId="{EF23FE1D-A042-481E-AFD7-2A9FB0847F54}" dt="2026-02-25T18:26:07.851" v="1926" actId="1076"/>
          <ac:picMkLst>
            <pc:docMk/>
            <pc:sldMk cId="994864222" sldId="584"/>
            <ac:picMk id="4098" creationId="{237D6DF6-9D1E-3892-FCC8-D7E0A9F21893}"/>
          </ac:picMkLst>
        </pc:picChg>
      </pc:sldChg>
      <pc:sldChg chg="delSp modSp add mod">
        <pc:chgData name="Michael Hill" userId="41dba03d-e58d-4389-9894-554c10310ba4" providerId="ADAL" clId="{EF23FE1D-A042-481E-AFD7-2A9FB0847F54}" dt="2026-02-25T18:27:11.619" v="2046" actId="478"/>
        <pc:sldMkLst>
          <pc:docMk/>
          <pc:sldMk cId="229717631" sldId="585"/>
        </pc:sldMkLst>
        <pc:spChg chg="mod">
          <ac:chgData name="Michael Hill" userId="41dba03d-e58d-4389-9894-554c10310ba4" providerId="ADAL" clId="{EF23FE1D-A042-481E-AFD7-2A9FB0847F54}" dt="2026-02-25T18:26:47.613" v="2045" actId="20577"/>
          <ac:spMkLst>
            <pc:docMk/>
            <pc:sldMk cId="229717631" sldId="585"/>
            <ac:spMk id="8" creationId="{D9F4E9CF-1752-07CD-D320-4B6B50796F3E}"/>
          </ac:spMkLst>
        </pc:spChg>
      </pc:sldChg>
      <pc:sldChg chg="modSp add mod">
        <pc:chgData name="Michael Hill" userId="41dba03d-e58d-4389-9894-554c10310ba4" providerId="ADAL" clId="{EF23FE1D-A042-481E-AFD7-2A9FB0847F54}" dt="2026-02-25T18:28:31.979" v="2276" actId="20577"/>
        <pc:sldMkLst>
          <pc:docMk/>
          <pc:sldMk cId="1467833339" sldId="586"/>
        </pc:sldMkLst>
        <pc:spChg chg="mod">
          <ac:chgData name="Michael Hill" userId="41dba03d-e58d-4389-9894-554c10310ba4" providerId="ADAL" clId="{EF23FE1D-A042-481E-AFD7-2A9FB0847F54}" dt="2026-02-25T18:27:49.464" v="2087" actId="1076"/>
          <ac:spMkLst>
            <pc:docMk/>
            <pc:sldMk cId="1467833339" sldId="586"/>
            <ac:spMk id="5" creationId="{FC55A967-26B5-D418-9E32-BC53C541E9DE}"/>
          </ac:spMkLst>
        </pc:spChg>
        <pc:spChg chg="mod">
          <ac:chgData name="Michael Hill" userId="41dba03d-e58d-4389-9894-554c10310ba4" providerId="ADAL" clId="{EF23FE1D-A042-481E-AFD7-2A9FB0847F54}" dt="2026-02-25T18:28:31.979" v="2276" actId="20577"/>
          <ac:spMkLst>
            <pc:docMk/>
            <pc:sldMk cId="1467833339" sldId="586"/>
            <ac:spMk id="8" creationId="{30B15852-AD58-C804-AD35-340386DF84B8}"/>
          </ac:spMkLst>
        </pc:spChg>
      </pc:sldChg>
      <pc:sldChg chg="addSp modSp add mod">
        <pc:chgData name="Michael Hill" userId="41dba03d-e58d-4389-9894-554c10310ba4" providerId="ADAL" clId="{EF23FE1D-A042-481E-AFD7-2A9FB0847F54}" dt="2026-02-25T18:53:52.225" v="3834" actId="20577"/>
        <pc:sldMkLst>
          <pc:docMk/>
          <pc:sldMk cId="387791689" sldId="587"/>
        </pc:sldMkLst>
        <pc:spChg chg="mod">
          <ac:chgData name="Michael Hill" userId="41dba03d-e58d-4389-9894-554c10310ba4" providerId="ADAL" clId="{EF23FE1D-A042-481E-AFD7-2A9FB0847F54}" dt="2026-02-25T18:36:04.429" v="2789" actId="20577"/>
          <ac:spMkLst>
            <pc:docMk/>
            <pc:sldMk cId="387791689" sldId="587"/>
            <ac:spMk id="8" creationId="{2CD1AB0C-CB2B-5BDD-04FF-93934C9B1458}"/>
          </ac:spMkLst>
        </pc:spChg>
        <pc:graphicFrameChg chg="add mod modGraphic">
          <ac:chgData name="Michael Hill" userId="41dba03d-e58d-4389-9894-554c10310ba4" providerId="ADAL" clId="{EF23FE1D-A042-481E-AFD7-2A9FB0847F54}" dt="2026-02-25T18:53:52.225" v="3834" actId="20577"/>
          <ac:graphicFrameMkLst>
            <pc:docMk/>
            <pc:sldMk cId="387791689" sldId="587"/>
            <ac:graphicFrameMk id="2" creationId="{1319E9D5-A0F6-BBC3-7FBF-01B7ACD1CB30}"/>
          </ac:graphicFrameMkLst>
        </pc:graphicFrameChg>
      </pc:sldChg>
      <pc:sldChg chg="modSp add mod">
        <pc:chgData name="Michael Hill" userId="41dba03d-e58d-4389-9894-554c10310ba4" providerId="ADAL" clId="{EF23FE1D-A042-481E-AFD7-2A9FB0847F54}" dt="2026-02-25T18:53:48.974" v="3830" actId="20577"/>
        <pc:sldMkLst>
          <pc:docMk/>
          <pc:sldMk cId="2292760535" sldId="588"/>
        </pc:sldMkLst>
        <pc:graphicFrameChg chg="modGraphic">
          <ac:chgData name="Michael Hill" userId="41dba03d-e58d-4389-9894-554c10310ba4" providerId="ADAL" clId="{EF23FE1D-A042-481E-AFD7-2A9FB0847F54}" dt="2026-02-25T18:53:48.974" v="3830" actId="20577"/>
          <ac:graphicFrameMkLst>
            <pc:docMk/>
            <pc:sldMk cId="2292760535" sldId="588"/>
            <ac:graphicFrameMk id="2" creationId="{F66BF42A-9B48-BD82-47F3-B768F2CF5C3B}"/>
          </ac:graphicFrameMkLst>
        </pc:graphicFrameChg>
      </pc:sldChg>
      <pc:sldChg chg="addSp modSp add mod">
        <pc:chgData name="Michael Hill" userId="41dba03d-e58d-4389-9894-554c10310ba4" providerId="ADAL" clId="{EF23FE1D-A042-481E-AFD7-2A9FB0847F54}" dt="2026-02-25T18:53:45.901" v="3826" actId="20577"/>
        <pc:sldMkLst>
          <pc:docMk/>
          <pc:sldMk cId="644524998" sldId="589"/>
        </pc:sldMkLst>
        <pc:spChg chg="add mod">
          <ac:chgData name="Michael Hill" userId="41dba03d-e58d-4389-9894-554c10310ba4" providerId="ADAL" clId="{EF23FE1D-A042-481E-AFD7-2A9FB0847F54}" dt="2026-02-25T18:37:50.539" v="2953" actId="2711"/>
          <ac:spMkLst>
            <pc:docMk/>
            <pc:sldMk cId="644524998" sldId="589"/>
            <ac:spMk id="3" creationId="{568E40C2-E49B-47E0-229F-BDCDEAC7A123}"/>
          </ac:spMkLst>
        </pc:spChg>
        <pc:spChg chg="mod">
          <ac:chgData name="Michael Hill" userId="41dba03d-e58d-4389-9894-554c10310ba4" providerId="ADAL" clId="{EF23FE1D-A042-481E-AFD7-2A9FB0847F54}" dt="2026-02-25T18:44:16.159" v="3267" actId="115"/>
          <ac:spMkLst>
            <pc:docMk/>
            <pc:sldMk cId="644524998" sldId="589"/>
            <ac:spMk id="8" creationId="{E35BB80D-085C-7F31-A2D6-B620897015B9}"/>
          </ac:spMkLst>
        </pc:spChg>
        <pc:graphicFrameChg chg="mod modGraphic">
          <ac:chgData name="Michael Hill" userId="41dba03d-e58d-4389-9894-554c10310ba4" providerId="ADAL" clId="{EF23FE1D-A042-481E-AFD7-2A9FB0847F54}" dt="2026-02-25T18:53:45.901" v="3826" actId="20577"/>
          <ac:graphicFrameMkLst>
            <pc:docMk/>
            <pc:sldMk cId="644524998" sldId="589"/>
            <ac:graphicFrameMk id="2" creationId="{F725DF60-8B59-8DDB-B7EC-2D50A3316868}"/>
          </ac:graphicFrameMkLst>
        </pc:graphicFrameChg>
      </pc:sldChg>
      <pc:sldChg chg="modSp add mod">
        <pc:chgData name="Michael Hill" userId="41dba03d-e58d-4389-9894-554c10310ba4" providerId="ADAL" clId="{EF23FE1D-A042-481E-AFD7-2A9FB0847F54}" dt="2026-02-27T21:54:34.672" v="3902" actId="20577"/>
        <pc:sldMkLst>
          <pc:docMk/>
          <pc:sldMk cId="3228403802" sldId="590"/>
        </pc:sldMkLst>
        <pc:spChg chg="mod">
          <ac:chgData name="Michael Hill" userId="41dba03d-e58d-4389-9894-554c10310ba4" providerId="ADAL" clId="{EF23FE1D-A042-481E-AFD7-2A9FB0847F54}" dt="2026-02-27T21:54:34.672" v="3902" actId="20577"/>
          <ac:spMkLst>
            <pc:docMk/>
            <pc:sldMk cId="3228403802" sldId="590"/>
            <ac:spMk id="3" creationId="{A39F844B-CD82-6624-A0C9-6C8D297E61BC}"/>
          </ac:spMkLst>
        </pc:spChg>
        <pc:spChg chg="mod">
          <ac:chgData name="Michael Hill" userId="41dba03d-e58d-4389-9894-554c10310ba4" providerId="ADAL" clId="{EF23FE1D-A042-481E-AFD7-2A9FB0847F54}" dt="2026-02-25T18:38:03.901" v="2992" actId="20577"/>
          <ac:spMkLst>
            <pc:docMk/>
            <pc:sldMk cId="3228403802" sldId="590"/>
            <ac:spMk id="8" creationId="{D00047E8-32EF-CFDA-A04E-B5962F0F8F47}"/>
          </ac:spMkLst>
        </pc:spChg>
        <pc:graphicFrameChg chg="modGraphic">
          <ac:chgData name="Michael Hill" userId="41dba03d-e58d-4389-9894-554c10310ba4" providerId="ADAL" clId="{EF23FE1D-A042-481E-AFD7-2A9FB0847F54}" dt="2026-02-25T18:53:42.686" v="3822" actId="20577"/>
          <ac:graphicFrameMkLst>
            <pc:docMk/>
            <pc:sldMk cId="3228403802" sldId="590"/>
            <ac:graphicFrameMk id="2" creationId="{44AEC237-E81D-9D06-087F-373DE2523D8E}"/>
          </ac:graphicFrameMkLst>
        </pc:graphicFrameChg>
      </pc:sldChg>
      <pc:sldChg chg="addSp delSp modSp add mod">
        <pc:chgData name="Michael Hill" userId="41dba03d-e58d-4389-9894-554c10310ba4" providerId="ADAL" clId="{EF23FE1D-A042-481E-AFD7-2A9FB0847F54}" dt="2026-02-25T18:53:26.862" v="3798" actId="20577"/>
        <pc:sldMkLst>
          <pc:docMk/>
          <pc:sldMk cId="2926432651" sldId="591"/>
        </pc:sldMkLst>
        <pc:spChg chg="mod">
          <ac:chgData name="Michael Hill" userId="41dba03d-e58d-4389-9894-554c10310ba4" providerId="ADAL" clId="{EF23FE1D-A042-481E-AFD7-2A9FB0847F54}" dt="2026-02-25T18:49:06.380" v="3571" actId="14100"/>
          <ac:spMkLst>
            <pc:docMk/>
            <pc:sldMk cId="2926432651" sldId="591"/>
            <ac:spMk id="5" creationId="{B295C155-9502-E39D-0130-D333200D8119}"/>
          </ac:spMkLst>
        </pc:spChg>
        <pc:spChg chg="mod">
          <ac:chgData name="Michael Hill" userId="41dba03d-e58d-4389-9894-554c10310ba4" providerId="ADAL" clId="{EF23FE1D-A042-481E-AFD7-2A9FB0847F54}" dt="2026-02-25T18:53:24.591" v="3794" actId="20577"/>
          <ac:spMkLst>
            <pc:docMk/>
            <pc:sldMk cId="2926432651" sldId="591"/>
            <ac:spMk id="8" creationId="{3E3A3B31-32DB-FBC7-63FF-7C673FD6E077}"/>
          </ac:spMkLst>
        </pc:spChg>
        <pc:graphicFrameChg chg="add mod modGraphic">
          <ac:chgData name="Michael Hill" userId="41dba03d-e58d-4389-9894-554c10310ba4" providerId="ADAL" clId="{EF23FE1D-A042-481E-AFD7-2A9FB0847F54}" dt="2026-02-25T18:53:26.862" v="3798" actId="20577"/>
          <ac:graphicFrameMkLst>
            <pc:docMk/>
            <pc:sldMk cId="2926432651" sldId="591"/>
            <ac:graphicFrameMk id="3" creationId="{F41CBFCD-B52C-C819-0D09-C710A078BD9A}"/>
          </ac:graphicFrameMkLst>
        </pc:graphicFrameChg>
      </pc:sldChg>
      <pc:sldChg chg="modSp add mod">
        <pc:chgData name="Michael Hill" userId="41dba03d-e58d-4389-9894-554c10310ba4" providerId="ADAL" clId="{EF23FE1D-A042-481E-AFD7-2A9FB0847F54}" dt="2026-02-27T21:54:40.737" v="3905" actId="14100"/>
        <pc:sldMkLst>
          <pc:docMk/>
          <pc:sldMk cId="2321181554" sldId="592"/>
        </pc:sldMkLst>
        <pc:spChg chg="mod">
          <ac:chgData name="Michael Hill" userId="41dba03d-e58d-4389-9894-554c10310ba4" providerId="ADAL" clId="{EF23FE1D-A042-481E-AFD7-2A9FB0847F54}" dt="2026-02-27T21:54:40.737" v="3905" actId="14100"/>
          <ac:spMkLst>
            <pc:docMk/>
            <pc:sldMk cId="2321181554" sldId="592"/>
            <ac:spMk id="3" creationId="{CB162361-8B02-9AD8-D7EB-54150CBAD3F9}"/>
          </ac:spMkLst>
        </pc:spChg>
        <pc:spChg chg="mod">
          <ac:chgData name="Michael Hill" userId="41dba03d-e58d-4389-9894-554c10310ba4" providerId="ADAL" clId="{EF23FE1D-A042-481E-AFD7-2A9FB0847F54}" dt="2026-02-25T18:40:07.888" v="3056" actId="20577"/>
          <ac:spMkLst>
            <pc:docMk/>
            <pc:sldMk cId="2321181554" sldId="592"/>
            <ac:spMk id="8" creationId="{294240EE-C66A-5BB2-490D-4626EF149005}"/>
          </ac:spMkLst>
        </pc:spChg>
        <pc:graphicFrameChg chg="mod modGraphic">
          <ac:chgData name="Michael Hill" userId="41dba03d-e58d-4389-9894-554c10310ba4" providerId="ADAL" clId="{EF23FE1D-A042-481E-AFD7-2A9FB0847F54}" dt="2026-02-25T18:53:39.166" v="3818" actId="20577"/>
          <ac:graphicFrameMkLst>
            <pc:docMk/>
            <pc:sldMk cId="2321181554" sldId="592"/>
            <ac:graphicFrameMk id="2" creationId="{817301DF-D32F-3A6A-DBCE-C82402BFAF0F}"/>
          </ac:graphicFrameMkLst>
        </pc:graphicFrameChg>
      </pc:sldChg>
      <pc:sldChg chg="modSp add mod">
        <pc:chgData name="Michael Hill" userId="41dba03d-e58d-4389-9894-554c10310ba4" providerId="ADAL" clId="{EF23FE1D-A042-481E-AFD7-2A9FB0847F54}" dt="2026-02-25T18:53:35.726" v="3814" actId="20577"/>
        <pc:sldMkLst>
          <pc:docMk/>
          <pc:sldMk cId="2850769301" sldId="593"/>
        </pc:sldMkLst>
        <pc:spChg chg="mod">
          <ac:chgData name="Michael Hill" userId="41dba03d-e58d-4389-9894-554c10310ba4" providerId="ADAL" clId="{EF23FE1D-A042-481E-AFD7-2A9FB0847F54}" dt="2026-02-25T18:43:05.414" v="3186" actId="14100"/>
          <ac:spMkLst>
            <pc:docMk/>
            <pc:sldMk cId="2850769301" sldId="593"/>
            <ac:spMk id="3" creationId="{C5847E37-8499-7244-6356-514DEA58C08C}"/>
          </ac:spMkLst>
        </pc:spChg>
        <pc:spChg chg="mod">
          <ac:chgData name="Michael Hill" userId="41dba03d-e58d-4389-9894-554c10310ba4" providerId="ADAL" clId="{EF23FE1D-A042-481E-AFD7-2A9FB0847F54}" dt="2026-02-25T18:44:10.400" v="3266" actId="115"/>
          <ac:spMkLst>
            <pc:docMk/>
            <pc:sldMk cId="2850769301" sldId="593"/>
            <ac:spMk id="8" creationId="{137D3B4C-78C0-4878-57A0-94109952137D}"/>
          </ac:spMkLst>
        </pc:spChg>
        <pc:graphicFrameChg chg="modGraphic">
          <ac:chgData name="Michael Hill" userId="41dba03d-e58d-4389-9894-554c10310ba4" providerId="ADAL" clId="{EF23FE1D-A042-481E-AFD7-2A9FB0847F54}" dt="2026-02-25T18:53:35.726" v="3814" actId="20577"/>
          <ac:graphicFrameMkLst>
            <pc:docMk/>
            <pc:sldMk cId="2850769301" sldId="593"/>
            <ac:graphicFrameMk id="2" creationId="{ABEDC18D-04D3-0B4E-2FB5-68A47B0B6056}"/>
          </ac:graphicFrameMkLst>
        </pc:graphicFrameChg>
      </pc:sldChg>
      <pc:sldChg chg="modSp add mod">
        <pc:chgData name="Michael Hill" userId="41dba03d-e58d-4389-9894-554c10310ba4" providerId="ADAL" clId="{EF23FE1D-A042-481E-AFD7-2A9FB0847F54}" dt="2026-02-25T18:53:30.190" v="3802" actId="20577"/>
        <pc:sldMkLst>
          <pc:docMk/>
          <pc:sldMk cId="1497750077" sldId="594"/>
        </pc:sldMkLst>
        <pc:spChg chg="mod">
          <ac:chgData name="Michael Hill" userId="41dba03d-e58d-4389-9894-554c10310ba4" providerId="ADAL" clId="{EF23FE1D-A042-481E-AFD7-2A9FB0847F54}" dt="2026-02-25T18:46:41.543" v="3551" actId="14100"/>
          <ac:spMkLst>
            <pc:docMk/>
            <pc:sldMk cId="1497750077" sldId="594"/>
            <ac:spMk id="3" creationId="{3C6D1D75-E820-0177-22D8-183435798B95}"/>
          </ac:spMkLst>
        </pc:spChg>
        <pc:spChg chg="mod">
          <ac:chgData name="Michael Hill" userId="41dba03d-e58d-4389-9894-554c10310ba4" providerId="ADAL" clId="{EF23FE1D-A042-481E-AFD7-2A9FB0847F54}" dt="2026-02-25T18:46:27.293" v="3546" actId="20577"/>
          <ac:spMkLst>
            <pc:docMk/>
            <pc:sldMk cId="1497750077" sldId="594"/>
            <ac:spMk id="8" creationId="{01758F55-6215-1290-F734-BA856A514862}"/>
          </ac:spMkLst>
        </pc:spChg>
        <pc:graphicFrameChg chg="mod modGraphic">
          <ac:chgData name="Michael Hill" userId="41dba03d-e58d-4389-9894-554c10310ba4" providerId="ADAL" clId="{EF23FE1D-A042-481E-AFD7-2A9FB0847F54}" dt="2026-02-25T18:53:30.190" v="3802" actId="20577"/>
          <ac:graphicFrameMkLst>
            <pc:docMk/>
            <pc:sldMk cId="1497750077" sldId="594"/>
            <ac:graphicFrameMk id="2" creationId="{A1610BF0-DA73-7E7D-19E3-6CBEB67064A6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EF95B-9744-42BF-8E95-B5A640A352E6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3B401-C566-4517-ADD4-C67058331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27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TOPIC B3:</a:t>
            </a:r>
          </a:p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OBJECT ORIENTED PROGRAMMING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719147" y="2724998"/>
            <a:ext cx="4008656" cy="116091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LESSON B3-4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1600200" y="3692233"/>
            <a:ext cx="9419734" cy="98412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STATIC VARIABLES &amp; FUNCTIONS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7095753" y="1908368"/>
            <a:ext cx="4516539" cy="225568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latin typeface="Bahnschrift" panose="020B0502040204020203" pitchFamily="34" charset="0"/>
              </a:rPr>
              <a:t>Pycharm</a:t>
            </a:r>
            <a:endParaRPr lang="en-US" sz="2800" dirty="0">
              <a:latin typeface="Bahnschrift" panose="020B0502040204020203" pitchFamily="34" charset="0"/>
            </a:endParaRPr>
          </a:p>
          <a:p>
            <a:pPr algn="ctr"/>
            <a:r>
              <a:rPr lang="en-US" sz="2800" dirty="0">
                <a:latin typeface="Bahnschrift" panose="020B0502040204020203" pitchFamily="34" charset="0"/>
              </a:rPr>
              <a:t>Notes Document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109714" y="1154440"/>
            <a:ext cx="5413224" cy="539167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Static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Static Interactions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Static to track ID variables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Links to Databases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endParaRPr lang="en-US" sz="2800" dirty="0">
              <a:latin typeface="Bahnschrift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825600" y="1466923"/>
            <a:ext cx="5014261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WHAT U NEED 4 LESSON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252900"/>
            <a:ext cx="2903431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  <p:pic>
        <p:nvPicPr>
          <p:cNvPr id="2" name="What U Need 4 Lesson">
            <a:hlinkClick r:id="" action="ppaction://media"/>
            <a:extLst>
              <a:ext uri="{FF2B5EF4-FFF2-40B4-BE49-F238E27FC236}">
                <a16:creationId xmlns:a16="http://schemas.microsoft.com/office/drawing/2014/main" id="{16E677CF-DF6E-22B1-875D-4A9F6E0CC8A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739560" y="1579944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96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F31C7-9D62-34F3-51FF-D499D294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CA8483F3-9D91-69C6-DAE4-E819F0292C9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9103A45C-BE5A-478E-4718-72C97F147B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  <a:ln>
            <a:noFill/>
          </a:ln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59044FD4-E5CB-7F72-D4E0-B3FF57F10D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FB06C32-785C-D086-3043-42F7FBD0932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DCA5AE-052C-5076-411F-06E5A022CDA7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C7B8BA-8B31-7B2C-E2AB-60712C1F61E8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B4A7A-A70B-0C4A-C7FF-462ADF36D440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Explain why variables are generally private inside of a class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233D-41DE-6588-7EB0-97A3A19FFCB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QUESTION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572BAA1-AB30-2A31-99DA-E2636EF787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F9670370-72F4-78E6-7DE3-64A5614A00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21F28121-5FF8-B768-E483-38897AA8B7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594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D0DFC3-3199-033B-3038-298117B4E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6472E3BF-C6CE-43EF-F3A1-5B79CABC1AB9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33ACC825-3ABA-6D0A-87AB-5D62D37495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  <a:ln>
            <a:noFill/>
          </a:ln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D661F8E7-2190-003A-6E09-32FEEC9A2B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AF7E2B55-F57C-6514-8188-15489F9C6150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2F98248-35AF-A7C4-9769-C15F6A82AD84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12AE15D-9926-4D1A-7324-FB696EEEF512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39936E-DAB7-37F7-319D-B9C68CE1D055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ANSWER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E64898BC-68D5-FA85-A985-D611F31342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A7CBC7B5-E24F-C2FC-2737-1E1CAE862E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78C312F1-B1FD-81C9-6091-79D6529C4E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8CF754E-F1D0-726D-AE29-772988BC0E62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Variables are private for a number of reasons: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Ensures those using the class only interact with data through functions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Improves modularity of program, making the program simpler to use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Protect your program from invalid or error-causing data</a:t>
            </a:r>
          </a:p>
        </p:txBody>
      </p:sp>
    </p:spTree>
    <p:extLst>
      <p:ext uri="{BB962C8B-B14F-4D97-AF65-F5344CB8AC3E}">
        <p14:creationId xmlns:p14="http://schemas.microsoft.com/office/powerpoint/2010/main" val="1611361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7F49A4-B1F9-49BD-43B5-78DB9955C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40C03F9-9C0E-3C40-7F20-0E529916897C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420F4BD-3F94-9A0B-AC80-D3EAA63D012D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56B8FB7-6D57-529A-5728-70563F70FFC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5E94BEA-2319-7709-9589-D5E10173E539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EF2758-F3AE-312F-416D-08E61458A5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Static – term used to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represent variables and functions that are associated with the class directly, not an individual object instance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u="sng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To use a static variable, we do not need to create an object of the class to use it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Think of it almost like ‘meta variables’ of a class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Created when the program runs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A18054-BB94-C05D-C7EF-5AD50E6CC9B1}"/>
              </a:ext>
            </a:extLst>
          </p:cNvPr>
          <p:cNvSpPr/>
          <p:nvPr/>
        </p:nvSpPr>
        <p:spPr>
          <a:xfrm>
            <a:off x="-142431" y="155968"/>
            <a:ext cx="5129209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STATIC</a:t>
            </a:r>
          </a:p>
        </p:txBody>
      </p:sp>
    </p:spTree>
    <p:extLst>
      <p:ext uri="{BB962C8B-B14F-4D97-AF65-F5344CB8AC3E}">
        <p14:creationId xmlns:p14="http://schemas.microsoft.com/office/powerpoint/2010/main" val="1393903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44DD6B-EE6E-F0FC-C483-B8D7CBA47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1481BEF-8913-DACB-48BC-EA9FF91CA258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B409BB4-9032-442C-5C82-DCAEF7548A2A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A6BC2E2-4969-8666-FB47-EE80EAA3D9B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FDFC43F-16D9-66DC-F691-387611976456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FFDE31-1F20-8E5F-A175-27F8D2B4D020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Because statics don’t need to have an object instantiated, no static functions can access a non-static variable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The non-static variable might not exist if there’s no object yet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If there’s more than one object – how will it know which one? (it doesn’t)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11867D-77AF-2B12-9DC7-9725CB59D22F}"/>
              </a:ext>
            </a:extLst>
          </p:cNvPr>
          <p:cNvSpPr/>
          <p:nvPr/>
        </p:nvSpPr>
        <p:spPr>
          <a:xfrm>
            <a:off x="-142431" y="155968"/>
            <a:ext cx="594389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STATIC INTERACTIONS</a:t>
            </a:r>
          </a:p>
        </p:txBody>
      </p:sp>
      <p:pic>
        <p:nvPicPr>
          <p:cNvPr id="2052" name="Picture 4" descr="1,000+ Free Confused &amp; Confusion Images - Pixabay">
            <a:extLst>
              <a:ext uri="{FF2B5EF4-FFF2-40B4-BE49-F238E27FC236}">
                <a16:creationId xmlns:a16="http://schemas.microsoft.com/office/drawing/2014/main" id="{4CCB838E-6B0E-28BC-BE65-07B505C96E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9209" y="4049616"/>
            <a:ext cx="3975554" cy="2652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6835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B059B0-1BD1-921B-2137-9DB2D580E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98D9FE6-ADBD-5717-A343-F7EE16AB34B2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8B2A1BF-B8AC-9030-6096-D024EF4416DC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10BFC18-55D7-B928-1B64-095BEE2FF61D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568155B-F9E7-2839-1B0B-94C799889FDB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8821B5-37FA-9D2E-C70F-429E65CDA2A5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Question: If I have a static variable in a class, and a non-static (normal) function that modifies the static variable, will the static variable be modified for every instance of that class's objects?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8B17F0-0B87-7EEE-E81B-44B0D18DDAC1}"/>
              </a:ext>
            </a:extLst>
          </p:cNvPr>
          <p:cNvSpPr/>
          <p:nvPr/>
        </p:nvSpPr>
        <p:spPr>
          <a:xfrm>
            <a:off x="-142431" y="155968"/>
            <a:ext cx="594389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STATIC INTERACTIONS</a:t>
            </a:r>
          </a:p>
        </p:txBody>
      </p:sp>
      <p:pic>
        <p:nvPicPr>
          <p:cNvPr id="2052" name="Picture 4" descr="1,000+ Free Confused &amp; Confusion Images - Pixabay">
            <a:extLst>
              <a:ext uri="{FF2B5EF4-FFF2-40B4-BE49-F238E27FC236}">
                <a16:creationId xmlns:a16="http://schemas.microsoft.com/office/drawing/2014/main" id="{9E469644-252B-4F21-5D81-3601D70D6F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9514" y="3084880"/>
            <a:ext cx="5421540" cy="3617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7558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0F9BE8-55E0-2506-201B-2C5ACB1A5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9138414-F1E3-A55E-265E-B0E1C90AF685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FEC7907-EFA8-4804-D051-346BF22B8E1A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E55DDDE-8456-D6F2-45A8-D23CADEF93B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DB31278-1C99-7614-4858-BF244F7691F9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5E4EFB-81F0-C44C-7364-425BD54BD5BE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Yes, it will be modified for every instance of it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There is only ONE of each static variable, no matter how many objects the class has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If it gets changed anywhere, it gets changed everywhere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2815C9-EBB4-51BC-936E-A47E1CD91F2A}"/>
              </a:ext>
            </a:extLst>
          </p:cNvPr>
          <p:cNvSpPr/>
          <p:nvPr/>
        </p:nvSpPr>
        <p:spPr>
          <a:xfrm>
            <a:off x="-142431" y="155968"/>
            <a:ext cx="594389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STATIC INTERACTIONS</a:t>
            </a:r>
          </a:p>
        </p:txBody>
      </p:sp>
    </p:spTree>
    <p:extLst>
      <p:ext uri="{BB962C8B-B14F-4D97-AF65-F5344CB8AC3E}">
        <p14:creationId xmlns:p14="http://schemas.microsoft.com/office/powerpoint/2010/main" val="4011681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E69D2F-AC4D-2202-9F40-9655C39B0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05F352B-B3BB-7567-579D-1A9204966873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930D248-0175-E08D-3355-EEF980BA38C8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CBFCE43-B252-725F-D332-92E5962C9D8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55D81FB-E877-ECC4-9E47-61D2FC5E3DF9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7210EB-3F5F-2B11-A109-7F786BD84E62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Think of static variables as ‘global’ variables shared between all instances of a class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also means we can share data between objects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B8F4FD-4F90-83E8-4021-51B3C05C5BAB}"/>
              </a:ext>
            </a:extLst>
          </p:cNvPr>
          <p:cNvSpPr/>
          <p:nvPr/>
        </p:nvSpPr>
        <p:spPr>
          <a:xfrm>
            <a:off x="-142431" y="155968"/>
            <a:ext cx="594389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STATIC INTERACTIONS</a:t>
            </a:r>
          </a:p>
        </p:txBody>
      </p:sp>
      <p:pic>
        <p:nvPicPr>
          <p:cNvPr id="4098" name="Picture 2" descr="Healthy Ways to Teach Kids Sharing While Setting Boundaries - Anchor ...">
            <a:extLst>
              <a:ext uri="{FF2B5EF4-FFF2-40B4-BE49-F238E27FC236}">
                <a16:creationId xmlns:a16="http://schemas.microsoft.com/office/drawing/2014/main" id="{237D6DF6-9D1E-3892-FCC8-D7E0A9F218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9514" y="3091059"/>
            <a:ext cx="5818724" cy="3273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4864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B5D5F6-F10B-4EEE-5152-D8A96CB51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0E77948-BA8A-6C59-8EDF-A8CD039CE55A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361062B-78EE-EBFB-DF09-BACD4A903A8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8555644-D0AE-C2F5-0360-F084B4236865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628825D-2EC8-D9C2-D846-7968BE9FB0F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F4E9CF-1752-07CD-D320-4B6B50796F3E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When we want to access a static variable for a class, we just need to type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ClassName.staticVariableName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9CBA8A-E6B5-5914-EB7A-A066BCCE5396}"/>
              </a:ext>
            </a:extLst>
          </p:cNvPr>
          <p:cNvSpPr/>
          <p:nvPr/>
        </p:nvSpPr>
        <p:spPr>
          <a:xfrm>
            <a:off x="-142431" y="155968"/>
            <a:ext cx="594389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STATIC INTERACTIONS</a:t>
            </a:r>
          </a:p>
        </p:txBody>
      </p:sp>
    </p:spTree>
    <p:extLst>
      <p:ext uri="{BB962C8B-B14F-4D97-AF65-F5344CB8AC3E}">
        <p14:creationId xmlns:p14="http://schemas.microsoft.com/office/powerpoint/2010/main" val="229717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E3702E-BECE-D341-BFA6-CBBAF560C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4AD6363-692E-F85E-437E-4B79FB7FF1FF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4380925-1F5A-CD86-3EEC-BB01B105F3DA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E509BE7-BF4A-97C4-99C7-64E38182D54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BF7C46D-94FF-A2E8-6E9B-D9F1C0C7493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B15852-AD58-C804-AD35-340386DF84B8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It’s common to use a static variable to ensure each object from a class has a unique ID number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Why does this sound familiar?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55A967-26B5-D418-9E32-BC53C541E9DE}"/>
              </a:ext>
            </a:extLst>
          </p:cNvPr>
          <p:cNvSpPr/>
          <p:nvPr/>
        </p:nvSpPr>
        <p:spPr>
          <a:xfrm>
            <a:off x="-420017" y="155968"/>
            <a:ext cx="840468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STATIC TO TRACK ID VARIABLES</a:t>
            </a:r>
          </a:p>
        </p:txBody>
      </p:sp>
    </p:spTree>
    <p:extLst>
      <p:ext uri="{BB962C8B-B14F-4D97-AF65-F5344CB8AC3E}">
        <p14:creationId xmlns:p14="http://schemas.microsoft.com/office/powerpoint/2010/main" val="1467833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AE2D07-45C9-7307-A2D9-D7F56D96F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CA6F2D5-21D9-EE35-B1D6-A6FC64309CE1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6E604F0-1D5F-5266-422C-772AB884EFAD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7D4C28B-4078-143D-2097-18C78EE28F7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82FA1A7-4321-70BE-5434-6D909179E801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D1AB0C-CB2B-5BDD-04FF-93934C9B1458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Let’s do this in a new class called Product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Here’s the UML diagram we’ll be rocking with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 UML, static variables and functions are underlined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65CCE2-217E-C7C0-84C1-4D31989FC438}"/>
              </a:ext>
            </a:extLst>
          </p:cNvPr>
          <p:cNvSpPr/>
          <p:nvPr/>
        </p:nvSpPr>
        <p:spPr>
          <a:xfrm>
            <a:off x="-420017" y="155968"/>
            <a:ext cx="840468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STATIC TO TRACK ID VARIABLES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319E9D5-A0F6-BBC3-7FBF-01B7ACD1CB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1449567"/>
              </p:ext>
            </p:extLst>
          </p:nvPr>
        </p:nvGraphicFramePr>
        <p:xfrm>
          <a:off x="3615871" y="3429000"/>
          <a:ext cx="3926586" cy="21996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926586">
                  <a:extLst>
                    <a:ext uri="{9D8B030D-6E8A-4147-A177-3AD203B41FA5}">
                      <a16:colId xmlns:a16="http://schemas.microsoft.com/office/drawing/2014/main" val="1480982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Product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542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name: string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 err="1"/>
                        <a:t>productID</a:t>
                      </a:r>
                      <a:r>
                        <a:rPr lang="en-US" dirty="0"/>
                        <a:t>: int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u="sng" dirty="0" err="1"/>
                        <a:t>nextProductID</a:t>
                      </a:r>
                      <a:r>
                        <a:rPr lang="en-US" u="sng" dirty="0"/>
                        <a:t>: 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2254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+ __</a:t>
                      </a:r>
                      <a:r>
                        <a:rPr lang="en-US" dirty="0" err="1"/>
                        <a:t>init</a:t>
                      </a:r>
                      <a:r>
                        <a:rPr lang="en-US" dirty="0"/>
                        <a:t>__(string): void</a:t>
                      </a:r>
                    </a:p>
                    <a:p>
                      <a:r>
                        <a:rPr lang="en-US" dirty="0"/>
                        <a:t>+ __str__(): string</a:t>
                      </a:r>
                    </a:p>
                    <a:p>
                      <a:r>
                        <a:rPr lang="en-US" dirty="0"/>
                        <a:t>+ </a:t>
                      </a:r>
                      <a:r>
                        <a:rPr lang="en-US" u="sng" dirty="0" err="1"/>
                        <a:t>getNextProductID</a:t>
                      </a:r>
                      <a:r>
                        <a:rPr lang="en-US" u="sng" dirty="0"/>
                        <a:t>(): 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2579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7916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499A61-C570-110F-33EF-5F16A9B54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E6C2035-F72F-CF44-30CC-A9010E23562F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105F656-468E-6699-5688-11C661E2EC00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043B446-762C-0C32-9F5A-6EE5134A1AFB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41A4319-DD72-2D4C-A522-A6735BDAF0D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06D4F8-F110-8015-6BEB-D83982CA78E0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Let’s do this in a new class called Product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Here’s the UML diagram we’ll be rocking with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 UML, static variables and functions are underlined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510F14-CFE1-3E5E-0B53-8FDB174A1776}"/>
              </a:ext>
            </a:extLst>
          </p:cNvPr>
          <p:cNvSpPr/>
          <p:nvPr/>
        </p:nvSpPr>
        <p:spPr>
          <a:xfrm>
            <a:off x="-420017" y="155968"/>
            <a:ext cx="840468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STATIC TO TRACK ID VARIABLES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66BF42A-9B48-BD82-47F3-B768F2CF5C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0797199"/>
              </p:ext>
            </p:extLst>
          </p:nvPr>
        </p:nvGraphicFramePr>
        <p:xfrm>
          <a:off x="3615871" y="3429000"/>
          <a:ext cx="3926586" cy="21996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926586">
                  <a:extLst>
                    <a:ext uri="{9D8B030D-6E8A-4147-A177-3AD203B41FA5}">
                      <a16:colId xmlns:a16="http://schemas.microsoft.com/office/drawing/2014/main" val="1480982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Product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542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name: string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 err="1"/>
                        <a:t>productID</a:t>
                      </a:r>
                      <a:r>
                        <a:rPr lang="en-US" dirty="0"/>
                        <a:t>: int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u="sng" dirty="0" err="1"/>
                        <a:t>nextProductID</a:t>
                      </a:r>
                      <a:r>
                        <a:rPr lang="en-US" u="sng" dirty="0"/>
                        <a:t>: 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2254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+ __</a:t>
                      </a:r>
                      <a:r>
                        <a:rPr lang="en-US" dirty="0" err="1"/>
                        <a:t>init</a:t>
                      </a:r>
                      <a:r>
                        <a:rPr lang="en-US" dirty="0"/>
                        <a:t>__(string): void</a:t>
                      </a:r>
                    </a:p>
                    <a:p>
                      <a:r>
                        <a:rPr lang="en-US" dirty="0"/>
                        <a:t>+ __str__(): string</a:t>
                      </a:r>
                    </a:p>
                    <a:p>
                      <a:r>
                        <a:rPr lang="en-US" dirty="0"/>
                        <a:t>+ </a:t>
                      </a:r>
                      <a:r>
                        <a:rPr lang="en-US" u="sng" dirty="0" err="1"/>
                        <a:t>getNextProductID</a:t>
                      </a:r>
                      <a:r>
                        <a:rPr lang="en-US" u="sng" dirty="0"/>
                        <a:t>(): 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2579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27605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1F6595-C54E-E72C-493F-7746BD071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600D2D2-29F6-8EB1-2631-B81C46786225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2B3C468-5725-BCC2-C0F4-7E1A29BD7F6D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47D6404-6067-903E-68D3-131B7A8D10E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741BE63-EB50-9C83-A3F6-A4CCCEBAD184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5BB80D-085C-7F31-A2D6-B620897015B9}"/>
              </a:ext>
            </a:extLst>
          </p:cNvPr>
          <p:cNvSpPr/>
          <p:nvPr/>
        </p:nvSpPr>
        <p:spPr>
          <a:xfrm>
            <a:off x="630767" y="1299334"/>
            <a:ext cx="5170691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Firstly, defining the class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Static variables are declared INSIDE of the class but OUTSIDE of any functions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They do not get a self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CEA61E-CF75-65EB-0F47-F3DC3B128275}"/>
              </a:ext>
            </a:extLst>
          </p:cNvPr>
          <p:cNvSpPr/>
          <p:nvPr/>
        </p:nvSpPr>
        <p:spPr>
          <a:xfrm>
            <a:off x="-420017" y="155968"/>
            <a:ext cx="840468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STATIC TO TRACK ID VARIABLES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725DF60-8B59-8DDB-B7EC-2D50A33168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8566736"/>
              </p:ext>
            </p:extLst>
          </p:nvPr>
        </p:nvGraphicFramePr>
        <p:xfrm>
          <a:off x="312074" y="4330142"/>
          <a:ext cx="3926586" cy="21996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926586">
                  <a:extLst>
                    <a:ext uri="{9D8B030D-6E8A-4147-A177-3AD203B41FA5}">
                      <a16:colId xmlns:a16="http://schemas.microsoft.com/office/drawing/2014/main" val="1480982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Product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542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name: string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 err="1"/>
                        <a:t>productID</a:t>
                      </a:r>
                      <a:r>
                        <a:rPr lang="en-US" dirty="0"/>
                        <a:t>: int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u="sng" dirty="0" err="1"/>
                        <a:t>nextProductID</a:t>
                      </a:r>
                      <a:r>
                        <a:rPr lang="en-US" u="sng" dirty="0"/>
                        <a:t>: 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2254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+ __</a:t>
                      </a:r>
                      <a:r>
                        <a:rPr lang="en-US" dirty="0" err="1"/>
                        <a:t>init</a:t>
                      </a:r>
                      <a:r>
                        <a:rPr lang="en-US" dirty="0"/>
                        <a:t>__(string): void</a:t>
                      </a:r>
                    </a:p>
                    <a:p>
                      <a:r>
                        <a:rPr lang="en-US" dirty="0"/>
                        <a:t>+ __str__(): string</a:t>
                      </a:r>
                    </a:p>
                    <a:p>
                      <a:r>
                        <a:rPr lang="en-US" dirty="0"/>
                        <a:t>+ </a:t>
                      </a:r>
                      <a:r>
                        <a:rPr lang="en-US" u="sng" dirty="0" err="1"/>
                        <a:t>getNextProductID</a:t>
                      </a:r>
                      <a:r>
                        <a:rPr lang="en-US" u="sng" dirty="0"/>
                        <a:t>(): 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257986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568E40C2-E49B-47E0-229F-BDCDEAC7A123}"/>
              </a:ext>
            </a:extLst>
          </p:cNvPr>
          <p:cNvSpPr/>
          <p:nvPr/>
        </p:nvSpPr>
        <p:spPr>
          <a:xfrm>
            <a:off x="5959928" y="1770277"/>
            <a:ext cx="5985925" cy="4282111"/>
          </a:xfrm>
          <a:prstGeom prst="rect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US" sz="2000" b="1" dirty="0">
                <a:solidFill>
                  <a:srgbClr val="C6C4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Product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nextProductID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b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endParaRPr lang="en-US" sz="2000" dirty="0">
              <a:solidFill>
                <a:srgbClr val="A8AFBE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45249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376B30-CAC3-98EF-D875-797AA0A63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7F05AAB-37C0-A34D-13E5-6A3F161026AE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BFAF57D-EC03-13DB-CCAD-9C0070DFDCCF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1B1AC7F-8E11-B066-A819-DFC265EEDB5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EA64827-6D06-C5FE-7367-ABDC70B7F80C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0047E8-32EF-CFDA-A04E-B5962F0F8F47}"/>
              </a:ext>
            </a:extLst>
          </p:cNvPr>
          <p:cNvSpPr/>
          <p:nvPr/>
        </p:nvSpPr>
        <p:spPr>
          <a:xfrm>
            <a:off x="630767" y="1299334"/>
            <a:ext cx="5170691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Next, our constructor inside the class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8265BD-6779-D3E4-C867-3645DA333E54}"/>
              </a:ext>
            </a:extLst>
          </p:cNvPr>
          <p:cNvSpPr/>
          <p:nvPr/>
        </p:nvSpPr>
        <p:spPr>
          <a:xfrm>
            <a:off x="-420017" y="155968"/>
            <a:ext cx="840468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STATIC TO TRACK ID VARIABLES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4AEC237-E81D-9D06-087F-373DE2523D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6568835"/>
              </p:ext>
            </p:extLst>
          </p:nvPr>
        </p:nvGraphicFramePr>
        <p:xfrm>
          <a:off x="312074" y="4330142"/>
          <a:ext cx="3926586" cy="21996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926586">
                  <a:extLst>
                    <a:ext uri="{9D8B030D-6E8A-4147-A177-3AD203B41FA5}">
                      <a16:colId xmlns:a16="http://schemas.microsoft.com/office/drawing/2014/main" val="1480982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Product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542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name: string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 err="1"/>
                        <a:t>productID</a:t>
                      </a:r>
                      <a:r>
                        <a:rPr lang="en-US" dirty="0"/>
                        <a:t>: int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u="sng" dirty="0" err="1"/>
                        <a:t>nextProductID</a:t>
                      </a:r>
                      <a:r>
                        <a:rPr lang="en-US" u="sng" dirty="0"/>
                        <a:t>: 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2254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+ __</a:t>
                      </a:r>
                      <a:r>
                        <a:rPr lang="en-US" dirty="0" err="1"/>
                        <a:t>init</a:t>
                      </a:r>
                      <a:r>
                        <a:rPr lang="en-US" dirty="0"/>
                        <a:t>__(string): void</a:t>
                      </a:r>
                    </a:p>
                    <a:p>
                      <a:r>
                        <a:rPr lang="en-US" dirty="0"/>
                        <a:t>+ __str__(): string</a:t>
                      </a:r>
                    </a:p>
                    <a:p>
                      <a:r>
                        <a:rPr lang="en-US" dirty="0"/>
                        <a:t>+ </a:t>
                      </a:r>
                      <a:r>
                        <a:rPr lang="en-US" u="sng" dirty="0" err="1"/>
                        <a:t>getNextProductID</a:t>
                      </a:r>
                      <a:r>
                        <a:rPr lang="en-US" u="sng" dirty="0"/>
                        <a:t>(): 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257986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A39F844B-CD82-6624-A0C9-6C8D297E61BC}"/>
              </a:ext>
            </a:extLst>
          </p:cNvPr>
          <p:cNvSpPr/>
          <p:nvPr/>
        </p:nvSpPr>
        <p:spPr>
          <a:xfrm>
            <a:off x="4101366" y="2956491"/>
            <a:ext cx="7844488" cy="3095897"/>
          </a:xfrm>
          <a:prstGeom prst="rect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0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</a:t>
            </a:r>
            <a:r>
              <a:rPr lang="en-US" sz="2000" dirty="0" err="1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init</a:t>
            </a:r>
            <a:r>
              <a:rPr lang="en-US" sz="20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name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._name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name</a:t>
            </a:r>
            <a:b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productID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Product.nextProductID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Product.nextProductID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+= 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endParaRPr lang="en-US" sz="2000" dirty="0">
              <a:solidFill>
                <a:srgbClr val="A8AFBE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84038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939C4B-4868-0A4E-ACDD-8EF55B439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77C090B-6A15-165D-05C4-2EA718F4C4F5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4AFDF80-60C9-3719-9AFE-37E3F5A8DDCF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B4B94FA-9030-A342-2C9B-D95F27AF1D85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C43C534-0B2A-610D-7954-EC1E9D99FC6B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4240EE-C66A-5BB2-490D-4626EF149005}"/>
              </a:ext>
            </a:extLst>
          </p:cNvPr>
          <p:cNvSpPr/>
          <p:nvPr/>
        </p:nvSpPr>
        <p:spPr>
          <a:xfrm>
            <a:off x="630767" y="1299334"/>
            <a:ext cx="5170691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Then, I’m going to write a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ToString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for the product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456C59-6954-54C0-CA6A-FE07558C61D9}"/>
              </a:ext>
            </a:extLst>
          </p:cNvPr>
          <p:cNvSpPr/>
          <p:nvPr/>
        </p:nvSpPr>
        <p:spPr>
          <a:xfrm>
            <a:off x="-420017" y="155968"/>
            <a:ext cx="840468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STATIC TO TRACK ID VARIABLES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17301DF-D32F-3A6A-DBCE-C82402BFAF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0331692"/>
              </p:ext>
            </p:extLst>
          </p:nvPr>
        </p:nvGraphicFramePr>
        <p:xfrm>
          <a:off x="7912518" y="736817"/>
          <a:ext cx="3926586" cy="21996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926586">
                  <a:extLst>
                    <a:ext uri="{9D8B030D-6E8A-4147-A177-3AD203B41FA5}">
                      <a16:colId xmlns:a16="http://schemas.microsoft.com/office/drawing/2014/main" val="1480982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Product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542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name: string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 err="1"/>
                        <a:t>productID</a:t>
                      </a:r>
                      <a:r>
                        <a:rPr lang="en-US" dirty="0"/>
                        <a:t>: int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u="sng" dirty="0" err="1"/>
                        <a:t>nextProductID</a:t>
                      </a:r>
                      <a:r>
                        <a:rPr lang="en-US" u="sng" dirty="0"/>
                        <a:t>: 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2254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+ __</a:t>
                      </a:r>
                      <a:r>
                        <a:rPr lang="en-US" dirty="0" err="1"/>
                        <a:t>init</a:t>
                      </a:r>
                      <a:r>
                        <a:rPr lang="en-US" dirty="0"/>
                        <a:t>__(string): void</a:t>
                      </a:r>
                    </a:p>
                    <a:p>
                      <a:r>
                        <a:rPr lang="en-US" dirty="0"/>
                        <a:t>+ __str__(): string</a:t>
                      </a:r>
                    </a:p>
                    <a:p>
                      <a:r>
                        <a:rPr lang="en-US" dirty="0"/>
                        <a:t>+ </a:t>
                      </a:r>
                      <a:r>
                        <a:rPr lang="en-US" u="sng" dirty="0" err="1"/>
                        <a:t>getNextProductID</a:t>
                      </a:r>
                      <a:r>
                        <a:rPr lang="en-US" u="sng" dirty="0"/>
                        <a:t>(): 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257986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CB162361-8B02-9AD8-D7EB-54150CBAD3F9}"/>
              </a:ext>
            </a:extLst>
          </p:cNvPr>
          <p:cNvSpPr/>
          <p:nvPr/>
        </p:nvSpPr>
        <p:spPr>
          <a:xfrm>
            <a:off x="1947673" y="2956491"/>
            <a:ext cx="9998182" cy="3095897"/>
          </a:xfrm>
          <a:prstGeom prst="rect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0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__str__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 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"Product " 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+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str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productID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 + 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": " 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+ </a:t>
            </a:r>
            <a:r>
              <a:rPr lang="en-US" sz="20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._name</a:t>
            </a:r>
            <a:endParaRPr lang="en-US" sz="2000" dirty="0">
              <a:solidFill>
                <a:srgbClr val="A8AFBE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11815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5AE26F-EB97-41FF-8E19-32831DCA9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ACC2C39-2FA9-A3F6-E697-E6379DAA982E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29CEC40-2601-AF07-8606-ACFEF2026D1B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12E4C30-AC96-6BB8-3E06-E3D03595120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19D1012-F111-6877-66E4-9DEDAAE07EC1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7D3B4C-78C0-4878-57A0-94109952137D}"/>
              </a:ext>
            </a:extLst>
          </p:cNvPr>
          <p:cNvSpPr/>
          <p:nvPr/>
        </p:nvSpPr>
        <p:spPr>
          <a:xfrm>
            <a:off x="630767" y="1299334"/>
            <a:ext cx="5170691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Finally, for the class, I’m going to add a getter (accessor) for the static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nextProductID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variable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@staticmethod designates a static method (or function)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4C9C74-C47F-1313-062F-E9A63BC16436}"/>
              </a:ext>
            </a:extLst>
          </p:cNvPr>
          <p:cNvSpPr/>
          <p:nvPr/>
        </p:nvSpPr>
        <p:spPr>
          <a:xfrm>
            <a:off x="-420017" y="155968"/>
            <a:ext cx="840468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STATIC TO TRACK ID VARIABLES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BEDC18D-04D3-0B4E-2FB5-68A47B0B60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8390170"/>
              </p:ext>
            </p:extLst>
          </p:nvPr>
        </p:nvGraphicFramePr>
        <p:xfrm>
          <a:off x="7912518" y="736817"/>
          <a:ext cx="3926586" cy="21996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926586">
                  <a:extLst>
                    <a:ext uri="{9D8B030D-6E8A-4147-A177-3AD203B41FA5}">
                      <a16:colId xmlns:a16="http://schemas.microsoft.com/office/drawing/2014/main" val="1480982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Product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542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name: string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 err="1"/>
                        <a:t>productID</a:t>
                      </a:r>
                      <a:r>
                        <a:rPr lang="en-US" dirty="0"/>
                        <a:t>: int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u="sng" dirty="0" err="1"/>
                        <a:t>nextProductID</a:t>
                      </a:r>
                      <a:r>
                        <a:rPr lang="en-US" u="sng" dirty="0"/>
                        <a:t>: 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2254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+ __</a:t>
                      </a:r>
                      <a:r>
                        <a:rPr lang="en-US" dirty="0" err="1"/>
                        <a:t>init</a:t>
                      </a:r>
                      <a:r>
                        <a:rPr lang="en-US" dirty="0"/>
                        <a:t>__(string): void</a:t>
                      </a:r>
                    </a:p>
                    <a:p>
                      <a:r>
                        <a:rPr lang="en-US" dirty="0"/>
                        <a:t>+ __str__(): string</a:t>
                      </a:r>
                    </a:p>
                    <a:p>
                      <a:r>
                        <a:rPr lang="en-US" dirty="0"/>
                        <a:t>+ </a:t>
                      </a:r>
                      <a:r>
                        <a:rPr lang="en-US" u="sng" dirty="0" err="1"/>
                        <a:t>getNextProductID</a:t>
                      </a:r>
                      <a:r>
                        <a:rPr lang="en-US" u="sng" dirty="0"/>
                        <a:t>(): 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257986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C5847E37-8499-7244-6356-514DEA58C08C}"/>
              </a:ext>
            </a:extLst>
          </p:cNvPr>
          <p:cNvSpPr/>
          <p:nvPr/>
        </p:nvSpPr>
        <p:spPr>
          <a:xfrm>
            <a:off x="6596743" y="3413691"/>
            <a:ext cx="5293023" cy="3095897"/>
          </a:xfrm>
          <a:prstGeom prst="rect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dirty="0">
                <a:solidFill>
                  <a:srgbClr val="E1DF9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@staticmethod</a:t>
            </a:r>
            <a:br>
              <a:rPr lang="en-US" sz="2000" dirty="0">
                <a:solidFill>
                  <a:srgbClr val="E1DF9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000" dirty="0" err="1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getNextProductID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 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Product.nextProductID</a:t>
            </a:r>
            <a:endParaRPr lang="en-US" sz="2000" dirty="0">
              <a:solidFill>
                <a:srgbClr val="A8AFBE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07693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831B6F-BD82-ADB1-2BE6-CD52C11E2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313C924-1118-1D27-43FF-D70DB1834A5E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042014E-EC65-A515-D8EC-858F8A4FAB1F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BBA38B9-2259-F3B2-A9FF-C3D26C77125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8F67A1B-A3FD-3F06-87AE-36905B57334D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758F55-6215-1290-F734-BA856A514862}"/>
              </a:ext>
            </a:extLst>
          </p:cNvPr>
          <p:cNvSpPr/>
          <p:nvPr/>
        </p:nvSpPr>
        <p:spPr>
          <a:xfrm>
            <a:off x="630767" y="1299334"/>
            <a:ext cx="5170691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Now, I’m adding code to test our class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I’m creating a list of products, and looping through them printing them out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Finally, I’m calling our static function to get the next productid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Note this also tells us how many objects exist!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C08812-1D42-E37C-12FA-22295AF4FC59}"/>
              </a:ext>
            </a:extLst>
          </p:cNvPr>
          <p:cNvSpPr/>
          <p:nvPr/>
        </p:nvSpPr>
        <p:spPr>
          <a:xfrm>
            <a:off x="-420017" y="155968"/>
            <a:ext cx="840468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STATIC TO TRACK ID VARIABLES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1610BF0-DA73-7E7D-19E3-6CBEB67064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1899594"/>
              </p:ext>
            </p:extLst>
          </p:nvPr>
        </p:nvGraphicFramePr>
        <p:xfrm>
          <a:off x="8265414" y="236318"/>
          <a:ext cx="3926586" cy="21996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926586">
                  <a:extLst>
                    <a:ext uri="{9D8B030D-6E8A-4147-A177-3AD203B41FA5}">
                      <a16:colId xmlns:a16="http://schemas.microsoft.com/office/drawing/2014/main" val="1480982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Product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542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name: string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 err="1"/>
                        <a:t>productID</a:t>
                      </a:r>
                      <a:r>
                        <a:rPr lang="en-US" dirty="0"/>
                        <a:t>: int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u="sng" dirty="0" err="1"/>
                        <a:t>nextProductID</a:t>
                      </a:r>
                      <a:r>
                        <a:rPr lang="en-US" u="sng" dirty="0"/>
                        <a:t>: 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2254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+ __</a:t>
                      </a:r>
                      <a:r>
                        <a:rPr lang="en-US" dirty="0" err="1"/>
                        <a:t>init</a:t>
                      </a:r>
                      <a:r>
                        <a:rPr lang="en-US" dirty="0"/>
                        <a:t>__(string): void</a:t>
                      </a:r>
                    </a:p>
                    <a:p>
                      <a:r>
                        <a:rPr lang="en-US" dirty="0"/>
                        <a:t>+ __str__(): string</a:t>
                      </a:r>
                    </a:p>
                    <a:p>
                      <a:r>
                        <a:rPr lang="en-US" dirty="0"/>
                        <a:t>+ </a:t>
                      </a:r>
                      <a:r>
                        <a:rPr lang="en-US" u="sng" dirty="0" err="1"/>
                        <a:t>getNextProductID</a:t>
                      </a:r>
                      <a:r>
                        <a:rPr lang="en-US" u="sng" dirty="0"/>
                        <a:t>(): 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257986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3C6D1D75-E820-0177-22D8-183435798B95}"/>
              </a:ext>
            </a:extLst>
          </p:cNvPr>
          <p:cNvSpPr/>
          <p:nvPr/>
        </p:nvSpPr>
        <p:spPr>
          <a:xfrm>
            <a:off x="6596743" y="2797203"/>
            <a:ext cx="5293023" cy="3712385"/>
          </a:xfrm>
          <a:prstGeom prst="rect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products = [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Product(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"Milk"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b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Product(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"Cheese"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b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Product(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"Yogurt"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b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Product(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"Butter"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 err="1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len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(products)):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(products[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])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Product.getNextProductID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14977500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7F112D-242D-7354-6815-D0FFA5744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68AB7D5-D447-6391-E2B5-01CD6327C9D9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EEF422-C332-AAAC-A501-3DF90CF1D457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9C01FDB-1FB5-8059-C951-5D2BDBD6662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4D21B57-D1B7-9DF6-918C-79149A3BBAB1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3A3B31-32DB-FBC7-63FF-7C673FD6E077}"/>
              </a:ext>
            </a:extLst>
          </p:cNvPr>
          <p:cNvSpPr/>
          <p:nvPr/>
        </p:nvSpPr>
        <p:spPr>
          <a:xfrm>
            <a:off x="630767" y="1299334"/>
            <a:ext cx="5329161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Public vs Private: + vs –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Static: Underlined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Class Name on top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Variables: give data type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Functions: give parameter types and return types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void if no return type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95C155-9502-E39D-0130-D333200D8119}"/>
              </a:ext>
            </a:extLst>
          </p:cNvPr>
          <p:cNvSpPr/>
          <p:nvPr/>
        </p:nvSpPr>
        <p:spPr>
          <a:xfrm>
            <a:off x="-142431" y="155968"/>
            <a:ext cx="594389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REVIEW – UML RULES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41CBFCD-B52C-C819-0D09-C710A078BD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439249"/>
              </p:ext>
            </p:extLst>
          </p:nvPr>
        </p:nvGraphicFramePr>
        <p:xfrm>
          <a:off x="7054523" y="1856671"/>
          <a:ext cx="3926586" cy="21996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926586">
                  <a:extLst>
                    <a:ext uri="{9D8B030D-6E8A-4147-A177-3AD203B41FA5}">
                      <a16:colId xmlns:a16="http://schemas.microsoft.com/office/drawing/2014/main" val="1480982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Product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542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name: string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 err="1"/>
                        <a:t>productID</a:t>
                      </a:r>
                      <a:r>
                        <a:rPr lang="en-US" dirty="0"/>
                        <a:t>: int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u="sng" dirty="0" err="1"/>
                        <a:t>nextProductID</a:t>
                      </a:r>
                      <a:r>
                        <a:rPr lang="en-US" u="sng" dirty="0"/>
                        <a:t>: 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2254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+ __</a:t>
                      </a:r>
                      <a:r>
                        <a:rPr lang="en-US" dirty="0" err="1"/>
                        <a:t>init</a:t>
                      </a:r>
                      <a:r>
                        <a:rPr lang="en-US" dirty="0"/>
                        <a:t>__(string): void</a:t>
                      </a:r>
                    </a:p>
                    <a:p>
                      <a:r>
                        <a:rPr lang="en-US" dirty="0"/>
                        <a:t>+ __str__(): string</a:t>
                      </a:r>
                    </a:p>
                    <a:p>
                      <a:r>
                        <a:rPr lang="en-US" dirty="0"/>
                        <a:t>+ </a:t>
                      </a:r>
                      <a:r>
                        <a:rPr lang="en-US" u="sng" dirty="0" err="1"/>
                        <a:t>getNextProductID</a:t>
                      </a:r>
                      <a:r>
                        <a:rPr lang="en-US" u="sng" dirty="0"/>
                        <a:t>(): 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2579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64326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0359EA-3142-9D79-A529-1367AD174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53CC9B6-4250-8E8B-D701-CC4E525C420B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68A3ED3-A30D-7782-A5F4-63B396AEF5D9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D2AA3ED-2088-213B-C5FC-B23AAC6ECC2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9B39ED-0187-8E60-CB26-CB70E956697B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501EDB-6D83-CB5A-FDE1-0CDDA4BB13E3}"/>
              </a:ext>
            </a:extLst>
          </p:cNvPr>
          <p:cNvSpPr/>
          <p:nvPr/>
        </p:nvSpPr>
        <p:spPr>
          <a:xfrm>
            <a:off x="630767" y="1299334"/>
            <a:ext cx="1110947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Correct the quirky UML diagram on the notes sheet 🤪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CB0452-1F7F-2924-0358-F99F0416B920}"/>
              </a:ext>
            </a:extLst>
          </p:cNvPr>
          <p:cNvSpPr/>
          <p:nvPr/>
        </p:nvSpPr>
        <p:spPr>
          <a:xfrm>
            <a:off x="1" y="129275"/>
            <a:ext cx="261257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UMLAB</a:t>
            </a:r>
          </a:p>
        </p:txBody>
      </p:sp>
    </p:spTree>
    <p:extLst>
      <p:ext uri="{BB962C8B-B14F-4D97-AF65-F5344CB8AC3E}">
        <p14:creationId xmlns:p14="http://schemas.microsoft.com/office/powerpoint/2010/main" val="10260282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C4770D-2655-8C26-4D48-F4A031986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21F651E-4940-E318-A076-228E3B8C31CD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51209F0-0749-0516-0209-4407FCF4677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8966181-5CE2-6722-3350-E00B8140334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E2CE7C8-7F63-E472-2606-75A39E14A58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5BA143-CA8C-162E-8EE1-5979D9C12717}"/>
              </a:ext>
            </a:extLst>
          </p:cNvPr>
          <p:cNvSpPr/>
          <p:nvPr/>
        </p:nvSpPr>
        <p:spPr>
          <a:xfrm>
            <a:off x="604883" y="1034378"/>
            <a:ext cx="6280549" cy="558953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Static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4C4382-6508-C8FE-9226-90B3DD641032}"/>
              </a:ext>
            </a:extLst>
          </p:cNvPr>
          <p:cNvSpPr/>
          <p:nvPr/>
        </p:nvSpPr>
        <p:spPr>
          <a:xfrm>
            <a:off x="-383840" y="155968"/>
            <a:ext cx="769904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VOCABULARY TO REMEMBER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DF2185-2444-3B34-8D77-C197EB877E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30" b="640"/>
          <a:stretch>
            <a:fillRect/>
          </a:stretch>
        </p:blipFill>
        <p:spPr>
          <a:xfrm flipH="1">
            <a:off x="8394191" y="3429000"/>
            <a:ext cx="3278463" cy="298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115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5 0.0507 L 0.0095 0.0507 C 0.00833 -0.0368 0.00755 -0.09444 0.00729 -0.19467 C 0.00716 -0.23079 0.00781 -0.26667 0.00794 -0.30278 C 0.00729 -0.32986 0.00794 -0.35717 0.00573 -0.38403 C 0.00442 -0.40116 0.00065 -0.41713 -0.00248 -0.43333 C -0.00625 -0.45301 -0.01211 -0.47708 -0.02045 -0.49213 C -0.02591 -0.50185 -0.05482 -0.53241 -0.06029 -0.53611 C -0.07761 -0.54815 -0.09336 -0.55116 -0.1112 -0.55602 C -0.11602 -0.55463 -0.1211 -0.55532 -0.12552 -0.55208 C -0.13477 -0.54537 -0.14362 -0.53704 -0.1517 -0.52662 C -0.16341 -0.51204 -0.17578 -0.48588 -0.18555 -0.46667 C -0.18776 -0.45648 -0.19024 -0.44653 -0.19219 -0.43611 C -0.1974 -0.40856 -0.2056 -0.35486 -0.20873 -0.32801 C -0.21172 -0.30278 -0.21368 -0.27731 -0.21628 -0.25208 C -0.22071 -0.15972 -0.21966 -0.19884 -0.21771 -0.04815 C -0.21758 -0.03426 -0.21641 -0.02801 -0.21472 -0.01597 C -0.20951 -0.04838 -0.21146 -0.03194 -0.21849 -0.1 C -0.21966 -0.11204 -0.22227 -0.12338 -0.22448 -0.13472 C -0.2362 -0.19375 -0.23464 -0.18796 -0.253 -0.24005 C -0.25365 -0.2419 -0.26771 -0.28032 -0.27175 -0.28796 C -0.2737 -0.29167 -0.27618 -0.29421 -0.27852 -0.29745 C -0.28946 -0.28981 -0.30078 -0.28356 -0.31146 -0.27477 C -0.32591 -0.26296 -0.34375 -0.22292 -0.34974 -0.2081 C -0.35222 -0.20185 -0.35521 -0.19606 -0.35729 -0.18935 C -0.35977 -0.18102 -0.3612 -0.17153 -0.36328 -0.16273 C -0.36446 -0.14838 -0.36576 -0.13472 -0.36628 -0.12014 C -0.36719 -0.08403 -0.36745 -0.04815 -0.36849 -0.01204 C -0.36914 0.01412 -0.36836 0.00857 -0.37071 0.0213 C -0.37344 0.00648 -0.36966 0.02894 -0.36993 -0.01204 C -0.37019 -0.03032 -0.36953 -0.04907 -0.37227 -0.06667 C -0.37396 -0.07755 -0.37878 -0.08611 -0.38269 -0.09467 C -0.39284 -0.11643 -0.40443 -0.13125 -0.41875 -0.14398 C -0.42657 -0.15092 -0.42253 -0.14884 -0.43073 -0.15069 C -0.44427 -0.14977 -0.44584 -0.15393 -0.45469 -0.14398 C -0.45964 -0.13866 -0.46901 -0.12685 -0.46901 -0.12685 C -0.47149 -0.11875 -0.47487 -0.11134 -0.47644 -0.10278 C -0.47696 -0.1 -0.47761 -0.09745 -0.478 -0.09467 C -0.47904 -0.08634 -0.47956 -0.07662 -0.48021 -0.06805 C -0.47943 -0.05301 -0.48008 -0.0375 -0.478 -0.02268 C -0.47748 -0.01921 -0.47696 -0.01574 -0.47644 -0.01204 C -0.47487 0.00139 -0.47448 0.00833 -0.47344 0.02269 C -0.47396 0.0257 -0.47383 0.0294 -0.475 0.03195 C -0.47552 0.0331 -0.47644 0.03102 -0.47722 0.03056 C -0.47852 0.02963 -0.47969 0.0287 -0.48099 0.02801 C -0.48399 0.0213 -0.48828 0.01597 -0.48998 0.00787 C -0.49349 -0.00833 -0.49479 -0.01319 -0.49753 -0.03079 C -0.49857 -0.03819 -0.49948 -0.04583 -0.50052 -0.05347 C -0.49857 -0.07106 -0.49636 -0.10116 -0.49076 -0.11736 C -0.48516 -0.13333 -0.47839 -0.14768 -0.47123 -0.16134 C -0.46654 -0.17037 -0.46159 -0.17963 -0.45547 -0.18542 C -0.45078 -0.18981 -0.44493 -0.18889 -0.43972 -0.19074 C -0.42826 -0.1868 -0.41589 -0.1875 -0.40521 -0.1787 C -0.39987 -0.1743 -0.39714 -0.16296 -0.39466 -0.15347 C -0.38959 -0.13333 -0.38685 -0.09444 -0.38503 -0.07338 C -0.38594 -0.06551 -0.38568 -0.05648 -0.38802 -0.0493 C -0.39453 -0.02963 -0.40313 -0.0338 -0.4142 -0.03217 C -0.44675 -0.0419 -0.45834 -0.03773 -0.48477 -0.07338 C -0.49154 -0.08264 -0.49571 -0.09653 -0.50118 -0.1081 C -0.50378 -0.12222 -0.50808 -0.13588 -0.50873 -0.15069 C -0.51055 -0.19375 -0.50026 -0.21944 -0.4862 -0.25347 C -0.4694 -0.29398 -0.44662 -0.33333 -0.42175 -0.35741 C -0.40795 -0.3706 -0.39271 -0.3794 -0.37748 -0.38542 C -0.36472 -0.39051 -0.35144 -0.38889 -0.33854 -0.39074 C -0.32878 -0.3831 -0.31745 -0.37986 -0.30925 -0.36805 C -0.28464 -0.33287 -0.28425 -0.31458 -0.27552 -0.26944 C -0.27852 -0.24907 -0.27774 -0.22546 -0.28451 -0.2081 C -0.30417 -0.15764 -0.32318 -0.16366 -0.35274 -0.15602 C -0.36823 -0.1662 -0.38711 -0.16667 -0.39922 -0.1868 C -0.41237 -0.20833 -0.42045 -0.24074 -0.42318 -0.27199 C -0.42748 -0.31898 -0.4056 -0.37546 -0.38724 -0.40278 C -0.36602 -0.43426 -0.32552 -0.4588 -0.30026 -0.47083 C -0.28256 -0.47893 -0.2642 -0.4831 -0.24623 -0.48935 L -0.16224 -0.4868 C -0.11055 -0.47731 -0.09909 -0.46319 -0.05573 -0.43079 C -0.04974 -0.41597 -0.04089 -0.40393 -0.03776 -0.3868 C -0.03334 -0.3625 -0.03047 -0.33542 -0.03399 -0.31065 C -0.04466 -0.23518 -0.08073 -0.18565 -0.11875 -0.15602 C -0.13112 -0.1463 -0.14571 -0.15162 -0.15925 -0.1493 C -0.16771 -0.16852 -0.17891 -0.18472 -0.18477 -0.20671 C -0.19375 -0.2412 -0.19961 -0.27847 -0.20274 -0.31597 C -0.20508 -0.34467 -0.20534 -0.37477 -0.20118 -0.40278 C -0.19766 -0.42778 -0.18841 -0.4493 -0.18021 -0.47083 C -0.16302 -0.5162 -0.1487 -0.5375 -0.12019 -0.56134 C -0.11172 -0.56852 -0.07578 -0.58333 -0.06472 -0.58796 C -0.05821 -0.58727 -0.05131 -0.58958 -0.04519 -0.58542 C -0.03555 -0.57893 -0.01407 -0.55185 -0.00326 -0.53866 C 0.00026 -0.52893 0.0039 -0.51921 0.00729 -0.50949 C 0.01041 -0.50023 0.01302 -0.49051 0.01627 -0.48148 C 0.02578 -0.45509 0.01914 -0.48148 0.02669 -0.45347 C 0.02838 -0.44722 0.02968 -0.44097 0.03125 -0.43472 C 0.03242 -0.43032 0.03372 -0.42592 0.03502 -0.4213 C 0.03776 -0.41111 0.03932 -0.39977 0.04323 -0.39074 C 0.04674 -0.38264 0.05039 -0.37477 0.05377 -0.36667 C 0.05638 -0.36065 0.06562 -0.33495 0.06875 -0.33079 C 0.07513 -0.32199 0.08229 -0.31505 0.08971 -0.30949 C 0.09661 -0.30417 0.10416 -0.30185 0.11146 -0.29884 C 0.12304 -0.29398 0.13424 -0.29213 0.14596 -0.28935 C 0.16523 -0.2956 0.18489 -0.29907 0.20377 -0.3081 C 0.24127 -0.32616 0.26302 -0.33217 0.29752 -0.36667 C 0.3289 -0.39838 0.35833 -0.43565 0.38893 -0.46944 C 0.40208 -0.4838 0.41432 -0.50162 0.42877 -0.51065 C 0.44544 -0.5213 0.4625 -0.53102 0.47903 -0.54282 C 0.50494 -0.56111 0.52994 -0.58449 0.55625 -0.60139 C 0.57356 -0.6125 0.57031 -0.6088 0.58476 -0.62407 C 0.58698 -0.62662 0.59153 -0.63194 0.59153 -0.63194 " pathEditMode="relative" ptsTypes="AAAAAAAAAAAAAAAAAAAAAAAAAAAAAAAAAAAAAAAAAAAAAAAAAAAAAAAAAAAAAAAAAAAAAAAAAAAAAAAAAAAAAAAAAAAAAAAAAAAAAAAAAA">
                                      <p:cBhvr>
                                        <p:cTn id="6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34768</TotalTime>
  <Words>958</Words>
  <Application>Microsoft Office PowerPoint</Application>
  <PresentationFormat>Widescreen</PresentationFormat>
  <Paragraphs>139</Paragraphs>
  <Slides>21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Arial</vt:lpstr>
      <vt:lpstr>Bahnschrift</vt:lpstr>
      <vt:lpstr>Bahnschrift SemiBold</vt:lpstr>
      <vt:lpstr>Cascadia 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31</cp:revision>
  <dcterms:created xsi:type="dcterms:W3CDTF">2025-08-11T14:07:39Z</dcterms:created>
  <dcterms:modified xsi:type="dcterms:W3CDTF">2026-02-27T21:54:42Z</dcterms:modified>
</cp:coreProperties>
</file>