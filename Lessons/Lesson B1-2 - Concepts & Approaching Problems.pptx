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427" r:id="rId5"/>
    <p:sldId id="400" r:id="rId6"/>
    <p:sldId id="428" r:id="rId7"/>
    <p:sldId id="448" r:id="rId8"/>
    <p:sldId id="449" r:id="rId9"/>
    <p:sldId id="450" r:id="rId10"/>
    <p:sldId id="451" r:id="rId11"/>
    <p:sldId id="452" r:id="rId12"/>
    <p:sldId id="453" r:id="rId13"/>
    <p:sldId id="454" r:id="rId14"/>
    <p:sldId id="455" r:id="rId15"/>
    <p:sldId id="457" r:id="rId16"/>
    <p:sldId id="458" r:id="rId17"/>
    <p:sldId id="459" r:id="rId18"/>
    <p:sldId id="456" r:id="rId19"/>
    <p:sldId id="460" r:id="rId20"/>
    <p:sldId id="461" r:id="rId21"/>
    <p:sldId id="462" r:id="rId22"/>
    <p:sldId id="446" r:id="rId23"/>
    <p:sldId id="35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2A49D6-8A18-414E-96EE-20611C76AB90}" v="14" dt="2025-10-02T22:51:07.6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7" autoAdjust="0"/>
    <p:restoredTop sz="94660"/>
  </p:normalViewPr>
  <p:slideViewPr>
    <p:cSldViewPr snapToGrid="0">
      <p:cViewPr varScale="1">
        <p:scale>
          <a:sx n="46" d="100"/>
          <a:sy n="46" d="100"/>
        </p:scale>
        <p:origin x="36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5-10-02T22:51:13.166" v="6159" actId="20577"/>
      <pc:docMkLst>
        <pc:docMk/>
      </pc:docMkLst>
      <pc:sldChg chg="modSp mod">
        <pc:chgData name="Michael Hill" userId="41dba03d-e58d-4389-9894-554c10310ba4" providerId="ADAL" clId="{EF23FE1D-A042-481E-AFD7-2A9FB0847F54}" dt="2025-10-02T15:03:10.089" v="9" actId="20577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10-02T15:03:10.089" v="9" actId="20577"/>
          <ac:spMkLst>
            <pc:docMk/>
            <pc:sldMk cId="1878848435" sldId="256"/>
            <ac:spMk id="5" creationId="{18C18ECD-1A29-4735-FBF9-2230E3FED94F}"/>
          </ac:spMkLst>
        </pc:spChg>
      </pc:sldChg>
      <pc:sldChg chg="modSp mod">
        <pc:chgData name="Michael Hill" userId="41dba03d-e58d-4389-9894-554c10310ba4" providerId="ADAL" clId="{EF23FE1D-A042-481E-AFD7-2A9FB0847F54}" dt="2025-10-02T17:44:54.421" v="137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10-02T17:44:54.421" v="137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 modShow">
        <pc:chgData name="Michael Hill" userId="41dba03d-e58d-4389-9894-554c10310ba4" providerId="ADAL" clId="{EF23FE1D-A042-481E-AFD7-2A9FB0847F54}" dt="2025-10-02T18:21:27.929" v="306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5-10-02T18:21:27.929" v="306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5-10-02T22:51:13.166" v="6159" actId="20577"/>
        <pc:sldMkLst>
          <pc:docMk/>
          <pc:sldMk cId="491706548" sldId="355"/>
        </pc:sldMkLst>
        <pc:spChg chg="mod">
          <ac:chgData name="Michael Hill" userId="41dba03d-e58d-4389-9894-554c10310ba4" providerId="ADAL" clId="{EF23FE1D-A042-481E-AFD7-2A9FB0847F54}" dt="2025-10-02T22:51:13.166" v="6159" actId="20577"/>
          <ac:spMkLst>
            <pc:docMk/>
            <pc:sldMk cId="491706548" sldId="355"/>
            <ac:spMk id="8" creationId="{32CEAB6A-CE7C-862A-42E1-D86D8C4198B3}"/>
          </ac:spMkLst>
        </pc:spChg>
      </pc:sldChg>
      <pc:sldChg chg="addSp delSp modSp mod modAnim">
        <pc:chgData name="Michael Hill" userId="41dba03d-e58d-4389-9894-554c10310ba4" providerId="ADAL" clId="{EF23FE1D-A042-481E-AFD7-2A9FB0847F54}" dt="2025-10-02T19:22:36.621" v="715" actId="29295"/>
        <pc:sldMkLst>
          <pc:docMk/>
          <pc:sldMk cId="3941057527" sldId="400"/>
        </pc:sldMkLst>
        <pc:spChg chg="add mod">
          <ac:chgData name="Michael Hill" userId="41dba03d-e58d-4389-9894-554c10310ba4" providerId="ADAL" clId="{EF23FE1D-A042-481E-AFD7-2A9FB0847F54}" dt="2025-10-02T18:29:08.933" v="704" actId="1076"/>
          <ac:spMkLst>
            <pc:docMk/>
            <pc:sldMk cId="3941057527" sldId="400"/>
            <ac:spMk id="2" creationId="{73950C2A-4EAE-A6A9-81F1-856702DCB820}"/>
          </ac:spMkLst>
        </pc:spChg>
        <pc:spChg chg="mod">
          <ac:chgData name="Michael Hill" userId="41dba03d-e58d-4389-9894-554c10310ba4" providerId="ADAL" clId="{EF23FE1D-A042-481E-AFD7-2A9FB0847F54}" dt="2025-10-02T18:27:04.896" v="660" actId="1076"/>
          <ac:spMkLst>
            <pc:docMk/>
            <pc:sldMk cId="3941057527" sldId="400"/>
            <ac:spMk id="5" creationId="{5BCBD5F0-804C-3A33-77C6-0CBC8E2723EE}"/>
          </ac:spMkLst>
        </pc:spChg>
        <pc:spChg chg="mod">
          <ac:chgData name="Michael Hill" userId="41dba03d-e58d-4389-9894-554c10310ba4" providerId="ADAL" clId="{EF23FE1D-A042-481E-AFD7-2A9FB0847F54}" dt="2025-10-02T18:28:37.935" v="662" actId="20577"/>
          <ac:spMkLst>
            <pc:docMk/>
            <pc:sldMk cId="3941057527" sldId="400"/>
            <ac:spMk id="8" creationId="{34307991-018E-2677-C298-9F1BCC67D929}"/>
          </ac:spMkLst>
        </pc:spChg>
        <pc:picChg chg="del">
          <ac:chgData name="Michael Hill" userId="41dba03d-e58d-4389-9894-554c10310ba4" providerId="ADAL" clId="{EF23FE1D-A042-481E-AFD7-2A9FB0847F54}" dt="2025-10-02T18:27:05.849" v="661" actId="478"/>
          <ac:picMkLst>
            <pc:docMk/>
            <pc:sldMk cId="3941057527" sldId="400"/>
            <ac:picMk id="6" creationId="{78AAFB6B-2479-6A96-9FDC-FE5A3C8F77A9}"/>
          </ac:picMkLst>
        </pc:picChg>
        <pc:picChg chg="add mod ord">
          <ac:chgData name="Michael Hill" userId="41dba03d-e58d-4389-9894-554c10310ba4" providerId="ADAL" clId="{EF23FE1D-A042-481E-AFD7-2A9FB0847F54}" dt="2025-10-02T19:22:36.621" v="715" actId="29295"/>
          <ac:picMkLst>
            <pc:docMk/>
            <pc:sldMk cId="3941057527" sldId="400"/>
            <ac:picMk id="10" creationId="{302AA364-1928-A9A8-E9F0-8C88963ED727}"/>
          </ac:picMkLst>
        </pc:picChg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1474733244" sldId="419"/>
        </pc:sldMkLst>
      </pc:sldChg>
      <pc:sldChg chg="modSp mod modShow">
        <pc:chgData name="Michael Hill" userId="41dba03d-e58d-4389-9894-554c10310ba4" providerId="ADAL" clId="{EF23FE1D-A042-481E-AFD7-2A9FB0847F54}" dt="2025-10-02T18:26:20.021" v="643" actId="20577"/>
        <pc:sldMkLst>
          <pc:docMk/>
          <pc:sldMk cId="4217859482" sldId="427"/>
        </pc:sldMkLst>
        <pc:spChg chg="mod">
          <ac:chgData name="Michael Hill" userId="41dba03d-e58d-4389-9894-554c10310ba4" providerId="ADAL" clId="{EF23FE1D-A042-481E-AFD7-2A9FB0847F54}" dt="2025-10-02T18:26:20.021" v="643" actId="20577"/>
          <ac:spMkLst>
            <pc:docMk/>
            <pc:sldMk cId="4217859482" sldId="427"/>
            <ac:spMk id="8" creationId="{D12E8945-8B7A-5FF6-41CB-3A36AA2FF6DA}"/>
          </ac:spMkLst>
        </pc:spChg>
      </pc:sldChg>
      <pc:sldChg chg="addSp delSp modSp mod">
        <pc:chgData name="Michael Hill" userId="41dba03d-e58d-4389-9894-554c10310ba4" providerId="ADAL" clId="{EF23FE1D-A042-481E-AFD7-2A9FB0847F54}" dt="2025-10-02T19:38:16.884" v="2325" actId="114"/>
        <pc:sldMkLst>
          <pc:docMk/>
          <pc:sldMk cId="382529306" sldId="428"/>
        </pc:sldMkLst>
        <pc:spChg chg="mod">
          <ac:chgData name="Michael Hill" userId="41dba03d-e58d-4389-9894-554c10310ba4" providerId="ADAL" clId="{EF23FE1D-A042-481E-AFD7-2A9FB0847F54}" dt="2025-10-02T19:23:23.230" v="731" actId="1076"/>
          <ac:spMkLst>
            <pc:docMk/>
            <pc:sldMk cId="382529306" sldId="428"/>
            <ac:spMk id="5" creationId="{C9A51895-9F56-8F74-763F-789F4C4EED1D}"/>
          </ac:spMkLst>
        </pc:spChg>
        <pc:spChg chg="mod">
          <ac:chgData name="Michael Hill" userId="41dba03d-e58d-4389-9894-554c10310ba4" providerId="ADAL" clId="{EF23FE1D-A042-481E-AFD7-2A9FB0847F54}" dt="2025-10-02T19:38:16.884" v="2325" actId="114"/>
          <ac:spMkLst>
            <pc:docMk/>
            <pc:sldMk cId="382529306" sldId="428"/>
            <ac:spMk id="8" creationId="{FC388EB5-D6C0-907D-64F9-21E4846E9D13}"/>
          </ac:spMkLst>
        </pc:spChg>
        <pc:picChg chg="del">
          <ac:chgData name="Michael Hill" userId="41dba03d-e58d-4389-9894-554c10310ba4" providerId="ADAL" clId="{EF23FE1D-A042-481E-AFD7-2A9FB0847F54}" dt="2025-10-02T19:23:13.568" v="716" actId="478"/>
          <ac:picMkLst>
            <pc:docMk/>
            <pc:sldMk cId="382529306" sldId="428"/>
            <ac:picMk id="3" creationId="{19AD37E6-1405-777E-1B28-B18617196795}"/>
          </ac:picMkLst>
        </pc:picChg>
        <pc:picChg chg="add mod">
          <ac:chgData name="Michael Hill" userId="41dba03d-e58d-4389-9894-554c10310ba4" providerId="ADAL" clId="{EF23FE1D-A042-481E-AFD7-2A9FB0847F54}" dt="2025-10-02T19:25:49.731" v="1097" actId="1076"/>
          <ac:picMkLst>
            <pc:docMk/>
            <pc:sldMk cId="382529306" sldId="428"/>
            <ac:picMk id="6" creationId="{ACED0A87-0C2F-37D7-C7CC-F4699A10EDD4}"/>
          </ac:picMkLst>
        </pc:picChg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908018216" sldId="429"/>
        </pc:sldMkLst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2676660044" sldId="430"/>
        </pc:sldMkLst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1984688680" sldId="431"/>
        </pc:sldMkLst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3022522073" sldId="432"/>
        </pc:sldMkLst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2127868973" sldId="433"/>
        </pc:sldMkLst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703337607" sldId="434"/>
        </pc:sldMkLst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2740944839" sldId="435"/>
        </pc:sldMkLst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2901069451" sldId="436"/>
        </pc:sldMkLst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2166109791" sldId="437"/>
        </pc:sldMkLst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5660401" sldId="438"/>
        </pc:sldMkLst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3781759123" sldId="439"/>
        </pc:sldMkLst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66932127" sldId="440"/>
        </pc:sldMkLst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2093926337" sldId="441"/>
        </pc:sldMkLst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1749185766" sldId="442"/>
        </pc:sldMkLst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938138168" sldId="443"/>
        </pc:sldMkLst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278355266" sldId="444"/>
        </pc:sldMkLst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599846176" sldId="445"/>
        </pc:sldMkLst>
      </pc:sldChg>
      <pc:sldChg chg="modSp mod">
        <pc:chgData name="Michael Hill" userId="41dba03d-e58d-4389-9894-554c10310ba4" providerId="ADAL" clId="{EF23FE1D-A042-481E-AFD7-2A9FB0847F54}" dt="2025-10-02T22:50:14.491" v="6157" actId="1076"/>
        <pc:sldMkLst>
          <pc:docMk/>
          <pc:sldMk cId="155687819" sldId="446"/>
        </pc:sldMkLst>
        <pc:spChg chg="mod">
          <ac:chgData name="Michael Hill" userId="41dba03d-e58d-4389-9894-554c10310ba4" providerId="ADAL" clId="{EF23FE1D-A042-481E-AFD7-2A9FB0847F54}" dt="2025-10-02T22:50:14.491" v="6157" actId="1076"/>
          <ac:spMkLst>
            <pc:docMk/>
            <pc:sldMk cId="155687819" sldId="446"/>
            <ac:spMk id="5" creationId="{A438B139-4865-BF2F-9954-96AC6B99A7E6}"/>
          </ac:spMkLst>
        </pc:spChg>
        <pc:spChg chg="mod">
          <ac:chgData name="Michael Hill" userId="41dba03d-e58d-4389-9894-554c10310ba4" providerId="ADAL" clId="{EF23FE1D-A042-481E-AFD7-2A9FB0847F54}" dt="2025-10-02T22:49:55.287" v="6137" actId="20577"/>
          <ac:spMkLst>
            <pc:docMk/>
            <pc:sldMk cId="155687819" sldId="446"/>
            <ac:spMk id="8" creationId="{CEB9EEDC-31EE-6A4E-EE39-88E63DDA80FD}"/>
          </ac:spMkLst>
        </pc:spChg>
      </pc:sldChg>
      <pc:sldChg chg="del">
        <pc:chgData name="Michael Hill" userId="41dba03d-e58d-4389-9894-554c10310ba4" providerId="ADAL" clId="{EF23FE1D-A042-481E-AFD7-2A9FB0847F54}" dt="2025-10-02T19:32:10.976" v="1417" actId="47"/>
        <pc:sldMkLst>
          <pc:docMk/>
          <pc:sldMk cId="2067983466" sldId="447"/>
        </pc:sldMkLst>
      </pc:sldChg>
      <pc:sldChg chg="addSp delSp modSp add mod">
        <pc:chgData name="Michael Hill" userId="41dba03d-e58d-4389-9894-554c10310ba4" providerId="ADAL" clId="{EF23FE1D-A042-481E-AFD7-2A9FB0847F54}" dt="2025-10-02T19:31:11.641" v="1413" actId="14100"/>
        <pc:sldMkLst>
          <pc:docMk/>
          <pc:sldMk cId="1903254872" sldId="448"/>
        </pc:sldMkLst>
        <pc:spChg chg="mod">
          <ac:chgData name="Michael Hill" userId="41dba03d-e58d-4389-9894-554c10310ba4" providerId="ADAL" clId="{EF23FE1D-A042-481E-AFD7-2A9FB0847F54}" dt="2025-10-02T19:31:11.641" v="1413" actId="14100"/>
          <ac:spMkLst>
            <pc:docMk/>
            <pc:sldMk cId="1903254872" sldId="448"/>
            <ac:spMk id="8" creationId="{67BC9A68-6053-3080-419B-C9054F221145}"/>
          </ac:spMkLst>
        </pc:spChg>
        <pc:picChg chg="add mod">
          <ac:chgData name="Michael Hill" userId="41dba03d-e58d-4389-9894-554c10310ba4" providerId="ADAL" clId="{EF23FE1D-A042-481E-AFD7-2A9FB0847F54}" dt="2025-10-02T19:31:09.743" v="1412" actId="1076"/>
          <ac:picMkLst>
            <pc:docMk/>
            <pc:sldMk cId="1903254872" sldId="448"/>
            <ac:picMk id="3" creationId="{D3ECB09F-EA54-1FCC-721C-F3FA165C8BA4}"/>
          </ac:picMkLst>
        </pc:picChg>
        <pc:picChg chg="del">
          <ac:chgData name="Michael Hill" userId="41dba03d-e58d-4389-9894-554c10310ba4" providerId="ADAL" clId="{EF23FE1D-A042-481E-AFD7-2A9FB0847F54}" dt="2025-10-02T19:25:53.554" v="1099" actId="478"/>
          <ac:picMkLst>
            <pc:docMk/>
            <pc:sldMk cId="1903254872" sldId="448"/>
            <ac:picMk id="6" creationId="{09E9B54D-FEAE-67A0-854A-1D44CDCAD8BA}"/>
          </ac:picMkLst>
        </pc:picChg>
      </pc:sldChg>
      <pc:sldChg chg="delSp modSp add mod ord">
        <pc:chgData name="Michael Hill" userId="41dba03d-e58d-4389-9894-554c10310ba4" providerId="ADAL" clId="{EF23FE1D-A042-481E-AFD7-2A9FB0847F54}" dt="2025-10-02T19:34:30.265" v="1760" actId="20577"/>
        <pc:sldMkLst>
          <pc:docMk/>
          <pc:sldMk cId="741512526" sldId="449"/>
        </pc:sldMkLst>
        <pc:spChg chg="mod">
          <ac:chgData name="Michael Hill" userId="41dba03d-e58d-4389-9894-554c10310ba4" providerId="ADAL" clId="{EF23FE1D-A042-481E-AFD7-2A9FB0847F54}" dt="2025-10-02T19:32:24.921" v="1419" actId="20577"/>
          <ac:spMkLst>
            <pc:docMk/>
            <pc:sldMk cId="741512526" sldId="449"/>
            <ac:spMk id="5" creationId="{46EC0DBF-5F82-616F-EAC6-CD17DC88291F}"/>
          </ac:spMkLst>
        </pc:spChg>
        <pc:spChg chg="mod">
          <ac:chgData name="Michael Hill" userId="41dba03d-e58d-4389-9894-554c10310ba4" providerId="ADAL" clId="{EF23FE1D-A042-481E-AFD7-2A9FB0847F54}" dt="2025-10-02T19:34:30.265" v="1760" actId="20577"/>
          <ac:spMkLst>
            <pc:docMk/>
            <pc:sldMk cId="741512526" sldId="449"/>
            <ac:spMk id="8" creationId="{17847512-CE01-E5AB-CF73-7EB677D39375}"/>
          </ac:spMkLst>
        </pc:spChg>
        <pc:picChg chg="del">
          <ac:chgData name="Michael Hill" userId="41dba03d-e58d-4389-9894-554c10310ba4" providerId="ADAL" clId="{EF23FE1D-A042-481E-AFD7-2A9FB0847F54}" dt="2025-10-02T19:32:26.287" v="1420" actId="478"/>
          <ac:picMkLst>
            <pc:docMk/>
            <pc:sldMk cId="741512526" sldId="449"/>
            <ac:picMk id="3" creationId="{0EBB1CC7-5F89-CF3F-42C4-88D93035F18D}"/>
          </ac:picMkLst>
        </pc:picChg>
      </pc:sldChg>
      <pc:sldChg chg="addSp modSp add mod">
        <pc:chgData name="Michael Hill" userId="41dba03d-e58d-4389-9894-554c10310ba4" providerId="ADAL" clId="{EF23FE1D-A042-481E-AFD7-2A9FB0847F54}" dt="2025-10-02T19:36:52.242" v="2029" actId="732"/>
        <pc:sldMkLst>
          <pc:docMk/>
          <pc:sldMk cId="3631660517" sldId="450"/>
        </pc:sldMkLst>
        <pc:spChg chg="mod">
          <ac:chgData name="Michael Hill" userId="41dba03d-e58d-4389-9894-554c10310ba4" providerId="ADAL" clId="{EF23FE1D-A042-481E-AFD7-2A9FB0847F54}" dt="2025-10-02T19:34:53.326" v="1782" actId="1076"/>
          <ac:spMkLst>
            <pc:docMk/>
            <pc:sldMk cId="3631660517" sldId="450"/>
            <ac:spMk id="5" creationId="{ACAE5832-3C66-4410-E5A2-F1CF5AF84880}"/>
          </ac:spMkLst>
        </pc:spChg>
        <pc:spChg chg="mod">
          <ac:chgData name="Michael Hill" userId="41dba03d-e58d-4389-9894-554c10310ba4" providerId="ADAL" clId="{EF23FE1D-A042-481E-AFD7-2A9FB0847F54}" dt="2025-10-02T19:35:51.122" v="2023" actId="14100"/>
          <ac:spMkLst>
            <pc:docMk/>
            <pc:sldMk cId="3631660517" sldId="450"/>
            <ac:spMk id="8" creationId="{E55245D2-666E-4355-24F4-0C742AD5A545}"/>
          </ac:spMkLst>
        </pc:spChg>
        <pc:picChg chg="add mod modCrop">
          <ac:chgData name="Michael Hill" userId="41dba03d-e58d-4389-9894-554c10310ba4" providerId="ADAL" clId="{EF23FE1D-A042-481E-AFD7-2A9FB0847F54}" dt="2025-10-02T19:36:52.242" v="2029" actId="732"/>
          <ac:picMkLst>
            <pc:docMk/>
            <pc:sldMk cId="3631660517" sldId="450"/>
            <ac:picMk id="3" creationId="{2D5FBFBA-F1CF-8C67-D65C-874307CBF908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0-02T19:38:39.872" v="2330" actId="1076"/>
        <pc:sldMkLst>
          <pc:docMk/>
          <pc:sldMk cId="3213337167" sldId="451"/>
        </pc:sldMkLst>
        <pc:spChg chg="mod">
          <ac:chgData name="Michael Hill" userId="41dba03d-e58d-4389-9894-554c10310ba4" providerId="ADAL" clId="{EF23FE1D-A042-481E-AFD7-2A9FB0847F54}" dt="2025-10-02T19:38:08.798" v="2322" actId="207"/>
          <ac:spMkLst>
            <pc:docMk/>
            <pc:sldMk cId="3213337167" sldId="451"/>
            <ac:spMk id="8" creationId="{024D1248-3575-2AE1-C2DA-241605E25163}"/>
          </ac:spMkLst>
        </pc:spChg>
        <pc:picChg chg="del">
          <ac:chgData name="Michael Hill" userId="41dba03d-e58d-4389-9894-554c10310ba4" providerId="ADAL" clId="{EF23FE1D-A042-481E-AFD7-2A9FB0847F54}" dt="2025-10-02T19:37:43.212" v="2222" actId="478"/>
          <ac:picMkLst>
            <pc:docMk/>
            <pc:sldMk cId="3213337167" sldId="451"/>
            <ac:picMk id="3" creationId="{593C60B5-E343-D7C1-68B7-800147F88420}"/>
          </ac:picMkLst>
        </pc:picChg>
        <pc:picChg chg="add mod">
          <ac:chgData name="Michael Hill" userId="41dba03d-e58d-4389-9894-554c10310ba4" providerId="ADAL" clId="{EF23FE1D-A042-481E-AFD7-2A9FB0847F54}" dt="2025-10-02T19:38:39.872" v="2330" actId="1076"/>
          <ac:picMkLst>
            <pc:docMk/>
            <pc:sldMk cId="3213337167" sldId="451"/>
            <ac:picMk id="6" creationId="{6EDE1A88-92A1-32BF-9935-51A42846870B}"/>
          </ac:picMkLst>
        </pc:picChg>
      </pc:sldChg>
      <pc:sldChg chg="delSp modSp add mod">
        <pc:chgData name="Michael Hill" userId="41dba03d-e58d-4389-9894-554c10310ba4" providerId="ADAL" clId="{EF23FE1D-A042-481E-AFD7-2A9FB0847F54}" dt="2025-10-02T19:45:40.027" v="2873" actId="404"/>
        <pc:sldMkLst>
          <pc:docMk/>
          <pc:sldMk cId="1309843081" sldId="452"/>
        </pc:sldMkLst>
        <pc:spChg chg="mod">
          <ac:chgData name="Michael Hill" userId="41dba03d-e58d-4389-9894-554c10310ba4" providerId="ADAL" clId="{EF23FE1D-A042-481E-AFD7-2A9FB0847F54}" dt="2025-10-02T19:45:40.027" v="2873" actId="404"/>
          <ac:spMkLst>
            <pc:docMk/>
            <pc:sldMk cId="1309843081" sldId="452"/>
            <ac:spMk id="8" creationId="{42D2F5DF-F90C-1FA8-4FA5-4E38E0C41A42}"/>
          </ac:spMkLst>
        </pc:spChg>
        <pc:picChg chg="del">
          <ac:chgData name="Michael Hill" userId="41dba03d-e58d-4389-9894-554c10310ba4" providerId="ADAL" clId="{EF23FE1D-A042-481E-AFD7-2A9FB0847F54}" dt="2025-10-02T19:38:54.193" v="2332" actId="478"/>
          <ac:picMkLst>
            <pc:docMk/>
            <pc:sldMk cId="1309843081" sldId="452"/>
            <ac:picMk id="6" creationId="{A2D317FB-1705-3E40-C65B-8BF392E4A83C}"/>
          </ac:picMkLst>
        </pc:picChg>
      </pc:sldChg>
      <pc:sldChg chg="addSp modSp add mod">
        <pc:chgData name="Michael Hill" userId="41dba03d-e58d-4389-9894-554c10310ba4" providerId="ADAL" clId="{EF23FE1D-A042-481E-AFD7-2A9FB0847F54}" dt="2025-10-02T19:50:13.610" v="3152" actId="1076"/>
        <pc:sldMkLst>
          <pc:docMk/>
          <pc:sldMk cId="4212281669" sldId="453"/>
        </pc:sldMkLst>
        <pc:spChg chg="mod">
          <ac:chgData name="Michael Hill" userId="41dba03d-e58d-4389-9894-554c10310ba4" providerId="ADAL" clId="{EF23FE1D-A042-481E-AFD7-2A9FB0847F54}" dt="2025-10-02T19:49:36.860" v="3147" actId="14100"/>
          <ac:spMkLst>
            <pc:docMk/>
            <pc:sldMk cId="4212281669" sldId="453"/>
            <ac:spMk id="8" creationId="{F61F7568-1632-B403-829B-B4F9EBA0CF9D}"/>
          </ac:spMkLst>
        </pc:spChg>
        <pc:picChg chg="add mod">
          <ac:chgData name="Michael Hill" userId="41dba03d-e58d-4389-9894-554c10310ba4" providerId="ADAL" clId="{EF23FE1D-A042-481E-AFD7-2A9FB0847F54}" dt="2025-10-02T19:50:13.610" v="3152" actId="1076"/>
          <ac:picMkLst>
            <pc:docMk/>
            <pc:sldMk cId="4212281669" sldId="453"/>
            <ac:picMk id="3" creationId="{1F7948F2-7349-DACE-A3F5-2BFD63A1F19D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0-02T21:46:54.824" v="3552" actId="962"/>
        <pc:sldMkLst>
          <pc:docMk/>
          <pc:sldMk cId="2096120349" sldId="454"/>
        </pc:sldMkLst>
        <pc:spChg chg="mod">
          <ac:chgData name="Michael Hill" userId="41dba03d-e58d-4389-9894-554c10310ba4" providerId="ADAL" clId="{EF23FE1D-A042-481E-AFD7-2A9FB0847F54}" dt="2025-10-02T19:50:56.492" v="3169" actId="1076"/>
          <ac:spMkLst>
            <pc:docMk/>
            <pc:sldMk cId="2096120349" sldId="454"/>
            <ac:spMk id="5" creationId="{8ABFA0FE-8E15-39CD-5FC4-814184730D17}"/>
          </ac:spMkLst>
        </pc:spChg>
        <pc:spChg chg="mod">
          <ac:chgData name="Michael Hill" userId="41dba03d-e58d-4389-9894-554c10310ba4" providerId="ADAL" clId="{EF23FE1D-A042-481E-AFD7-2A9FB0847F54}" dt="2025-10-02T21:45:38.634" v="3548" actId="14100"/>
          <ac:spMkLst>
            <pc:docMk/>
            <pc:sldMk cId="2096120349" sldId="454"/>
            <ac:spMk id="8" creationId="{30E46457-9A95-34B8-C265-B22D3B7332F9}"/>
          </ac:spMkLst>
        </pc:spChg>
        <pc:picChg chg="del">
          <ac:chgData name="Michael Hill" userId="41dba03d-e58d-4389-9894-554c10310ba4" providerId="ADAL" clId="{EF23FE1D-A042-481E-AFD7-2A9FB0847F54}" dt="2025-10-02T19:50:29.386" v="3154" actId="478"/>
          <ac:picMkLst>
            <pc:docMk/>
            <pc:sldMk cId="2096120349" sldId="454"/>
            <ac:picMk id="3" creationId="{C5D16B0C-390F-6DE1-5C43-40BDD862D42F}"/>
          </ac:picMkLst>
        </pc:picChg>
        <pc:picChg chg="add mod">
          <ac:chgData name="Michael Hill" userId="41dba03d-e58d-4389-9894-554c10310ba4" providerId="ADAL" clId="{EF23FE1D-A042-481E-AFD7-2A9FB0847F54}" dt="2025-10-02T21:46:54.824" v="3552" actId="962"/>
          <ac:picMkLst>
            <pc:docMk/>
            <pc:sldMk cId="2096120349" sldId="454"/>
            <ac:picMk id="3" creationId="{C7920B06-62AE-AE51-1B09-1F25A86F3C7E}"/>
          </ac:picMkLst>
        </pc:picChg>
      </pc:sldChg>
      <pc:sldChg chg="addSp delSp modSp add mod">
        <pc:chgData name="Michael Hill" userId="41dba03d-e58d-4389-9894-554c10310ba4" providerId="ADAL" clId="{EF23FE1D-A042-481E-AFD7-2A9FB0847F54}" dt="2025-10-02T21:49:53.420" v="3798" actId="1076"/>
        <pc:sldMkLst>
          <pc:docMk/>
          <pc:sldMk cId="1468824312" sldId="455"/>
        </pc:sldMkLst>
        <pc:spChg chg="mod">
          <ac:chgData name="Michael Hill" userId="41dba03d-e58d-4389-9894-554c10310ba4" providerId="ADAL" clId="{EF23FE1D-A042-481E-AFD7-2A9FB0847F54}" dt="2025-10-02T21:47:32.741" v="3576" actId="1076"/>
          <ac:spMkLst>
            <pc:docMk/>
            <pc:sldMk cId="1468824312" sldId="455"/>
            <ac:spMk id="5" creationId="{A9798AA2-0732-4A8F-2F9C-935004E47D3E}"/>
          </ac:spMkLst>
        </pc:spChg>
        <pc:spChg chg="mod">
          <ac:chgData name="Michael Hill" userId="41dba03d-e58d-4389-9894-554c10310ba4" providerId="ADAL" clId="{EF23FE1D-A042-481E-AFD7-2A9FB0847F54}" dt="2025-10-02T21:48:27.481" v="3792" actId="207"/>
          <ac:spMkLst>
            <pc:docMk/>
            <pc:sldMk cId="1468824312" sldId="455"/>
            <ac:spMk id="8" creationId="{5624881A-FD81-7CA2-347C-DC78526CC94D}"/>
          </ac:spMkLst>
        </pc:spChg>
        <pc:picChg chg="del">
          <ac:chgData name="Michael Hill" userId="41dba03d-e58d-4389-9894-554c10310ba4" providerId="ADAL" clId="{EF23FE1D-A042-481E-AFD7-2A9FB0847F54}" dt="2025-10-02T21:48:29.828" v="3793" actId="478"/>
          <ac:picMkLst>
            <pc:docMk/>
            <pc:sldMk cId="1468824312" sldId="455"/>
            <ac:picMk id="3" creationId="{BC475F50-1C74-CD7B-11EF-1CAFF8AE5945}"/>
          </ac:picMkLst>
        </pc:picChg>
        <pc:picChg chg="add mod">
          <ac:chgData name="Michael Hill" userId="41dba03d-e58d-4389-9894-554c10310ba4" providerId="ADAL" clId="{EF23FE1D-A042-481E-AFD7-2A9FB0847F54}" dt="2025-10-02T21:49:53.420" v="3798" actId="1076"/>
          <ac:picMkLst>
            <pc:docMk/>
            <pc:sldMk cId="1468824312" sldId="455"/>
            <ac:picMk id="6" creationId="{533304C3-6D57-429D-D5EC-04EDA60C4BCE}"/>
          </ac:picMkLst>
        </pc:picChg>
      </pc:sldChg>
      <pc:sldChg chg="delSp modSp add mod">
        <pc:chgData name="Michael Hill" userId="41dba03d-e58d-4389-9894-554c10310ba4" providerId="ADAL" clId="{EF23FE1D-A042-481E-AFD7-2A9FB0847F54}" dt="2025-10-02T21:56:13.152" v="4532" actId="478"/>
        <pc:sldMkLst>
          <pc:docMk/>
          <pc:sldMk cId="736311136" sldId="456"/>
        </pc:sldMkLst>
        <pc:spChg chg="mod">
          <ac:chgData name="Michael Hill" userId="41dba03d-e58d-4389-9894-554c10310ba4" providerId="ADAL" clId="{EF23FE1D-A042-481E-AFD7-2A9FB0847F54}" dt="2025-10-02T21:51:31.246" v="3820" actId="14100"/>
          <ac:spMkLst>
            <pc:docMk/>
            <pc:sldMk cId="736311136" sldId="456"/>
            <ac:spMk id="5" creationId="{43C7B20C-4D79-6F87-2D1C-4E51823F689D}"/>
          </ac:spMkLst>
        </pc:spChg>
        <pc:spChg chg="mod">
          <ac:chgData name="Michael Hill" userId="41dba03d-e58d-4389-9894-554c10310ba4" providerId="ADAL" clId="{EF23FE1D-A042-481E-AFD7-2A9FB0847F54}" dt="2025-10-02T21:56:12.083" v="4531" actId="114"/>
          <ac:spMkLst>
            <pc:docMk/>
            <pc:sldMk cId="736311136" sldId="456"/>
            <ac:spMk id="8" creationId="{4F4884CA-5CB2-ECAF-A4F3-15BBF592B1EF}"/>
          </ac:spMkLst>
        </pc:spChg>
        <pc:picChg chg="del">
          <ac:chgData name="Michael Hill" userId="41dba03d-e58d-4389-9894-554c10310ba4" providerId="ADAL" clId="{EF23FE1D-A042-481E-AFD7-2A9FB0847F54}" dt="2025-10-02T21:56:13.152" v="4532" actId="478"/>
          <ac:picMkLst>
            <pc:docMk/>
            <pc:sldMk cId="736311136" sldId="456"/>
            <ac:picMk id="6" creationId="{6770C894-A393-90F0-2476-511D97F8B080}"/>
          </ac:picMkLst>
        </pc:picChg>
      </pc:sldChg>
      <pc:sldChg chg="modSp add mod">
        <pc:chgData name="Michael Hill" userId="41dba03d-e58d-4389-9894-554c10310ba4" providerId="ADAL" clId="{EF23FE1D-A042-481E-AFD7-2A9FB0847F54}" dt="2025-10-02T21:53:36.969" v="3960" actId="114"/>
        <pc:sldMkLst>
          <pc:docMk/>
          <pc:sldMk cId="1885271212" sldId="457"/>
        </pc:sldMkLst>
        <pc:spChg chg="mod">
          <ac:chgData name="Michael Hill" userId="41dba03d-e58d-4389-9894-554c10310ba4" providerId="ADAL" clId="{EF23FE1D-A042-481E-AFD7-2A9FB0847F54}" dt="2025-10-02T21:53:36.969" v="3960" actId="114"/>
          <ac:spMkLst>
            <pc:docMk/>
            <pc:sldMk cId="1885271212" sldId="457"/>
            <ac:spMk id="8" creationId="{532D565A-3EF3-399B-2F02-D170A3803484}"/>
          </ac:spMkLst>
        </pc:spChg>
      </pc:sldChg>
      <pc:sldChg chg="add del">
        <pc:chgData name="Michael Hill" userId="41dba03d-e58d-4389-9894-554c10310ba4" providerId="ADAL" clId="{EF23FE1D-A042-481E-AFD7-2A9FB0847F54}" dt="2025-10-02T21:53:13.329" v="3822" actId="2890"/>
        <pc:sldMkLst>
          <pc:docMk/>
          <pc:sldMk cId="2172189702" sldId="457"/>
        </pc:sldMkLst>
      </pc:sldChg>
      <pc:sldChg chg="modSp add mod">
        <pc:chgData name="Michael Hill" userId="41dba03d-e58d-4389-9894-554c10310ba4" providerId="ADAL" clId="{EF23FE1D-A042-481E-AFD7-2A9FB0847F54}" dt="2025-10-02T21:55:10.496" v="4299" actId="20577"/>
        <pc:sldMkLst>
          <pc:docMk/>
          <pc:sldMk cId="1856158589" sldId="458"/>
        </pc:sldMkLst>
        <pc:spChg chg="mod">
          <ac:chgData name="Michael Hill" userId="41dba03d-e58d-4389-9894-554c10310ba4" providerId="ADAL" clId="{EF23FE1D-A042-481E-AFD7-2A9FB0847F54}" dt="2025-10-02T21:55:10.496" v="4299" actId="20577"/>
          <ac:spMkLst>
            <pc:docMk/>
            <pc:sldMk cId="1856158589" sldId="458"/>
            <ac:spMk id="8" creationId="{B248C56D-B45A-05DC-6462-A07E10A00260}"/>
          </ac:spMkLst>
        </pc:spChg>
      </pc:sldChg>
      <pc:sldChg chg="add del replId">
        <pc:chgData name="Michael Hill" userId="41dba03d-e58d-4389-9894-554c10310ba4" providerId="ADAL" clId="{EF23FE1D-A042-481E-AFD7-2A9FB0847F54}" dt="2025-10-02T21:53:13.329" v="3822" actId="2890"/>
        <pc:sldMkLst>
          <pc:docMk/>
          <pc:sldMk cId="3655890633" sldId="458"/>
        </pc:sldMkLst>
      </pc:sldChg>
      <pc:sldChg chg="modSp add mod">
        <pc:chgData name="Michael Hill" userId="41dba03d-e58d-4389-9894-554c10310ba4" providerId="ADAL" clId="{EF23FE1D-A042-481E-AFD7-2A9FB0847F54}" dt="2025-10-02T21:55:19.283" v="4350" actId="20577"/>
        <pc:sldMkLst>
          <pc:docMk/>
          <pc:sldMk cId="2700425999" sldId="459"/>
        </pc:sldMkLst>
        <pc:spChg chg="mod">
          <ac:chgData name="Michael Hill" userId="41dba03d-e58d-4389-9894-554c10310ba4" providerId="ADAL" clId="{EF23FE1D-A042-481E-AFD7-2A9FB0847F54}" dt="2025-10-02T21:55:19.283" v="4350" actId="20577"/>
          <ac:spMkLst>
            <pc:docMk/>
            <pc:sldMk cId="2700425999" sldId="459"/>
            <ac:spMk id="8" creationId="{A0BA9429-C921-A813-577B-8D16727C3CD2}"/>
          </ac:spMkLst>
        </pc:spChg>
      </pc:sldChg>
      <pc:sldChg chg="addSp modSp add mod">
        <pc:chgData name="Michael Hill" userId="41dba03d-e58d-4389-9894-554c10310ba4" providerId="ADAL" clId="{EF23FE1D-A042-481E-AFD7-2A9FB0847F54}" dt="2025-10-02T21:58:27.885" v="5087" actId="962"/>
        <pc:sldMkLst>
          <pc:docMk/>
          <pc:sldMk cId="1299574874" sldId="460"/>
        </pc:sldMkLst>
        <pc:spChg chg="mod">
          <ac:chgData name="Michael Hill" userId="41dba03d-e58d-4389-9894-554c10310ba4" providerId="ADAL" clId="{EF23FE1D-A042-481E-AFD7-2A9FB0847F54}" dt="2025-10-02T21:57:59.540" v="5083" actId="14100"/>
          <ac:spMkLst>
            <pc:docMk/>
            <pc:sldMk cId="1299574874" sldId="460"/>
            <ac:spMk id="8" creationId="{EA3C092B-B305-49AB-4BEF-7E46347C9312}"/>
          </ac:spMkLst>
        </pc:spChg>
        <pc:picChg chg="add mod">
          <ac:chgData name="Michael Hill" userId="41dba03d-e58d-4389-9894-554c10310ba4" providerId="ADAL" clId="{EF23FE1D-A042-481E-AFD7-2A9FB0847F54}" dt="2025-10-02T21:58:27.885" v="5087" actId="962"/>
          <ac:picMkLst>
            <pc:docMk/>
            <pc:sldMk cId="1299574874" sldId="460"/>
            <ac:picMk id="3" creationId="{741E3FA2-DCC7-0E69-575C-F749D94D80BD}"/>
          </ac:picMkLst>
        </pc:picChg>
      </pc:sldChg>
      <pc:sldChg chg="modSp add mod">
        <pc:chgData name="Michael Hill" userId="41dba03d-e58d-4389-9894-554c10310ba4" providerId="ADAL" clId="{EF23FE1D-A042-481E-AFD7-2A9FB0847F54}" dt="2025-10-02T22:00:54.576" v="5505" actId="20577"/>
        <pc:sldMkLst>
          <pc:docMk/>
          <pc:sldMk cId="964419580" sldId="461"/>
        </pc:sldMkLst>
        <pc:spChg chg="mod">
          <ac:chgData name="Michael Hill" userId="41dba03d-e58d-4389-9894-554c10310ba4" providerId="ADAL" clId="{EF23FE1D-A042-481E-AFD7-2A9FB0847F54}" dt="2025-10-02T22:00:54.576" v="5505" actId="20577"/>
          <ac:spMkLst>
            <pc:docMk/>
            <pc:sldMk cId="964419580" sldId="461"/>
            <ac:spMk id="8" creationId="{6315EF6F-FA98-3E02-4BD6-12468F8B1E46}"/>
          </ac:spMkLst>
        </pc:spChg>
      </pc:sldChg>
      <pc:sldChg chg="delSp modSp add mod">
        <pc:chgData name="Michael Hill" userId="41dba03d-e58d-4389-9894-554c10310ba4" providerId="ADAL" clId="{EF23FE1D-A042-481E-AFD7-2A9FB0847F54}" dt="2025-10-02T22:03:35.881" v="6135" actId="20577"/>
        <pc:sldMkLst>
          <pc:docMk/>
          <pc:sldMk cId="2855594587" sldId="462"/>
        </pc:sldMkLst>
        <pc:spChg chg="mod">
          <ac:chgData name="Michael Hill" userId="41dba03d-e58d-4389-9894-554c10310ba4" providerId="ADAL" clId="{EF23FE1D-A042-481E-AFD7-2A9FB0847F54}" dt="2025-10-02T22:03:35.881" v="6135" actId="20577"/>
          <ac:spMkLst>
            <pc:docMk/>
            <pc:sldMk cId="2855594587" sldId="462"/>
            <ac:spMk id="8" creationId="{19FD4075-6469-242A-E82F-B3AEAB42EDA5}"/>
          </ac:spMkLst>
        </pc:spChg>
        <pc:picChg chg="del">
          <ac:chgData name="Michael Hill" userId="41dba03d-e58d-4389-9894-554c10310ba4" providerId="ADAL" clId="{EF23FE1D-A042-481E-AFD7-2A9FB0847F54}" dt="2025-10-02T22:02:36.482" v="5964" actId="478"/>
          <ac:picMkLst>
            <pc:docMk/>
            <pc:sldMk cId="2855594587" sldId="462"/>
            <ac:picMk id="3" creationId="{A4D1DE68-2B34-CC95-C903-81B5DE2C52D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206685" cy="11609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B1-2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2240280" y="3692233"/>
            <a:ext cx="7337714" cy="9841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PROBLEM SPECIFICATION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Abstraction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Algorithmic Design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Decomposition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Pattern Recognition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Applications of Fundamental Concepts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might be the goals of a program designed to solve the following problem?: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Freelancers often have trouble tracking how long they spend on projects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2867-8E56-228A-A272-D4ED8954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26B7704-86EF-7FEC-8155-3D847292CD2C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690CDB7F-EB96-D8B0-D3AA-E3CAB1D0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21671FCB-EF5E-A9AE-9B16-D4B88C6861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A81DB0-35AE-121E-AE82-A4D31AF2D1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F3785-EC31-8804-47D6-C260A012DD18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9A261-C404-6850-0145-A6263A349EF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E8945-8B7A-5FF6-41CB-3A36AA2FF6DA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Reduce time working over contract by 10%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Accurately bill exact hours worked for client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Organize multiple projects effectively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Track information in real time, rather than after the fact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Take 3 or fewer clicks to interact with each time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B9208-16B9-4FF3-0246-620CA9B1108A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150267B-6788-74B0-B03C-5D096BDF8D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83C1FE4-D717-FE13-FA70-8EC95E3A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91B051B8-C24A-43E0-0391-560DEA8A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5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CCA34F-B20D-5650-2A20-E178337C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937C512-6A8A-7707-1ABF-F06EA9C3B6E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F6DD21-960C-2B98-AEA8-CA250237427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55A6CD3-84B5-FAC9-03D6-BEB7BECF5AC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A11C8A-9226-167D-8DD3-0EBA2B47AD3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307991-018E-2677-C298-9F1BCC67D929}"/>
              </a:ext>
            </a:extLst>
          </p:cNvPr>
          <p:cNvSpPr/>
          <p:nvPr/>
        </p:nvSpPr>
        <p:spPr>
          <a:xfrm>
            <a:off x="421105" y="1212852"/>
            <a:ext cx="5010431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CBD5F0-804C-3A33-77C6-0CBC8E2723EE}"/>
              </a:ext>
            </a:extLst>
          </p:cNvPr>
          <p:cNvSpPr/>
          <p:nvPr/>
        </p:nvSpPr>
        <p:spPr>
          <a:xfrm>
            <a:off x="0" y="155968"/>
            <a:ext cx="416719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ABSTRACTION</a:t>
            </a:r>
          </a:p>
        </p:txBody>
      </p:sp>
      <p:pic>
        <p:nvPicPr>
          <p:cNvPr id="10" name="Picture 9" descr="A explosion with smoke and fire&#10;&#10;AI-generated content may be incorrect.">
            <a:extLst>
              <a:ext uri="{FF2B5EF4-FFF2-40B4-BE49-F238E27FC236}">
                <a16:creationId xmlns:a16="http://schemas.microsoft.com/office/drawing/2014/main" id="{302AA364-1928-A9A8-E9F0-8C88963ED7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0587" y="-5660244"/>
            <a:ext cx="12853173" cy="126313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950C2A-4EAE-A6A9-81F1-856702DCB820}"/>
              </a:ext>
            </a:extLst>
          </p:cNvPr>
          <p:cNvSpPr txBox="1"/>
          <p:nvPr/>
        </p:nvSpPr>
        <p:spPr>
          <a:xfrm>
            <a:off x="128693" y="2396494"/>
            <a:ext cx="123342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400" b="1" dirty="0">
                <a:solidFill>
                  <a:schemeClr val="bg1"/>
                </a:solidFill>
              </a:rPr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394105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77615-EFF9-4FA2-C328-B8FB0B19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1895F04-90E0-19D4-D694-808C7F67C3A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8F18C0-8BDE-8703-F30C-7376AB89FFD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E1784C-161D-E703-76B5-637528A1768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96737B-54A4-D9CC-D9F7-B185372877D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388EB5-D6C0-907D-64F9-21E4846E9D13}"/>
              </a:ext>
            </a:extLst>
          </p:cNvPr>
          <p:cNvSpPr/>
          <p:nvPr/>
        </p:nvSpPr>
        <p:spPr>
          <a:xfrm>
            <a:off x="421105" y="3486805"/>
            <a:ext cx="11654631" cy="311771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Abstraction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is the concept of extracting essential information while disregarding irrelevant data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used to propose or outline a feasible solution to a given problem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design a simplified model that removes unnecessary details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Having a more simple model reduces unnecessary 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A51895-9F56-8F74-763F-789F4C4EED1D}"/>
              </a:ext>
            </a:extLst>
          </p:cNvPr>
          <p:cNvSpPr/>
          <p:nvPr/>
        </p:nvSpPr>
        <p:spPr>
          <a:xfrm>
            <a:off x="0" y="155968"/>
            <a:ext cx="37713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ABSTRACTION</a:t>
            </a:r>
          </a:p>
        </p:txBody>
      </p:sp>
      <p:pic>
        <p:nvPicPr>
          <p:cNvPr id="6" name="Picture 5" descr="A drawing of a building and a easel&#10;&#10;AI-generated content may be incorrect.">
            <a:extLst>
              <a:ext uri="{FF2B5EF4-FFF2-40B4-BE49-F238E27FC236}">
                <a16:creationId xmlns:a16="http://schemas.microsoft.com/office/drawing/2014/main" id="{ACED0A87-0C2F-37D7-C7CC-F4699A10E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914" y="177792"/>
            <a:ext cx="5893021" cy="319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29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387FCF-24F9-949E-8A17-259635D06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8AC692C-E5C6-6105-C12D-B57D2FB7650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BB1B28-4039-1B3C-CBC7-5D02F2A01F2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9BA125-C227-815C-FED3-0F06FF4B538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159AA8-8B0C-4FD7-9AE6-EB2137135DD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BC9A68-6053-3080-419B-C9054F221145}"/>
              </a:ext>
            </a:extLst>
          </p:cNvPr>
          <p:cNvSpPr/>
          <p:nvPr/>
        </p:nvSpPr>
        <p:spPr>
          <a:xfrm>
            <a:off x="421106" y="3523717"/>
            <a:ext cx="10981462" cy="308080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Real world examples of this phenomenon include: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Designing a map to represent territory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painting to represent a landscape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Timetables represent the distribution of time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Abstraction will come back in a big way during our OOP unit</a:t>
            </a:r>
          </a:p>
          <a:p>
            <a:pPr>
              <a:spcBef>
                <a:spcPts val="1200"/>
              </a:spcBef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91282E-56A4-0B69-F185-BAFDE77AC7F7}"/>
              </a:ext>
            </a:extLst>
          </p:cNvPr>
          <p:cNvSpPr/>
          <p:nvPr/>
        </p:nvSpPr>
        <p:spPr>
          <a:xfrm>
            <a:off x="0" y="155968"/>
            <a:ext cx="37713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ABSTRACTION</a:t>
            </a:r>
          </a:p>
        </p:txBody>
      </p:sp>
      <p:pic>
        <p:nvPicPr>
          <p:cNvPr id="3" name="Picture 2" descr="A map of the world&#10;&#10;AI-generated content may be incorrect.">
            <a:extLst>
              <a:ext uri="{FF2B5EF4-FFF2-40B4-BE49-F238E27FC236}">
                <a16:creationId xmlns:a16="http://schemas.microsoft.com/office/drawing/2014/main" id="{D3ECB09F-EA54-1FCC-721C-F3FA165C8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897" y="155968"/>
            <a:ext cx="6860969" cy="321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54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833A93-3AB0-8647-ED04-60441CCB3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7898B2C-09E5-2BCF-1537-81A7AEA3EDA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ADAEB1-4C4C-CBFC-A518-1BD13C724C4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9D30C7-CC2E-4C61-C2E5-7C38A1065CE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96C7E5D-6485-4E52-1107-97861E79829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847512-CE01-E5AB-CF73-7EB677D39375}"/>
              </a:ext>
            </a:extLst>
          </p:cNvPr>
          <p:cNvSpPr/>
          <p:nvPr/>
        </p:nvSpPr>
        <p:spPr>
          <a:xfrm>
            <a:off x="421106" y="1225297"/>
            <a:ext cx="10981462" cy="537922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Using abstraction in the software development process helps to: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Reduce the time taken to create a piece of software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Make programs that are smaller in size and take up less space in memory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Customer satisfaction increases are requirements are met without unnecessary features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EC0DBF-5F82-616F-EAC6-CD17DC88291F}"/>
              </a:ext>
            </a:extLst>
          </p:cNvPr>
          <p:cNvSpPr/>
          <p:nvPr/>
        </p:nvSpPr>
        <p:spPr>
          <a:xfrm>
            <a:off x="0" y="155968"/>
            <a:ext cx="37713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741512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0E7505-0D99-2DA4-85F7-0B7FFA70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C0F7377-BAE0-1FB6-BF95-DB76FC6AE3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549F46-2BA2-2066-B7B5-90F2A00A870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B6CE1E-0658-C7E6-0BB3-2D6DB6127F9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6EA045-8779-200D-FBFA-BCC43C20431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5245D2-666E-4355-24F4-0C742AD5A545}"/>
              </a:ext>
            </a:extLst>
          </p:cNvPr>
          <p:cNvSpPr/>
          <p:nvPr/>
        </p:nvSpPr>
        <p:spPr>
          <a:xfrm>
            <a:off x="421106" y="1225297"/>
            <a:ext cx="5380353" cy="537922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Before sitting down to write the code, we should go through our problem specification process from the last lesson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Once you have a firm grasp on these requirements, we can design our potential 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AE5832-3C66-4410-E5A2-F1CF5AF84880}"/>
              </a:ext>
            </a:extLst>
          </p:cNvPr>
          <p:cNvSpPr/>
          <p:nvPr/>
        </p:nvSpPr>
        <p:spPr>
          <a:xfrm>
            <a:off x="-223515" y="148766"/>
            <a:ext cx="580145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ALGORITHMIC DESIGN</a:t>
            </a:r>
          </a:p>
        </p:txBody>
      </p:sp>
      <p:pic>
        <p:nvPicPr>
          <p:cNvPr id="3" name="Picture 2" descr="Cartoon characters on a television screen&#10;&#10;AI-generated content may be incorrect.">
            <a:extLst>
              <a:ext uri="{FF2B5EF4-FFF2-40B4-BE49-F238E27FC236}">
                <a16:creationId xmlns:a16="http://schemas.microsoft.com/office/drawing/2014/main" id="{2D5FBFBA-F1CF-8C67-D65C-874307CBF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62"/>
          <a:stretch>
            <a:fillRect/>
          </a:stretch>
        </p:blipFill>
        <p:spPr>
          <a:xfrm>
            <a:off x="6502146" y="2157984"/>
            <a:ext cx="5174742" cy="310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660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8121C-809A-BF19-B476-C0E036E5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20D0F52-8435-1AEF-97CA-F66AC493FCD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06D01F-F1C2-F11C-10E9-F7385735E48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797873-B2DD-24CB-0143-0F122514DA0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D58A7A-2E80-90B5-0BF2-3638C8A0DF2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4D1248-3575-2AE1-C2DA-241605E25163}"/>
              </a:ext>
            </a:extLst>
          </p:cNvPr>
          <p:cNvSpPr/>
          <p:nvPr/>
        </p:nvSpPr>
        <p:spPr>
          <a:xfrm>
            <a:off x="421106" y="1234441"/>
            <a:ext cx="5380353" cy="537922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Creating an algorithm is one of the most effective steps to plan a program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Algorithms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are structured sequential instructions designed to address &amp; resolve a problem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what I’ve been asking you to do since, pretty much, the start of our MYP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CC8ABB-2B92-7ED4-F074-8C13972422EE}"/>
              </a:ext>
            </a:extLst>
          </p:cNvPr>
          <p:cNvSpPr/>
          <p:nvPr/>
        </p:nvSpPr>
        <p:spPr>
          <a:xfrm>
            <a:off x="-223515" y="148766"/>
            <a:ext cx="580145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ALGORITHMIC DESIGN</a:t>
            </a:r>
          </a:p>
        </p:txBody>
      </p:sp>
      <p:pic>
        <p:nvPicPr>
          <p:cNvPr id="6" name="Picture 5" descr="A robot standing in front of a blackboard with math formulas&#10;&#10;AI-generated content may be incorrect.">
            <a:extLst>
              <a:ext uri="{FF2B5EF4-FFF2-40B4-BE49-F238E27FC236}">
                <a16:creationId xmlns:a16="http://schemas.microsoft.com/office/drawing/2014/main" id="{6EDE1A88-92A1-32BF-9935-51A428468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543" y="1564953"/>
            <a:ext cx="5316220" cy="341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37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DDDCF-D36F-485A-8EC1-B7632419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5ED1450-8DAD-3B20-3E1C-E3B41CAC47B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867C81-31ED-EE4A-35E8-F3E994B3977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DB2BB7-1AA0-2275-2F56-32100940861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84FF59-46AD-C2F0-0D35-B839F5D4D82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D2F5DF-F90C-1FA8-4FA5-4E38E0C41A42}"/>
              </a:ext>
            </a:extLst>
          </p:cNvPr>
          <p:cNvSpPr/>
          <p:nvPr/>
        </p:nvSpPr>
        <p:spPr>
          <a:xfrm>
            <a:off x="421106" y="1234441"/>
            <a:ext cx="11219206" cy="537922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Given the following problem: A user is required to provide two whole numbers. Construct a program that calculates the sum of the two numbers and displays it.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We could write the following super labored algorithm: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	1. Ask the user to enter a number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	2. Store this number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	3. Ask the user to enter another number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	4. Store this new value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	5. Add the two numbers together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	6. Store the result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	7. Display the result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474E6B-A00A-2F73-389C-164AC5F2C2E9}"/>
              </a:ext>
            </a:extLst>
          </p:cNvPr>
          <p:cNvSpPr/>
          <p:nvPr/>
        </p:nvSpPr>
        <p:spPr>
          <a:xfrm>
            <a:off x="-223515" y="148766"/>
            <a:ext cx="580145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ALGORITHMIC DESIGN</a:t>
            </a:r>
          </a:p>
        </p:txBody>
      </p:sp>
    </p:spTree>
    <p:extLst>
      <p:ext uri="{BB962C8B-B14F-4D97-AF65-F5344CB8AC3E}">
        <p14:creationId xmlns:p14="http://schemas.microsoft.com/office/powerpoint/2010/main" val="1309843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0D5D99-655F-C962-08EC-52F59370F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5EEADFD-FA27-A3B3-E42D-BF32BD445C1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31E98F8-C471-761A-67BE-309EFDF18E5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5756B3B-42AE-46F3-FF30-AD71AD40FC4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AE905C-6E7D-D0A8-D93C-EFC325AEC13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1F7568-1632-B403-829B-B4F9EBA0CF9D}"/>
              </a:ext>
            </a:extLst>
          </p:cNvPr>
          <p:cNvSpPr/>
          <p:nvPr/>
        </p:nvSpPr>
        <p:spPr>
          <a:xfrm>
            <a:off x="421106" y="1234441"/>
            <a:ext cx="4278910" cy="537922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Doing this for your entire program obviously would take a lot of time, so I would recommend doing this for the most complex parts of your program as needed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Otherwise, write a more high-level algorithm for steps that aren’t too complex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9F1429-8843-9076-ED1A-49D20192C2F8}"/>
              </a:ext>
            </a:extLst>
          </p:cNvPr>
          <p:cNvSpPr/>
          <p:nvPr/>
        </p:nvSpPr>
        <p:spPr>
          <a:xfrm>
            <a:off x="-223515" y="148766"/>
            <a:ext cx="580145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ALGORITHMIC DESIGN</a:t>
            </a:r>
          </a:p>
        </p:txBody>
      </p:sp>
      <p:pic>
        <p:nvPicPr>
          <p:cNvPr id="3" name="Picture 2" descr="A person holding a rope with a light bulb coming out of it&#10;&#10;AI-generated content may be incorrect.">
            <a:extLst>
              <a:ext uri="{FF2B5EF4-FFF2-40B4-BE49-F238E27FC236}">
                <a16:creationId xmlns:a16="http://schemas.microsoft.com/office/drawing/2014/main" id="{1F7948F2-7349-DACE-A3F5-2BFD63A1F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129" y="510010"/>
            <a:ext cx="5716302" cy="571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281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165D5B-B385-B94D-0A74-49BF5EF72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3901443-4BDA-A56F-9AAC-7A02A39B23C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4F1A0A5-DB5C-E9B7-0DAD-208B818FAE6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5FD001-8FBC-5DB7-EAE6-45CBC7034BB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A0BED-E10C-68A9-5A4C-DA504E6CA6C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E46457-9A95-34B8-C265-B22D3B7332F9}"/>
              </a:ext>
            </a:extLst>
          </p:cNvPr>
          <p:cNvSpPr/>
          <p:nvPr/>
        </p:nvSpPr>
        <p:spPr>
          <a:xfrm>
            <a:off x="421105" y="1234441"/>
            <a:ext cx="5485241" cy="537922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Decomposition is the process of breaking down a complex problem into smaller, more manageable parts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 design solutions to the small problems, and then combine your smaller solutions together to make one large solution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you work in a team, you can split the smaller chunks up among the teammates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BFA0FE-8E15-39CD-5FC4-814184730D17}"/>
              </a:ext>
            </a:extLst>
          </p:cNvPr>
          <p:cNvSpPr/>
          <p:nvPr/>
        </p:nvSpPr>
        <p:spPr>
          <a:xfrm>
            <a:off x="-54226" y="155968"/>
            <a:ext cx="4630923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DECOMPOSITION</a:t>
            </a:r>
          </a:p>
        </p:txBody>
      </p:sp>
      <p:pic>
        <p:nvPicPr>
          <p:cNvPr id="3" name="Picture 2" descr="A group of people raising their hands&#10;&#10;AI-generated content may be incorrect.">
            <a:extLst>
              <a:ext uri="{FF2B5EF4-FFF2-40B4-BE49-F238E27FC236}">
                <a16:creationId xmlns:a16="http://schemas.microsoft.com/office/drawing/2014/main" id="{C7920B06-62AE-AE51-1B09-1F25A86F3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1901105"/>
            <a:ext cx="4572000" cy="33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120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C99E17-8AA2-0803-A962-5BDECB8B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99902D0-8D6D-4844-157B-26E71276C3A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607F38-907A-6783-3380-F0D2E8AF5D4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879BAEE-D549-D980-343A-317A809C2D6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D94E8C-E371-BBFC-57D0-A3E34E90E99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24881A-FD81-7CA2-347C-DC78526CC94D}"/>
              </a:ext>
            </a:extLst>
          </p:cNvPr>
          <p:cNvSpPr/>
          <p:nvPr/>
        </p:nvSpPr>
        <p:spPr>
          <a:xfrm>
            <a:off x="421105" y="1234441"/>
            <a:ext cx="5485241" cy="537922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Pattern recognition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refers to identifying similarities in the details of problems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Focus on reusing solutions (lazy)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Part of modularity of our code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Functions tie into this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798AA2-0732-4A8F-2F9C-935004E47D3E}"/>
              </a:ext>
            </a:extLst>
          </p:cNvPr>
          <p:cNvSpPr/>
          <p:nvPr/>
        </p:nvSpPr>
        <p:spPr>
          <a:xfrm>
            <a:off x="-135506" y="153338"/>
            <a:ext cx="623150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PATTERN RECOGNITION</a:t>
            </a:r>
          </a:p>
        </p:txBody>
      </p:sp>
      <p:pic>
        <p:nvPicPr>
          <p:cNvPr id="6" name="Picture 5" descr="A red trash can in a hallway&#10;&#10;AI-generated content may be incorrect.">
            <a:extLst>
              <a:ext uri="{FF2B5EF4-FFF2-40B4-BE49-F238E27FC236}">
                <a16:creationId xmlns:a16="http://schemas.microsoft.com/office/drawing/2014/main" id="{533304C3-6D57-429D-D5EC-04EDA60C4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376" y="1028240"/>
            <a:ext cx="5364298" cy="537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24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00249-DAE4-3735-AEAB-645940A98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8EC7A00-036C-E223-F191-1C0AD056204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8C6DB9-3737-11CA-D0DB-48E30FA0662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9B3203B-0762-C71C-5035-815A266F388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101FC1-5E6F-F035-A4F8-888E4AAD7F6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2D565A-3EF3-399B-2F02-D170A3803484}"/>
              </a:ext>
            </a:extLst>
          </p:cNvPr>
          <p:cNvSpPr/>
          <p:nvPr/>
        </p:nvSpPr>
        <p:spPr>
          <a:xfrm>
            <a:off x="421105" y="1234441"/>
            <a:ext cx="5485241" cy="537922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Real quick, write a short code snippet that takes a list of numbers and prints out how many even numbers there are in the 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46714E-6CDC-6234-52AD-03C6EC31988A}"/>
              </a:ext>
            </a:extLst>
          </p:cNvPr>
          <p:cNvSpPr/>
          <p:nvPr/>
        </p:nvSpPr>
        <p:spPr>
          <a:xfrm>
            <a:off x="-135506" y="153338"/>
            <a:ext cx="623150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PATTERN RECOGNITION</a:t>
            </a:r>
          </a:p>
        </p:txBody>
      </p:sp>
      <p:pic>
        <p:nvPicPr>
          <p:cNvPr id="6" name="Picture 5" descr="A red trash can in a hallway&#10;&#10;AI-generated content may be incorrect.">
            <a:extLst>
              <a:ext uri="{FF2B5EF4-FFF2-40B4-BE49-F238E27FC236}">
                <a16:creationId xmlns:a16="http://schemas.microsoft.com/office/drawing/2014/main" id="{C721F302-CBE7-23C9-2EF5-DFFF50562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376" y="1028240"/>
            <a:ext cx="5364298" cy="537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271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3A4E5D-7510-CBA1-C28D-0A76A21BB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17ADFA2-3C0C-BA26-7698-CB5FAF0BE82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7186D3-DBDB-B955-1D03-9D058022BC8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14A3B44-96CB-C6ED-5330-7398B36B6B4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CC3642-0329-431B-1322-C463D1F33EB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48C56D-B45A-05DC-6462-A07E10A002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1105" y="1234441"/>
            <a:ext cx="5485241" cy="537922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Now, even quicker, write a program that prints out how many vowels are in a given string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For your if statement, use this: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x in “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aeiou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”: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It’s an easy way to tell if a certain character or substring is contained within a given string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723A88-E276-05E6-1169-4E5E4AE02826}"/>
              </a:ext>
            </a:extLst>
          </p:cNvPr>
          <p:cNvSpPr/>
          <p:nvPr/>
        </p:nvSpPr>
        <p:spPr>
          <a:xfrm>
            <a:off x="-135506" y="153338"/>
            <a:ext cx="623150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PATTERN RECOGNITION</a:t>
            </a:r>
          </a:p>
        </p:txBody>
      </p:sp>
      <p:pic>
        <p:nvPicPr>
          <p:cNvPr id="6" name="Picture 5" descr="A red trash can in a hallway&#10;&#10;AI-generated content may be incorrect.">
            <a:extLst>
              <a:ext uri="{FF2B5EF4-FFF2-40B4-BE49-F238E27FC236}">
                <a16:creationId xmlns:a16="http://schemas.microsoft.com/office/drawing/2014/main" id="{1E0E971A-1AF4-E7D1-B1D6-A292B4C33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376" y="1028240"/>
            <a:ext cx="5364298" cy="537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58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92AEC1-0E78-8AD6-3768-16477998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47F3944-8B57-B5F8-9917-19865629DC2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FE7FF66-FB18-EFCB-A8A4-4AAC78C44F3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6C0A9F-16F8-C28B-4C16-732B013A029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BEE936-E80C-E553-E371-0A3CD750A85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A9429-C921-A813-577B-8D16727C3C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1105" y="1234441"/>
            <a:ext cx="5485241" cy="537922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What do you notice about these algorithms?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3A5479-1B4E-868A-90E5-BB04ABEACDA7}"/>
              </a:ext>
            </a:extLst>
          </p:cNvPr>
          <p:cNvSpPr/>
          <p:nvPr/>
        </p:nvSpPr>
        <p:spPr>
          <a:xfrm>
            <a:off x="-135506" y="153338"/>
            <a:ext cx="623150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PATTERN RECOGNITION</a:t>
            </a:r>
          </a:p>
        </p:txBody>
      </p:sp>
      <p:pic>
        <p:nvPicPr>
          <p:cNvPr id="6" name="Picture 5" descr="A red trash can in a hallway&#10;&#10;AI-generated content may be incorrect.">
            <a:extLst>
              <a:ext uri="{FF2B5EF4-FFF2-40B4-BE49-F238E27FC236}">
                <a16:creationId xmlns:a16="http://schemas.microsoft.com/office/drawing/2014/main" id="{C5AF1BB3-D582-AC70-CEE3-B38DF35D1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376" y="1028240"/>
            <a:ext cx="5364298" cy="537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425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7D7C0F-AD02-7ECB-92A6-D6C2C17F2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B9BFA3C-85D9-107D-5982-22C2DF16351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CC6ABD-00BF-8E7B-42CE-0959ACD866F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8E81DE-D16B-F49C-97FB-94840C202F7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6CDD62-F453-E936-096E-DD2EF66C3D9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4884CA-5CB2-ECAF-A4F3-15BBF592B1EF}"/>
              </a:ext>
            </a:extLst>
          </p:cNvPr>
          <p:cNvSpPr/>
          <p:nvPr/>
        </p:nvSpPr>
        <p:spPr>
          <a:xfrm>
            <a:off x="421105" y="1234441"/>
            <a:ext cx="5485241" cy="537922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All of these concepts are applied in pretty much every field in computer science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Let’s quickly look at a few and how these concepts apply to each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C7B20C-4D79-6F87-2D1C-4E51823F689D}"/>
              </a:ext>
            </a:extLst>
          </p:cNvPr>
          <p:cNvSpPr/>
          <p:nvPr/>
        </p:nvSpPr>
        <p:spPr>
          <a:xfrm>
            <a:off x="-135506" y="153338"/>
            <a:ext cx="5574493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SOLVING PROBLEMS</a:t>
            </a:r>
          </a:p>
        </p:txBody>
      </p:sp>
    </p:spTree>
    <p:extLst>
      <p:ext uri="{BB962C8B-B14F-4D97-AF65-F5344CB8AC3E}">
        <p14:creationId xmlns:p14="http://schemas.microsoft.com/office/powerpoint/2010/main" val="736311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247BB-4643-42DE-BA15-1091BFAC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3537E15-31DC-17B4-5CD9-D6A1931771C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DBAEC7-F36E-58AD-7E3F-B1EACC8C976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4C8C545-99B8-C916-7D05-0EE55E87F7F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0B0E00-168B-2A8C-F745-2FD9B7377DD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3C092B-B305-49AB-4BEF-7E46347C9312}"/>
              </a:ext>
            </a:extLst>
          </p:cNvPr>
          <p:cNvSpPr/>
          <p:nvPr/>
        </p:nvSpPr>
        <p:spPr>
          <a:xfrm>
            <a:off x="421105" y="1234441"/>
            <a:ext cx="7178575" cy="537922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Software development, of course, requires you to: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Understand the problem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Abstract unnecessary details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Find repeating patterns (like we just did)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Design efficient algorithms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Programming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Python’s built in functions such as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len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( ) are modular and abstracted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 don’t really know how they work, do you?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54BD89-D5F6-C6E9-46FC-DE52F389C28D}"/>
              </a:ext>
            </a:extLst>
          </p:cNvPr>
          <p:cNvSpPr/>
          <p:nvPr/>
        </p:nvSpPr>
        <p:spPr>
          <a:xfrm>
            <a:off x="-135506" y="153338"/>
            <a:ext cx="5574493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SOLVING PROBLEMS</a:t>
            </a:r>
          </a:p>
        </p:txBody>
      </p:sp>
      <p:pic>
        <p:nvPicPr>
          <p:cNvPr id="3" name="Picture 2" descr="A white person leaning on a red question mark&#10;&#10;AI-generated content may be incorrect.">
            <a:extLst>
              <a:ext uri="{FF2B5EF4-FFF2-40B4-BE49-F238E27FC236}">
                <a16:creationId xmlns:a16="http://schemas.microsoft.com/office/drawing/2014/main" id="{741E3FA2-DCC7-0E69-575C-F749D94D8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434" y="1671055"/>
            <a:ext cx="2971800" cy="423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574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EA6051-A4A9-8B12-257D-20387C0F9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8476A9E-B183-95A7-A5EE-389629E6124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6F8C81-8976-8942-85CD-79ABE98F61A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E98B87-0AE6-1A74-FDD2-76259941A38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272B06-C292-C5F4-42BD-6EC21635AA0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15EF6F-FA98-3E02-4BD6-12468F8B1E46}"/>
              </a:ext>
            </a:extLst>
          </p:cNvPr>
          <p:cNvSpPr/>
          <p:nvPr/>
        </p:nvSpPr>
        <p:spPr>
          <a:xfrm>
            <a:off x="421105" y="1234441"/>
            <a:ext cx="7178575" cy="537922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Data analysis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Repetitive tasks are automated using algorithms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Market predictions are often made using algorithms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Machine learning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Just a big game of pattern recognition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Predict purchases based on buying habits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Find patterns of successful athletes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Abstraction excludes irrelevant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BE0A9C-C1BB-8C0C-EF76-2B04A117A685}"/>
              </a:ext>
            </a:extLst>
          </p:cNvPr>
          <p:cNvSpPr/>
          <p:nvPr/>
        </p:nvSpPr>
        <p:spPr>
          <a:xfrm>
            <a:off x="-135506" y="153338"/>
            <a:ext cx="5574493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SOLVING PROBLEMS</a:t>
            </a:r>
          </a:p>
        </p:txBody>
      </p:sp>
      <p:pic>
        <p:nvPicPr>
          <p:cNvPr id="3" name="Picture 2" descr="A white person leaning on a red question mark&#10;&#10;AI-generated content may be incorrect.">
            <a:extLst>
              <a:ext uri="{FF2B5EF4-FFF2-40B4-BE49-F238E27FC236}">
                <a16:creationId xmlns:a16="http://schemas.microsoft.com/office/drawing/2014/main" id="{F93482E6-9150-7044-9719-16DCD9E29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434" y="1671055"/>
            <a:ext cx="2971800" cy="423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19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AE50B-53B8-7756-C063-B925EE75E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A474E2E-47E4-CA01-A212-04D9F47B363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129F5B2-D665-BAA5-E22B-10AC462CF94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A02364-211D-F545-5283-DD78E96621B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73500BE-E153-63CD-A9C2-AAF8C217ECE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FD4075-6469-242A-E82F-B3AEAB42EDA5}"/>
              </a:ext>
            </a:extLst>
          </p:cNvPr>
          <p:cNvSpPr/>
          <p:nvPr/>
        </p:nvSpPr>
        <p:spPr>
          <a:xfrm>
            <a:off x="421105" y="1234441"/>
            <a:ext cx="10815855" cy="537922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Database design: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Identify relevant data sources using abstraction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Design rational databases by using decomposition to break it into smaller problems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Pattern recognition to ensure databases are normalized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Network security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Abstraction enables generalization of complex security models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Pattern recognition to identify threats to the network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Decomposition </a:t>
            </a:r>
            <a:r>
              <a:rPr lang="en-US" sz="2400">
                <a:solidFill>
                  <a:schemeClr val="bg1"/>
                </a:solidFill>
                <a:latin typeface="Bahnschrift" panose="020B0502040204020203" pitchFamily="34" charset="0"/>
              </a:rPr>
              <a:t>breaks security into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models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160192-8063-12F4-85B7-34A3D8ACD2A6}"/>
              </a:ext>
            </a:extLst>
          </p:cNvPr>
          <p:cNvSpPr/>
          <p:nvPr/>
        </p:nvSpPr>
        <p:spPr>
          <a:xfrm>
            <a:off x="-135506" y="153338"/>
            <a:ext cx="5574493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SOLVING PROBLEMS</a:t>
            </a:r>
          </a:p>
        </p:txBody>
      </p:sp>
    </p:spTree>
    <p:extLst>
      <p:ext uri="{BB962C8B-B14F-4D97-AF65-F5344CB8AC3E}">
        <p14:creationId xmlns:p14="http://schemas.microsoft.com/office/powerpoint/2010/main" val="2855594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E5E61-F273-0A53-4797-D23199277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17D2387-CED5-CCCD-3E05-765F0BCBDAF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D01EF5-1375-F80D-0C5F-69EDC25B83E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8D75D0-850A-C628-1344-DDB85DADC83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0CCF39-22C0-060A-E212-FAA486C8094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B9EEDC-31EE-6A4E-EE39-88E63DDA80FD}"/>
              </a:ext>
            </a:extLst>
          </p:cNvPr>
          <p:cNvSpPr/>
          <p:nvPr/>
        </p:nvSpPr>
        <p:spPr>
          <a:xfrm>
            <a:off x="421105" y="1212852"/>
            <a:ext cx="11391588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find WS B1-2 on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Github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! Have fun!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8B139-4865-BF2F-9954-96AC6B99A7E6}"/>
              </a:ext>
            </a:extLst>
          </p:cNvPr>
          <p:cNvSpPr/>
          <p:nvPr/>
        </p:nvSpPr>
        <p:spPr>
          <a:xfrm>
            <a:off x="-93485" y="155968"/>
            <a:ext cx="511031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WORK IT (SHEET)</a:t>
            </a:r>
          </a:p>
        </p:txBody>
      </p:sp>
    </p:spTree>
    <p:extLst>
      <p:ext uri="{BB962C8B-B14F-4D97-AF65-F5344CB8AC3E}">
        <p14:creationId xmlns:p14="http://schemas.microsoft.com/office/powerpoint/2010/main" val="155687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3181874" y="4727575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15845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061287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662651" cy="548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Abstraction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Algorithmic Design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Decomposition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Pattern Recognition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9066</TotalTime>
  <Words>844</Words>
  <Application>Microsoft Office PowerPoint</Application>
  <PresentationFormat>Widescreen</PresentationFormat>
  <Paragraphs>115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15</cp:revision>
  <dcterms:created xsi:type="dcterms:W3CDTF">2025-08-11T14:07:39Z</dcterms:created>
  <dcterms:modified xsi:type="dcterms:W3CDTF">2025-10-02T22:51:18Z</dcterms:modified>
</cp:coreProperties>
</file>