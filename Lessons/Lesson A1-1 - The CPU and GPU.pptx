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1"/>
  </p:notesMasterIdLst>
  <p:sldIdLst>
    <p:sldId id="256" r:id="rId2"/>
    <p:sldId id="257" r:id="rId3"/>
    <p:sldId id="258" r:id="rId4"/>
    <p:sldId id="510" r:id="rId5"/>
    <p:sldId id="563" r:id="rId6"/>
    <p:sldId id="564" r:id="rId7"/>
    <p:sldId id="565" r:id="rId8"/>
    <p:sldId id="566" r:id="rId9"/>
    <p:sldId id="567" r:id="rId10"/>
    <p:sldId id="568" r:id="rId11"/>
    <p:sldId id="569" r:id="rId12"/>
    <p:sldId id="570" r:id="rId13"/>
    <p:sldId id="571" r:id="rId14"/>
    <p:sldId id="573" r:id="rId15"/>
    <p:sldId id="574" r:id="rId16"/>
    <p:sldId id="575" r:id="rId17"/>
    <p:sldId id="576" r:id="rId18"/>
    <p:sldId id="577" r:id="rId19"/>
    <p:sldId id="578" r:id="rId20"/>
    <p:sldId id="579" r:id="rId21"/>
    <p:sldId id="580" r:id="rId22"/>
    <p:sldId id="581" r:id="rId23"/>
    <p:sldId id="583" r:id="rId24"/>
    <p:sldId id="584" r:id="rId25"/>
    <p:sldId id="585" r:id="rId26"/>
    <p:sldId id="586" r:id="rId27"/>
    <p:sldId id="587" r:id="rId28"/>
    <p:sldId id="588" r:id="rId29"/>
    <p:sldId id="589" r:id="rId30"/>
    <p:sldId id="590" r:id="rId31"/>
    <p:sldId id="591" r:id="rId32"/>
    <p:sldId id="593" r:id="rId33"/>
    <p:sldId id="594" r:id="rId34"/>
    <p:sldId id="595" r:id="rId35"/>
    <p:sldId id="596" r:id="rId36"/>
    <p:sldId id="597" r:id="rId37"/>
    <p:sldId id="598" r:id="rId38"/>
    <p:sldId id="599" r:id="rId39"/>
    <p:sldId id="600" r:id="rId40"/>
    <p:sldId id="602" r:id="rId41"/>
    <p:sldId id="601" r:id="rId42"/>
    <p:sldId id="603" r:id="rId43"/>
    <p:sldId id="604" r:id="rId44"/>
    <p:sldId id="605" r:id="rId45"/>
    <p:sldId id="606" r:id="rId46"/>
    <p:sldId id="607" r:id="rId47"/>
    <p:sldId id="608" r:id="rId48"/>
    <p:sldId id="533" r:id="rId49"/>
    <p:sldId id="454" r:id="rId5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84500"/>
    <a:srgbClr val="2A4C45"/>
    <a:srgbClr val="326648"/>
    <a:srgbClr val="D2A65C"/>
    <a:srgbClr val="A74923"/>
    <a:srgbClr val="388049"/>
    <a:srgbClr val="274F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84C6CE5-AAF3-4A8E-8B1B-E9553735697E}" v="27" dt="2026-08-11T21:21:02.21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643" autoAdjust="0"/>
    <p:restoredTop sz="94660"/>
  </p:normalViewPr>
  <p:slideViewPr>
    <p:cSldViewPr snapToGrid="0">
      <p:cViewPr varScale="1">
        <p:scale>
          <a:sx n="57" d="100"/>
          <a:sy n="57" d="100"/>
        </p:scale>
        <p:origin x="48" y="107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microsoft.com/office/2015/10/relationships/revisionInfo" Target="revisionInfo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Hill" userId="41dba03d-e58d-4389-9894-554c10310ba4" providerId="ADAL" clId="{EF23FE1D-A042-481E-AFD7-2A9FB0847F54}"/>
    <pc:docChg chg="modSld">
      <pc:chgData name="Michael Hill" userId="41dba03d-e58d-4389-9894-554c10310ba4" providerId="ADAL" clId="{EF23FE1D-A042-481E-AFD7-2A9FB0847F54}" dt="2026-08-11T21:21:02.217" v="34"/>
      <pc:docMkLst>
        <pc:docMk/>
      </pc:docMkLst>
      <pc:sldChg chg="addSp modSp">
        <pc:chgData name="Michael Hill" userId="41dba03d-e58d-4389-9894-554c10310ba4" providerId="ADAL" clId="{EF23FE1D-A042-481E-AFD7-2A9FB0847F54}" dt="2026-08-11T21:21:02.217" v="34"/>
        <pc:sldMkLst>
          <pc:docMk/>
          <pc:sldMk cId="782115972" sldId="454"/>
        </pc:sldMkLst>
        <pc:spChg chg="add mod">
          <ac:chgData name="Michael Hill" userId="41dba03d-e58d-4389-9894-554c10310ba4" providerId="ADAL" clId="{EF23FE1D-A042-481E-AFD7-2A9FB0847F54}" dt="2026-08-11T21:21:02.217" v="34"/>
          <ac:spMkLst>
            <pc:docMk/>
            <pc:sldMk cId="782115972" sldId="454"/>
            <ac:spMk id="2" creationId="{45D097DE-9DEB-EFD6-CEBF-2A006289FAC4}"/>
          </ac:spMkLst>
        </pc:spChg>
      </pc:sldChg>
      <pc:sldChg chg="addSp delSp modSp">
        <pc:chgData name="Michael Hill" userId="41dba03d-e58d-4389-9894-554c10310ba4" providerId="ADAL" clId="{EF23FE1D-A042-481E-AFD7-2A9FB0847F54}" dt="2026-08-11T18:00:38.723" v="4"/>
        <pc:sldMkLst>
          <pc:docMk/>
          <pc:sldMk cId="2995636331" sldId="513"/>
        </pc:sldMkLst>
        <pc:spChg chg="add del mod">
          <ac:chgData name="Michael Hill" userId="41dba03d-e58d-4389-9894-554c10310ba4" providerId="ADAL" clId="{EF23FE1D-A042-481E-AFD7-2A9FB0847F54}" dt="2026-08-11T18:00:38.723" v="4"/>
          <ac:spMkLst>
            <pc:docMk/>
            <pc:sldMk cId="2995636331" sldId="513"/>
            <ac:spMk id="6" creationId="{D351DAA4-74C1-C1D3-F0AA-D2877B954171}"/>
          </ac:spMkLst>
        </pc:spChg>
        <pc:picChg chg="del">
          <ac:chgData name="Michael Hill" userId="41dba03d-e58d-4389-9894-554c10310ba4" providerId="ADAL" clId="{EF23FE1D-A042-481E-AFD7-2A9FB0847F54}" dt="2026-08-11T18:00:03.657" v="0" actId="478"/>
          <ac:picMkLst>
            <pc:docMk/>
            <pc:sldMk cId="2995636331" sldId="513"/>
            <ac:picMk id="2" creationId="{A7036019-B622-481A-FD8A-D988741BB630}"/>
          </ac:picMkLst>
        </pc:picChg>
        <pc:picChg chg="add">
          <ac:chgData name="Michael Hill" userId="41dba03d-e58d-4389-9894-554c10310ba4" providerId="ADAL" clId="{EF23FE1D-A042-481E-AFD7-2A9FB0847F54}" dt="2026-08-11T18:00:17.266" v="1"/>
          <ac:picMkLst>
            <pc:docMk/>
            <pc:sldMk cId="2995636331" sldId="513"/>
            <ac:picMk id="3" creationId="{BDFA1747-B610-FFB5-065D-F7115541FCEB}"/>
          </ac:picMkLst>
        </pc:picChg>
        <pc:picChg chg="add">
          <ac:chgData name="Michael Hill" userId="41dba03d-e58d-4389-9894-554c10310ba4" providerId="ADAL" clId="{EF23FE1D-A042-481E-AFD7-2A9FB0847F54}" dt="2026-08-11T18:00:32.105" v="3"/>
          <ac:picMkLst>
            <pc:docMk/>
            <pc:sldMk cId="2995636331" sldId="513"/>
            <ac:picMk id="10" creationId="{E93117E1-A258-E654-6D16-3DD350F37571}"/>
          </ac:picMkLst>
        </pc:picChg>
      </pc:sldChg>
      <pc:sldChg chg="modSp">
        <pc:chgData name="Michael Hill" userId="41dba03d-e58d-4389-9894-554c10310ba4" providerId="ADAL" clId="{EF23FE1D-A042-481E-AFD7-2A9FB0847F54}" dt="2026-08-11T21:20:07.589" v="33"/>
        <pc:sldMkLst>
          <pc:docMk/>
          <pc:sldMk cId="15682775" sldId="533"/>
        </pc:sldMkLst>
        <pc:spChg chg="mod">
          <ac:chgData name="Michael Hill" userId="41dba03d-e58d-4389-9894-554c10310ba4" providerId="ADAL" clId="{EF23FE1D-A042-481E-AFD7-2A9FB0847F54}" dt="2026-08-11T21:20:07.589" v="33"/>
          <ac:spMkLst>
            <pc:docMk/>
            <pc:sldMk cId="15682775" sldId="533"/>
            <ac:spMk id="8" creationId="{F352852F-B36E-E7FC-1420-942FD2658AB5}"/>
          </ac:spMkLst>
        </pc:spChg>
      </pc:sldChg>
      <pc:sldChg chg="addSp delSp modSp">
        <pc:chgData name="Michael Hill" userId="41dba03d-e58d-4389-9894-554c10310ba4" providerId="ADAL" clId="{EF23FE1D-A042-481E-AFD7-2A9FB0847F54}" dt="2026-08-11T18:01:42.690" v="7"/>
        <pc:sldMkLst>
          <pc:docMk/>
          <pc:sldMk cId="1828333354" sldId="563"/>
        </pc:sldMkLst>
        <pc:spChg chg="add del mod">
          <ac:chgData name="Michael Hill" userId="41dba03d-e58d-4389-9894-554c10310ba4" providerId="ADAL" clId="{EF23FE1D-A042-481E-AFD7-2A9FB0847F54}" dt="2026-08-11T18:01:42.690" v="7"/>
          <ac:spMkLst>
            <pc:docMk/>
            <pc:sldMk cId="1828333354" sldId="563"/>
            <ac:spMk id="3" creationId="{26599E73-431C-112F-A245-A0D1C990E4D4}"/>
          </ac:spMkLst>
        </pc:spChg>
        <pc:picChg chg="add">
          <ac:chgData name="Michael Hill" userId="41dba03d-e58d-4389-9894-554c10310ba4" providerId="ADAL" clId="{EF23FE1D-A042-481E-AFD7-2A9FB0847F54}" dt="2026-08-11T18:01:16.600" v="5"/>
          <ac:picMkLst>
            <pc:docMk/>
            <pc:sldMk cId="1828333354" sldId="563"/>
            <ac:picMk id="2" creationId="{43521EB3-E0AC-5F86-7AFF-B5771AB21C8B}"/>
          </ac:picMkLst>
        </pc:picChg>
      </pc:sldChg>
      <pc:sldChg chg="addSp modSp">
        <pc:chgData name="Michael Hill" userId="41dba03d-e58d-4389-9894-554c10310ba4" providerId="ADAL" clId="{EF23FE1D-A042-481E-AFD7-2A9FB0847F54}" dt="2026-08-11T18:05:44.823" v="9"/>
        <pc:sldMkLst>
          <pc:docMk/>
          <pc:sldMk cId="3425373817" sldId="564"/>
        </pc:sldMkLst>
        <pc:spChg chg="mod">
          <ac:chgData name="Michael Hill" userId="41dba03d-e58d-4389-9894-554c10310ba4" providerId="ADAL" clId="{EF23FE1D-A042-481E-AFD7-2A9FB0847F54}" dt="2026-08-11T18:03:42.525" v="8"/>
          <ac:spMkLst>
            <pc:docMk/>
            <pc:sldMk cId="3425373817" sldId="564"/>
            <ac:spMk id="11" creationId="{F3C2D495-FC7A-53A4-F32D-4F8E9C49AE27}"/>
          </ac:spMkLst>
        </pc:spChg>
        <pc:picChg chg="add">
          <ac:chgData name="Michael Hill" userId="41dba03d-e58d-4389-9894-554c10310ba4" providerId="ADAL" clId="{EF23FE1D-A042-481E-AFD7-2A9FB0847F54}" dt="2026-08-11T18:05:44.823" v="9"/>
          <ac:picMkLst>
            <pc:docMk/>
            <pc:sldMk cId="3425373817" sldId="564"/>
            <ac:picMk id="3" creationId="{B0404A72-97B1-E795-F2FE-BBA143100E9F}"/>
          </ac:picMkLst>
        </pc:picChg>
      </pc:sldChg>
      <pc:sldChg chg="addSp modSp">
        <pc:chgData name="Michael Hill" userId="41dba03d-e58d-4389-9894-554c10310ba4" providerId="ADAL" clId="{EF23FE1D-A042-481E-AFD7-2A9FB0847F54}" dt="2026-08-11T18:14:22.331" v="10" actId="33987"/>
        <pc:sldMkLst>
          <pc:docMk/>
          <pc:sldMk cId="3383339392" sldId="572"/>
        </pc:sldMkLst>
        <pc:spChg chg="add mod">
          <ac:chgData name="Michael Hill" userId="41dba03d-e58d-4389-9894-554c10310ba4" providerId="ADAL" clId="{EF23FE1D-A042-481E-AFD7-2A9FB0847F54}" dt="2026-08-11T18:14:22.331" v="10" actId="33987"/>
          <ac:spMkLst>
            <pc:docMk/>
            <pc:sldMk cId="3383339392" sldId="572"/>
            <ac:spMk id="3" creationId="{2F03C41B-2DF5-89EB-894B-EE66CD20B5D0}"/>
          </ac:spMkLst>
        </pc:spChg>
      </pc:sldChg>
      <pc:sldChg chg="addSp">
        <pc:chgData name="Michael Hill" userId="41dba03d-e58d-4389-9894-554c10310ba4" providerId="ADAL" clId="{EF23FE1D-A042-481E-AFD7-2A9FB0847F54}" dt="2026-08-11T18:16:57.683" v="11"/>
        <pc:sldMkLst>
          <pc:docMk/>
          <pc:sldMk cId="1352763316" sldId="573"/>
        </pc:sldMkLst>
        <pc:picChg chg="add">
          <ac:chgData name="Michael Hill" userId="41dba03d-e58d-4389-9894-554c10310ba4" providerId="ADAL" clId="{EF23FE1D-A042-481E-AFD7-2A9FB0847F54}" dt="2026-08-11T18:16:57.683" v="11"/>
          <ac:picMkLst>
            <pc:docMk/>
            <pc:sldMk cId="1352763316" sldId="573"/>
            <ac:picMk id="10" creationId="{B6226D25-FB64-8F6A-ED7F-EB5E8D0BAC1F}"/>
          </ac:picMkLst>
        </pc:picChg>
      </pc:sldChg>
      <pc:sldChg chg="addSp modSp">
        <pc:chgData name="Michael Hill" userId="41dba03d-e58d-4389-9894-554c10310ba4" providerId="ADAL" clId="{EF23FE1D-A042-481E-AFD7-2A9FB0847F54}" dt="2026-08-11T18:21:16.667" v="12"/>
        <pc:sldMkLst>
          <pc:docMk/>
          <pc:sldMk cId="3816446125" sldId="575"/>
        </pc:sldMkLst>
        <pc:spChg chg="add mod">
          <ac:chgData name="Michael Hill" userId="41dba03d-e58d-4389-9894-554c10310ba4" providerId="ADAL" clId="{EF23FE1D-A042-481E-AFD7-2A9FB0847F54}" dt="2026-08-11T18:21:16.667" v="12"/>
          <ac:spMkLst>
            <pc:docMk/>
            <pc:sldMk cId="3816446125" sldId="575"/>
            <ac:spMk id="3" creationId="{804AFE84-A3C5-B18A-0893-DD9CA3C643D6}"/>
          </ac:spMkLst>
        </pc:spChg>
      </pc:sldChg>
      <pc:sldChg chg="addSp modSp">
        <pc:chgData name="Michael Hill" userId="41dba03d-e58d-4389-9894-554c10310ba4" providerId="ADAL" clId="{EF23FE1D-A042-481E-AFD7-2A9FB0847F54}" dt="2026-08-11T18:42:54.069" v="17"/>
        <pc:sldMkLst>
          <pc:docMk/>
          <pc:sldMk cId="1920452387" sldId="578"/>
        </pc:sldMkLst>
        <pc:spChg chg="add mod">
          <ac:chgData name="Michael Hill" userId="41dba03d-e58d-4389-9894-554c10310ba4" providerId="ADAL" clId="{EF23FE1D-A042-481E-AFD7-2A9FB0847F54}" dt="2026-08-11T18:41:43.162" v="14"/>
          <ac:spMkLst>
            <pc:docMk/>
            <pc:sldMk cId="1920452387" sldId="578"/>
            <ac:spMk id="14" creationId="{AA1560A3-6795-3B88-B78A-D53707A8225C}"/>
          </ac:spMkLst>
        </pc:spChg>
        <pc:spChg chg="add mod">
          <ac:chgData name="Michael Hill" userId="41dba03d-e58d-4389-9894-554c10310ba4" providerId="ADAL" clId="{EF23FE1D-A042-481E-AFD7-2A9FB0847F54}" dt="2026-08-11T18:42:54.069" v="17"/>
          <ac:spMkLst>
            <pc:docMk/>
            <pc:sldMk cId="1920452387" sldId="578"/>
            <ac:spMk id="17" creationId="{FEBB3D9E-8C77-61E5-3D1A-6F109F8C001D}"/>
          </ac:spMkLst>
        </pc:spChg>
      </pc:sldChg>
      <pc:sldChg chg="addSp modSp">
        <pc:chgData name="Michael Hill" userId="41dba03d-e58d-4389-9894-554c10310ba4" providerId="ADAL" clId="{EF23FE1D-A042-481E-AFD7-2A9FB0847F54}" dt="2026-08-11T18:41:30.274" v="13"/>
        <pc:sldMkLst>
          <pc:docMk/>
          <pc:sldMk cId="3868882316" sldId="578"/>
        </pc:sldMkLst>
        <pc:spChg chg="add mod">
          <ac:chgData name="Michael Hill" userId="41dba03d-e58d-4389-9894-554c10310ba4" providerId="ADAL" clId="{EF23FE1D-A042-481E-AFD7-2A9FB0847F54}" dt="2026-08-11T18:41:30.274" v="13"/>
          <ac:spMkLst>
            <pc:docMk/>
            <pc:sldMk cId="3868882316" sldId="578"/>
            <ac:spMk id="14" creationId="{981FE0A1-9606-1A4D-4DB6-0EB8BBECA899}"/>
          </ac:spMkLst>
        </pc:spChg>
      </pc:sldChg>
      <pc:sldChg chg="addSp modSp">
        <pc:chgData name="Michael Hill" userId="41dba03d-e58d-4389-9894-554c10310ba4" providerId="ADAL" clId="{EF23FE1D-A042-481E-AFD7-2A9FB0847F54}" dt="2026-08-11T18:42:43.442" v="16"/>
        <pc:sldMkLst>
          <pc:docMk/>
          <pc:sldMk cId="2786940831" sldId="579"/>
        </pc:sldMkLst>
        <pc:spChg chg="add mod">
          <ac:chgData name="Michael Hill" userId="41dba03d-e58d-4389-9894-554c10310ba4" providerId="ADAL" clId="{EF23FE1D-A042-481E-AFD7-2A9FB0847F54}" dt="2026-08-11T18:42:43.442" v="16"/>
          <ac:spMkLst>
            <pc:docMk/>
            <pc:sldMk cId="2786940831" sldId="579"/>
            <ac:spMk id="15" creationId="{171C11D7-A973-C30C-2FB1-65CF0B874876}"/>
          </ac:spMkLst>
        </pc:spChg>
      </pc:sldChg>
      <pc:sldChg chg="addSp modSp">
        <pc:chgData name="Michael Hill" userId="41dba03d-e58d-4389-9894-554c10310ba4" providerId="ADAL" clId="{EF23FE1D-A042-481E-AFD7-2A9FB0847F54}" dt="2026-08-11T18:43:07.811" v="18"/>
        <pc:sldMkLst>
          <pc:docMk/>
          <pc:sldMk cId="3579950973" sldId="579"/>
        </pc:sldMkLst>
        <pc:spChg chg="add mod">
          <ac:chgData name="Michael Hill" userId="41dba03d-e58d-4389-9894-554c10310ba4" providerId="ADAL" clId="{EF23FE1D-A042-481E-AFD7-2A9FB0847F54}" dt="2026-08-11T18:43:07.811" v="18"/>
          <ac:spMkLst>
            <pc:docMk/>
            <pc:sldMk cId="3579950973" sldId="579"/>
            <ac:spMk id="13" creationId="{FC1BB80A-903F-BD55-9A4F-8F187FE4C1C3}"/>
          </ac:spMkLst>
        </pc:spChg>
      </pc:sldChg>
      <pc:sldChg chg="addSp modSp">
        <pc:chgData name="Michael Hill" userId="41dba03d-e58d-4389-9894-554c10310ba4" providerId="ADAL" clId="{EF23FE1D-A042-481E-AFD7-2A9FB0847F54}" dt="2026-08-11T18:48:30.612" v="19"/>
        <pc:sldMkLst>
          <pc:docMk/>
          <pc:sldMk cId="2160959877" sldId="580"/>
        </pc:sldMkLst>
        <pc:spChg chg="add mod">
          <ac:chgData name="Michael Hill" userId="41dba03d-e58d-4389-9894-554c10310ba4" providerId="ADAL" clId="{EF23FE1D-A042-481E-AFD7-2A9FB0847F54}" dt="2026-08-11T18:48:30.612" v="19"/>
          <ac:spMkLst>
            <pc:docMk/>
            <pc:sldMk cId="2160959877" sldId="580"/>
            <ac:spMk id="14" creationId="{E75B2A16-5FDD-3459-5D07-9D2E6AA5629B}"/>
          </ac:spMkLst>
        </pc:spChg>
      </pc:sldChg>
      <pc:sldChg chg="addSp modSp">
        <pc:chgData name="Michael Hill" userId="41dba03d-e58d-4389-9894-554c10310ba4" providerId="ADAL" clId="{EF23FE1D-A042-481E-AFD7-2A9FB0847F54}" dt="2026-08-11T18:48:58.036" v="20"/>
        <pc:sldMkLst>
          <pc:docMk/>
          <pc:sldMk cId="4096315792" sldId="581"/>
        </pc:sldMkLst>
        <pc:spChg chg="add mod">
          <ac:chgData name="Michael Hill" userId="41dba03d-e58d-4389-9894-554c10310ba4" providerId="ADAL" clId="{EF23FE1D-A042-481E-AFD7-2A9FB0847F54}" dt="2026-08-11T18:48:58.036" v="20"/>
          <ac:spMkLst>
            <pc:docMk/>
            <pc:sldMk cId="4096315792" sldId="581"/>
            <ac:spMk id="15" creationId="{C5B6C352-4637-65C7-476B-934C3B07060C}"/>
          </ac:spMkLst>
        </pc:spChg>
      </pc:sldChg>
      <pc:sldChg chg="addSp">
        <pc:chgData name="Michael Hill" userId="41dba03d-e58d-4389-9894-554c10310ba4" providerId="ADAL" clId="{EF23FE1D-A042-481E-AFD7-2A9FB0847F54}" dt="2026-08-11T19:17:10.479" v="21"/>
        <pc:sldMkLst>
          <pc:docMk/>
          <pc:sldMk cId="928677988" sldId="583"/>
        </pc:sldMkLst>
        <pc:picChg chg="add">
          <ac:chgData name="Michael Hill" userId="41dba03d-e58d-4389-9894-554c10310ba4" providerId="ADAL" clId="{EF23FE1D-A042-481E-AFD7-2A9FB0847F54}" dt="2026-08-11T19:17:10.479" v="21"/>
          <ac:picMkLst>
            <pc:docMk/>
            <pc:sldMk cId="928677988" sldId="583"/>
            <ac:picMk id="18" creationId="{B8E429EE-E79A-B0F4-1C3D-E33D56BBC606}"/>
          </ac:picMkLst>
        </pc:picChg>
      </pc:sldChg>
      <pc:sldChg chg="modSp">
        <pc:chgData name="Michael Hill" userId="41dba03d-e58d-4389-9894-554c10310ba4" providerId="ADAL" clId="{EF23FE1D-A042-481E-AFD7-2A9FB0847F54}" dt="2026-08-11T19:17:50.891" v="22"/>
        <pc:sldMkLst>
          <pc:docMk/>
          <pc:sldMk cId="1242051124" sldId="584"/>
        </pc:sldMkLst>
        <pc:spChg chg="mod">
          <ac:chgData name="Michael Hill" userId="41dba03d-e58d-4389-9894-554c10310ba4" providerId="ADAL" clId="{EF23FE1D-A042-481E-AFD7-2A9FB0847F54}" dt="2026-08-11T19:17:50.891" v="22"/>
          <ac:spMkLst>
            <pc:docMk/>
            <pc:sldMk cId="1242051124" sldId="584"/>
            <ac:spMk id="8" creationId="{18C848D8-BB13-5514-E010-38EB85F8083F}"/>
          </ac:spMkLst>
        </pc:spChg>
      </pc:sldChg>
      <pc:sldChg chg="modSp">
        <pc:chgData name="Michael Hill" userId="41dba03d-e58d-4389-9894-554c10310ba4" providerId="ADAL" clId="{EF23FE1D-A042-481E-AFD7-2A9FB0847F54}" dt="2026-08-11T19:17:59.877" v="23"/>
        <pc:sldMkLst>
          <pc:docMk/>
          <pc:sldMk cId="3097860206" sldId="585"/>
        </pc:sldMkLst>
        <pc:spChg chg="mod">
          <ac:chgData name="Michael Hill" userId="41dba03d-e58d-4389-9894-554c10310ba4" providerId="ADAL" clId="{EF23FE1D-A042-481E-AFD7-2A9FB0847F54}" dt="2026-08-11T19:17:59.877" v="23"/>
          <ac:spMkLst>
            <pc:docMk/>
            <pc:sldMk cId="3097860206" sldId="585"/>
            <ac:spMk id="8" creationId="{6C995591-BC4A-46FB-728B-0333B66D8E99}"/>
          </ac:spMkLst>
        </pc:spChg>
      </pc:sldChg>
      <pc:sldChg chg="addSp modSp">
        <pc:chgData name="Michael Hill" userId="41dba03d-e58d-4389-9894-554c10310ba4" providerId="ADAL" clId="{EF23FE1D-A042-481E-AFD7-2A9FB0847F54}" dt="2026-08-11T19:38:02.783" v="25"/>
        <pc:sldMkLst>
          <pc:docMk/>
          <pc:sldMk cId="708329984" sldId="588"/>
        </pc:sldMkLst>
        <pc:spChg chg="add mod">
          <ac:chgData name="Michael Hill" userId="41dba03d-e58d-4389-9894-554c10310ba4" providerId="ADAL" clId="{EF23FE1D-A042-481E-AFD7-2A9FB0847F54}" dt="2026-08-11T19:37:55.247" v="24"/>
          <ac:spMkLst>
            <pc:docMk/>
            <pc:sldMk cId="708329984" sldId="588"/>
            <ac:spMk id="20" creationId="{5DA02EEE-824D-3532-3272-35D9B8622AC0}"/>
          </ac:spMkLst>
        </pc:spChg>
        <pc:spChg chg="add mod">
          <ac:chgData name="Michael Hill" userId="41dba03d-e58d-4389-9894-554c10310ba4" providerId="ADAL" clId="{EF23FE1D-A042-481E-AFD7-2A9FB0847F54}" dt="2026-08-11T19:38:02.783" v="25"/>
          <ac:spMkLst>
            <pc:docMk/>
            <pc:sldMk cId="708329984" sldId="588"/>
            <ac:spMk id="21" creationId="{AC30476B-9363-D6EF-1572-46DB7D11DE7D}"/>
          </ac:spMkLst>
        </pc:spChg>
      </pc:sldChg>
      <pc:sldChg chg="addSp">
        <pc:chgData name="Michael Hill" userId="41dba03d-e58d-4389-9894-554c10310ba4" providerId="ADAL" clId="{EF23FE1D-A042-481E-AFD7-2A9FB0847F54}" dt="2026-08-11T19:45:24.517" v="26"/>
        <pc:sldMkLst>
          <pc:docMk/>
          <pc:sldMk cId="490551595" sldId="591"/>
        </pc:sldMkLst>
        <pc:picChg chg="add">
          <ac:chgData name="Michael Hill" userId="41dba03d-e58d-4389-9894-554c10310ba4" providerId="ADAL" clId="{EF23FE1D-A042-481E-AFD7-2A9FB0847F54}" dt="2026-08-11T19:45:24.517" v="26"/>
          <ac:picMkLst>
            <pc:docMk/>
            <pc:sldMk cId="490551595" sldId="591"/>
            <ac:picMk id="22" creationId="{91EC0F92-37C3-0392-095F-680BBE4CAB5F}"/>
          </ac:picMkLst>
        </pc:picChg>
      </pc:sldChg>
      <pc:sldChg chg="addSp">
        <pc:chgData name="Michael Hill" userId="41dba03d-e58d-4389-9894-554c10310ba4" providerId="ADAL" clId="{EF23FE1D-A042-481E-AFD7-2A9FB0847F54}" dt="2026-08-11T20:31:55.822" v="27"/>
        <pc:sldMkLst>
          <pc:docMk/>
          <pc:sldMk cId="2501093681" sldId="593"/>
        </pc:sldMkLst>
        <pc:picChg chg="add">
          <ac:chgData name="Michael Hill" userId="41dba03d-e58d-4389-9894-554c10310ba4" providerId="ADAL" clId="{EF23FE1D-A042-481E-AFD7-2A9FB0847F54}" dt="2026-08-11T20:31:55.822" v="27"/>
          <ac:picMkLst>
            <pc:docMk/>
            <pc:sldMk cId="2501093681" sldId="593"/>
            <ac:picMk id="2" creationId="{1150C749-507A-C903-8CCC-E6956BF5F38B}"/>
          </ac:picMkLst>
        </pc:picChg>
      </pc:sldChg>
      <pc:sldChg chg="modSp">
        <pc:chgData name="Michael Hill" userId="41dba03d-e58d-4389-9894-554c10310ba4" providerId="ADAL" clId="{EF23FE1D-A042-481E-AFD7-2A9FB0847F54}" dt="2026-08-11T20:51:54.678" v="28"/>
        <pc:sldMkLst>
          <pc:docMk/>
          <pc:sldMk cId="2015276198" sldId="597"/>
        </pc:sldMkLst>
        <pc:spChg chg="mod">
          <ac:chgData name="Michael Hill" userId="41dba03d-e58d-4389-9894-554c10310ba4" providerId="ADAL" clId="{EF23FE1D-A042-481E-AFD7-2A9FB0847F54}" dt="2026-08-11T20:51:54.678" v="28"/>
          <ac:spMkLst>
            <pc:docMk/>
            <pc:sldMk cId="2015276198" sldId="597"/>
            <ac:spMk id="11" creationId="{CE9232CE-C956-4590-16A4-C0A140466957}"/>
          </ac:spMkLst>
        </pc:spChg>
      </pc:sldChg>
      <pc:sldChg chg="addSp modSp">
        <pc:chgData name="Michael Hill" userId="41dba03d-e58d-4389-9894-554c10310ba4" providerId="ADAL" clId="{EF23FE1D-A042-481E-AFD7-2A9FB0847F54}" dt="2026-08-11T21:03:38.095" v="30"/>
        <pc:sldMkLst>
          <pc:docMk/>
          <pc:sldMk cId="3520830726" sldId="598"/>
        </pc:sldMkLst>
        <pc:spChg chg="mod">
          <ac:chgData name="Michael Hill" userId="41dba03d-e58d-4389-9894-554c10310ba4" providerId="ADAL" clId="{EF23FE1D-A042-481E-AFD7-2A9FB0847F54}" dt="2026-08-11T21:03:38.095" v="30"/>
          <ac:spMkLst>
            <pc:docMk/>
            <pc:sldMk cId="3520830726" sldId="598"/>
            <ac:spMk id="11" creationId="{CBC73AB0-F5C3-C579-9665-5B98B07A1E7E}"/>
          </ac:spMkLst>
        </pc:spChg>
        <pc:picChg chg="add">
          <ac:chgData name="Michael Hill" userId="41dba03d-e58d-4389-9894-554c10310ba4" providerId="ADAL" clId="{EF23FE1D-A042-481E-AFD7-2A9FB0847F54}" dt="2026-08-11T21:03:30.436" v="29"/>
          <ac:picMkLst>
            <pc:docMk/>
            <pc:sldMk cId="3520830726" sldId="598"/>
            <ac:picMk id="2" creationId="{ADFA6E72-2B0F-EC38-8314-A073FB0A9861}"/>
          </ac:picMkLst>
        </pc:picChg>
      </pc:sldChg>
      <pc:sldChg chg="addSp modSp">
        <pc:chgData name="Michael Hill" userId="41dba03d-e58d-4389-9894-554c10310ba4" providerId="ADAL" clId="{EF23FE1D-A042-481E-AFD7-2A9FB0847F54}" dt="2026-08-11T21:05:13.928" v="32"/>
        <pc:sldMkLst>
          <pc:docMk/>
          <pc:sldMk cId="1043094609" sldId="599"/>
        </pc:sldMkLst>
        <pc:spChg chg="mod">
          <ac:chgData name="Michael Hill" userId="41dba03d-e58d-4389-9894-554c10310ba4" providerId="ADAL" clId="{EF23FE1D-A042-481E-AFD7-2A9FB0847F54}" dt="2026-08-11T21:05:13.928" v="32"/>
          <ac:spMkLst>
            <pc:docMk/>
            <pc:sldMk cId="1043094609" sldId="599"/>
            <ac:spMk id="11" creationId="{30E8D05E-81B8-CB06-F501-57D9F62631C7}"/>
          </ac:spMkLst>
        </pc:spChg>
        <pc:picChg chg="add">
          <ac:chgData name="Michael Hill" userId="41dba03d-e58d-4389-9894-554c10310ba4" providerId="ADAL" clId="{EF23FE1D-A042-481E-AFD7-2A9FB0847F54}" dt="2026-08-11T21:05:07.113" v="31"/>
          <ac:picMkLst>
            <pc:docMk/>
            <pc:sldMk cId="1043094609" sldId="599"/>
            <ac:picMk id="3" creationId="{24544634-0942-0568-A3D5-EF68DE74276D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16:04:15.6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24575,'8'7'0,"1"0"0,0 0 0,0-1 0,1 0 0,-1-1 0,1 0 0,1 0 0,10 3 0,91 22 0,-90-25 0,385 66 0,-175-35 0,708 152 0,-743-147 0,-72-9 0,139 53 0,-121-42 0,-88-29 0,82 34 0,-62-12 0,-75-36 0,1 1 0,-1-1 0,1 0 0,-1 1 0,1-1 0,0 1 0,-1-1 0,1 1 0,-1-1 0,0 1 0,1-1 0,-1 1 0,1-1 0,-1 1 0,0 0 0,0-1 0,1 1 0,-1 0 0,0-1 0,0 1 0,0 0 0,1-1 0,-1 1 0,0 0 0,0-1 0,0 1 0,0 0 0,0-1 0,-1 1 0,1 0 0,0-1 0,0 1 0,0 0 0,-1-1 0,1 1 0,0 0 0,0-1 0,-1 1 0,1-1 0,-1 1 0,1 0 0,-1-1 0,1 1 0,0-1 0,-1 1 0,0-1 0,1 0 0,-1 1 0,0 0 0,-33 19 0,33-19 0,-237 90 0,160-65 0,-29 6 0,74-24 0,0 2 0,0 1 0,1 1 0,1 2 0,-55 32 0,74-36 0,0 0 0,0 1 0,1 1 0,-17 24 0,-6 6 0,-102 107 0,-61 72 0,182-204 0,2 0 0,0 1 0,1 0 0,1 1 0,0 0 0,2 1 0,-14 38 0,10-9 0,2 1 0,2 0 0,2 0 0,3 1 0,1 0 0,6 57 0,-1-96 0,0 0 0,1-1 0,1 1 0,0 0 0,0-1 0,1 0 0,1 0 0,0 0 0,0-1 0,1 0 0,0 0 0,1-1 0,0 1 0,1-2 0,0 1 0,0-1 0,11 7 0,8 4 0,0-1 0,1-2 0,1 0 0,0-2 0,33 10 0,19 2 0,0-3 0,2-5 0,128 14 0,255-9 0,-276-18 0,45 17 0,25 1 0,111-19 0,663-81 0,-731 33 0,855-154 0,-1055 173 0,-2-5 0,194-84 0,-222 78 0,-2-3 0,-2-4 0,-2-2 0,90-78 0,-127 94 0,0-2 0,-2-1 0,-2-2 0,26-39 0,77-151 0,-81 134 0,12-19 0,52-130 0,-96 195 0,-2 0 0,-2-1 0,-3 0 0,-1-1 0,-2 0 0,2-63 0,-8 69 0,0 10 0,-1 1 0,-1 0 0,-7-46 0,6 67 0,0 0 0,0 0 0,-1 1 0,1-1 0,-2 1 0,1 0 0,-1 0 0,0 0 0,-1 0 0,1 0 0,-2 1 0,1 0 0,0 0 0,-1 1 0,0-1 0,-1 1 0,-11-7 0,-3 1 0,-1 1 0,0 1 0,-1 1 0,0 1 0,0 1 0,-1 1 0,-42-4 0,-182 4 0,175 6 0,-368 1 0,-376 6 0,49 61 0,635-53 0,-207 26 0,-602 65 0,624-60 0,257-33 0,1 2 0,1 4 0,-66 30 0,-16 16 0,-226 73 0,273-118-55,55-14 132,-42 15 0,70-19-240,0 1 1,1 1-1,0 0 0,0 0 1,0 1-1,0 0 0,1 1 1,-12 11-1,3 2-6663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16:04:16.5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316 77 24575,'61'-4'0,"-1"-2"0,0-3 0,0-2 0,75-25 0,-127 33 0,-1 1 0,1 1 0,0-1 0,0 1 0,0 0 0,0 1 0,0 0 0,11 1 0,-15 0 0,0 0 0,-1 0 0,1 1 0,-1-1 0,0 1 0,1 0 0,-1 0 0,0 0 0,0 0 0,0 0 0,-1 1 0,1-1 0,0 1 0,-1 0 0,0 0 0,1 0 0,-1 0 0,0 0 0,-1 0 0,3 6 0,7 17 0,-2 0 0,0 1 0,-2 0 0,-1 1 0,-1 0 0,-1 0 0,-1 53 0,-5-11 0,-21 140 0,17-172 0,-1 1 0,-3-1 0,-1-1 0,-28 68 0,34-95 0,-1 0 0,1 0 0,-1 0 0,-1 0 0,0-1 0,0 0 0,-1-1 0,0 0 0,-1 0 0,1 0 0,-2-1 0,1-1 0,-1 0 0,0 0 0,0 0 0,0-1 0,-1-1 0,0 0 0,0 0 0,0-1 0,-12 1 0,-7 0-76,-1-2 1,1-1-1,0-1 0,-1-1 0,1-2 0,0-1 0,0-2 0,0-1 1,1-1-1,0-1 0,1-2 0,0-1 0,0-1 0,1-1 1,1-1-1,1-2 0,-40-33 0,33 18-6750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16:04:17.5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197 109 24575,'0'-1'0,"0"-1"0,-1 0 0,1 1 0,-1-1 0,1 1 0,-1-1 0,0 1 0,0-1 0,1 1 0,-1-1 0,0 1 0,-1 0 0,1-1 0,0 1 0,0 0 0,0 0 0,-1 0 0,1 0 0,0 0 0,-1 0 0,1 0 0,-1 1 0,1-1 0,-1 0 0,0 1 0,1 0 0,-1-1 0,0 1 0,1 0 0,-3-1 0,-2 0 0,0 0 0,0 1 0,0-1 0,-1 1 0,1 1 0,-12 1 0,13-1 0,0 1 0,0 0 0,0 1 0,0-1 0,0 1 0,1 0 0,-1 0 0,1 1 0,0-1 0,0 1 0,0 0 0,0 0 0,1 0 0,-1 0 0,1 1 0,0 0 0,0-1 0,1 1 0,0 0 0,0 0 0,0 0 0,0 1 0,-1 8 0,-2 12 0,0 0 0,2 0 0,1 41 0,1-61 0,1 7 0,0 1 0,1 0 0,0-1 0,1 1 0,0-1 0,9 24 0,-9-31 0,0-1 0,0 0 0,1 0 0,0 0 0,0-1 0,0 1 0,1-1 0,0 1 0,0-1 0,0 0 0,0 0 0,0-1 0,1 0 0,0 1 0,-1-1 0,1-1 0,0 1 0,1-1 0,6 3 0,0-2 0,0 0 0,-1 0 0,1-1 0,1 0 0,-1-1 0,0-1 0,0 0 0,15-1 0,-22 0 0,1 0 0,-1 0 0,1-1 0,-1 1 0,0-1 0,0 0 0,0 0 0,0-1 0,0 0 0,0 0 0,-1 0 0,1 0 0,-1-1 0,0 1 0,0-1 0,0 0 0,0 0 0,-1-1 0,0 1 0,5-9 0,10-22 0,-2-1 0,-1-1 0,-1-1 0,-3 0 0,-1 0 0,-1-1 0,4-61 0,-13 97 0,0-1 0,0 0 0,0 0 0,-1 0 0,1 1 0,-1-1 0,0 0 0,0 1 0,-1-1 0,1 1 0,-1-1 0,1 1 0,-1-1 0,0 1 0,0 0 0,-1 0 0,-4-5 0,2 4 0,0 0 0,0 1 0,0-1 0,-1 1 0,1 0 0,-1 1 0,0-1 0,1 1 0,-14-3 0,-3 2 0,0 0 0,0 1 0,-1 1 0,-43 5 0,14 5-1365,11 4-5461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16:04:18.4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335 0 24575,'-8'1'0,"-1"0"0,1 0 0,-1 1 0,1 0 0,0 1 0,0 0 0,0 0 0,0 1 0,0 0 0,1 0 0,-8 6 0,-12 10 0,-34 32 0,57-49 0,2-1 0,-9 8 0,0 0 0,0 1 0,1 0 0,-15 22 0,23-30 0,1-1 0,-1 0 0,1 1 0,0-1 0,0 1 0,0-1 0,0 1 0,0 0 0,1-1 0,-1 1 0,1 0 0,-1 0 0,1-1 0,0 1 0,0 0 0,1 0 0,-1-1 0,0 1 0,1 0 0,0 0 0,-1-1 0,1 1 0,0-1 0,1 1 0,-1-1 0,0 1 0,1-1 0,-1 1 0,1-1 0,0 0 0,0 0 0,-1 0 0,4 2 0,3 2 0,1 0 0,0 0 0,0-1 0,1 0 0,0-1 0,-1 0 0,1 0 0,1-1 0,-1 0 0,21 2 0,12 0 0,57-2 0,-86-3 0,19 0 0,-15-2 0,0 2 0,0 0 0,0 2 0,25 4 0,-40-6 0,0 1 0,0-1 0,-1 1 0,1 0 0,0 0 0,-1 0 0,1 0 0,-1 1 0,1-1 0,-1 1 0,0-1 0,1 1 0,-1 0 0,0 0 0,0 0 0,0 0 0,-1 0 0,1 0 0,0 0 0,-1 1 0,1-1 0,-1 1 0,0-1 0,0 1 0,0 0 0,0-1 0,0 1 0,-1 0 0,1 0 0,-1-1 0,0 1 0,0 0 0,0 0 0,0 4 0,-1-3 0,0 0 0,1 1 0,-2-1 0,1 0 0,0 0 0,-1 0 0,0 0 0,0 0 0,0-1 0,0 1 0,0-1 0,-1 1 0,0-1 0,0 0 0,0 0 0,0 0 0,0 0 0,0 0 0,-1-1 0,1 1 0,-7 2 0,-7 3 0,-1-1 0,0-1 0,-33 8 0,-17 7 0,-62 40 69,-48 18-1503,146-69-5392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16:04:19.5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0 24575,'-1'171'0,"21"458"0,4-419 0,20-356 0,-26 103 0,1 0 0,3 1 0,1 1 0,49-65 0,-64 95 0,0 1 0,1-1 0,0 2 0,1-1 0,0 1 0,1 1 0,-1 0 0,2 0 0,-1 1 0,16-7 0,-12 8 0,1 1 0,0 0 0,-1 1 0,1 1 0,0 1 0,1 0 0,-1 1 0,19 2 0,-24-1 0,30 0 0,-1 2 0,73 14 0,-101-14 0,0 2 0,0 0 0,0 0 0,0 1 0,-1 0 0,0 1 0,0 0 0,-1 1 0,1 1 0,-2-1 0,1 1 0,-1 1 0,13 14 0,7 19 0,-2 0 0,-2 2 0,36 83 0,-51-103-195,-1 1 0,-1-1 0,-2 2 0,0-1 0,-2 1 0,3 35 0,-6-20-6631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16:04:40.1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5181 2 24575,'-44'0'0,"-33"-1"0,0 3 0,0 3 0,-78 16 0,62 3 0,2 4 0,1 4 0,2 4 0,-165 92 0,-282 130 0,484-233 0,1 3 0,-55 41 0,6-4 0,67-46 0,-1-1 0,0-1 0,-1-3 0,-1 0 0,0-2 0,-41 8 0,-66 13 0,54-11 0,-106 13 0,-348 31 0,-440 31 0,792-84 0,168-9 0,0 0 0,0 1 0,0 1 0,0 2 0,1 0 0,-26 14 0,26-11 0,-110 69 0,114-68 0,1 1 0,1 0 0,0 2 0,1-1 0,-20 27 0,-57 85 0,-139 260 0,209-338 0,2 0 0,2 2 0,3 0 0,1 0 0,-10 92 0,16-49 0,3 0 0,12 126 0,-4-176 0,1-1 0,2 0 0,17 57 0,-19-84 0,0 0 0,1-1 0,0 0 0,1 0 0,1-1 0,0 0 0,1 0 0,0 0 0,1-1 0,0-1 0,1 0 0,22 17 0,-24-22 0,0-1 0,1 0 0,0-1 0,0 0 0,0 0 0,0-1 0,0-1 0,1 1 0,17 0 0,13-1 0,49-3 0,-42 0 0,662 31 0,222-17 0,-567-16 0,604 3 0,-874-2 0,144-24 0,92-37 0,-13 3 0,-5 3 0,398-127 0,-608 147 0,105-54 0,31-13 0,-71 36 0,283-158 0,-428 212 0,0 0 0,-1-1 0,0-1 0,32-32 0,-47 41 0,0-1 0,0 0 0,-1-1 0,0 0 0,0 0 0,-1 0 0,0 0 0,-1-1 0,0 0 0,-1 0 0,0 0 0,0 0 0,-1-1 0,1-17 0,-2 21 0,1-27 0,-2 1 0,-5-51 0,4 75 0,0 0 0,-1 0 0,0 1 0,-1-1 0,0 1 0,0-1 0,-1 1 0,0 0 0,0 0 0,-1 0 0,0 1 0,-1 0 0,1 0 0,-11-10 0,-13-4 0,-2 0 0,0 2 0,-1 1 0,-63-24 0,35 15 0,30 13 0,-1 1 0,-1 2 0,0 1 0,0 1 0,-63-8 0,-77 0 0,-330-16 0,-451 35 0,928-3 0,1-1 0,-1 0 0,1-2 0,0-1 0,-45-16 0,-106-58 0,91 38 0,4 9 0,-19-9 0,59 22 0,0 1 0,-1 3 0,-1 1 0,-72-13 0,-164-28 0,231 47 0,-67-10 0,-155-6 0,-233 26-1365,462-2-5461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16:03:53.4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3153 0 24575,'-806'0'0,"772"3"0,1 2 0,0 0 0,0 3 0,0 1 0,1 1 0,-52 24 0,-10 2 0,-341 95 0,167-56 0,161-43 0,-592 205 0,665-223 0,1 2 0,1 1 0,1 1 0,1 2 0,0 1 0,2 2 0,-30 29 0,43-37 0,1 1 0,1 0 0,0 1 0,1 1 0,1 0 0,1 1 0,0 0 0,1 0 0,2 1 0,0 0 0,1 1 0,0-1 0,-2 30 0,-9 86 0,3-42 0,5 0 0,5 169 0,7-240 0,1 0 0,1-1 0,1 1 0,1-1 0,1-1 0,1 0 0,0 0 0,2 0 0,1-1 0,0-1 0,1 0 0,1-1 0,17 17 0,-10-13 0,1-1 0,1 0 0,1-2 0,0-1 0,1-1 0,1-2 0,1 0 0,0-1 0,44 15 0,1-9 0,0-3 0,1-3 0,143 9 0,232-22 0,-234-5 0,1515 4 0,-1647-3 0,-1-3 0,118-23 0,156-60 0,-216 57 0,24-7 0,-141 32 0,0-1 0,0-1 0,-1 0 0,-1-2 0,22-15 0,-29 16 0,1-1 0,-2 0 0,0-1 0,0-1 0,15-22 0,43-77 0,-49 77 0,-5 2 0,-1 0 0,-1-1 0,-2 0 0,8-42 0,5-11 0,19-41 0,22-78 0,-56 168 0,-2-1 0,-2 0 0,2-62 0,-7 82 0,0-14 0,-1-1 0,-2 1 0,-8-47 0,8 71 0,0 1 0,-1-1 0,0 0 0,0 1 0,-1-1 0,0 1 0,0 0 0,-1 0 0,0 0 0,0 1 0,-1 0 0,0 0 0,0 0 0,-1 1 0,0 0 0,0 0 0,-10-6 0,-1 4 0,-1 0 0,1 1 0,-2 0 0,1 2 0,-1 0 0,0 2 0,0 0 0,0 1 0,-32 1 0,17-1 0,1-1 0,-46-9 0,-81-33 0,93 24 0,0 3 0,-1 3 0,-77-6 0,-15 22 0,118 1 0,0-1 0,0-2 0,-76-12 0,-214-84 0,88 22 0,-41-18 0,249 80-1365,8-1-5461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16:03:55.1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72 3 24575,'151'-3'0,"169"7"0,-316-3 0,1-1 0,-1 1 0,1 0 0,-1 1 0,1-1 0,-1 1 0,0 0 0,0 0 0,0 0 0,0 0 0,0 1 0,0 0 0,-1 0 0,1 0 0,-1 0 0,0 0 0,0 1 0,0-1 0,0 1 0,-1 0 0,1 0 0,-1 0 0,0 0 0,0 0 0,-1 0 0,1 1 0,-1-1 0,2 9 0,1 12 0,-1 0 0,-1 0 0,-1 0 0,-3 30 0,1-18 0,1 33 0,1-22 0,-2 0 0,-1 0 0,-13 64 0,14-107 0,0 0 0,-1 0 0,1 0 0,-1 0 0,0 0 0,-1-1 0,1 1 0,-1-1 0,0 1 0,0-1 0,0 0 0,0 0 0,-1 0 0,1-1 0,-1 1 0,0-1 0,0 0 0,-1 0 0,-7 4 0,1-3 0,0 0 0,0-1 0,0-1 0,-1 0 0,1 0 0,-1-1 0,-21-1 0,-302-9 0,320 9-341,1 0 0,-1-1-1,-26-7 1,10-2-6485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16:03:56.3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196 5 24575,'-9'0'0,"0"0"0,0 1 0,1-1 0,-1 2 0,0-1 0,0 2 0,1-1 0,-1 1 0,-13 6 0,17-5 0,0-1 0,0 1 0,0 0 0,1 0 0,-1 0 0,1 1 0,0-1 0,0 1 0,1 0 0,-1 0 0,1 1 0,0-1 0,0 1 0,-3 10 0,-1 7 0,0 0 0,2 0 0,1 0 0,-3 37 0,6-45 0,1 0 0,0 0 0,1 0 0,1 0 0,1 0 0,0-1 0,0 1 0,8 18 0,-8-28 0,0 0 0,1 0 0,-1 0 0,1 0 0,0-1 0,1 0 0,-1 1 0,1-1 0,-1-1 0,1 1 0,0-1 0,0 0 0,1 0 0,-1-1 0,1 1 0,-1-1 0,1 0 0,0-1 0,0 1 0,0-1 0,11 1 0,8 0 0,-1-1 0,1-1 0,47-6 0,-66 5 0,-1 0 0,1 0 0,-1-1 0,1 0 0,-1 0 0,1 0 0,-1 0 0,0-1 0,0 0 0,0 0 0,0 0 0,-1-1 0,1 0 0,7-8 0,-6 5 0,0-1 0,-1 0 0,0-1 0,0 1 0,-1-1 0,0 0 0,0 0 0,2-12 0,1-10 0,-2-1 0,-1-1 0,-1 1 0,-2-41 0,-1 62 20,0 1 0,-1-1 0,0 1 0,-1-1 0,-4-13 0,5 20-107,0 0-1,-1 1 1,0-1 0,0 0-1,0 1 1,0-1 0,-1 1-1,1 0 1,-1 0-1,0 0 1,0 0 0,0 0-1,0 1 1,0-1 0,-1 1-1,-6-3 1,-19-7-6739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16:03:57.8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0 24575,'0'654'0,"0"-648"0,-3 74 0,2-74 0,1-1 0,-1 1 0,0 0 0,-1-1 0,0 1 0,0-1 0,0 1 0,0-1 0,-1 0 0,-5 9 0,8-14 0,0 0 0,0 0 0,0 0 0,0 0 0,0-1 0,0 1 0,0 0 0,0 0 0,0 0 0,0 0 0,0 0 0,0 0 0,0 0 0,0 0 0,0 0 0,0-1 0,0 1 0,0 0 0,0 0 0,0 0 0,-1 0 0,1 0 0,0 0 0,0 0 0,0 0 0,0 0 0,0 0 0,0 0 0,0 0 0,0 0 0,0-1 0,0 1 0,0 0 0,0 0 0,-1 0 0,1 0 0,0 0 0,0 0 0,0 0 0,0 0 0,0 0 0,0 0 0,0 0 0,0 0 0,0 0 0,-1 0 0,1 0 0,0 0 0,0 0 0,0 0 0,0 0 0,0 0 0,0 0 0,0 0 0,0 0 0,0 0 0,0 1 0,-1-1 0,1 0 0,0 0 0,0 0 0,0 0 0,0 0 0,0 0 0,0 0 0,0 0 0,0-14 0,6-17 0,1 13 0,2-1 0,0 1 0,0 1 0,2 0 0,0 0 0,1 1 0,26-27 0,-8 14 0,0 2 0,65-43 0,-92 68 0,0 0 0,0 0 0,0 0 0,0 1 0,1-1 0,-1 1 0,0 0 0,1 0 0,-1 0 0,1 0 0,0 1 0,-1-1 0,1 1 0,-1 0 0,1 0 0,0 0 0,-1 1 0,1-1 0,4 2 0,-2 1 0,-1-1 0,0 1 0,0-1 0,0 2 0,0-1 0,0 0 0,0 1 0,-1 0 0,0 0 0,8 9 0,0 4 0,-1 0 0,-1 0 0,0 1 0,-1 1 0,13 36 0,-13-22 43,-2 0 1,5 43-1,4 22-1538,-6-63-5331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16:03:58.7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74 24575,'5'7'0,"0"1"0,-1-1 0,0 1 0,0 0 0,-1 0 0,0 0 0,0 0 0,-1 0 0,0 1 0,1 14 0,5 16 0,-2-18 0,14 51 0,41 99 0,-61-171 0,0 0 0,0 0 0,0 0 0,0 1 0,0-1 0,0 0 0,0 0 0,0 0 0,0 0 0,0 0 0,0 0 0,0 1 0,0-1 0,0 0 0,0 0 0,0 0 0,0 0 0,0 0 0,0 0 0,0 0 0,0 1 0,1-1 0,-1 0 0,0 0 0,0 0 0,0 0 0,0 0 0,0 0 0,0 0 0,0 0 0,1 0 0,-1 0 0,0 0 0,0 0 0,0 0 0,0 0 0,0 0 0,0 1 0,1-1 0,-1 0 0,0 0 0,0 0 0,0-1 0,0 1 0,0 0 0,0 0 0,1 0 0,-1 0 0,0 0 0,0 0 0,0 0 0,0 0 0,0 0 0,0 0 0,0 0 0,1 0 0,-1 0 0,0 0 0,0 0 0,0-1 0,0 1 0,4-12 0,1-25 0,-5 33 0,8-37 0,1 0 0,2 0 0,2 1 0,2 1 0,2 0 0,24-42 0,-36 72 0,1 1 0,0 1 0,0-1 0,0 1 0,1 0 0,0 0 0,1 1 0,-1 0 0,1 1 0,0-1 0,1 1 0,-1 1 0,1 0 0,0 0 0,0 1 0,16-4 0,-22 6 0,-1 0 0,1 1 0,0-1 0,0 1 0,0 0 0,0 0 0,-1 0 0,1 1 0,0-1 0,0 0 0,0 1 0,-1 0 0,1 0 0,0 0 0,-1 0 0,1 0 0,4 3 0,-2 0 0,-1-1 0,0 1 0,0 0 0,0 0 0,0 0 0,-1 1 0,0-1 0,5 9 0,1 5 0,0 2 0,-2-1 0,9 36 0,15 62-1365,-15-65-5461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16:04:04.1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7156 2 24575,'-42'0'0,"-68"-1"0,1 5 0,-142 22 0,9 33 0,68-14 0,-129 12 0,174-39 0,-103 8 0,188-21 0,-1 2 0,1 2 0,0 2 0,0 1 0,-42 20 0,35-14 0,-180 53 0,114-37 0,-174 35 0,214-58 0,0-4 0,-1-4 0,-80-6 0,27 1 0,68-2 0,-74-13 0,-4 0 0,-757 3 0,579 17 0,213-1 0,0 5 0,-204 40 0,-684 178 0,825-194 0,-107 24 0,239-44 0,0 0 0,0 3 0,2 0 0,0 3 0,-36 22 0,53-26 0,-1 2 0,2 0 0,0 1 0,1 1 0,1 0 0,0 1 0,1 1 0,1 0 0,1 1 0,1 1 0,0 0 0,2 0 0,1 0 0,-12 44 0,2 16 0,4 0 0,-8 143 0,22-222 0,-4 46 0,3 1 0,4 52 0,-1-85 0,1 1 0,0-1 0,1 0 0,1 0 0,0 0 0,1-1 0,1 0 0,1 0 0,14 23 0,-2-11 0,2-1 0,0 0 0,1-2 0,2-1 0,0 0 0,2-2 0,34 21 0,-16-16 0,1-1 0,1-3 0,96 32 0,133 26 0,-209-64 0,1-3 0,80 4 0,542-13 0,-338-8 0,1804 4 0,-2102 0 0,1-2 0,0-2 0,-1-3 0,0-2 0,-1-3 0,76-26 0,76-29 0,-153 53 0,0-2 0,0-2 0,-2-3 0,-1-1 0,59-37 0,-24 2 0,-3-3 0,-2-3 0,127-133 0,-170 149 0,-3-1 0,41-75 0,-45 72 0,-20 35 0,-1-1 0,-1-1 0,0 1 0,-1-1 0,-1 0 0,-1-1 0,0 1 0,1-35 0,-4 43 0,0 1 0,-2-1 0,1 1 0,-1-1 0,0 1 0,-1 0 0,0-1 0,-1 1 0,0 0 0,0 0 0,-1 0 0,0 1 0,0 0 0,-1-1 0,0 1 0,-1 1 0,1-1 0,-2 1 0,-6-7 0,-15-9 0,-1 1 0,0 2 0,-2 1 0,0 1 0,-1 1 0,-56-19 0,16 9 0,37 13 0,0 2 0,-1 1 0,-70-11 0,86 20 0,-1-1 0,0-1 0,1 0 0,0-2 0,0 0 0,0-1 0,1-1 0,0-1 0,0 0 0,1-2 0,0 0 0,1-1 0,0-1 0,1 0 0,-18-21 0,9 7 0,18 18 0,-1 0 0,0 0 0,0 1 0,0 0 0,-1 1 0,0-1 0,-1 2 0,0-1 0,0 2 0,0-1 0,-1 1 0,-14-5 0,-68-9 0,-1 3 0,-1 5 0,-163 1 0,81 11-1365,125 0-5461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16:04:06.6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130 1 24575,'474'0'0,"-465"0"0,-1 0 0,1 0 0,0 1 0,0 1 0,-1-1 0,1 1 0,-1 0 0,0 1 0,1 0 0,12 8 0,-15-8 0,-1 1 0,0 1 0,0-1 0,0 1 0,-1 0 0,0 0 0,0 0 0,0 0 0,0 1 0,-1 0 0,0-1 0,0 1 0,-1 1 0,4 10 0,3 22 0,-2 0 0,-2 0 0,-2 1 0,-1-1 0,-6 65 0,2-38 0,-4 402 0,6-455 0,0 0 0,-1 0 0,0 0 0,-1 0 0,-1 0 0,-7 21 0,8-29 0,0-1 0,0 1 0,0-1 0,-1 0 0,0 0 0,0 0 0,0 0 0,0 0 0,0-1 0,-1 0 0,0 1 0,0-1 0,0-1 0,0 1 0,0 0 0,0-1 0,-1 0 0,1 0 0,-1 0 0,1-1 0,-6 1 0,-30 4 0,0-1 0,0-3 0,0-1 0,-64-7 0,-5 0 0,83 7 24,1-3 0,-1 0 0,1-1 0,-43-12 0,58 12-117,1 0 0,0-1 1,0 0-1,0-1 0,0 0 0,1 0 0,0-1 0,0 0 1,0-1-1,1 0 0,0 0 0,0 0 0,1-1 1,0 0-1,-5-9 0,-4-8-6733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16:04:07.9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291 1 24575,'-22'-1'0,"-1"2"0,1 1 0,0 0 0,-37 9 0,52-9 0,1 1 0,-1-1 0,0 1 0,1 0 0,0 1 0,-1-1 0,1 1 0,1 1 0,-1-1 0,0 1 0,1 0 0,0 0 0,1 0 0,-1 1 0,1-1 0,0 1 0,0 1 0,-5 9 0,2 3 0,1 0 0,0 1 0,1-1 0,2 1 0,0 0 0,-1 22 0,5 127 0,2-109 0,-4-46 0,2 1 0,0-1 0,1 1 0,1-1 0,6 23 0,-8-34 0,0 0 0,1 0 0,-1 0 0,1 0 0,-1 0 0,1 0 0,0 0 0,0-1 0,1 1 0,-1-1 0,0 1 0,1-1 0,0 0 0,-1 0 0,1 0 0,0 0 0,0-1 0,0 1 0,0-1 0,0 1 0,1-1 0,-1 0 0,0-1 0,1 1 0,-1 0 0,0-1 0,1 0 0,-1 0 0,7 0 0,-4-1 0,0 0 0,1-1 0,-1 1 0,0-1 0,0-1 0,-1 1 0,1-1 0,0 0 0,-1 0 0,0-1 0,1 1 0,-2-1 0,1 0 0,0-1 0,-1 1 0,1-1 0,-1 0 0,-1 0 0,1 0 0,-1 0 0,4-9 0,8-15 0,-2 0 0,-2-1 0,9-32 0,-9 27 0,5-22 0,-2-1 0,-3-1 0,5-84 0,-18 193 0,1 143 0,2-181 7,1-1 1,1 1-1,0 0 0,0-1 0,1 0 0,0 1 0,1-1 0,0-1 0,1 1 1,12 15-1,6 5-305,52 51-1,-46-51-548,-6-5-5979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16:04:08.8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43 24575,'1'8'0,"0"0"0,0 0 0,1 0 0,4 14 0,2 8 0,23 291 0,-30-376 0,3 0 0,2 1 0,2-1 0,27-89 0,-32 134 0,0 0 0,1 0 0,0 0 0,10-16 0,-13 25 0,0-1 0,-1 1 0,1 0 0,0 0 0,-1 0 0,1 0 0,0 0 0,0 0 0,0 0 0,0 1 0,0-1 0,0 0 0,0 0 0,0 1 0,0-1 0,0 0 0,0 1 0,0 0 0,1-1 0,-1 1 0,0-1 0,0 1 0,1 0 0,-1 0 0,0 0 0,0 0 0,1 0 0,-1 0 0,0 0 0,0 0 0,1 0 0,-1 1 0,0-1 0,0 0 0,1 1 0,-1-1 0,0 1 0,0 0 0,0-1 0,0 1 0,0 0 0,0 0 0,0-1 0,0 1 0,0 0 0,0 0 0,0 0 0,-1 0 0,1 0 0,0 0 0,0 2 0,14 20 0,-2 0 0,0 2 0,-2-1 0,0 2 0,-2-1 0,11 51 0,-10-39 0,31 128 0,4 17 0,-24-128 0,-21-53 0,1 0 0,-1 0 0,0 0 0,1-1 0,-1 1 0,0 0 0,1-1 0,-1 1 0,1 0 0,-1-1 0,1 1 0,0 0 0,-1-1 0,1 1 0,-1-1 0,1 1 0,0-1 0,-1 1 0,1-1 0,0 0 0,0 1 0,0-1 0,-1 0 0,2 1 0,7-15 0,-2-32 0,-3-10 0,12-135 0,-12 162 0,2 1 0,0 0 0,2 1 0,17-42 0,-21 60 0,0 1 0,1 0 0,0 0 0,0 0 0,0 1 0,13-14 0,-16 20 0,-1 0 0,0 0 0,1 0 0,-1 0 0,0 0 0,1 0 0,-1 0 0,1 0 0,0 1 0,-1-1 0,1 0 0,0 1 0,-1 0 0,1-1 0,0 1 0,-1 0 0,1 0 0,0 0 0,0 0 0,-1 0 0,1 0 0,0 1 0,-1-1 0,1 0 0,0 1 0,-1-1 0,1 1 0,0 0 0,-1 0 0,1-1 0,-1 1 0,1 0 0,-1 0 0,0 1 0,0-1 0,1 0 0,-1 0 0,0 1 0,0-1 0,0 0 0,0 1 0,0-1 0,1 3 0,18 30-195,-1 0 0,-2 1 0,-2 1 0,-1 1 0,-1 0 0,7 39 0,-2-2-6631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16:04:09.3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0 122 24575,'0'-16'0,"0"-13"0,0-10 0,0 1-8191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16:04:09.5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19 24575,'0'-8'0,"0"-2"-8191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16:04:11.3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428 522 24575,'0'1'0,"0"1"0,-1-1 0,1 1 0,-1 0 0,0-1 0,0 1 0,1-1 0,-1 0 0,0 1 0,0-1 0,0 0 0,-1 1 0,1-1 0,0 0 0,0 0 0,-1 0 0,1 0 0,0 0 0,-1 0 0,1-1 0,-1 1 0,1 0 0,-1-1 0,0 1 0,1-1 0,-4 1 0,-49 9 0,48-10 0,3 1 0,-26 2 0,0 0 0,-57-4 0,80 1 0,0-1 0,-1 1 0,1-1 0,0-1 0,0 1 0,0-1 0,0 0 0,0-1 0,0 1 0,0-1 0,1 0 0,-1-1 0,1 1 0,0-1 0,0 0 0,0 0 0,1-1 0,0 1 0,-1-1 0,-3-6 0,-4-15 0,1-1 0,1 0 0,1 0 0,1-1 0,2 0 0,1 0 0,1 0 0,2-1 0,0 0 0,5-51 0,-3 74 0,1 1 0,0 0 0,0-1 0,1 1 0,-1 0 0,1 0 0,0 0 0,0 0 0,1 0 0,0 1 0,-1-1 0,1 1 0,1 0 0,-1-1 0,1 1 0,4-3 0,-1 1 0,1 1 0,0-1 0,0 2 0,0-1 0,1 1 0,-1 0 0,1 1 0,14-4 0,10 1 0,1 1 0,1 1 0,64 2 0,-90 2 0,0 0 0,0 1 0,0 0 0,0 1 0,0 0 0,0 0 0,-1 1 0,1 0 0,-1 1 0,13 7 0,-18-9 0,0 0 0,0 0 0,-1 0 0,1 0 0,-1 1 0,1-1 0,-1 1 0,0-1 0,0 1 0,0 0 0,-1 0 0,1 0 0,0 0 0,-1 0 0,0 0 0,0 1 0,0-1 0,0 0 0,-1 1 0,1-1 0,-1 1 0,0-1 0,0 0 0,0 1 0,0-1 0,-1 1 0,1-1 0,-1 0 0,0 1 0,0-1 0,-2 4 0,1-1 0,-1 0 0,0 0 0,0 0 0,-1 0 0,1-1 0,-2 0 0,1 1 0,0-2 0,-1 1 0,0 0 0,0-1 0,0 0 0,-1 0 0,1 0 0,-7 2 0,-11 5 0,0-1 0,-41 12 0,36-13 0,3-2-273,-1-1 0,0-1 0,-1-2 0,-32 1 0,20-2-6553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16:04:25.8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24575,'27'1'0,"0"1"0,-1 1 0,0 2 0,1 0 0,-2 2 0,1 1 0,31 14 0,17 13 0,72 47 0,-63-34 0,539 273 0,-238-129 0,325 165 0,-576-291 0,79 35 0,-178-86 0,-34-15 0,0 0 0,0 0 0,0 0 0,0 0 0,0 0 0,1 0 0,-1 0 0,0 0 0,0 0 0,0 0 0,0 0 0,0 0 0,1 0 0,-1 0 0,0 0 0,0 0 0,0 1 0,0-1 0,0 0 0,0 0 0,1 0 0,-1 0 0,0 0 0,0 0 0,0 0 0,0 0 0,0 0 0,0 1 0,0-1 0,0 0 0,1 0 0,-1 0 0,0 0 0,0 0 0,0 0 0,0 1 0,0-1 0,0 0 0,0 0 0,0 0 0,0 0 0,0 0 0,0 1 0,0-1 0,0 0 0,0 0 0,0 0 0,0 0 0,0 0 0,0 1 0,0-1 0,0 0 0,0 0 0,0 0 0,-1 0 0,1 0 0,0 0 0,0 1 0,0-1 0,0 0 0,0 0 0,0 0 0,0 0 0,-1 0 0,-14 3 0,-27-3 0,40 0 0,-141 1 0,-168 23 0,-144 42 0,445-65 0,-141 25 0,1 6 0,-194 69 0,261-74 0,43-15 0,1 2 0,-48 23 0,76-31 0,-1 1 0,1 0 0,1 0 0,-1 1 0,1 1 0,1-1 0,0 2 0,0-1 0,0 1 0,2 1 0,-11 16 0,6-6 0,2 0 0,0 1 0,2 1 0,0-1 0,1 1 0,2 0 0,0 1 0,1-1 0,2 1 0,0 0 0,2 0 0,0-1 0,2 1 0,0 0 0,2-1 0,1 1 0,0-1 0,15 36 0,4-4 0,4-1 0,1-1 0,3-2 0,54 67 0,-55-76 0,-14-21 0,0-1 0,2-1 0,0-1 0,1 0 0,1-1 0,0-1 0,1-2 0,44 23 0,14-1 0,113 35 0,-98-38 0,-10-8 0,0-3 0,2-4 0,102 7 0,34-9 0,263-14 0,-228-5 0,-141 2 0,0-5 0,142-25 0,99-27 0,39-8 0,-239 37 0,213-50 0,-313 63 0,-1-3 0,0-3 0,-2-2 0,69-40 0,497-359 0,-553 374 0,-3-4 0,85-87 0,-127 114 0,-1 0 0,-1-1 0,-1-2 0,-1 0 0,-2-1 0,-1 0 0,-2-2 0,18-55 0,-16 36 0,-3-2 0,-1 0 0,-4 0 0,-1-1 0,-2-84 0,-5 126 0,-2 0 0,1 0 0,-2 0 0,1 0 0,-2 1 0,0-1 0,0 1 0,-1 0 0,0 0 0,-1 1 0,-11-17 0,11 20 0,1 0 0,-1 1 0,-1 0 0,1 0 0,-1 0 0,0 1 0,0 0 0,0 1 0,-1 0 0,0 0 0,0 0 0,0 1 0,0 0 0,0 0 0,-1 1 0,-14-2 0,-67-1 0,-147 8 0,94 3 0,-173-8 0,-172 7 0,288 17 0,-16 2 0,-60-1 0,83-4 0,-223 41 0,300-40 0,-12-5 0,83-12 0,1 2 0,-47 13 0,6 4 0,0-4 0,0-4 0,-143 6 0,204-18 0,0 0 0,1 1 0,-1 1 0,-42 14 0,-86 43 0,145-57 0,-39 14-1365,3-3-5461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16:04:27.0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186 46 24575,'8'-1'0,"0"0"0,0 0 0,-1-1 0,1 0 0,13-6 0,21-4 0,7 3 0,1 3 0,0 2 0,72 4 0,-115 0 0,-1 1 0,0 0 0,0 0 0,1 1 0,-1 0 0,0 0 0,0 0 0,-1 1 0,1-1 0,0 1 0,-1 1 0,0-1 0,0 1 0,0 0 0,0 0 0,0 0 0,7 10 0,-1 2 0,-1 1 0,-1-1 0,0 2 0,9 25 0,6 12 0,-16-39 0,-1 1 0,0 0 0,-1 0 0,-1 1 0,-1 0 0,4 27 0,-8-39 0,1 0 0,-1 1 0,0-1 0,-1 0 0,0 1 0,0-1 0,0 0 0,0 0 0,-1 0 0,0 0 0,-1 0 0,1 0 0,-1 0 0,0-1 0,-1 1 0,1-1 0,-1 0 0,0 0 0,0-1 0,-1 1 0,-9 7 0,-13 6 0,-1-2 0,-1-1 0,0-1 0,-56 17 0,34-12 0,-13 4 0,-131 30 0,179-50 20,1-1 0,-1-1 0,1 0 0,-1-1 0,-19-2 0,28 1-107,1 0-1,0 0 1,0-1 0,0 1-1,0-1 1,0-1 0,1 1-1,-1-1 1,1 0-1,-1 0 1,1 0 0,0-1-1,0 0 1,1 0 0,-1 0-1,-4-6 1,-8-17-6739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16:04:28.2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136 0 24575,'-4'1'0,"0"0"0,0 0 0,0 0 0,0 1 0,1-1 0,-1 1 0,1 0 0,-1 0 0,1 0 0,-1 1 0,1-1 0,0 1 0,0 0 0,0 0 0,1 0 0,-1 0 0,1 0 0,0 0 0,-1 1 0,-1 4 0,-7 11 0,2 0 0,-10 25 0,13-30 0,1 0 0,1 1 0,0-1 0,1 1 0,0 0 0,1 0 0,1 0 0,1 29 0,1-38 0,0 0 0,0-1 0,0 1 0,1-1 0,0 1 0,0-1 0,0 1 0,0-1 0,1 0 0,0 0 0,0 0 0,1-1 0,-1 1 0,1-1 0,0 0 0,0 0 0,0 0 0,1 0 0,-1-1 0,1 0 0,0 0 0,0 0 0,0 0 0,1-1 0,-1 0 0,9 3 0,20 2 0,1-2 0,0-1 0,0-1 0,0-2 0,48-5 0,-24 2 0,-47 2 0,0-1 0,0 0 0,0-1 0,0 0 0,0 0 0,0-2 0,0 1 0,-1-1 0,14-7 0,-20 8 0,-1 0 0,0 0 0,1-1 0,-1 1 0,-1-1 0,1 0 0,0 1 0,-1-2 0,0 1 0,0 0 0,0-1 0,-1 1 0,1-1 0,-1 0 0,0 0 0,-1 0 0,1 0 0,-1 0 0,0 0 0,0-1 0,0 1 0,-1 0 0,0-8 0,0 7 0,-1 0 0,1 1 0,-1-1 0,0 0 0,-1 1 0,1-1 0,-1 1 0,0-1 0,0 1 0,-1 0 0,0 0 0,0 0 0,-6-8 0,2 6 0,0-1 0,0 1 0,-1 1 0,1-1 0,-2 1 0,1 1 0,-12-7 0,0 3 0,0 0 0,-1 1 0,1 2 0,-1 0 0,-1 1 0,-34-4 0,-41 6-1365,56 3-5461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16:04:29.5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101 286 24575,'16'-1'0,"1"0"0,-1-1 0,0 0 0,0-1 0,0-1 0,0-1 0,-1 0 0,0-1 0,20-10 0,-28 12 0,0 0 0,0 0 0,-1-1 0,1 0 0,-1 0 0,0 0 0,0-1 0,-1 0 0,1 0 0,-1-1 0,-1 1 0,1-1 0,-1 0 0,0-1 0,-1 1 0,0 0 0,0-1 0,0 0 0,-1 0 0,1-9 0,-3 13 0,1 0 0,-1 1 0,-1-1 0,1 0 0,0 0 0,-1 1 0,0-1 0,0 0 0,0 1 0,0-1 0,0 1 0,-1-1 0,0 1 0,0 0 0,0 0 0,0 0 0,0 0 0,0 0 0,-1 0 0,0 0 0,1 1 0,-1-1 0,0 1 0,0 0 0,0 0 0,-1 0 0,1 0 0,0 0 0,-1 1 0,1 0 0,-1 0 0,1 0 0,-1 0 0,0 0 0,-3 0 0,-2 0 0,1-1 0,-1 1 0,1 1 0,-1 0 0,1 0 0,0 0 0,-1 1 0,1 1 0,-1-1 0,1 1 0,0 1 0,0 0 0,0 0 0,-13 7 0,14-4 0,0 1 0,1 0 0,-1 0 0,1 1 0,1 0 0,0 0 0,0 0 0,0 1 0,1-1 0,0 1 0,1 0 0,0 0 0,-3 16 0,-20 46 0,15-49 0,1-1 0,1 2 0,1-1 0,1 1 0,1 0 0,1 0 0,-2 26 0,6-42 0,1-1 0,-1 1 0,1 0 0,0 0 0,1 0 0,0 0 0,0-1 0,1 1 0,-1 0 0,1-1 0,1 0 0,-1 1 0,1-1 0,0 0 0,1 0 0,-1 0 0,1-1 0,0 1 0,1-1 0,-1 0 0,1 0 0,0 0 0,0-1 0,1 0 0,-1 0 0,1 0 0,0-1 0,11 5 0,2-1 0,0-2 0,0 0 0,1-1 0,0-1 0,0-1 0,0 0 0,26-3 0,3-2 0,84-15 0,-65 4-455,-2-2 0,120-46 0,-144 43-6371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16:04:30.7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33 24575,'0'32'0,"-1"5"0,1 0 0,2 0 0,2 0 0,14 60 0,-17-89 0,2 0 0,-1 0 0,1 0 0,1-1 0,-1 1 0,1-1 0,1 0 0,-1 0 0,1-1 0,0 1 0,1-1 0,0 0 0,0 0 0,0-1 0,0 0 0,1 0 0,0 0 0,0-1 0,0 0 0,0 0 0,1-1 0,0 0 0,0 0 0,-1-1 0,1 0 0,15 1 0,-12-2 0,0-1 0,0 0 0,0-1 0,0-1 0,0 1 0,0-2 0,0 0 0,-1 0 0,1-1 0,-1 0 0,16-9 0,-5 2 0,0-2 0,-1-1 0,-1 0 0,21-21 0,-25 20 0,-1-1 0,-1 0 0,0-1 0,-1 0 0,-1-1 0,-1-1 0,9-21 0,-5 8 0,-3-1 0,0-1 0,7-45 0,-7 108 0,90 388 0,-89-341 0,-2-1 0,-4 2 0,-6 127 0,-1-194 0,0 0 0,-1-1 0,0 1 0,-1-1 0,0 0 0,0 0 0,-1 0 0,0 0 0,-1 0 0,0-1 0,0 0 0,-6 8 0,0-5 0,1 1 0,-1-2 0,-1 0 0,0 0 0,0-1 0,-26 14 0,-4-3 0,0-2 0,-1-2 0,-89 21 0,109-31 0,0-1 0,-1-1 0,1-1 0,-36 0 0,53-3 0,0 0 0,0-1 0,0 0 0,0 0 0,0 0 0,0-1 0,0 0 0,1 0 0,-1-1 0,0 1 0,1-1 0,0 0 0,0-1 0,0 1 0,0-1 0,0 0 0,1 0 0,0 0 0,0-1 0,0 0 0,0 0 0,-5-9 0,-2-8 0,2-1 0,1 1 0,0-2 0,2 1 0,1-1 0,-4-32 0,-3-147 0,11 183 0,1-1 0,2 0 0,0 0 0,6-30 0,-5 42 0,0 0 0,0 1 0,0 0 0,1 0 0,0 0 0,1 0 0,0 1 0,0-1 0,1 1 0,0 0 0,0 1 0,0 0 0,8-6 0,14-8 0,1 2 0,1 1 0,55-24 0,10-4 0,243-145-1365,-274 156-5461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16:05:19.2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4755 0 24575,'-39'38'0,"-1"-1"0,-2-3 0,-66 42 0,-143 70 0,218-128 0,-269 136 0,36-20 0,71-8 0,12-6 0,95-64 0,73-44 0,-1 0 0,-1-2 0,0 0 0,0 0 0,-1-2 0,0 0 0,-1-1 0,0-1 0,-31 6 0,-24-7 0,0-4 0,-114-12 0,78 2 0,-683-24 0,-6 70 0,761-34 0,1 3 0,0 1 0,0 1 0,0 3 0,1 1 0,-55 26 0,73-29 0,-417 237 0,425-240 0,1 1 0,-1 1 0,2-1 0,-1 2 0,1-1 0,0 1 0,1 0 0,0 0 0,1 1 0,0 0 0,-6 12 0,0 8 0,1 1 0,-11 53 0,18-69 0,-14 79 0,4 1 0,4 0 0,4 1 0,9 135 0,-2-201 0,2 0 0,1 0 0,2 0 0,0 0 0,2-1 0,16 37 0,-15-46 0,1 0 0,1-1 0,1-1 0,0 0 0,2-1 0,0 0 0,1-1 0,0 0 0,25 18 0,2-3 0,1-2 0,1-2 0,64 29 0,152 45 0,-191-81 0,0-3 0,1-3 0,115 8 0,217-14 0,-316-8 0,141-2 0,528 19 0,-201 18 0,-143-12 0,-107-15 0,-258-10 0,0-3 0,0-2 0,-1-1 0,71-24 0,-5-7 0,126-64 0,-193 80 0,-1-1 0,-2-3 0,0-1 0,-2-2 0,57-56 0,-38 25 0,76-103 0,-111 130 0,-1 0 0,-2-1 0,-2-1 0,-1-1 0,16-50 0,-1-14 0,-5-2 0,-4-1 0,12-135 0,-34 227 0,-1 0 0,0 0 0,-1 0 0,0 0 0,-1 0 0,0 1 0,0-1 0,-2 0 0,1 1 0,-1 0 0,-10-18 0,7 17 0,-2 1 0,1-1 0,-1 1 0,-1 1 0,0 0 0,0 0 0,-1 1 0,0 1 0,-18-12 0,-5 0 0,-1 1 0,-1 2 0,0 2 0,-1 1 0,-46-11 0,-199-26 0,109 26 0,-3-3 0,-312-8 0,-228 39-1365,659-3-5461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16:05:20.7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332 0 24575,'615'0'0,"-607"0"0,-1 0 0,1 1 0,-1-1 0,0 2 0,1-1 0,-1 1 0,0 0 0,0 0 0,11 6 0,-14-6 0,0 1 0,-1-1 0,1 1 0,-1 0 0,1 1 0,-1-1 0,0 1 0,0-1 0,0 1 0,-1 0 0,1 0 0,-1 0 0,0 0 0,0 1 0,0-1 0,1 8 0,4 25 0,-2-1 0,-2 1 0,-1 0 0,-2 0 0,-6 51 0,2-5 0,3-15 0,-7 99 0,5-145 0,0-1 0,-1 0 0,-2 0 0,0 0 0,-14 31 0,9-34 0,-1-1 0,-1-1 0,0 0 0,-1-1 0,0 0 0,-2-1 0,0-1 0,0-1 0,-36 21 0,42-27 0,-1-1 0,0 0 0,0-1 0,0-1 0,0 0 0,-1 0 0,-20 2 0,-88-2 0,84-3 0,-61 0 0,1-3 0,0-5 0,-118-25 0,208 32-124,0-1 0,-1 0 0,1 0 0,0 0 0,0-1 0,0 0-1,1 0 1,-1 0 0,1-1 0,-8-6 0,-6-13-6702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16:05:22.1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481 2 24575,'-17'-1'0,"-1"1"0,1 1 0,-1 0 0,1 1 0,0 1 0,-1 1 0,1 1 0,1 0 0,-1 1 0,1 1 0,0 0 0,-29 19 0,21-10 0,1 1 0,0 2 0,1 0 0,1 2 0,-30 36 0,43-46 0,0 0 0,1 1 0,0-1 0,1 1 0,0 1 0,1-1 0,0 1 0,1 0 0,1 0 0,0 0 0,1 0 0,0 1 0,1-1 0,1 23 0,0-32 0,1 1 0,-1-1 0,1 1 0,1-1 0,-1 0 0,0 1 0,1-1 0,0 0 0,0 0 0,0 0 0,1 0 0,-1 0 0,1-1 0,0 1 0,0-1 0,0 0 0,1 1 0,-1-2 0,1 1 0,0 0 0,-1-1 0,1 1 0,0-1 0,1 0 0,-1-1 0,0 1 0,0-1 0,1 1 0,-1-1 0,7 0 0,16 3 0,-1-2 0,0-1 0,1 0 0,31-5 0,-17 1 0,-27 3 0,-1-2 0,1 1 0,0-2 0,-1 0 0,0 0 0,0-1 0,0-1 0,0 0 0,0-1 0,12-8 0,-17 8 0,1 0 0,-1 0 0,0-1 0,-1 0 0,0 0 0,0-1 0,0 0 0,-1 0 0,0-1 0,-1 0 0,0 0 0,0 0 0,-1 0 0,3-11 0,1-9 0,-2 1 0,-1-1 0,1-54 0,-1 23 0,-5 59 0,0-1 0,0 1 0,0 0 0,0 0 0,0-1 0,0 1 0,0 0 0,1 0 0,-1 0 0,0 0 0,1-1 0,-1 1 0,1 0 0,-1 0 0,1 0 0,0 0 0,-1 0 0,1 0 0,0 0 0,1-1 0,-1 2 0,0 0 0,0 0 0,-1 0 0,1 1 0,0-1 0,0 0 0,-1 0 0,1 1 0,0-1 0,-1 0 0,1 1 0,0-1 0,-1 1 0,1-1 0,-1 1 0,1-1 0,-1 1 0,1 0 0,-1-1 0,1 1 0,-1-1 0,1 2 0,26 50 0,4 39 59,-23-65-415,0-1 0,2 0 0,14 27 0,-8-26-6470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16:05:22.8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784 0 24575,'-23'2'0,"-1"0"0,1 2 0,0 0 0,0 2 0,1 0 0,0 2 0,0 0 0,0 1 0,1 2 0,-22 14 0,-11 10 0,1 2 0,-68 63 0,48-37 0,20-18 0,-67 71 0,116-111 0,0 0 0,-1 0 0,2 1 0,-1-1 0,1 1 0,-1 0 0,2 0 0,-1 0 0,1 0 0,-1 0 0,-1 13 0,4-16 0,0 0 0,0 1 0,0-1 0,1 0 0,0 0 0,-1 0 0,1 0 0,0 1 0,0-1 0,1-1 0,-1 1 0,0 0 0,1 0 0,0 0 0,0-1 0,0 1 0,0-1 0,0 1 0,0-1 0,1 0 0,-1 0 0,1 0 0,-1 0 0,1 0 0,0-1 0,5 3 0,3 1 0,1 0 0,1 0 0,-1-1 0,0-1 0,1 0 0,0-1 0,20 1 0,96-3 0,-76-2 0,-36 2-341,0-1 0,0-1-1,29-6 1,-13-3-6485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16:05:24.1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191 1 24575,'0'11'0,"1"74"0,-3 0 0,-25 149 0,-33 15 0,-7 32 0,53-206 0,-8 136 0,22-197 0,0 0 0,1-1 0,1 1 0,0 0 0,6 23 0,-7-34 0,0 0 0,0 1 0,0-1 0,0 0 0,1 0 0,-1 0 0,1-1 0,0 1 0,0 0 0,0-1 0,0 1 0,0-1 0,0 1 0,1-1 0,-1 0 0,1 0 0,-1 0 0,1 0 0,0-1 0,0 1 0,0-1 0,0 1 0,0-1 0,0 0 0,0 0 0,1-1 0,-1 1 0,0-1 0,6 1 0,-5-2 0,0 0 0,0 0 0,0 0 0,0 0 0,0 0 0,0-1 0,0 0 0,-1 0 0,1 0 0,0 0 0,-1 0 0,6-6 0,38-41 0,-33 34 0,40-50 0,-2-2 0,-4-3 0,42-79 0,-75 130 0,-14 19 0,-1-1 0,0 1 0,0 0 0,1 0 0,-1 0 0,0 0 0,0 0 0,1 0 0,-1 0 0,0 0 0,1 0 0,-1 0 0,0 0 0,0 0 0,1 0 0,-1 0 0,0 0 0,0 0 0,1 0 0,-1 0 0,0 0 0,1 0 0,-1 0 0,0 0 0,0 0 0,0 0 0,1 1 0,-1-1 0,0 0 0,0 0 0,1 0 0,-1 0 0,0 1 0,0-1 0,0 0 0,0 0 0,1 1 0,-1-1 0,9 40 0,-2-8 0,-1-18 9,0 1-1,1-1 1,1-1-1,1 1 1,0-1 0,0-1-1,1 0 1,1 0-1,0-1 1,1 0-1,0-1 1,0-1-1,27 16 1,-17-13-174,1-1 0,0-1 0,0-2 0,1 0 0,0-1 0,1-2 0,-1 0 0,28 1 0,-9-3-6661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16:05:24.8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0 649 24575,'0'-16'0,"8"-13"0,2-10 0,17-14 0,2-5 0,5-3 0,5-13 0,3 5 0,3-2 0,2 4 0,-8 5 0,-9 13-8191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16:04:43.2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87 94 24575,'67'-4'0,"0"-2"0,99-23 0,-138 23 0,45-15 0,9-3 0,-76 23 0,0 0 0,1 0 0,-1 0 0,1 1 0,-1 0 0,1 1 0,-1-1 0,1 1 0,-1 1 0,8 1 0,-11-1 0,0-1 0,0 1 0,0 0 0,0 0 0,0 0 0,0 0 0,0 1 0,0-1 0,-1 1 0,1-1 0,-1 1 0,0 0 0,0 0 0,0 0 0,0 0 0,-1 1 0,1-1 0,1 7 0,2 6 0,-2-1 0,1 1 0,0 17 0,1 4 0,23 96 0,-13-73 0,-2 1 0,-4 0 0,-2 0 0,0 88 0,-8-142 0,1 1 0,-1-1 0,0 0 0,-1 1 0,0-1 0,0 0 0,0 0 0,-1 0 0,0 0 0,-1-1 0,1 1 0,-1-1 0,0 0 0,-1 0 0,-6 7 0,1-4 0,-1 0 0,-1-1 0,1-1 0,-1 1 0,0-2 0,-1 0 0,-14 5 0,0 1 0,-1-2 0,0-1 0,0-2 0,-1 0 0,1-2 0,-2-1 0,-41 0 0,-260-7-1365,291 3-5461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16:04:44.8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480 383 24575,'0'2'0,"-1"0"0,1-1 0,-1 1 0,1 0 0,-1-1 0,0 1 0,0-1 0,1 1 0,-1-1 0,0 1 0,-1-1 0,1 0 0,0 0 0,0 1 0,0-1 0,-1 0 0,1 0 0,-1 0 0,1 0 0,-1 0 0,1-1 0,-1 1 0,1 0 0,-1-1 0,0 1 0,-3 0 0,-50 9 0,51-9 0,-40 4 0,-78-1 0,109-5 0,-1 1 0,1-2 0,-1 0 0,1-1 0,0 0 0,0-1 0,0 0 0,1-1 0,-1 0 0,-12-8 0,19 8 0,1 0 0,0 0 0,0 0 0,0 0 0,1-1 0,-1 0 0,1 0 0,1 0 0,-1 0 0,1 0 0,0-1 0,1 0 0,-1 0 0,1 1 0,1-1 0,-1-1 0,1 1 0,0 0 0,1 0 0,0 0 0,0 0 0,0-1 0,1 1 0,3-11 0,-2 4 0,1 0 0,0 1 0,2-1 0,-1 1 0,2 0 0,-1 0 0,2 1 0,0-1 0,0 2 0,1-1 0,17-18 0,-18 24 0,0 1 0,0-1 0,1 2 0,0-1 0,0 1 0,0 0 0,1 1 0,-1 0 0,1 0 0,0 1 0,-1 0 0,1 1 0,0 0 0,0 0 0,0 1 0,0 0 0,0 0 0,0 1 0,0 0 0,13 4 0,-20-4 0,0-1 0,0 1 0,-1 0 0,1-1 0,0 1 0,-1 0 0,1 0 0,0 0 0,-1 0 0,1 1 0,-1-1 0,0 0 0,1 1 0,1 1 0,-3-2 0,0-1 0,1 1 0,-1 0 0,0 0 0,0 0 0,1 0 0,-1-1 0,0 1 0,0 0 0,0 0 0,0 0 0,0 0 0,0 0 0,0 0 0,0-1 0,-1 1 0,1 0 0,0 0 0,0 0 0,-1 0 0,0 1 0,-1 1 0,0 0 0,-1 0 0,1-1 0,-1 1 0,1-1 0,-1 1 0,0-1 0,0 0 0,0 0 0,0 0 0,-1 0 0,-4 2 0,-16 3-227,0-1-1,0 0 1,-1-2-1,0-1 1,-47 0-1,26-2-6598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16:04:45.8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99 24575,'3'1'0,"-1"-1"0,1 1 0,0-1 0,0 1 0,-1 0 0,1 0 0,0 0 0,-1 0 0,1 1 0,-1-1 0,1 1 0,-1-1 0,0 1 0,0 0 0,1 0 0,-1 0 0,-1 0 0,1 0 0,0 0 0,2 5 0,28 58 0,-24-46 0,16 40 0,23 44 0,-34-90 0,-5-21 0,0-33 0,-7 33 0,3-18 20,1 1 0,1 0 0,1 1 0,1 0 0,15-30 0,-17 42-144,0 0 0,1 0 1,1 1-1,0 0 0,0 0 0,1 1 1,0 0-1,1 1 0,0 0 0,1 1 1,21-14-1,8 3-6702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16:04:46.7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0 24575,'0'398'0,"0"-397"0,-1-1 0,1 1 0,0-1 0,0 1 0,0-1 0,0 1 0,0-1 0,0 1 0,0-1 0,0 1 0,0-1 0,0 1 0,0-1 0,0 1 0,0-1 0,1 1 0,-1-1 0,0 0 0,0 1 0,0-1 0,1 1 0,-1-1 0,0 1 0,1-1 0,-1 0 0,0 1 0,1-1 0,-1 0 0,0 1 0,1-1 0,-1 0 0,1 1 0,-1-1 0,0 0 0,1 0 0,-1 0 0,1 1 0,-1-1 0,1 0 0,-1 0 0,1 0 0,-1 0 0,1 0 0,-1 0 0,1 0 0,-1 0 0,1 0 0,-1 0 0,1 0 0,-1 0 0,1 0 0,-1 0 0,1-1 0,-1 1 0,0 0 0,1 0 0,-1-1 0,1 1 0,-1 0 0,1 0 0,-1-1 0,0 1 0,1 0 0,-1-1 0,0 1 0,1-1 0,-1 1 0,0 0 0,1-1 0,30-31 0,-28 29 0,5-7 0,18-21 0,1 1 0,1 1 0,2 2 0,61-45 0,-67 59-124,1 0 0,1 2 0,0 0 0,0 2 0,1 1 0,0 1-1,0 1 1,1 2 0,-1 0 0,57 2 0,-41 2-6702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16:04:47.9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438 52 24575,'0'67'0,"3"107"0,-1-150 0,1 1 0,1-1 0,1 1 0,16 42 0,-18-59 0,0-1 0,1 1 0,0-1 0,0 0 0,1 0 0,0 0 0,0-1 0,1 1 0,0-1 0,8 6 0,-11-9 0,1 0 0,0-1 0,0 1 0,0-1 0,1 0 0,-1-1 0,0 1 0,1-1 0,-1 0 0,1 0 0,-1 0 0,1 0 0,-1-1 0,1 0 0,0 0 0,-1 0 0,1 0 0,0-1 0,7-2 0,-1 0 0,0-1 0,-1 0 0,1-1 0,-1 0 0,0-1 0,0 0 0,0 0 0,-1-1 0,10-10 0,4-6 0,36-48 0,-31 37 0,-28 33 0,0 1 0,0 0 0,0-1 0,0 1 0,1 0 0,-1-1 0,0 1 0,0 0 0,0-1 0,1 1 0,-1 0 0,0 0 0,0-1 0,1 1 0,-1 0 0,0 0 0,1 0 0,-1 0 0,0-1 0,1 1 0,-1 0 0,0 0 0,1 0 0,-1 0 0,0 0 0,1 0 0,-1 0 0,0 0 0,1 0 0,-1 0 0,1 0 0,-1 0 0,0 0 0,1 0 0,-1 0 0,0 0 0,1 0 0,-1 1 0,1-1 0,5 17 0,-4 29 0,-2-44 0,-11 603 0,11-568 0,-2-1 0,-1 0 0,-9 41 0,9-62 0,-2 0 0,0-1 0,0 1 0,-2-1 0,1 0 0,-2 0 0,0-1 0,0 0 0,-20 22 0,17-23 0,-1 1 0,1-2 0,-2 0 0,0 0 0,0-1 0,-1-1 0,0 0 0,0-1 0,-1-1 0,0 0 0,-1-1 0,1 0 0,-1-1 0,0-1 0,-1-1 0,1 0 0,0-1 0,-1-1 0,0-1 0,1 0 0,-1-1 0,1 0 0,-20-5 0,17 0 0,1 0 0,0-2 0,0 0 0,0 0 0,1-2 0,0 0 0,1-1 0,-16-14 0,9 6 0,1-2 0,1-1 0,1 0 0,-27-38 0,36 42 0,1 0 0,1-1 0,0 0 0,1 0 0,1 0 0,1-1 0,1 0 0,1-1 0,0 1 0,2-1 0,0 1 0,2-1 0,0 0 0,4-25 0,-2 37 0,0 1 0,0 0 0,1 0 0,0 0 0,1 0 0,-1 0 0,2 1 0,-1-1 0,1 1 0,0 0 0,1 1 0,-1-1 0,1 1 0,11-9 0,9-4 0,0 1 0,48-25 0,-70 41 0,197-101 0,311-112 0,231-30 0,-456 155 0,-124 36-1365,-40 10-5461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16:04:49.5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24575,'0'9'0,"0"10"0,0 9 0,0 17 0,0 9 0,0 2 0,0 1 0,0-3 0,8-1 0,11-2 0,1-2 0,-2-1 0,-4-8-8191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16:05:05.2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3769 0 24575,'-30'29'0,"-2"-1"0,-49 32 0,-14 13 0,-357 250 0,210-161 0,227-150 0,2 0 0,-1 0 0,2 1 0,0 1 0,-18 25 0,-17 21 0,40-54 0,0 1 0,0-2 0,0 1 0,-1-1 0,0 0 0,0 0 0,-1-1 0,1 0 0,-1-1 0,0 0 0,0 0 0,0-1 0,0 0 0,-13 1 0,-16 0 0,-1-2 0,-45-4 0,31 1 0,-803-4 0,716 6 0,82 0 0,1 1 0,-1 4 0,1 1 0,0 4 0,1 1 0,0 4 0,-102 39 0,-136 70 0,174-75 0,98-39 0,0 0 0,0 2 0,2 0 0,0 1 0,0 1 0,1 1 0,1 0 0,0 2 0,1 0 0,1 1 0,1 1 0,0 0 0,2 1 0,-15 28 0,15-28 0,1 1 0,0 1 0,2 0 0,1 1 0,1 0 0,1 0 0,1 1 0,1 0 0,-4 46 0,15 256 0,-3-308 0,0 0 0,1 0 0,1-1 0,1 0 0,0 0 0,1 0 0,1 0 0,19 29 0,8 3 0,55 60 0,-60-73 0,0-3 0,2-1 0,1-1 0,1-2 0,47 31 0,161 78 0,-162-95 0,-47-24 0,0-1 0,2-1 0,0-3 0,67 20 0,7-9 0,-22-4 0,134 15 0,518 75 0,-624-93 0,160 4 0,116-21 0,-349-1 0,47 3 0,-1 5 0,111 23 0,106 10 0,724-29 0,-682-15 0,69-14 0,-331 7 0,0-4 0,151-44 0,282-141 0,-15-33 0,-435 200 0,-9 5 0,-8 4 0,97-59 0,-134 72 0,0 0 0,-1 0 0,0-2 0,-1 1 0,-1-2 0,1 1 0,-2-2 0,0 1 0,-1-1 0,0-1 0,7-16 0,11-42 0,34-142 0,-40 129 0,-16 65 0,0 0 0,-2 0 0,0-1 0,-1 0 0,-2 1 0,-2-38 0,0 46 0,-1 0 0,0 0 0,0 0 0,-1 1 0,-1-1 0,0 1 0,-1 0 0,0 1 0,-1-1 0,0 1 0,0 0 0,-15-14 0,-2 2 0,-1 0 0,-1 2 0,-1 1 0,-1 1 0,-1 1 0,0 1 0,-1 2 0,-1 1 0,-54-16 0,-26-1 0,-170-24 0,235 47 0,-194-30 0,-2 10 0,-269 3 0,112 1 0,62 1 0,192 22 0,39 2 0,0-4 0,1-5 0,-123-25 0,138 15 0,0 3 0,-1 5 0,-120 2 0,168 6 0,1-2 0,-55-13 0,-52-4 0,75 13 0,-115-28 0,112 19 0,-96-8 0,-256-15 0,106 21-1365,278 19-5461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16:05:06.8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1 24575,'660'0'0,"-629"2"0,-1 1 0,0 2 0,0 1 0,48 16 0,-73-20 0,0 0 0,-1 0 0,1 1 0,0-1 0,-1 1 0,0 0 0,1 0 0,-1 0 0,0 1 0,-1 0 0,1-1 0,-1 1 0,1 0 0,-1 1 0,0-1 0,-1 1 0,1-1 0,-1 1 0,0 0 0,0 0 0,-1 0 0,1 0 0,0 7 0,2 12 0,-1-1 0,-2 1 0,-2 45 0,0-37 0,-1 93 0,-4 124 0,4-231 0,0 0 0,0-1 0,-2 1 0,0-1 0,-2 0 0,1 0 0,-2 0 0,0-1 0,-1 0 0,-1 0 0,-1-1 0,-20 26 0,20-30 0,0-1 0,-1 0 0,0 0 0,0-1 0,-1-1 0,-1 0 0,1 0 0,-1-1 0,0-1 0,-1 0 0,1-1 0,-1-1 0,0 0 0,-1-1 0,1 0 0,-15 0 0,-215-3 0,125-4 0,92 4-170,0-1-1,0-2 0,0-1 1,0-1-1,1-1 0,0-1 1,-32-13-1,27 4-6655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16:05:08.2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905 739 24575,'-239'3'0,"-247"-7"0,477 4 0,1 0 0,0-1 0,-1-1 0,1 1 0,0-1 0,0 0 0,0-1 0,0 0 0,0 0 0,1-1 0,-1 0 0,1 0 0,0-1 0,0 0 0,-7-6 0,9 4 0,0 1 0,0-1 0,1 0 0,0 0 0,0-1 0,0 1 0,1-1 0,0 0 0,1 1 0,-1-1 0,2-1 0,-1 1 0,1 0 0,0 0 0,1-9 0,0 2 0,2 0 0,0 0 0,0 0 0,1 0 0,1 1 0,1-1 0,0 1 0,1 0 0,0 0 0,1 1 0,0 0 0,1 0 0,1 0 0,0 1 0,11-11 0,11-10 0,1 1 0,2 2 0,64-47 0,-66 55 0,1 1 0,1 2 0,0 1 0,2 2 0,-1 1 0,2 2 0,47-11 0,-80 23 0,-1 0 0,1 0 0,-1 1 0,1-1 0,0 1 0,-1 0 0,1 0 0,0 0 0,-1 1 0,1-1 0,-1 1 0,1 0 0,-1 0 0,1 0 0,-1 0 0,0 1 0,1-1 0,-1 1 0,0 0 0,0 0 0,0 0 0,0 1 0,-1-1 0,1 0 0,-1 1 0,1 0 0,-1 0 0,0 0 0,0 0 0,0 0 0,0 0 0,-1 0 0,1 0 0,-1 1 0,1 3 0,0 0 0,-1 1 0,0-1 0,0 0 0,-1 0 0,1 1 0,-2-1 0,1 0 0,-1 1 0,0-1 0,-1 0 0,0 0 0,0 0 0,0 0 0,-1 0 0,0-1 0,-7 13 0,-2 0 0,-1-1 0,-1-1 0,-1 0 0,-22 21 0,28-31 0,1 0 0,-1-1 0,-1 0 0,1 0 0,-1-1 0,0 0 0,0-1 0,-1 0 0,1-1 0,-21 4 0,-40 5-113,-18 3-513,-127 6 0,175-21-6200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16:05:09.5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0 279 24575,'2'235'0,"6"-284"0,2 2 0,2-1 0,2 1 0,3 1 0,24-48 0,-37 85 0,1 1 0,0 0 0,1 0 0,0 0 0,0 1 0,1 0 0,0 0 0,0 0 0,1 1 0,-1 0 0,1 1 0,1-1 0,-1 2 0,1-1 0,0 1 0,9-3 0,13-2 0,0 1 0,0 2 0,49-3 0,-26 2 0,176-20-1365,-175 22-5461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16:05:10.5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336 1 24575,'-8'2'0,"0"1"0,1 0 0,-1 0 0,1 1 0,0 0 0,0 0 0,1 1 0,-1-1 0,1 2 0,-10 8 0,3-2 0,-6 4 0,2 1 0,0 1 0,1 0 0,1 1 0,1 1 0,-17 30 0,12-13 0,1 0 0,-25 79 0,36-95 0,2 0 0,0 0 0,1 0 0,-1 39 0,5-53 0,0-1 0,0 0 0,1 1 0,-1-1 0,2 0 0,-1 1 0,1-1 0,0 0 0,0 0 0,0 0 0,1-1 0,0 1 0,0 0 0,1-1 0,-1 0 0,1 0 0,0 0 0,1 0 0,-1-1 0,9 7 0,3-1 0,1-1 0,0 0 0,1-1 0,0-1 0,0-1 0,0 0 0,1-2 0,-1 0 0,24 2 0,28-1 0,80-3 0,-102-3 0,19 2 0,-41 1 0,1-1 0,0-2 0,0 0 0,0-2 0,42-10 0,-63 10 0,1 0 0,0-1 0,-1 0 0,1 0 0,-1 0 0,0-1 0,-1 0 0,1 0 0,-1-1 0,0 1 0,0-1 0,-1 0 0,0 0 0,0-1 0,0 1 0,-1-1 0,1 0 0,-2 0 0,1 0 0,-1 0 0,0-1 0,-1 1 0,0 0 0,0-1 0,0-11 0,0 7 0,-1 0 0,0 1 0,-1-1 0,0 0 0,-1 1 0,0-1 0,0 1 0,-2-1 0,1 1 0,-2 0 0,1 1 0,-1-1 0,-1 1 0,0 0 0,-12-16 0,-4 6 0,0 2 0,-1 0 0,0 2 0,-2 0 0,-28-13 0,17 9 0,-49-35 0,76 48-124,-1 1 0,0 0 0,-1 0 0,1 1 0,-1 1 0,0 0-1,0 0 1,0 1 0,-1 0 0,-14-1 0,-10 0-6702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16:05:11.8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0 201 24575,'1'19'0,"1"0"0,1 1 0,6 23 0,4 24 0,6 219 0,-17-313 0,0 1 0,2-1 0,0 0 0,2 1 0,1 0 0,2 1 0,0 0 0,13-25 0,0 6 0,2 1 0,2 1 0,47-58 0,-56 79 0,1 1 0,0 1 0,2 1 0,22-17 0,-33 29 0,0-1 0,1 1 0,0 1 0,0 0 0,0 0 0,1 1 0,-1 0 0,1 1 0,0 0 0,0 1 0,0 0 0,13 0 0,-20 2 0,0 1 0,-1-1 0,1 1 0,0 0 0,0-1 0,-1 2 0,1-1 0,-1 0 0,1 1 0,-1 0 0,1-1 0,-1 1 0,0 1 0,0-1 0,0 0 0,0 1 0,0-1 0,-1 1 0,1 0 0,-1 0 0,0 0 0,1 0 0,-2 1 0,1-1 0,0 1 0,-1-1 0,1 1 0,-1-1 0,0 1 0,1 4 0,2 13 0,0 0 0,-1 0 0,-1 0 0,-1 24 0,0-31 0,-4 191 0,122-403 0,-97 168 0,47-48 0,-62 71 0,0 0 0,1 1 0,0-1 0,0 1 0,1 1 0,0 0 0,-1 0 0,2 0 0,-1 1 0,0 1 0,17-5 0,-22 8 0,0-1 0,0 1 0,0-1 0,0 1 0,0 1 0,0-1 0,0 0 0,0 1 0,0 0 0,0 0 0,0 0 0,-1 0 0,1 1 0,0-1 0,-1 1 0,1 0 0,-1 0 0,6 5 0,-4-2 0,0 0 0,-1 1 0,1-1 0,-1 1 0,-1 0 0,1 0 0,-1 0 0,0 0 0,0 1 0,1 6 0,3 12 0,-1 1 0,-2 0 0,0 0 0,-1 42 0,-5 49-1365,0-69-5461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16:05:13.1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95 433 24575,'14'-1'0,"1"-1"0,-1-1 0,0 0 0,0-1 0,0 0 0,24-12 0,21-5 0,-26 11 0,197-65 0,-193 61 0,0-3 0,-2 0 0,0-3 0,33-23 0,-58 35 0,-1 0 0,0 0 0,0-1 0,0 0 0,-1-1 0,11-16 0,-18 24 0,0 0 0,1 0 0,-1 0 0,0 0 0,0 0 0,0 0 0,0 0 0,0 0 0,0 0 0,-1 0 0,1 0 0,-1-1 0,0 1 0,1 0 0,-1 0 0,0-1 0,0 1 0,-1 0 0,1-1 0,0 1 0,-1 0 0,1 0 0,-1 0 0,0 0 0,0-1 0,0 1 0,0 0 0,0 0 0,0 0 0,0 1 0,-1-1 0,1 0 0,-1 0 0,1 1 0,-1-1 0,0 1 0,1-1 0,-1 1 0,0 0 0,0 0 0,0 0 0,0 0 0,-2-1 0,-9-3 0,0 1 0,0 1 0,0 0 0,0 1 0,-1 0 0,1 1 0,0 0 0,-25 3 0,-1 2 0,-66 15 0,69-9 0,1 1 0,1 2 0,0 2 0,1 1 0,1 1 0,0 2 0,2 1 0,-57 48 0,70-47 0,0 0 0,1 0 0,1 2 0,1 0 0,1 0 0,1 1 0,-18 51 0,24-59 0,1 1 0,0-1 0,1 1 0,1-1 0,-1 20 0,3-32 0,1 0 0,0 0 0,0 0 0,0 0 0,0-1 0,1 1 0,0 0 0,-1 0 0,2 0 0,-1-1 0,0 1 0,1 0 0,-1-1 0,1 1 0,0-1 0,0 0 0,0 1 0,1-1 0,-1 0 0,1 0 0,0-1 0,-1 1 0,1-1 0,0 1 0,1-1 0,-1 0 0,0 0 0,6 2 0,8 1 0,0 0 0,1-1 0,-1-1 0,1-1 0,0-1 0,0 0 0,0-1 0,-1-1 0,32-6 0,19-6 0,76-26 0,-108 28 0,10-4 0,-1-2 0,-1-1 0,0-3 0,43-28 0,22-6-1365,-81 37-5461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16:05:30.8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2785 1 24575,'-6'1'0,"1"1"0,-1-1 0,1 1 0,-1 1 0,1-1 0,0 1 0,0 0 0,0 0 0,1 0 0,-1 1 0,1-1 0,0 1 0,-1 0 0,2 0 0,-8 10 0,1-3 0,-175 193 0,-237 232 0,409-424 0,0-1 0,-1-1 0,0 0 0,0-1 0,-31 14 0,38-20 0,-1-1 0,1 1 0,0-2 0,-1 1 0,1-1 0,-1 0 0,1-1 0,-1 1 0,1-2 0,-1 1 0,0-1 0,1 0 0,-1-1 0,1 1 0,-12-6 0,-56-23 0,-122-41 0,168 63 0,1 2 0,-1 1 0,0 1 0,0 2 0,-42 1 0,-79 12 0,1 6 0,1 7 0,-190 55 0,296-65 0,2 3 0,0 0 0,0 3 0,2 1 0,1 2 0,0 2 0,2 1 0,1 2 0,1 1 0,2 1 0,-37 47 0,56-62 0,1 1 0,2 0 0,-1 1 0,2 0 0,0 0 0,1 1 0,1 0 0,0 0 0,2 0 0,0 1 0,1 0 0,1 0 0,0-1 0,2 1 0,1 23 0,2-12 0,0 1 0,2-1 0,2 0 0,0-1 0,2 0 0,2 0 0,0-1 0,26 46 0,-29-62 0,0-1 0,0 0 0,1 0 0,0-1 0,1 0 0,0-1 0,1 0 0,0 0 0,0-1 0,1-1 0,20 10 0,7 0 0,1-2 0,57 14 0,-37-13 0,90 20 0,-93-25 0,79 28 0,-95-26 0,1-1 0,0-2 0,1-2 0,64 4 0,175-10 0,-175-4 0,256 3 0,257-6 0,-581 4 0,0-1 0,0-2 0,-1-2 0,1-1 0,-1-2 0,0-2 0,-1-1 0,-1-2 0,51-27 0,35-33 0,211-169 0,-297 211 0,-1-2 0,-2-1 0,47-63 0,70-127 0,-145 216 0,10-18 0,0 0 0,-3 0 0,0-2 0,-1 1 0,-2-2 0,-1 1 0,-2-1 0,0 0 0,-2 0 0,-2-1 0,0 0 0,-2 1 0,-7-56 0,5 79 0,0-1 0,0 0 0,0 1 0,-1-1 0,0 1 0,0 0 0,-1 0 0,0 0 0,0 0 0,-1 1 0,0 0 0,0 0 0,0 0 0,-1 0 0,0 1 0,0 0 0,0 0 0,-1 1 0,0 0 0,0 0 0,-13-6 0,-12-3 0,-1 1 0,-1 2 0,-55-10 0,74 17 0,-60-10 0,0 3 0,-1 4 0,-143 5 0,-225 53 0,137-20 0,2-1 0,289-29-151,0 0-1,1 2 0,-1-1 0,1 2 1,0 0-1,0 1 0,1 0 1,-17 11-1,-1 6-6674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16:05:32.5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131 9 24575,'56'0'0,"165"-8"0,-215 8 0,-1 0 0,1 0 0,-1 0 0,1 1 0,0 0 0,-1 0 0,1 0 0,-1 1 0,0-1 0,1 1 0,-1 1 0,0-1 0,0 1 0,0 0 0,-1 0 0,1 0 0,-1 1 0,1-1 0,-1 1 0,0 0 0,-1 0 0,1 1 0,-1-1 0,0 1 0,0 0 0,0 0 0,0 0 0,1 5 0,6 15 0,0-1 0,-2 1 0,-1 1 0,6 43 0,-2 2 0,13 65 0,-19-116 0,0 1 0,-2-1 0,0 0 0,-1 1 0,-1 0 0,-1-1 0,-1 1 0,0 0 0,-2-1 0,0 1 0,-2-1 0,0 0 0,-1 0 0,-1-1 0,-1 0 0,-1 0 0,0-1 0,-1 0 0,-20 26 0,22-34 0,0-1 0,-1 0 0,0-1 0,-1 0 0,1 0 0,-1-1 0,-1 0 0,0-1 0,0 0 0,0 0 0,0-2 0,-1 1 0,0-1 0,-13 2 0,-1-1 0,1-1 0,-1-1 0,0-1 0,0-1 0,-44-6 0,61 5-59,0-2 0,1 1-1,0-1 1,-1-1-1,1 0 1,0 0 0,0 0-1,0-1 1,1 0 0,-1-1-1,1 1 1,0-2 0,0 1-1,1-1 1,-1 0-1,1 0 1,1 0 0,-1-1-1,1 0 1,0 0 0,1-1-1,-8-15 1,-1-4-6767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16:05:33.7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305 1 24575,'-1'3'0,"0"1"0,-1 0 0,0 0 0,0-1 0,0 1 0,0-1 0,-1 0 0,1 0 0,-1 0 0,0 0 0,0 0 0,0 0 0,0-1 0,-5 3 0,2 1 0,-6 4 0,-25 19 0,2 1 0,1 2 0,2 1 0,1 2 0,-34 49 0,64-82 0,-1 1 0,1 0 0,-1 0 0,1-1 0,0 1 0,0 0 0,0 0 0,0 0 0,0 0 0,1 0 0,0 0 0,-1 1 0,1-1 0,0 0 0,0 0 0,1 0 0,-1 0 0,1 0 0,0 0 0,-1 0 0,1 0 0,0 0 0,1 0 0,-1 0 0,0-1 0,1 1 0,0 0 0,0-1 0,0 1 0,0-1 0,0 0 0,0 0 0,0 0 0,1 0 0,-1 0 0,1 0 0,2 1 0,6 4 0,1-1 0,-1 0 0,1-1 0,0 0 0,0-1 0,0-1 0,22 4 0,-30-6 0,-1-1 0,0 1 0,1-1 0,-1 0 0,1 0 0,-1 0 0,0-1 0,1 1 0,-1-1 0,0 0 0,1 0 0,-1 0 0,0 0 0,0 0 0,0-1 0,0 0 0,0 1 0,0-1 0,0 0 0,-1-1 0,1 1 0,-1 0 0,1-1 0,-1 1 0,0-1 0,0 0 0,0 0 0,0 1 0,-1-1 0,1-1 0,-1 1 0,2-6 0,3-11 0,-1 0 0,-1-1 0,-1 1 0,1-33 0,2-8 0,-5 56 0,0 1 0,0-1 0,0 1 0,1-1 0,0 1 0,-1 0 0,2 0 0,-1 0 0,0 0 0,1 0 0,0 0 0,5-5 0,-7 8 0,-1 1 0,1-1 0,1 0 0,-1 1 0,0-1 0,0 1 0,0-1 0,0 1 0,0-1 0,0 1 0,1 0 0,-1 0 0,0-1 0,0 1 0,0 0 0,1 0 0,-1 0 0,0 0 0,0 1 0,2-1 0,0 1 0,-1 0 0,1 0 0,-1 1 0,0-1 0,1 1 0,-1-1 0,0 1 0,0 0 0,0 0 0,0 0 0,0 0 0,2 4 0,2 2 10,-1 1 0,-1 0-1,0 0 1,0 0-1,-1 0 1,0 1 0,0-1-1,1 15 1,10 28-1462,-2-20-5374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16:05:34.6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24575,'-1'107'0,"4"125"0,-2-224 0,0 1 0,0-1 0,1 0 0,0 0 0,1 0 0,-1 0 0,2-1 0,-1 1 0,1-1 0,0 0 0,1 0 0,0 0 0,8 9 0,-11-13 0,1-1 0,-1 0 0,0 0 0,1 0 0,-1-1 0,1 1 0,0-1 0,-1 1 0,1-1 0,0 0 0,0 0 0,0 0 0,0 0 0,0-1 0,0 1 0,0-1 0,0 0 0,0 0 0,0 0 0,0 0 0,0 0 0,0-1 0,0 0 0,0 1 0,0-1 0,0 0 0,0 0 0,0 0 0,-1-1 0,1 1 0,0-1 0,-1 0 0,1 1 0,-1-1 0,0 0 0,1 0 0,-1-1 0,0 1 0,2-3 0,105-127 0,-59 67 0,-27 33 0,-17 23 0,-1 1 0,1 0 0,1 0 0,-1 0 0,2 1 0,-1 0 0,1 0 0,-1 1 0,2 0 0,10-6 0,-18 11 4,1 1 0,0-1 0,0 0 0,0 1 0,0 0 0,0 0-1,0-1 1,0 1 0,-1 0 0,1 0 0,0 1 0,0-1 0,0 0 0,0 1-1,0-1 1,0 1 0,0 0 0,-1-1 0,1 1 0,0 0 0,-1 0 0,1 0-1,2 2 1,29 35-1462,-11-4-5368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16:05:35.3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24575,'0'16'0,"0"14"0,8 9 0,2 14 0,8-2 0,1 6 0,-3 2 0,-4-1 0,4-3 0,-1-2 0,-3-3 0,-3-1 0,-4-2 0,-2 0 0,-1-8-8191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2T16:05:36.2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24575,'0'16'0,"8"6"0,3 6 0,8 7 0,8 5 0,-1 4 0,4 3 0,-3 1 0,-7-8-8191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0EF95B-9744-42BF-8E95-B5A640A352E6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23B401-C566-4517-ADD4-C67058331A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927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C6A4B-E724-C642-63ED-9C1381B808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85E653-4903-1005-D15B-66DB874D2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4A978-A4B2-A67F-C69F-38ADC7DB4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910B7-42B2-3D3D-3AE4-AC7E6C388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F21657-9CFD-95BE-EEE3-E1B47D77D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272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00003-439B-FA69-F591-6D66E2741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20904-0912-32D7-F6E6-31372E488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3E7E8-F851-BEB7-2C68-8FE1EF674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AE2CA-7781-6E95-12BA-557F775A9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9952B-F381-1189-2020-9A14F470C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639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9F060-3D96-5480-3C88-EE775B82F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3569D8-9209-8B7C-1538-E818415FF6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F66B1C-5056-EDDF-CD36-E7BFD2F43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F8CB3-3858-3C51-AA38-3F86C0974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EA923-CF31-8772-A331-247B9144D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05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F25B0-376D-3011-4FDF-D4CA713D7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71C86-3E65-FA4B-6F6C-0BB7AA3900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FE646B-5AE1-A23D-3D1F-474544BF3B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B279F2-41EE-1489-59DC-32CD90629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9EC4E9-67EE-D095-37A7-39EFE82D1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7B2442-8F9C-AC5E-9546-BDE753C18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941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C8DBA-2489-9EF4-F45E-238BC26EF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D34AAF-B93F-48B6-1B8B-FD3E959FB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D8698B-3528-B8DC-27B8-D49145D604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9008AA-A42D-2259-0D36-908024A20B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8A62E1-25E1-7552-ABA8-BE7F2A3B1B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97670D-8F54-733D-3639-1B7CCE4C1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3C6C20-7A45-CC6A-CA55-61F7CCF3B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B7766C-30F5-1A8E-58AF-CDC986CF8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576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B690D-7611-3967-E6F3-81F032CFF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1D4BA6-7CE7-229C-2BD5-FECCA2886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CA691A-621C-6EB1-3EB8-CA9FF47FB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257F05-B410-F8DD-455C-490CEB149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566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709F58-5A85-92F4-B06D-216430334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9B9967-5360-F0CB-62AE-C03CEF75E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5E68E6-84C0-1723-6611-61380FA19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955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855B2-ECD6-C08F-72AD-183650C66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96BA6-2739-2BD7-969A-4113A5119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886298-57FD-A8A8-D424-73178F2DB4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D784E3-D576-8AA7-A98D-17AA30F76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948EE1-5288-E1AE-89F1-37B64F23E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C75274-EEF3-4830-9978-53BE36B7A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701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332C3-BAF4-D846-43C1-525BE354E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72DC9A-2E8B-6C73-166E-961BCED000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CE3A54-E42B-7858-93B4-F1A981487B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C60C9-5A10-7256-4190-5DE6C1C30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52744C-0DE9-DCDB-4998-7A3221F15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D5596-7365-792E-D0E3-4ED3B5E7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055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A8605-B3B6-D788-279D-476906E34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AD9E01-2C5E-0FD4-BF7C-54659537D7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685CA-CEBB-6B85-90D4-1BEF716FC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0A526-A1AA-3BC7-DC9D-B44EBC07B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ED0B1-5EB5-A414-75E8-6BA511C07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256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BD8E7E-5301-E447-23C8-B8B5D2932F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336805-717E-9F25-0794-88BD42C6E8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3C3FF-BEC2-31C8-6723-85EC31276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A1747-0799-AAD2-1377-F19D1A5E7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CF77C4-38FB-B4D4-348D-9D2957422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171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A3BEBB-B682-7839-B2B4-500CE17CB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BD3092-A078-5BEF-361E-CB3FDD457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44A81F-9B16-8EEC-9FE4-9E9D0C8E87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CFA067-BC5A-4095-A3A5-99A1BAFE9208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43794-F45F-30BE-BC6F-DDF9A70C2A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2708D-8AD6-9D50-70CF-8FFDD3AB7B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898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4.png"/><Relationship Id="rId21" Type="http://schemas.openxmlformats.org/officeDocument/2006/relationships/customXml" Target="../ink/ink10.xml"/><Relationship Id="rId42" Type="http://schemas.openxmlformats.org/officeDocument/2006/relationships/image" Target="../media/image22.png"/><Relationship Id="rId47" Type="http://schemas.openxmlformats.org/officeDocument/2006/relationships/customXml" Target="../ink/ink23.xml"/><Relationship Id="rId63" Type="http://schemas.openxmlformats.org/officeDocument/2006/relationships/customXml" Target="../ink/ink31.xml"/><Relationship Id="rId68" Type="http://schemas.openxmlformats.org/officeDocument/2006/relationships/image" Target="../media/image35.png"/><Relationship Id="rId84" Type="http://schemas.openxmlformats.org/officeDocument/2006/relationships/image" Target="../media/image43.png"/><Relationship Id="rId89" Type="http://schemas.openxmlformats.org/officeDocument/2006/relationships/customXml" Target="../ink/ink44.xml"/><Relationship Id="rId16" Type="http://schemas.openxmlformats.org/officeDocument/2006/relationships/image" Target="../media/image9.png"/><Relationship Id="rId11" Type="http://schemas.openxmlformats.org/officeDocument/2006/relationships/customXml" Target="../ink/ink5.xml"/><Relationship Id="rId32" Type="http://schemas.openxmlformats.org/officeDocument/2006/relationships/image" Target="../media/image17.png"/><Relationship Id="rId37" Type="http://schemas.openxmlformats.org/officeDocument/2006/relationships/customXml" Target="../ink/ink18.xml"/><Relationship Id="rId53" Type="http://schemas.openxmlformats.org/officeDocument/2006/relationships/customXml" Target="../ink/ink26.xml"/><Relationship Id="rId58" Type="http://schemas.openxmlformats.org/officeDocument/2006/relationships/image" Target="../media/image30.png"/><Relationship Id="rId74" Type="http://schemas.openxmlformats.org/officeDocument/2006/relationships/image" Target="../media/image38.png"/><Relationship Id="rId79" Type="http://schemas.openxmlformats.org/officeDocument/2006/relationships/customXml" Target="../ink/ink39.xml"/><Relationship Id="rId5" Type="http://schemas.openxmlformats.org/officeDocument/2006/relationships/customXml" Target="../ink/ink2.xml"/><Relationship Id="rId90" Type="http://schemas.openxmlformats.org/officeDocument/2006/relationships/image" Target="../media/image46.png"/><Relationship Id="rId95" Type="http://schemas.openxmlformats.org/officeDocument/2006/relationships/customXml" Target="../ink/ink47.xml"/><Relationship Id="rId22" Type="http://schemas.openxmlformats.org/officeDocument/2006/relationships/image" Target="../media/image12.png"/><Relationship Id="rId27" Type="http://schemas.openxmlformats.org/officeDocument/2006/relationships/customXml" Target="../ink/ink13.xml"/><Relationship Id="rId43" Type="http://schemas.openxmlformats.org/officeDocument/2006/relationships/customXml" Target="../ink/ink21.xml"/><Relationship Id="rId48" Type="http://schemas.openxmlformats.org/officeDocument/2006/relationships/image" Target="../media/image25.png"/><Relationship Id="rId64" Type="http://schemas.openxmlformats.org/officeDocument/2006/relationships/image" Target="../media/image33.png"/><Relationship Id="rId69" Type="http://schemas.openxmlformats.org/officeDocument/2006/relationships/customXml" Target="../ink/ink34.xml"/><Relationship Id="rId80" Type="http://schemas.openxmlformats.org/officeDocument/2006/relationships/image" Target="../media/image41.png"/><Relationship Id="rId85" Type="http://schemas.openxmlformats.org/officeDocument/2006/relationships/customXml" Target="../ink/ink42.xml"/><Relationship Id="rId3" Type="http://schemas.openxmlformats.org/officeDocument/2006/relationships/customXml" Target="../ink/ink1.xml"/><Relationship Id="rId12" Type="http://schemas.openxmlformats.org/officeDocument/2006/relationships/image" Target="../media/image7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33" Type="http://schemas.openxmlformats.org/officeDocument/2006/relationships/customXml" Target="../ink/ink16.xml"/><Relationship Id="rId38" Type="http://schemas.openxmlformats.org/officeDocument/2006/relationships/image" Target="../media/image20.png"/><Relationship Id="rId46" Type="http://schemas.openxmlformats.org/officeDocument/2006/relationships/image" Target="../media/image24.png"/><Relationship Id="rId59" Type="http://schemas.openxmlformats.org/officeDocument/2006/relationships/customXml" Target="../ink/ink29.xml"/><Relationship Id="rId67" Type="http://schemas.openxmlformats.org/officeDocument/2006/relationships/customXml" Target="../ink/ink33.xml"/><Relationship Id="rId20" Type="http://schemas.openxmlformats.org/officeDocument/2006/relationships/image" Target="../media/image11.png"/><Relationship Id="rId41" Type="http://schemas.openxmlformats.org/officeDocument/2006/relationships/customXml" Target="../ink/ink20.xml"/><Relationship Id="rId54" Type="http://schemas.openxmlformats.org/officeDocument/2006/relationships/image" Target="../media/image28.png"/><Relationship Id="rId62" Type="http://schemas.openxmlformats.org/officeDocument/2006/relationships/image" Target="../media/image32.png"/><Relationship Id="rId70" Type="http://schemas.openxmlformats.org/officeDocument/2006/relationships/image" Target="../media/image36.png"/><Relationship Id="rId75" Type="http://schemas.openxmlformats.org/officeDocument/2006/relationships/customXml" Target="../ink/ink37.xml"/><Relationship Id="rId83" Type="http://schemas.openxmlformats.org/officeDocument/2006/relationships/customXml" Target="../ink/ink41.xml"/><Relationship Id="rId88" Type="http://schemas.openxmlformats.org/officeDocument/2006/relationships/image" Target="../media/image45.png"/><Relationship Id="rId91" Type="http://schemas.openxmlformats.org/officeDocument/2006/relationships/customXml" Target="../ink/ink45.xml"/><Relationship Id="rId96" Type="http://schemas.openxmlformats.org/officeDocument/2006/relationships/image" Target="../media/image4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15.png"/><Relationship Id="rId36" Type="http://schemas.openxmlformats.org/officeDocument/2006/relationships/image" Target="../media/image19.png"/><Relationship Id="rId49" Type="http://schemas.openxmlformats.org/officeDocument/2006/relationships/customXml" Target="../ink/ink24.xml"/><Relationship Id="rId57" Type="http://schemas.openxmlformats.org/officeDocument/2006/relationships/customXml" Target="../ink/ink28.xml"/><Relationship Id="rId10" Type="http://schemas.openxmlformats.org/officeDocument/2006/relationships/image" Target="../media/image6.png"/><Relationship Id="rId31" Type="http://schemas.openxmlformats.org/officeDocument/2006/relationships/customXml" Target="../ink/ink15.xml"/><Relationship Id="rId44" Type="http://schemas.openxmlformats.org/officeDocument/2006/relationships/image" Target="../media/image23.png"/><Relationship Id="rId52" Type="http://schemas.openxmlformats.org/officeDocument/2006/relationships/image" Target="../media/image27.png"/><Relationship Id="rId60" Type="http://schemas.openxmlformats.org/officeDocument/2006/relationships/image" Target="../media/image31.png"/><Relationship Id="rId65" Type="http://schemas.openxmlformats.org/officeDocument/2006/relationships/customXml" Target="../ink/ink32.xml"/><Relationship Id="rId73" Type="http://schemas.openxmlformats.org/officeDocument/2006/relationships/customXml" Target="../ink/ink36.xml"/><Relationship Id="rId78" Type="http://schemas.openxmlformats.org/officeDocument/2006/relationships/image" Target="../media/image40.png"/><Relationship Id="rId81" Type="http://schemas.openxmlformats.org/officeDocument/2006/relationships/customXml" Target="../ink/ink40.xml"/><Relationship Id="rId86" Type="http://schemas.openxmlformats.org/officeDocument/2006/relationships/image" Target="../media/image44.png"/><Relationship Id="rId94" Type="http://schemas.openxmlformats.org/officeDocument/2006/relationships/image" Target="../media/image48.png"/><Relationship Id="rId4" Type="http://schemas.openxmlformats.org/officeDocument/2006/relationships/image" Target="../media/image3.png"/><Relationship Id="rId9" Type="http://schemas.openxmlformats.org/officeDocument/2006/relationships/customXml" Target="../ink/ink4.xml"/><Relationship Id="rId13" Type="http://schemas.openxmlformats.org/officeDocument/2006/relationships/customXml" Target="../ink/ink6.xml"/><Relationship Id="rId18" Type="http://schemas.openxmlformats.org/officeDocument/2006/relationships/image" Target="../media/image10.png"/><Relationship Id="rId39" Type="http://schemas.openxmlformats.org/officeDocument/2006/relationships/customXml" Target="../ink/ink19.xml"/><Relationship Id="rId34" Type="http://schemas.openxmlformats.org/officeDocument/2006/relationships/image" Target="../media/image18.png"/><Relationship Id="rId50" Type="http://schemas.openxmlformats.org/officeDocument/2006/relationships/image" Target="../media/image26.png"/><Relationship Id="rId55" Type="http://schemas.openxmlformats.org/officeDocument/2006/relationships/customXml" Target="../ink/ink27.xml"/><Relationship Id="rId76" Type="http://schemas.openxmlformats.org/officeDocument/2006/relationships/image" Target="../media/image39.png"/><Relationship Id="rId97" Type="http://schemas.openxmlformats.org/officeDocument/2006/relationships/customXml" Target="../ink/ink48.xml"/><Relationship Id="rId7" Type="http://schemas.openxmlformats.org/officeDocument/2006/relationships/customXml" Target="../ink/ink3.xml"/><Relationship Id="rId71" Type="http://schemas.openxmlformats.org/officeDocument/2006/relationships/customXml" Target="../ink/ink35.xml"/><Relationship Id="rId92" Type="http://schemas.openxmlformats.org/officeDocument/2006/relationships/image" Target="../media/image47.png"/><Relationship Id="rId2" Type="http://schemas.openxmlformats.org/officeDocument/2006/relationships/image" Target="../media/image2.png"/><Relationship Id="rId29" Type="http://schemas.openxmlformats.org/officeDocument/2006/relationships/customXml" Target="../ink/ink14.xml"/><Relationship Id="rId24" Type="http://schemas.openxmlformats.org/officeDocument/2006/relationships/image" Target="../media/image13.png"/><Relationship Id="rId40" Type="http://schemas.openxmlformats.org/officeDocument/2006/relationships/image" Target="../media/image21.png"/><Relationship Id="rId45" Type="http://schemas.openxmlformats.org/officeDocument/2006/relationships/customXml" Target="../ink/ink22.xml"/><Relationship Id="rId66" Type="http://schemas.openxmlformats.org/officeDocument/2006/relationships/image" Target="../media/image34.png"/><Relationship Id="rId87" Type="http://schemas.openxmlformats.org/officeDocument/2006/relationships/customXml" Target="../ink/ink43.xml"/><Relationship Id="rId61" Type="http://schemas.openxmlformats.org/officeDocument/2006/relationships/customXml" Target="../ink/ink30.xml"/><Relationship Id="rId82" Type="http://schemas.openxmlformats.org/officeDocument/2006/relationships/image" Target="../media/image42.png"/><Relationship Id="rId19" Type="http://schemas.openxmlformats.org/officeDocument/2006/relationships/customXml" Target="../ink/ink9.xml"/><Relationship Id="rId14" Type="http://schemas.openxmlformats.org/officeDocument/2006/relationships/image" Target="../media/image8.png"/><Relationship Id="rId30" Type="http://schemas.openxmlformats.org/officeDocument/2006/relationships/image" Target="../media/image16.png"/><Relationship Id="rId35" Type="http://schemas.openxmlformats.org/officeDocument/2006/relationships/customXml" Target="../ink/ink17.xml"/><Relationship Id="rId56" Type="http://schemas.openxmlformats.org/officeDocument/2006/relationships/image" Target="../media/image29.png"/><Relationship Id="rId77" Type="http://schemas.openxmlformats.org/officeDocument/2006/relationships/customXml" Target="../ink/ink38.xml"/><Relationship Id="rId8" Type="http://schemas.openxmlformats.org/officeDocument/2006/relationships/image" Target="../media/image5.png"/><Relationship Id="rId51" Type="http://schemas.openxmlformats.org/officeDocument/2006/relationships/customXml" Target="../ink/ink25.xml"/><Relationship Id="rId72" Type="http://schemas.openxmlformats.org/officeDocument/2006/relationships/image" Target="../media/image37.png"/><Relationship Id="rId93" Type="http://schemas.openxmlformats.org/officeDocument/2006/relationships/customXml" Target="../ink/ink46.xml"/><Relationship Id="rId98" Type="http://schemas.openxmlformats.org/officeDocument/2006/relationships/image" Target="../media/image5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8_ZTvG1WQxM" TargetMode="Externa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9BBF4B62-D7BF-1C6A-40E3-7B807FA87977}"/>
              </a:ext>
            </a:extLst>
          </p:cNvPr>
          <p:cNvSpPr/>
          <p:nvPr/>
        </p:nvSpPr>
        <p:spPr>
          <a:xfrm>
            <a:off x="4713768" y="2110368"/>
            <a:ext cx="2565990" cy="2565990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B883CE-936E-CB73-2B3E-56A618536A26}"/>
              </a:ext>
            </a:extLst>
          </p:cNvPr>
          <p:cNvSpPr/>
          <p:nvPr/>
        </p:nvSpPr>
        <p:spPr>
          <a:xfrm>
            <a:off x="895936" y="1574232"/>
            <a:ext cx="5652932" cy="230153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541717" lon="20311593" rev="27507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TOPIC A1:</a:t>
            </a:r>
          </a:p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COMPUTER FUNDAMENTALS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C18ECD-1A29-4735-FBF9-2230E3FED94F}"/>
              </a:ext>
            </a:extLst>
          </p:cNvPr>
          <p:cNvSpPr/>
          <p:nvPr/>
        </p:nvSpPr>
        <p:spPr>
          <a:xfrm>
            <a:off x="6719147" y="2724998"/>
            <a:ext cx="4008656" cy="1160918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LESSON A1-1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5BB639-AC69-FE40-4352-5D3077A94591}"/>
              </a:ext>
            </a:extLst>
          </p:cNvPr>
          <p:cNvSpPr/>
          <p:nvPr/>
        </p:nvSpPr>
        <p:spPr>
          <a:xfrm>
            <a:off x="5001768" y="3633212"/>
            <a:ext cx="5390711" cy="867334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THE CPU AND GPU</a:t>
            </a:r>
          </a:p>
        </p:txBody>
      </p:sp>
      <p:sp>
        <p:nvSpPr>
          <p:cNvPr id="2" name="Star: 12 Points 1">
            <a:extLst>
              <a:ext uri="{FF2B5EF4-FFF2-40B4-BE49-F238E27FC236}">
                <a16:creationId xmlns:a16="http://schemas.microsoft.com/office/drawing/2014/main" id="{643B1DB0-D84C-E48C-E361-40C0C1A87A45}"/>
              </a:ext>
            </a:extLst>
          </p:cNvPr>
          <p:cNvSpPr/>
          <p:nvPr/>
        </p:nvSpPr>
        <p:spPr>
          <a:xfrm>
            <a:off x="-1482219" y="337222"/>
            <a:ext cx="1647265" cy="1647265"/>
          </a:xfrm>
          <a:prstGeom prst="star12">
            <a:avLst/>
          </a:prstGeom>
          <a:solidFill>
            <a:schemeClr val="accent5">
              <a:lumMod val="75000"/>
            </a:schemeClr>
          </a:solidFill>
          <a:ln>
            <a:noFill/>
          </a:ln>
          <a:scene3d>
            <a:camera prst="perspectiveHeroicExtremeRightFacing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HL ONLY</a:t>
            </a:r>
          </a:p>
        </p:txBody>
      </p:sp>
    </p:spTree>
    <p:extLst>
      <p:ext uri="{BB962C8B-B14F-4D97-AF65-F5344CB8AC3E}">
        <p14:creationId xmlns:p14="http://schemas.microsoft.com/office/powerpoint/2010/main" val="1878848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950A9E-999F-1BB1-2C00-779227746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86893419-8B7B-38C3-2D89-D4BB95E0AB27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D4645F-350F-77B1-036C-D01223EB808D}"/>
              </a:ext>
            </a:extLst>
          </p:cNvPr>
          <p:cNvSpPr/>
          <p:nvPr/>
        </p:nvSpPr>
        <p:spPr>
          <a:xfrm>
            <a:off x="7095753" y="1908368"/>
            <a:ext cx="4516539" cy="225568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1072296" lon="587304" rev="21567845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>
                <a:latin typeface="Bahnschrift" panose="020B0502040204020203" pitchFamily="34" charset="0"/>
              </a:rPr>
              <a:t>Pycharm</a:t>
            </a:r>
            <a:endParaRPr lang="en-US" sz="2800" dirty="0">
              <a:latin typeface="Bahnschrift" panose="020B0502040204020203" pitchFamily="34" charset="0"/>
            </a:endParaRPr>
          </a:p>
          <a:p>
            <a:pPr algn="ctr"/>
            <a:r>
              <a:rPr lang="en-US" sz="2800" dirty="0">
                <a:latin typeface="Bahnschrift" panose="020B0502040204020203" pitchFamily="34" charset="0"/>
              </a:rPr>
              <a:t>Notes Document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9CF6B3F-1F6D-7800-03EB-3D197914A30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03133FC-E875-8442-9063-C305CC0BFB20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7671A2-401B-58C3-4049-2F9F2E07BD91}"/>
              </a:ext>
            </a:extLst>
          </p:cNvPr>
          <p:cNvSpPr/>
          <p:nvPr/>
        </p:nvSpPr>
        <p:spPr>
          <a:xfrm>
            <a:off x="1109714" y="1181477"/>
            <a:ext cx="5413224" cy="539167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CPU and GPU Observation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Constructing a CPU diagram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Processor Types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The GPU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CPU and GPU differences [HL ONLY]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Lab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endParaRPr lang="en-US" sz="2800" dirty="0">
              <a:latin typeface="Bahnschrift" panose="020B0502040204020203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468F18-96E8-0BDE-DEDF-19E7735BE1E6}"/>
              </a:ext>
            </a:extLst>
          </p:cNvPr>
          <p:cNvSpPr/>
          <p:nvPr/>
        </p:nvSpPr>
        <p:spPr>
          <a:xfrm>
            <a:off x="6825600" y="1466923"/>
            <a:ext cx="5014261" cy="63244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Bahnschrift SemiBold" panose="020B0502040204020203" pitchFamily="34" charset="0"/>
              </a:rPr>
              <a:t>WHAT U NEED 4 LESSON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CD8CB0-8A02-BF4E-6CF1-A22B96E02C67}"/>
              </a:ext>
            </a:extLst>
          </p:cNvPr>
          <p:cNvSpPr/>
          <p:nvPr/>
        </p:nvSpPr>
        <p:spPr>
          <a:xfrm>
            <a:off x="1824466" y="252900"/>
            <a:ext cx="2903431" cy="9285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AGENDA</a:t>
            </a:r>
          </a:p>
        </p:txBody>
      </p:sp>
      <p:pic>
        <p:nvPicPr>
          <p:cNvPr id="2" name="What U Need 4 Lesson">
            <a:hlinkClick r:id="" action="ppaction://media"/>
            <a:extLst>
              <a:ext uri="{FF2B5EF4-FFF2-40B4-BE49-F238E27FC236}">
                <a16:creationId xmlns:a16="http://schemas.microsoft.com/office/drawing/2014/main" id="{16E677CF-DF6E-22B1-875D-4A9F6E0CC8A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739560" y="1579944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122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396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DF31C7-9D62-34F3-51FF-D499D2944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CA8483F3-9D91-69C6-DAE4-E819F0292C96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A close up of fire&#10;&#10;AI-generated content may be incorrect.">
            <a:extLst>
              <a:ext uri="{FF2B5EF4-FFF2-40B4-BE49-F238E27FC236}">
                <a16:creationId xmlns:a16="http://schemas.microsoft.com/office/drawing/2014/main" id="{9103A45C-BE5A-478E-4718-72C97F147BD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4556237" y="-1564556"/>
            <a:ext cx="6748129" cy="3830500"/>
          </a:xfrm>
          <a:prstGeom prst="rect">
            <a:avLst/>
          </a:prstGeom>
          <a:ln>
            <a:noFill/>
          </a:ln>
        </p:spPr>
      </p:pic>
      <p:pic>
        <p:nvPicPr>
          <p:cNvPr id="19" name="Picture 18" descr="A close up of fire&#10;&#10;AI-generated content may be incorrect.">
            <a:extLst>
              <a:ext uri="{FF2B5EF4-FFF2-40B4-BE49-F238E27FC236}">
                <a16:creationId xmlns:a16="http://schemas.microsoft.com/office/drawing/2014/main" id="{59044FD4-E5CB-7F72-D4E0-B3FF57F10D6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200024" y="-1477760"/>
            <a:ext cx="6748129" cy="3830500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1FB06C32-785C-D086-3043-42F7FBD0932E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ADCA5AE-052C-5076-411F-06E5A022CDA7}"/>
              </a:ext>
            </a:extLst>
          </p:cNvPr>
          <p:cNvSpPr/>
          <p:nvPr/>
        </p:nvSpPr>
        <p:spPr>
          <a:xfrm>
            <a:off x="358687" y="2026486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3C7B8BA-8B31-7B2C-E2AB-60712C1F61E8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3B4A7A-A70B-0C4A-C7FF-462ADF36D440}"/>
              </a:ext>
            </a:extLst>
          </p:cNvPr>
          <p:cNvSpPr/>
          <p:nvPr/>
        </p:nvSpPr>
        <p:spPr>
          <a:xfrm>
            <a:off x="1089140" y="1246841"/>
            <a:ext cx="9808033" cy="38305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1346875" lon="21280510" rev="11999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Construct a Binary Search Tree from the following names and tell me what the preorder and </a:t>
            </a:r>
            <a:r>
              <a:rPr lang="en-US" sz="2800" dirty="0" err="1">
                <a:solidFill>
                  <a:prstClr val="white"/>
                </a:solidFill>
                <a:latin typeface="Bahnschrift" panose="020B0502040204020203" pitchFamily="34" charset="0"/>
              </a:rPr>
              <a:t>postorder</a:t>
            </a: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 traversal outputs are:</a:t>
            </a:r>
          </a:p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John, Jamie, Josh, Joey, Jerry, Jerome, Jack, Jaul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50233D-41DE-6588-7EB0-97A3A19FFCB8}"/>
              </a:ext>
            </a:extLst>
          </p:cNvPr>
          <p:cNvSpPr/>
          <p:nvPr/>
        </p:nvSpPr>
        <p:spPr>
          <a:xfrm>
            <a:off x="1989751" y="65791"/>
            <a:ext cx="7581804" cy="9285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THE WARM UP QUESTION</a:t>
            </a:r>
          </a:p>
        </p:txBody>
      </p:sp>
      <p:pic>
        <p:nvPicPr>
          <p:cNvPr id="15" name="Picture 14" descr="A close up of fire&#10;&#10;AI-generated content may be incorrect.">
            <a:extLst>
              <a:ext uri="{FF2B5EF4-FFF2-40B4-BE49-F238E27FC236}">
                <a16:creationId xmlns:a16="http://schemas.microsoft.com/office/drawing/2014/main" id="{0572BAA1-AB30-2A31-99DA-E2636EF7873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-1297170" y="4306188"/>
            <a:ext cx="6748129" cy="3830500"/>
          </a:xfrm>
          <a:prstGeom prst="rect">
            <a:avLst/>
          </a:prstGeom>
        </p:spPr>
      </p:pic>
      <p:pic>
        <p:nvPicPr>
          <p:cNvPr id="17" name="Picture 16" descr="A close up of fire&#10;&#10;AI-generated content may be incorrect.">
            <a:extLst>
              <a:ext uri="{FF2B5EF4-FFF2-40B4-BE49-F238E27FC236}">
                <a16:creationId xmlns:a16="http://schemas.microsoft.com/office/drawing/2014/main" id="{F9670370-72F4-78E6-7DE3-64A5614A006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3605901" y="4306188"/>
            <a:ext cx="6748129" cy="3830500"/>
          </a:xfrm>
          <a:prstGeom prst="rect">
            <a:avLst/>
          </a:prstGeom>
        </p:spPr>
      </p:pic>
      <p:pic>
        <p:nvPicPr>
          <p:cNvPr id="18" name="Picture 17" descr="A close up of fire&#10;&#10;AI-generated content may be incorrect.">
            <a:extLst>
              <a:ext uri="{FF2B5EF4-FFF2-40B4-BE49-F238E27FC236}">
                <a16:creationId xmlns:a16="http://schemas.microsoft.com/office/drawing/2014/main" id="{21F28121-5FF8-B768-E483-38897AA8B76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8435162" y="4306188"/>
            <a:ext cx="6748129" cy="383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594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D0DFC3-3199-033B-3038-298117B4E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6472E3BF-C6CE-43EF-F3A1-5B79CABC1AB9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A close up of fire&#10;&#10;AI-generated content may be incorrect.">
            <a:extLst>
              <a:ext uri="{FF2B5EF4-FFF2-40B4-BE49-F238E27FC236}">
                <a16:creationId xmlns:a16="http://schemas.microsoft.com/office/drawing/2014/main" id="{33ACC825-3ABA-6D0A-87AB-5D62D374950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4556237" y="-1564556"/>
            <a:ext cx="6748129" cy="3830500"/>
          </a:xfrm>
          <a:prstGeom prst="rect">
            <a:avLst/>
          </a:prstGeom>
          <a:ln>
            <a:noFill/>
          </a:ln>
        </p:spPr>
      </p:pic>
      <p:pic>
        <p:nvPicPr>
          <p:cNvPr id="19" name="Picture 18" descr="A close up of fire&#10;&#10;AI-generated content may be incorrect.">
            <a:extLst>
              <a:ext uri="{FF2B5EF4-FFF2-40B4-BE49-F238E27FC236}">
                <a16:creationId xmlns:a16="http://schemas.microsoft.com/office/drawing/2014/main" id="{D661F8E7-2190-003A-6E09-32FEEC9A2B4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200024" y="-1477760"/>
            <a:ext cx="6748129" cy="3830500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AF7E2B55-F57C-6514-8188-15489F9C6150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2F98248-35AF-A7C4-9769-C15F6A82AD84}"/>
              </a:ext>
            </a:extLst>
          </p:cNvPr>
          <p:cNvSpPr/>
          <p:nvPr/>
        </p:nvSpPr>
        <p:spPr>
          <a:xfrm>
            <a:off x="358687" y="2026486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12AE15D-9926-4D1A-7324-FB696EEEF512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C7C95A6-B60F-E90A-E986-B69A06E5D254}"/>
              </a:ext>
            </a:extLst>
          </p:cNvPr>
          <p:cNvSpPr/>
          <p:nvPr/>
        </p:nvSpPr>
        <p:spPr>
          <a:xfrm>
            <a:off x="1089140" y="1246841"/>
            <a:ext cx="9808033" cy="38305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1346875" lon="21280510" rev="11999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endParaRPr lang="en-US" sz="2800" dirty="0">
              <a:solidFill>
                <a:prstClr val="white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39936E-DAB7-37F7-319D-B9C68CE1D055}"/>
              </a:ext>
            </a:extLst>
          </p:cNvPr>
          <p:cNvSpPr/>
          <p:nvPr/>
        </p:nvSpPr>
        <p:spPr>
          <a:xfrm>
            <a:off x="1989751" y="65791"/>
            <a:ext cx="7581804" cy="9285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THE WARM UP ANSWER</a:t>
            </a:r>
          </a:p>
        </p:txBody>
      </p:sp>
      <p:pic>
        <p:nvPicPr>
          <p:cNvPr id="15" name="Picture 14" descr="A close up of fire&#10;&#10;AI-generated content may be incorrect.">
            <a:extLst>
              <a:ext uri="{FF2B5EF4-FFF2-40B4-BE49-F238E27FC236}">
                <a16:creationId xmlns:a16="http://schemas.microsoft.com/office/drawing/2014/main" id="{E64898BC-68D5-FA85-A985-D611F313427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-1297170" y="4306188"/>
            <a:ext cx="6748129" cy="3830500"/>
          </a:xfrm>
          <a:prstGeom prst="rect">
            <a:avLst/>
          </a:prstGeom>
        </p:spPr>
      </p:pic>
      <p:pic>
        <p:nvPicPr>
          <p:cNvPr id="17" name="Picture 16" descr="A close up of fire&#10;&#10;AI-generated content may be incorrect.">
            <a:extLst>
              <a:ext uri="{FF2B5EF4-FFF2-40B4-BE49-F238E27FC236}">
                <a16:creationId xmlns:a16="http://schemas.microsoft.com/office/drawing/2014/main" id="{A7CBC7B5-E24F-C2FC-2737-1E1CAE862E6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3605901" y="4306188"/>
            <a:ext cx="6748129" cy="3830500"/>
          </a:xfrm>
          <a:prstGeom prst="rect">
            <a:avLst/>
          </a:prstGeom>
        </p:spPr>
      </p:pic>
      <p:pic>
        <p:nvPicPr>
          <p:cNvPr id="18" name="Picture 17" descr="A close up of fire&#10;&#10;AI-generated content may be incorrect.">
            <a:extLst>
              <a:ext uri="{FF2B5EF4-FFF2-40B4-BE49-F238E27FC236}">
                <a16:creationId xmlns:a16="http://schemas.microsoft.com/office/drawing/2014/main" id="{78C312F1-B1FD-81C9-6091-79D6529C4E8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8435162" y="4306188"/>
            <a:ext cx="6748129" cy="3830500"/>
          </a:xfrm>
          <a:prstGeom prst="rect">
            <a:avLst/>
          </a:prstGeom>
        </p:spPr>
      </p:pic>
      <p:grpSp>
        <p:nvGrpSpPr>
          <p:cNvPr id="34" name="Group 33">
            <a:extLst>
              <a:ext uri="{FF2B5EF4-FFF2-40B4-BE49-F238E27FC236}">
                <a16:creationId xmlns:a16="http://schemas.microsoft.com/office/drawing/2014/main" id="{C3C44CBF-6297-E228-753B-787AD2219472}"/>
              </a:ext>
            </a:extLst>
          </p:cNvPr>
          <p:cNvGrpSpPr/>
          <p:nvPr/>
        </p:nvGrpSpPr>
        <p:grpSpPr>
          <a:xfrm>
            <a:off x="5926160" y="2031613"/>
            <a:ext cx="2833200" cy="916920"/>
            <a:chOff x="5926160" y="2031613"/>
            <a:chExt cx="2833200" cy="916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6695BDC-FAA4-4445-8934-EE8DA404208C}"/>
                    </a:ext>
                  </a:extLst>
                </p14:cNvPr>
                <p14:cNvContentPartPr/>
                <p14:nvPr/>
              </p14:nvContentPartPr>
              <p14:xfrm>
                <a:off x="5926160" y="2031613"/>
                <a:ext cx="2833200" cy="9169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6695BDC-FAA4-4445-8934-EE8DA404208C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920040" y="2025493"/>
                  <a:ext cx="2845440" cy="9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221C374B-0019-545C-DC33-F7BB77214E4E}"/>
                    </a:ext>
                  </a:extLst>
                </p14:cNvPr>
                <p14:cNvContentPartPr/>
                <p14:nvPr/>
              </p14:nvContentPartPr>
              <p14:xfrm>
                <a:off x="6812120" y="2444893"/>
                <a:ext cx="320400" cy="3693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221C374B-0019-545C-DC33-F7BB77214E4E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806000" y="2438773"/>
                  <a:ext cx="332640" cy="38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31D03A7-C526-71E1-5567-548B72267A35}"/>
                    </a:ext>
                  </a:extLst>
                </p14:cNvPr>
                <p14:cNvContentPartPr/>
                <p14:nvPr/>
              </p14:nvContentPartPr>
              <p14:xfrm>
                <a:off x="7227200" y="2619493"/>
                <a:ext cx="155160" cy="1947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31D03A7-C526-71E1-5567-548B72267A35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221080" y="2613373"/>
                  <a:ext cx="16740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0780684-DB04-90C5-9024-430412AF9798}"/>
                    </a:ext>
                  </a:extLst>
                </p14:cNvPr>
                <p14:cNvContentPartPr/>
                <p14:nvPr/>
              </p14:nvContentPartPr>
              <p14:xfrm>
                <a:off x="7567400" y="2488813"/>
                <a:ext cx="204840" cy="2527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0780684-DB04-90C5-9024-430412AF9798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561280" y="2482693"/>
                  <a:ext cx="21708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99FA48E1-F428-784B-5FF1-7E00B99B8715}"/>
                    </a:ext>
                  </a:extLst>
                </p14:cNvPr>
                <p14:cNvContentPartPr/>
                <p14:nvPr/>
              </p14:nvContentPartPr>
              <p14:xfrm>
                <a:off x="7907240" y="2286133"/>
                <a:ext cx="393120" cy="3891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99FA48E1-F428-784B-5FF1-7E00B99B8715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901120" y="2280013"/>
                  <a:ext cx="405360" cy="401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F0BE968F-7F36-CA03-3C2B-DF5042601D56}"/>
                  </a:ext>
                </a:extLst>
              </p14:cNvPr>
              <p14:cNvContentPartPr/>
              <p14:nvPr/>
            </p14:nvContentPartPr>
            <p14:xfrm>
              <a:off x="1758080" y="4046173"/>
              <a:ext cx="2463120" cy="113652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F0BE968F-7F36-CA03-3C2B-DF5042601D56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751960" y="4040053"/>
                <a:ext cx="2475360" cy="1148760"/>
              </a:xfrm>
              <a:prstGeom prst="rect">
                <a:avLst/>
              </a:prstGeom>
            </p:spPr>
          </p:pic>
        </mc:Fallback>
      </mc:AlternateContent>
      <p:grpSp>
        <p:nvGrpSpPr>
          <p:cNvPr id="70" name="Group 69">
            <a:extLst>
              <a:ext uri="{FF2B5EF4-FFF2-40B4-BE49-F238E27FC236}">
                <a16:creationId xmlns:a16="http://schemas.microsoft.com/office/drawing/2014/main" id="{79C9ADC9-80FC-EC6D-6893-C9937A65DFC9}"/>
              </a:ext>
            </a:extLst>
          </p:cNvPr>
          <p:cNvGrpSpPr/>
          <p:nvPr/>
        </p:nvGrpSpPr>
        <p:grpSpPr>
          <a:xfrm>
            <a:off x="184520" y="1371373"/>
            <a:ext cx="5863680" cy="2745000"/>
            <a:chOff x="184520" y="1371373"/>
            <a:chExt cx="5863680" cy="2745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0A86FE18-02DF-9BA3-C6C8-CDADB503DBFB}"/>
                    </a:ext>
                  </a:extLst>
                </p14:cNvPr>
                <p14:cNvContentPartPr/>
                <p14:nvPr/>
              </p14:nvContentPartPr>
              <p14:xfrm>
                <a:off x="4300760" y="1371373"/>
                <a:ext cx="1747440" cy="79776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0A86FE18-02DF-9BA3-C6C8-CDADB503DBFB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294640" y="1365253"/>
                  <a:ext cx="1759680" cy="81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EAD5A561-96C9-0853-1523-DF9AB0C8DDFB}"/>
                    </a:ext>
                  </a:extLst>
                </p14:cNvPr>
                <p14:cNvContentPartPr/>
                <p14:nvPr/>
              </p14:nvContentPartPr>
              <p14:xfrm>
                <a:off x="4427840" y="1742893"/>
                <a:ext cx="233280" cy="2588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EAD5A561-96C9-0853-1523-DF9AB0C8DDFB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4421720" y="1736773"/>
                  <a:ext cx="24552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8F4DDAFB-3D89-CC4C-C2F2-D4E14F0F0D11}"/>
                    </a:ext>
                  </a:extLst>
                </p14:cNvPr>
                <p14:cNvContentPartPr/>
                <p14:nvPr/>
              </p14:nvContentPartPr>
              <p14:xfrm>
                <a:off x="4772000" y="1810213"/>
                <a:ext cx="157320" cy="1749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8F4DDAFB-3D89-CC4C-C2F2-D4E14F0F0D11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4765880" y="1804093"/>
                  <a:ext cx="16956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9110377-7FD5-A2C1-854F-91BC1F3E60CC}"/>
                    </a:ext>
                  </a:extLst>
                </p14:cNvPr>
                <p14:cNvContentPartPr/>
                <p14:nvPr/>
              </p14:nvContentPartPr>
              <p14:xfrm>
                <a:off x="5119040" y="1642093"/>
                <a:ext cx="190800" cy="3315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9110377-7FD5-A2C1-854F-91BC1F3E60CC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5112920" y="1635973"/>
                  <a:ext cx="20304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1DD1256-6A44-95E1-6EE5-57079AECBE20}"/>
                    </a:ext>
                  </a:extLst>
                </p14:cNvPr>
                <p14:cNvContentPartPr/>
                <p14:nvPr/>
              </p14:nvContentPartPr>
              <p14:xfrm>
                <a:off x="5452040" y="1768093"/>
                <a:ext cx="210960" cy="1738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1DD1256-6A44-95E1-6EE5-57079AECBE20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5445920" y="1761973"/>
                  <a:ext cx="22320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77145BB-18B5-379F-526F-6D10FFDF018E}"/>
                    </a:ext>
                  </a:extLst>
                </p14:cNvPr>
                <p14:cNvContentPartPr/>
                <p14:nvPr/>
              </p14:nvContentPartPr>
              <p14:xfrm>
                <a:off x="1742240" y="2099293"/>
                <a:ext cx="2576160" cy="8989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77145BB-18B5-379F-526F-6D10FFDF018E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736120" y="2093173"/>
                  <a:ext cx="2588400" cy="91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C4298F7-AD4F-0C80-2DAC-19D5A1B124D8}"/>
                    </a:ext>
                  </a:extLst>
                </p14:cNvPr>
                <p14:cNvContentPartPr/>
                <p14:nvPr/>
              </p14:nvContentPartPr>
              <p14:xfrm>
                <a:off x="1951400" y="2488453"/>
                <a:ext cx="288360" cy="4118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C4298F7-AD4F-0C80-2DAC-19D5A1B124D8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945280" y="2482333"/>
                  <a:ext cx="300600" cy="42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5821D75-8352-4ED9-97BC-D6374BEE14F3}"/>
                    </a:ext>
                  </a:extLst>
                </p14:cNvPr>
                <p14:cNvContentPartPr/>
                <p14:nvPr/>
              </p14:nvContentPartPr>
              <p14:xfrm>
                <a:off x="2265680" y="2725693"/>
                <a:ext cx="198000" cy="2379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5821D75-8352-4ED9-97BC-D6374BEE14F3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259560" y="2719573"/>
                  <a:ext cx="21024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FD5A630E-9C36-3DB9-80D3-C55488643599}"/>
                    </a:ext>
                  </a:extLst>
                </p14:cNvPr>
                <p14:cNvContentPartPr/>
                <p14:nvPr/>
              </p14:nvContentPartPr>
              <p14:xfrm>
                <a:off x="2607680" y="2659813"/>
                <a:ext cx="267480" cy="2494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FD5A630E-9C36-3DB9-80D3-C55488643599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601560" y="2653693"/>
                  <a:ext cx="27972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66D1AA7-32DF-2B3F-86B7-BC309C6240C6}"/>
                    </a:ext>
                  </a:extLst>
                </p14:cNvPr>
                <p14:cNvContentPartPr/>
                <p14:nvPr/>
              </p14:nvContentPartPr>
              <p14:xfrm>
                <a:off x="3013760" y="2834773"/>
                <a:ext cx="360" cy="442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66D1AA7-32DF-2B3F-86B7-BC309C6240C6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007640" y="2828653"/>
                  <a:ext cx="1260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243005D-1DAE-7D13-6C68-AD1933D7B041}"/>
                    </a:ext>
                  </a:extLst>
                </p14:cNvPr>
                <p14:cNvContentPartPr/>
                <p14:nvPr/>
              </p14:nvContentPartPr>
              <p14:xfrm>
                <a:off x="3013760" y="2719213"/>
                <a:ext cx="360" cy="68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243005D-1DAE-7D13-6C68-AD1933D7B041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007640" y="2713093"/>
                  <a:ext cx="1260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1E31BC9-AA3F-ACB3-AAD9-4FF9F761C1EC}"/>
                    </a:ext>
                  </a:extLst>
                </p14:cNvPr>
                <p14:cNvContentPartPr/>
                <p14:nvPr/>
              </p14:nvContentPartPr>
              <p14:xfrm>
                <a:off x="3198440" y="2657293"/>
                <a:ext cx="173520" cy="2048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1E31BC9-AA3F-ACB3-AAD9-4FF9F761C1EC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192320" y="2651173"/>
                  <a:ext cx="18576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4C0C0242-6FB0-206F-4D55-8D839CF29B67}"/>
                    </a:ext>
                  </a:extLst>
                </p14:cNvPr>
                <p14:cNvContentPartPr/>
                <p14:nvPr/>
              </p14:nvContentPartPr>
              <p14:xfrm>
                <a:off x="3234440" y="3030973"/>
                <a:ext cx="2202480" cy="10854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4C0C0242-6FB0-206F-4D55-8D839CF29B67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228320" y="3024853"/>
                  <a:ext cx="2214720" cy="10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4CE7D91F-54A2-DF5D-1745-D8DA15644DEA}"/>
                    </a:ext>
                  </a:extLst>
                </p14:cNvPr>
                <p14:cNvContentPartPr/>
                <p14:nvPr/>
              </p14:nvContentPartPr>
              <p14:xfrm>
                <a:off x="3658160" y="3691573"/>
                <a:ext cx="286200" cy="2516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4CE7D91F-54A2-DF5D-1745-D8DA15644DEA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3652040" y="3685453"/>
                  <a:ext cx="29844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78E74266-65E0-509F-BF6F-6E0B6FC57D29}"/>
                    </a:ext>
                  </a:extLst>
                </p14:cNvPr>
                <p14:cNvContentPartPr/>
                <p14:nvPr/>
              </p14:nvContentPartPr>
              <p14:xfrm>
                <a:off x="4083320" y="3776173"/>
                <a:ext cx="219600" cy="1562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78E74266-65E0-509F-BF6F-6E0B6FC57D29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4077200" y="3770053"/>
                  <a:ext cx="23184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7726BA15-6DCD-B308-8CB2-05A857CF8F4C}"/>
                    </a:ext>
                  </a:extLst>
                </p14:cNvPr>
                <p14:cNvContentPartPr/>
                <p14:nvPr/>
              </p14:nvContentPartPr>
              <p14:xfrm>
                <a:off x="4417400" y="3689773"/>
                <a:ext cx="297360" cy="2260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7726BA15-6DCD-B308-8CB2-05A857CF8F4C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4411280" y="3683653"/>
                  <a:ext cx="30960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48ACFFDB-FB63-81D9-1D5A-6A0B44647B72}"/>
                    </a:ext>
                  </a:extLst>
                </p14:cNvPr>
                <p14:cNvContentPartPr/>
                <p14:nvPr/>
              </p14:nvContentPartPr>
              <p14:xfrm>
                <a:off x="4774160" y="3645493"/>
                <a:ext cx="273600" cy="4323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48ACFFDB-FB63-81D9-1D5A-6A0B44647B72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768040" y="3639373"/>
                  <a:ext cx="285840" cy="44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9C968E0E-2A76-FE37-ACEA-9E650FC22FD0}"/>
                    </a:ext>
                  </a:extLst>
                </p14:cNvPr>
                <p14:cNvContentPartPr/>
                <p14:nvPr/>
              </p14:nvContentPartPr>
              <p14:xfrm>
                <a:off x="184520" y="2929453"/>
                <a:ext cx="1883160" cy="11145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9C968E0E-2A76-FE37-ACEA-9E650FC22FD0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78400" y="2923333"/>
                  <a:ext cx="1895400" cy="11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7999558D-1CD8-70B3-363C-880A91586BB1}"/>
                    </a:ext>
                  </a:extLst>
                </p14:cNvPr>
                <p14:cNvContentPartPr/>
                <p14:nvPr/>
              </p14:nvContentPartPr>
              <p14:xfrm>
                <a:off x="253280" y="3505453"/>
                <a:ext cx="395640" cy="3747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7999558D-1CD8-70B3-363C-880A91586BB1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247160" y="3499333"/>
                  <a:ext cx="407880" cy="38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969EED03-1327-8373-707C-4E3647645E22}"/>
                    </a:ext>
                  </a:extLst>
                </p14:cNvPr>
                <p14:cNvContentPartPr/>
                <p14:nvPr/>
              </p14:nvContentPartPr>
              <p14:xfrm>
                <a:off x="723800" y="3656653"/>
                <a:ext cx="264600" cy="1915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969EED03-1327-8373-707C-4E3647645E22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717680" y="3650533"/>
                  <a:ext cx="27684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3C3F97F2-23F7-D089-54FA-EF5A8BF6A6CB}"/>
                    </a:ext>
                  </a:extLst>
                </p14:cNvPr>
                <p14:cNvContentPartPr/>
                <p14:nvPr/>
              </p14:nvContentPartPr>
              <p14:xfrm>
                <a:off x="1055360" y="3640813"/>
                <a:ext cx="282240" cy="2397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3C3F97F2-23F7-D089-54FA-EF5A8BF6A6CB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049240" y="3634693"/>
                  <a:ext cx="29448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4E969FBF-FDBE-97EF-4C03-15AF1DCD05E6}"/>
                    </a:ext>
                  </a:extLst>
                </p14:cNvPr>
                <p14:cNvContentPartPr/>
                <p14:nvPr/>
              </p14:nvContentPartPr>
              <p14:xfrm>
                <a:off x="1404200" y="3454333"/>
                <a:ext cx="336240" cy="50364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4E969FBF-FDBE-97EF-4C03-15AF1DCD05E6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398080" y="3448213"/>
                  <a:ext cx="348480" cy="51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9147B7FA-89AC-59DA-85E2-A716C614DEE3}"/>
                    </a:ext>
                  </a:extLst>
                </p14:cNvPr>
                <p14:cNvContentPartPr/>
                <p14:nvPr/>
              </p14:nvContentPartPr>
              <p14:xfrm>
                <a:off x="1541000" y="3609853"/>
                <a:ext cx="126000" cy="2336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9147B7FA-89AC-59DA-85E2-A716C614DEE3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534880" y="3603733"/>
                  <a:ext cx="138240" cy="245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35FD67E3-0356-722D-671C-31A9BB2B75F4}"/>
                  </a:ext>
                </a:extLst>
              </p14:cNvPr>
              <p14:cNvContentPartPr/>
              <p14:nvPr/>
            </p14:nvContentPartPr>
            <p14:xfrm>
              <a:off x="1898480" y="4640173"/>
              <a:ext cx="286560" cy="33948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35FD67E3-0356-722D-671C-31A9BB2B75F4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1892360" y="4634053"/>
                <a:ext cx="298800" cy="35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0BD057C3-0FB5-3624-0D9B-FA8839A41169}"/>
                  </a:ext>
                </a:extLst>
              </p14:cNvPr>
              <p14:cNvContentPartPr/>
              <p14:nvPr/>
            </p14:nvContentPartPr>
            <p14:xfrm>
              <a:off x="2299520" y="4738453"/>
              <a:ext cx="172800" cy="15696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0BD057C3-0FB5-3624-0D9B-FA8839A41169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2293400" y="4732333"/>
                <a:ext cx="185040" cy="16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30661BD7-4350-E9B9-749D-4EDE95C68F9B}"/>
                  </a:ext>
                </a:extLst>
              </p14:cNvPr>
              <p14:cNvContentPartPr/>
              <p14:nvPr/>
            </p14:nvContentPartPr>
            <p14:xfrm>
              <a:off x="2556560" y="4739893"/>
              <a:ext cx="147960" cy="14148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30661BD7-4350-E9B9-749D-4EDE95C68F9B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2550440" y="4733773"/>
                <a:ext cx="160200" cy="15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40E310EB-7881-C837-2885-1F8EC1938E29}"/>
                  </a:ext>
                </a:extLst>
              </p14:cNvPr>
              <p14:cNvContentPartPr/>
              <p14:nvPr/>
            </p14:nvContentPartPr>
            <p14:xfrm>
              <a:off x="2861480" y="4724773"/>
              <a:ext cx="236520" cy="14940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40E310EB-7881-C837-2885-1F8EC1938E29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2855360" y="4718653"/>
                <a:ext cx="248760" cy="16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B6015FB9-EE9B-7874-9829-7CCBD6DCEC87}"/>
                  </a:ext>
                </a:extLst>
              </p14:cNvPr>
              <p14:cNvContentPartPr/>
              <p14:nvPr/>
            </p14:nvContentPartPr>
            <p14:xfrm>
              <a:off x="3076760" y="4739533"/>
              <a:ext cx="805320" cy="54720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B6015FB9-EE9B-7874-9829-7CCBD6DCEC87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3070640" y="4733413"/>
                <a:ext cx="817560" cy="55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4B7E532A-BD9F-1FC1-3DDF-E4391994B3DB}"/>
                  </a:ext>
                </a:extLst>
              </p14:cNvPr>
              <p14:cNvContentPartPr/>
              <p14:nvPr/>
            </p14:nvContentPartPr>
            <p14:xfrm>
              <a:off x="3369800" y="4740973"/>
              <a:ext cx="28800" cy="20268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4B7E532A-BD9F-1FC1-3DDF-E4391994B3DB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3363680" y="4734853"/>
                <a:ext cx="41040" cy="21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86A44D41-D97F-693D-F645-D0DB5BC3653F}"/>
                  </a:ext>
                </a:extLst>
              </p14:cNvPr>
              <p14:cNvContentPartPr/>
              <p14:nvPr/>
            </p14:nvContentPartPr>
            <p14:xfrm>
              <a:off x="624080" y="5130853"/>
              <a:ext cx="2691720" cy="115272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86A44D41-D97F-693D-F645-D0DB5BC3653F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617960" y="5124733"/>
                <a:ext cx="2703960" cy="116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E913A414-CE90-D400-EB0A-169D7F75CD84}"/>
                  </a:ext>
                </a:extLst>
              </p14:cNvPr>
              <p14:cNvContentPartPr/>
              <p14:nvPr/>
            </p14:nvContentPartPr>
            <p14:xfrm>
              <a:off x="837560" y="5638453"/>
              <a:ext cx="351000" cy="37476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E913A414-CE90-D400-EB0A-169D7F75CD84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831440" y="5632333"/>
                <a:ext cx="363240" cy="38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09061131-9A67-96C9-5D18-CDE61E63603A}"/>
                  </a:ext>
                </a:extLst>
              </p14:cNvPr>
              <p14:cNvContentPartPr/>
              <p14:nvPr/>
            </p14:nvContentPartPr>
            <p14:xfrm>
              <a:off x="1180640" y="5745013"/>
              <a:ext cx="326160" cy="26712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09061131-9A67-96C9-5D18-CDE61E63603A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1174520" y="5738893"/>
                <a:ext cx="338400" cy="27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2C5ADEBC-C6B2-E80C-074B-656456D264F7}"/>
                  </a:ext>
                </a:extLst>
              </p14:cNvPr>
              <p14:cNvContentPartPr/>
              <p14:nvPr/>
            </p14:nvContentPartPr>
            <p14:xfrm>
              <a:off x="1608320" y="5707213"/>
              <a:ext cx="268560" cy="18504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2C5ADEBC-C6B2-E80C-074B-656456D264F7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1602200" y="5701093"/>
                <a:ext cx="280800" cy="19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1D955531-F69C-6815-6653-4380A4362BEE}"/>
                  </a:ext>
                </a:extLst>
              </p14:cNvPr>
              <p14:cNvContentPartPr/>
              <p14:nvPr/>
            </p14:nvContentPartPr>
            <p14:xfrm>
              <a:off x="1894520" y="5791093"/>
              <a:ext cx="326520" cy="27432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1D955531-F69C-6815-6653-4380A4362BEE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1888400" y="5784973"/>
                <a:ext cx="338760" cy="28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F5CEE471-D630-0E4B-28DD-56F5304B1BB0}"/>
                  </a:ext>
                </a:extLst>
              </p14:cNvPr>
              <p14:cNvContentPartPr/>
              <p14:nvPr/>
            </p14:nvContentPartPr>
            <p14:xfrm>
              <a:off x="2336960" y="5719093"/>
              <a:ext cx="392760" cy="23616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F5CEE471-D630-0E4B-28DD-56F5304B1BB0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2330840" y="5712973"/>
                <a:ext cx="405000" cy="24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735A10B1-F850-7C8C-BFC7-72D21469B83C}"/>
                  </a:ext>
                </a:extLst>
              </p14:cNvPr>
              <p14:cNvContentPartPr/>
              <p14:nvPr/>
            </p14:nvContentPartPr>
            <p14:xfrm>
              <a:off x="2810720" y="5753653"/>
              <a:ext cx="329040" cy="24516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735A10B1-F850-7C8C-BFC7-72D21469B83C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2804600" y="5747533"/>
                <a:ext cx="341280" cy="257400"/>
              </a:xfrm>
              <a:prstGeom prst="rect">
                <a:avLst/>
              </a:prstGeom>
            </p:spPr>
          </p:pic>
        </mc:Fallback>
      </mc:AlternateContent>
      <p:grpSp>
        <p:nvGrpSpPr>
          <p:cNvPr id="79" name="Group 78">
            <a:extLst>
              <a:ext uri="{FF2B5EF4-FFF2-40B4-BE49-F238E27FC236}">
                <a16:creationId xmlns:a16="http://schemas.microsoft.com/office/drawing/2014/main" id="{AA3264AC-7D55-E612-8CA6-6F1BD7DC8BE5}"/>
              </a:ext>
            </a:extLst>
          </p:cNvPr>
          <p:cNvGrpSpPr/>
          <p:nvPr/>
        </p:nvGrpSpPr>
        <p:grpSpPr>
          <a:xfrm>
            <a:off x="131600" y="6197173"/>
            <a:ext cx="1362960" cy="747720"/>
            <a:chOff x="131600" y="6197173"/>
            <a:chExt cx="1362960" cy="747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496CFD60-F796-2B1A-6761-0F35B67FBD6B}"/>
                    </a:ext>
                  </a:extLst>
                </p14:cNvPr>
                <p14:cNvContentPartPr/>
                <p14:nvPr/>
              </p14:nvContentPartPr>
              <p14:xfrm>
                <a:off x="131600" y="6197173"/>
                <a:ext cx="1362960" cy="74700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496CFD60-F796-2B1A-6761-0F35B67FBD6B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25480" y="6191053"/>
                  <a:ext cx="1375200" cy="75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2BEB2348-B940-9751-DC61-9643E159B5CE}"/>
                    </a:ext>
                  </a:extLst>
                </p14:cNvPr>
                <p14:cNvContentPartPr/>
                <p14:nvPr/>
              </p14:nvContentPartPr>
              <p14:xfrm>
                <a:off x="376400" y="6584173"/>
                <a:ext cx="231840" cy="36072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2BEB2348-B940-9751-DC61-9643E159B5CE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370280" y="6578053"/>
                  <a:ext cx="244080" cy="37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3F6E0B69-CDA8-E502-387A-4D6D9F886A62}"/>
                    </a:ext>
                  </a:extLst>
                </p14:cNvPr>
                <p14:cNvContentPartPr/>
                <p14:nvPr/>
              </p14:nvContentPartPr>
              <p14:xfrm>
                <a:off x="719840" y="6705133"/>
                <a:ext cx="152280" cy="1656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3F6E0B69-CDA8-E502-387A-4D6D9F886A62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713720" y="6699013"/>
                  <a:ext cx="16452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C0E84339-1BE7-9C8D-909E-40AAA4DF4555}"/>
                    </a:ext>
                  </a:extLst>
                </p14:cNvPr>
                <p14:cNvContentPartPr/>
                <p14:nvPr/>
              </p14:nvContentPartPr>
              <p14:xfrm>
                <a:off x="981920" y="6654373"/>
                <a:ext cx="192600" cy="1724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C0E84339-1BE7-9C8D-909E-40AAA4DF4555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975800" y="6648253"/>
                  <a:ext cx="20484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7AE8B7A6-259D-04F7-9131-4D2310198817}"/>
                    </a:ext>
                  </a:extLst>
                </p14:cNvPr>
                <p14:cNvContentPartPr/>
                <p14:nvPr/>
              </p14:nvContentPartPr>
              <p14:xfrm>
                <a:off x="1219520" y="6467893"/>
                <a:ext cx="52200" cy="2534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7AE8B7A6-259D-04F7-9131-4D2310198817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213400" y="6461773"/>
                  <a:ext cx="6444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B2147A94-4B7A-22E1-9A85-63EE877BC077}"/>
                    </a:ext>
                  </a:extLst>
                </p14:cNvPr>
                <p14:cNvContentPartPr/>
                <p14:nvPr/>
              </p14:nvContentPartPr>
              <p14:xfrm>
                <a:off x="1184960" y="6705133"/>
                <a:ext cx="60840" cy="1155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B2147A94-4B7A-22E1-9A85-63EE877BC077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178840" y="6699013"/>
                  <a:ext cx="73080" cy="1278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6113611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3FB0B1-900B-EF93-CE1D-29BBD89E7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D48D5EC0-D290-8D78-1A29-A1A283EC0CFC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4C6ECEF-A317-51E3-0489-82001FFA21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A0A9FA9-E8C1-4EDF-819E-57AFA8BEB0D1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FA4D719-B2F1-23C2-9D3B-BC3FF2029423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CBF9F13-9ACD-71C3-C7ED-8AEA51C5F481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This is an Intel Core i9-13900K, a CPU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B72014F-3900-5D67-66FB-09C3D7588401}"/>
              </a:ext>
            </a:extLst>
          </p:cNvPr>
          <p:cNvSpPr/>
          <p:nvPr/>
        </p:nvSpPr>
        <p:spPr>
          <a:xfrm>
            <a:off x="98572" y="155968"/>
            <a:ext cx="7148895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CPU VS GPU OBSERVATION</a:t>
            </a:r>
          </a:p>
        </p:txBody>
      </p:sp>
      <p:pic>
        <p:nvPicPr>
          <p:cNvPr id="2" name="Picture 1" descr="Intel Raptor Lake Core i9-13900K Gets High-Res &amp; Beautiful CPU Die Shot">
            <a:extLst>
              <a:ext uri="{FF2B5EF4-FFF2-40B4-BE49-F238E27FC236}">
                <a16:creationId xmlns:a16="http://schemas.microsoft.com/office/drawing/2014/main" id="{43521EB3-E0AC-5F86-7AFF-B5771AB21C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6482" y="2283441"/>
            <a:ext cx="9255668" cy="426267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96507FA-3935-EDE9-6EE5-8464B85C11DC}"/>
              </a:ext>
            </a:extLst>
          </p:cNvPr>
          <p:cNvSpPr txBox="1"/>
          <p:nvPr/>
        </p:nvSpPr>
        <p:spPr>
          <a:xfrm>
            <a:off x="9776" y="6628811"/>
            <a:ext cx="119360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https://cdn.wccftech.com/wp-content/uploads/2022/10/Intel-13th-Gen-Raptor-Lake-Core-i9-13900K-CPU-Die-Shots-_5-scaled.jpg</a:t>
            </a:r>
          </a:p>
        </p:txBody>
      </p:sp>
    </p:spTree>
    <p:extLst>
      <p:ext uri="{BB962C8B-B14F-4D97-AF65-F5344CB8AC3E}">
        <p14:creationId xmlns:p14="http://schemas.microsoft.com/office/powerpoint/2010/main" val="18283333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EC9927-42B9-78BE-EDA8-F7A54ACF7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9C36074A-D078-5DDC-1515-83D6CC6CE040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56AFBE-8D63-D905-AAB7-3C5DCC9B8E00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2A6BC99-B9F3-7F84-7F65-7452AD5C579F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5749F47-884F-3E9F-9CBD-E19E0C76175E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16DE3E-D43E-B903-5966-66CE123DBA1E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And this is a GeForce RTX 3050, a GPU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C451C2-8AF0-BA07-9D34-9E23017C2392}"/>
              </a:ext>
            </a:extLst>
          </p:cNvPr>
          <p:cNvSpPr/>
          <p:nvPr/>
        </p:nvSpPr>
        <p:spPr>
          <a:xfrm>
            <a:off x="98572" y="155968"/>
            <a:ext cx="7148895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CPU VS GPU OBSERVATION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C2D495-FC7A-53A4-F32D-4F8E9C49AE27}"/>
              </a:ext>
            </a:extLst>
          </p:cNvPr>
          <p:cNvSpPr txBox="1"/>
          <p:nvPr/>
        </p:nvSpPr>
        <p:spPr>
          <a:xfrm>
            <a:off x="9776" y="6628811"/>
            <a:ext cx="119360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https://images.hothardware.com/contentimages/article/3176/content/small_nvidia-ga106-gpu-die.jpg</a:t>
            </a:r>
          </a:p>
        </p:txBody>
      </p:sp>
      <p:pic>
        <p:nvPicPr>
          <p:cNvPr id="3" name="Picture 2" descr="GeForce RTX 3050 Review With EVGA: Potent, Mainstream PC Gaming ...">
            <a:extLst>
              <a:ext uri="{FF2B5EF4-FFF2-40B4-BE49-F238E27FC236}">
                <a16:creationId xmlns:a16="http://schemas.microsoft.com/office/drawing/2014/main" id="{B0404A72-97B1-E795-F2FE-BBA143100E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836" t="2748" r="7170" b="2903"/>
          <a:stretch>
            <a:fillRect/>
          </a:stretch>
        </p:blipFill>
        <p:spPr>
          <a:xfrm>
            <a:off x="3149600" y="1985830"/>
            <a:ext cx="5283200" cy="4560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3738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5D3B88-78F8-91BC-4813-F55607522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4A0768D5-E2A0-8C28-4565-1EF8F1C9A1B8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3EAD89C-43DF-7C3F-FC19-289D88C3B804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4E46BCF-881E-AFDE-6742-C7F245E4A3B6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ACCC704-A01A-024D-9E1B-C62CBCFF0393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042136-8553-6620-239D-D366871F5885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Thoughts, observations?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066AF5-2D48-C6E3-D27D-B030EF3748CC}"/>
              </a:ext>
            </a:extLst>
          </p:cNvPr>
          <p:cNvSpPr/>
          <p:nvPr/>
        </p:nvSpPr>
        <p:spPr>
          <a:xfrm>
            <a:off x="98572" y="155968"/>
            <a:ext cx="7148895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CPU VS GPU OBSERVATION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C4CFEB-CA7B-1AC2-BEAD-949BF731B4B5}"/>
              </a:ext>
            </a:extLst>
          </p:cNvPr>
          <p:cNvSpPr txBox="1"/>
          <p:nvPr/>
        </p:nvSpPr>
        <p:spPr>
          <a:xfrm>
            <a:off x="9776" y="6628811"/>
            <a:ext cx="119360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https://images.hothardware.com/contentimages/article/3176/content/small_nvidia-ga106-gpu-die.jpg</a:t>
            </a:r>
          </a:p>
        </p:txBody>
      </p:sp>
      <p:pic>
        <p:nvPicPr>
          <p:cNvPr id="3" name="Picture 2" descr="GeForce RTX 3050 Review With EVGA: Potent, Mainstream PC Gaming ...">
            <a:extLst>
              <a:ext uri="{FF2B5EF4-FFF2-40B4-BE49-F238E27FC236}">
                <a16:creationId xmlns:a16="http://schemas.microsoft.com/office/drawing/2014/main" id="{2198D7E6-7295-F26D-6FBC-0C731D4F96A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836" t="2748" r="7170" b="2903"/>
          <a:stretch>
            <a:fillRect/>
          </a:stretch>
        </p:blipFill>
        <p:spPr>
          <a:xfrm>
            <a:off x="6716728" y="1878053"/>
            <a:ext cx="5283200" cy="4560282"/>
          </a:xfrm>
          <a:prstGeom prst="rect">
            <a:avLst/>
          </a:prstGeom>
        </p:spPr>
      </p:pic>
      <p:pic>
        <p:nvPicPr>
          <p:cNvPr id="6" name="Picture 5" descr="Intel Raptor Lake Core i9-13900K Gets High-Res &amp; Beautiful CPU Die Shot">
            <a:extLst>
              <a:ext uri="{FF2B5EF4-FFF2-40B4-BE49-F238E27FC236}">
                <a16:creationId xmlns:a16="http://schemas.microsoft.com/office/drawing/2014/main" id="{E9B3E908-A90C-3B9F-7F61-655C638E2C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0" y="2727962"/>
            <a:ext cx="6534263" cy="3009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0797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19751D-7E11-93E5-5465-4441B2005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76E3C09B-9C90-4250-A96D-A4DFDB57CBAD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4247518-DD60-4FA8-E061-B8F612E3E724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AE1AF38-BD99-AB76-9425-8E6CE2CF2F2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5347194-B0A0-EC2C-6749-A80C892B031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2AEB21A-BBCE-C376-AF96-C86FB01D9677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Describe the CPU’s structure in a sentence. What does it look like?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8A223F-BFB8-DF13-3DC0-882B62819A18}"/>
              </a:ext>
            </a:extLst>
          </p:cNvPr>
          <p:cNvSpPr/>
          <p:nvPr/>
        </p:nvSpPr>
        <p:spPr>
          <a:xfrm>
            <a:off x="98572" y="155968"/>
            <a:ext cx="7148895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CPU VS GPU OBSERVATION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D82AF9-1F52-D9C8-3762-0BB91B1A05FA}"/>
              </a:ext>
            </a:extLst>
          </p:cNvPr>
          <p:cNvSpPr txBox="1"/>
          <p:nvPr/>
        </p:nvSpPr>
        <p:spPr>
          <a:xfrm>
            <a:off x="9776" y="6628811"/>
            <a:ext cx="119360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https://images.hothardware.com/contentimages/article/3176/content/small_nvidia-ga106-gpu-die.jpg</a:t>
            </a:r>
          </a:p>
        </p:txBody>
      </p:sp>
      <p:pic>
        <p:nvPicPr>
          <p:cNvPr id="3" name="Picture 2" descr="GeForce RTX 3050 Review With EVGA: Potent, Mainstream PC Gaming ...">
            <a:extLst>
              <a:ext uri="{FF2B5EF4-FFF2-40B4-BE49-F238E27FC236}">
                <a16:creationId xmlns:a16="http://schemas.microsoft.com/office/drawing/2014/main" id="{AD09A481-8D88-C81B-3377-0607B7AA73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836" t="2748" r="7170" b="2903"/>
          <a:stretch>
            <a:fillRect/>
          </a:stretch>
        </p:blipFill>
        <p:spPr>
          <a:xfrm>
            <a:off x="6716728" y="1878053"/>
            <a:ext cx="5283200" cy="4560282"/>
          </a:xfrm>
          <a:prstGeom prst="rect">
            <a:avLst/>
          </a:prstGeom>
        </p:spPr>
      </p:pic>
      <p:pic>
        <p:nvPicPr>
          <p:cNvPr id="6" name="Picture 5" descr="Intel Raptor Lake Core i9-13900K Gets High-Res &amp; Beautiful CPU Die Shot">
            <a:extLst>
              <a:ext uri="{FF2B5EF4-FFF2-40B4-BE49-F238E27FC236}">
                <a16:creationId xmlns:a16="http://schemas.microsoft.com/office/drawing/2014/main" id="{1E20146D-E7E2-FF41-DEC8-A23C288CA6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0" y="2727962"/>
            <a:ext cx="6534263" cy="3009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2127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144BC4-32EF-EB8B-653D-ED0CEF612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6547291B-007F-184A-5337-5C266BD3BF3B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A281F69-E62D-8386-E490-D00191D14FA2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26299FE-1316-95E9-B285-5DD4A86ED8F6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2326C18-6716-8140-A607-FD0DFC8D6100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4F12C58-5790-747B-5119-EEA7CD42CFE0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Describe the GPU’s structure in a sentence. What does it look like?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279039-F201-61FE-D394-F9CD18E204B9}"/>
              </a:ext>
            </a:extLst>
          </p:cNvPr>
          <p:cNvSpPr/>
          <p:nvPr/>
        </p:nvSpPr>
        <p:spPr>
          <a:xfrm>
            <a:off x="98572" y="155968"/>
            <a:ext cx="7148895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CPU VS GPU OBSERVATION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09FA7D-2B4E-2713-0794-8E30BD632540}"/>
              </a:ext>
            </a:extLst>
          </p:cNvPr>
          <p:cNvSpPr txBox="1"/>
          <p:nvPr/>
        </p:nvSpPr>
        <p:spPr>
          <a:xfrm>
            <a:off x="9776" y="6628811"/>
            <a:ext cx="119360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https://images.hothardware.com/contentimages/article/3176/content/small_nvidia-ga106-gpu-die.jpg</a:t>
            </a:r>
          </a:p>
        </p:txBody>
      </p:sp>
      <p:pic>
        <p:nvPicPr>
          <p:cNvPr id="3" name="Picture 2" descr="GeForce RTX 3050 Review With EVGA: Potent, Mainstream PC Gaming ...">
            <a:extLst>
              <a:ext uri="{FF2B5EF4-FFF2-40B4-BE49-F238E27FC236}">
                <a16:creationId xmlns:a16="http://schemas.microsoft.com/office/drawing/2014/main" id="{6CB44EB7-0211-A143-8E7E-8D69D92FDF9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836" t="2748" r="7170" b="2903"/>
          <a:stretch>
            <a:fillRect/>
          </a:stretch>
        </p:blipFill>
        <p:spPr>
          <a:xfrm>
            <a:off x="6716728" y="1878053"/>
            <a:ext cx="5283200" cy="4560282"/>
          </a:xfrm>
          <a:prstGeom prst="rect">
            <a:avLst/>
          </a:prstGeom>
        </p:spPr>
      </p:pic>
      <p:pic>
        <p:nvPicPr>
          <p:cNvPr id="6" name="Picture 5" descr="Intel Raptor Lake Core i9-13900K Gets High-Res &amp; Beautiful CPU Die Shot">
            <a:extLst>
              <a:ext uri="{FF2B5EF4-FFF2-40B4-BE49-F238E27FC236}">
                <a16:creationId xmlns:a16="http://schemas.microsoft.com/office/drawing/2014/main" id="{06320268-69A6-D5B8-CC01-ED98B3563D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0" y="2727962"/>
            <a:ext cx="6534263" cy="3009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0880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616F5A-7C00-3394-4EDB-1C79F68B8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F18D5FF1-6828-F6A0-8E37-6C0697AEAB0C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7464141-6EE4-1B14-8B45-4D4E8B61E909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ECE4C86-96DF-0384-CF80-799FDC08266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3D121BE-1B66-EB1E-F519-984F3719A2E6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90DED90-3821-C9C3-15FA-335DDBFF8F16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Describe similarities and differences between the CPU and GPU layout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01540A-FF34-8AE5-CC01-7796A6BD65E3}"/>
              </a:ext>
            </a:extLst>
          </p:cNvPr>
          <p:cNvSpPr/>
          <p:nvPr/>
        </p:nvSpPr>
        <p:spPr>
          <a:xfrm>
            <a:off x="98572" y="155968"/>
            <a:ext cx="7148895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CPU VS GPU OBSERVATION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A95ED4-6766-73C8-F240-6740FA896731}"/>
              </a:ext>
            </a:extLst>
          </p:cNvPr>
          <p:cNvSpPr txBox="1"/>
          <p:nvPr/>
        </p:nvSpPr>
        <p:spPr>
          <a:xfrm>
            <a:off x="9776" y="6628811"/>
            <a:ext cx="119360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https://images.hothardware.com/contentimages/article/3176/content/small_nvidia-ga106-gpu-die.jpg</a:t>
            </a:r>
          </a:p>
        </p:txBody>
      </p:sp>
      <p:pic>
        <p:nvPicPr>
          <p:cNvPr id="3" name="Picture 2" descr="GeForce RTX 3050 Review With EVGA: Potent, Mainstream PC Gaming ...">
            <a:extLst>
              <a:ext uri="{FF2B5EF4-FFF2-40B4-BE49-F238E27FC236}">
                <a16:creationId xmlns:a16="http://schemas.microsoft.com/office/drawing/2014/main" id="{4A73E7AE-0B4B-DB05-4DF8-0CE0914993F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836" t="2748" r="7170" b="2903"/>
          <a:stretch>
            <a:fillRect/>
          </a:stretch>
        </p:blipFill>
        <p:spPr>
          <a:xfrm>
            <a:off x="6716728" y="1878053"/>
            <a:ext cx="5283200" cy="4560282"/>
          </a:xfrm>
          <a:prstGeom prst="rect">
            <a:avLst/>
          </a:prstGeom>
        </p:spPr>
      </p:pic>
      <p:pic>
        <p:nvPicPr>
          <p:cNvPr id="6" name="Picture 5" descr="Intel Raptor Lake Core i9-13900K Gets High-Res &amp; Beautiful CPU Die Shot">
            <a:extLst>
              <a:ext uri="{FF2B5EF4-FFF2-40B4-BE49-F238E27FC236}">
                <a16:creationId xmlns:a16="http://schemas.microsoft.com/office/drawing/2014/main" id="{1CA574D1-57F1-D312-EE34-6D48E17085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0" y="2727962"/>
            <a:ext cx="6534263" cy="3009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3021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9363A8-4D36-24EF-01D3-B60CA92D1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3A910CEB-A178-B993-94D7-E0958B1778C9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BD86A18-EEBE-DB88-E3EE-360982E39C71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39CD294-56AD-C106-F3A1-C8E185F3FDD0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8DCA695-E3C5-46B6-9CF3-D13775C12140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3D8202E-49CC-D0F1-6F2D-035ADD869C59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CPU is separated into unique segments, or blocks, and the GPU is a dense, repeating grid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8E44E4-380F-ECE2-66D8-3953A562B6FB}"/>
              </a:ext>
            </a:extLst>
          </p:cNvPr>
          <p:cNvSpPr/>
          <p:nvPr/>
        </p:nvSpPr>
        <p:spPr>
          <a:xfrm>
            <a:off x="98572" y="155968"/>
            <a:ext cx="7148895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CPU VS GPU OBSERVATION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7121D6-24A2-8EAB-8CFF-F4609DA762BE}"/>
              </a:ext>
            </a:extLst>
          </p:cNvPr>
          <p:cNvSpPr txBox="1"/>
          <p:nvPr/>
        </p:nvSpPr>
        <p:spPr>
          <a:xfrm>
            <a:off x="9776" y="6628811"/>
            <a:ext cx="119360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https://images.hothardware.com/contentimages/article/3176/content/small_nvidia-ga106-gpu-die.jpg</a:t>
            </a:r>
          </a:p>
        </p:txBody>
      </p:sp>
      <p:pic>
        <p:nvPicPr>
          <p:cNvPr id="3" name="Picture 2" descr="GeForce RTX 3050 Review With EVGA: Potent, Mainstream PC Gaming ...">
            <a:extLst>
              <a:ext uri="{FF2B5EF4-FFF2-40B4-BE49-F238E27FC236}">
                <a16:creationId xmlns:a16="http://schemas.microsoft.com/office/drawing/2014/main" id="{23B897AD-3B63-F91B-B136-C85613CA1C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836" t="2748" r="7170" b="2903"/>
          <a:stretch>
            <a:fillRect/>
          </a:stretch>
        </p:blipFill>
        <p:spPr>
          <a:xfrm>
            <a:off x="6716728" y="1878053"/>
            <a:ext cx="5283200" cy="4560282"/>
          </a:xfrm>
          <a:prstGeom prst="rect">
            <a:avLst/>
          </a:prstGeom>
        </p:spPr>
      </p:pic>
      <p:pic>
        <p:nvPicPr>
          <p:cNvPr id="6" name="Picture 5" descr="Intel Raptor Lake Core i9-13900K Gets High-Res &amp; Beautiful CPU Die Shot">
            <a:extLst>
              <a:ext uri="{FF2B5EF4-FFF2-40B4-BE49-F238E27FC236}">
                <a16:creationId xmlns:a16="http://schemas.microsoft.com/office/drawing/2014/main" id="{B3FEB476-89CE-3C31-9C6D-C36320A2AB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0" y="2727962"/>
            <a:ext cx="6534263" cy="3009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5277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DCDDF2-6993-8CC6-48B0-6B2186317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4BB1F77-4941-7372-F745-64BB55AFD67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C71FBFE-A618-6F39-9E02-F4C3DB6B198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C7BB9A-1306-0048-F738-7A31E2A258D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55FCE3E-BBD4-9660-2F56-37B5BF5D8D9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12F390-3309-32E6-4E5B-EF9BB6857C6C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Follow along with me as we construct a CPU diagram, feel free to do this on the table and take a picture, or do it use shapes in your notes doc, up to you.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01391E-910B-70E2-21F8-0AD7DBA98205}"/>
              </a:ext>
            </a:extLst>
          </p:cNvPr>
          <p:cNvSpPr/>
          <p:nvPr/>
        </p:nvSpPr>
        <p:spPr>
          <a:xfrm>
            <a:off x="-358628" y="155968"/>
            <a:ext cx="838502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CONSTRUCTING A CPU DIAGRAM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5D3678-93AF-65C4-8FA2-10111605D926}"/>
              </a:ext>
            </a:extLst>
          </p:cNvPr>
          <p:cNvSpPr txBox="1"/>
          <p:nvPr/>
        </p:nvSpPr>
        <p:spPr>
          <a:xfrm>
            <a:off x="-23610" y="6966988"/>
            <a:ext cx="119360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https://images.hothardware.com/contentimages/article/3176/content/small_nvidia-ga106-gpu-die.jpg</a:t>
            </a:r>
          </a:p>
        </p:txBody>
      </p:sp>
    </p:spTree>
    <p:extLst>
      <p:ext uri="{BB962C8B-B14F-4D97-AF65-F5344CB8AC3E}">
        <p14:creationId xmlns:p14="http://schemas.microsoft.com/office/powerpoint/2010/main" val="34412624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FC2C65-97B6-6BBE-F86B-A4A3E6932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E46491F6-20E0-30CF-5FDF-BE9382390542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5B7A2CC-2ECE-4D85-1F65-464B107C20DB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53A2091-2335-E43A-DB77-DCD1F9FCDEDD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AA7A826-56AA-A9F2-98B3-BB88901B3479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9A6A8B-4836-8135-9040-9DBE485DA8C0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Follow along with me as we construct a CPU diagram, feel free to do this on the table and take a picture, or do it use shapes in your notes doc, up to you.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98683FA-030D-9859-D5E9-B52D8B32472C}"/>
              </a:ext>
            </a:extLst>
          </p:cNvPr>
          <p:cNvSpPr/>
          <p:nvPr/>
        </p:nvSpPr>
        <p:spPr>
          <a:xfrm>
            <a:off x="-358628" y="155968"/>
            <a:ext cx="838502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CONSTRUCTING A CPU DIAGRAM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AB0A1E-03B3-BA43-CC6C-AA91B2A496E9}"/>
              </a:ext>
            </a:extLst>
          </p:cNvPr>
          <p:cNvSpPr txBox="1"/>
          <p:nvPr/>
        </p:nvSpPr>
        <p:spPr>
          <a:xfrm>
            <a:off x="-23610" y="6966988"/>
            <a:ext cx="119360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https://images.hothardware.com/contentimages/article/3176/content/small_nvidia-ga106-gpu-die.jpg</a:t>
            </a:r>
          </a:p>
        </p:txBody>
      </p:sp>
    </p:spTree>
    <p:extLst>
      <p:ext uri="{BB962C8B-B14F-4D97-AF65-F5344CB8AC3E}">
        <p14:creationId xmlns:p14="http://schemas.microsoft.com/office/powerpoint/2010/main" val="27494890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63DB9F-6BD4-A352-5CC8-445B27AFF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938D0201-8DEF-7C4C-A3BA-6D7C264642B1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AB14731-7874-F428-F6B9-C13C3164901A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383DE50-6E15-36D2-E750-10B188A478D5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00CD413-ADF3-2DB1-A95C-FC51D8973386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5801433-D582-C632-49ED-D7D9857D2D1A}"/>
              </a:ext>
            </a:extLst>
          </p:cNvPr>
          <p:cNvSpPr/>
          <p:nvPr/>
        </p:nvSpPr>
        <p:spPr>
          <a:xfrm>
            <a:off x="630768" y="1299334"/>
            <a:ext cx="444923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CPU: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Central Processing Unit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The brain of the computer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Carries out majority of processing inside of a device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CPU has two main components: CU &amp; ALU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64E2EF-5EF3-3DF4-E096-12DE7800BA39}"/>
              </a:ext>
            </a:extLst>
          </p:cNvPr>
          <p:cNvSpPr/>
          <p:nvPr/>
        </p:nvSpPr>
        <p:spPr>
          <a:xfrm>
            <a:off x="-358628" y="155968"/>
            <a:ext cx="838502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CONSTRUCTING A CPU DIAGRAM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3F2DD6-189D-6673-D191-6A3819F5239E}"/>
              </a:ext>
            </a:extLst>
          </p:cNvPr>
          <p:cNvSpPr txBox="1"/>
          <p:nvPr/>
        </p:nvSpPr>
        <p:spPr>
          <a:xfrm>
            <a:off x="-23610" y="6966988"/>
            <a:ext cx="119360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https://images.hothardware.com/contentimages/article/3176/content/small_nvidia-ga106-gpu-die.jpg</a:t>
            </a:r>
          </a:p>
        </p:txBody>
      </p:sp>
      <p:pic>
        <p:nvPicPr>
          <p:cNvPr id="10" name="Picture 9" descr="Computer Cpu Pictures">
            <a:extLst>
              <a:ext uri="{FF2B5EF4-FFF2-40B4-BE49-F238E27FC236}">
                <a16:creationId xmlns:a16="http://schemas.microsoft.com/office/drawing/2014/main" id="{B6226D25-FB64-8F6A-ED7F-EB5E8D0BAC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4429" y="944571"/>
            <a:ext cx="5955173" cy="5956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7633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64E171-873F-F809-493D-84C2FC6C1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3A554F64-40ED-3D78-83DB-D0DEB42D6EA3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1CE6764-59F5-6C85-6DE6-6E266D9FAAAB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736CDD7-C538-F841-D300-1CF8F07EF5ED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0BD5DBF-F341-9253-D0C2-A3047E60A600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A3BF92-000F-DC68-A461-2BD76C725FBE}"/>
              </a:ext>
            </a:extLst>
          </p:cNvPr>
          <p:cNvSpPr/>
          <p:nvPr/>
        </p:nvSpPr>
        <p:spPr>
          <a:xfrm>
            <a:off x="630768" y="1299334"/>
            <a:ext cx="444923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CU: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Control Unit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Directs CPU operations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Directs computer memory, ALU, input and output devices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The “boss” of the CPU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5F511F3-9989-E6EB-B409-CDF05E846DC1}"/>
              </a:ext>
            </a:extLst>
          </p:cNvPr>
          <p:cNvSpPr/>
          <p:nvPr/>
        </p:nvSpPr>
        <p:spPr>
          <a:xfrm>
            <a:off x="-358628" y="155968"/>
            <a:ext cx="838502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CONSTRUCTING A CPU DIAGRAM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63A0AC-6F70-1C99-7C72-4E27B68456E3}"/>
              </a:ext>
            </a:extLst>
          </p:cNvPr>
          <p:cNvSpPr txBox="1"/>
          <p:nvPr/>
        </p:nvSpPr>
        <p:spPr>
          <a:xfrm>
            <a:off x="-23610" y="6966988"/>
            <a:ext cx="119360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https://images.hothardware.com/contentimages/article/3176/content/small_nvidia-ga106-gpu-die.jpg</a:t>
            </a:r>
          </a:p>
        </p:txBody>
      </p:sp>
      <p:pic>
        <p:nvPicPr>
          <p:cNvPr id="10" name="Picture 9" descr="Computer Cpu Pictures">
            <a:extLst>
              <a:ext uri="{FF2B5EF4-FFF2-40B4-BE49-F238E27FC236}">
                <a16:creationId xmlns:a16="http://schemas.microsoft.com/office/drawing/2014/main" id="{578853F2-7301-AAFD-EB02-E2EA4A4CEF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4429" y="944571"/>
            <a:ext cx="5955173" cy="595630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8BB9914-F0DF-B2E1-0165-2D2F04E8CA2A}"/>
              </a:ext>
            </a:extLst>
          </p:cNvPr>
          <p:cNvSpPr/>
          <p:nvPr/>
        </p:nvSpPr>
        <p:spPr>
          <a:xfrm rot="16200000">
            <a:off x="6165523" y="4551249"/>
            <a:ext cx="1778000" cy="972924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Control Unit</a:t>
            </a:r>
          </a:p>
        </p:txBody>
      </p:sp>
    </p:spTree>
    <p:extLst>
      <p:ext uri="{BB962C8B-B14F-4D97-AF65-F5344CB8AC3E}">
        <p14:creationId xmlns:p14="http://schemas.microsoft.com/office/powerpoint/2010/main" val="25838666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5393FB-9E38-9D57-1207-E7B69CC72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B2665D6A-A767-E6A6-3481-5D5BB72DBDB9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8C4A049-75EA-FE99-BFB7-5C91C35916C3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904DAFB-0279-89BC-BF89-8E7EF1F00350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7DB05A3-06F0-656C-ACB4-13B94FF729EF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A53DB41-651B-EF41-FCA1-3E2F8316AB55}"/>
              </a:ext>
            </a:extLst>
          </p:cNvPr>
          <p:cNvSpPr/>
          <p:nvPr/>
        </p:nvSpPr>
        <p:spPr>
          <a:xfrm>
            <a:off x="630768" y="1299334"/>
            <a:ext cx="444923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ALU: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Arithmetic logic unit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Performs arithmetic and logic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Addition, subtraction, multiplication, division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AND, OR, NOT, XOR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9D99767-6277-856F-E8E2-8296DD65FEAA}"/>
              </a:ext>
            </a:extLst>
          </p:cNvPr>
          <p:cNvSpPr/>
          <p:nvPr/>
        </p:nvSpPr>
        <p:spPr>
          <a:xfrm>
            <a:off x="-358628" y="155968"/>
            <a:ext cx="838502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CONSTRUCTING A CPU DIAGRAM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2A4EA0-47D3-D0B4-E5BA-74F552654F77}"/>
              </a:ext>
            </a:extLst>
          </p:cNvPr>
          <p:cNvSpPr txBox="1"/>
          <p:nvPr/>
        </p:nvSpPr>
        <p:spPr>
          <a:xfrm>
            <a:off x="-23610" y="6966988"/>
            <a:ext cx="119360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https://images.hothardware.com/contentimages/article/3176/content/small_nvidia-ga106-gpu-die.jpg</a:t>
            </a:r>
          </a:p>
        </p:txBody>
      </p:sp>
      <p:pic>
        <p:nvPicPr>
          <p:cNvPr id="10" name="Picture 9" descr="Computer Cpu Pictures">
            <a:extLst>
              <a:ext uri="{FF2B5EF4-FFF2-40B4-BE49-F238E27FC236}">
                <a16:creationId xmlns:a16="http://schemas.microsoft.com/office/drawing/2014/main" id="{88E5023E-E196-91CA-1315-0650D8CD99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4429" y="944571"/>
            <a:ext cx="5955173" cy="595630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67AF012-5F03-B412-72F5-4DCE004364A9}"/>
              </a:ext>
            </a:extLst>
          </p:cNvPr>
          <p:cNvSpPr/>
          <p:nvPr/>
        </p:nvSpPr>
        <p:spPr>
          <a:xfrm rot="16200000">
            <a:off x="6165523" y="4551249"/>
            <a:ext cx="1778000" cy="972924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Control Unit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04AFE84-A3C5-B18A-0893-DD9CA3C643D6}"/>
              </a:ext>
            </a:extLst>
          </p:cNvPr>
          <p:cNvSpPr/>
          <p:nvPr/>
        </p:nvSpPr>
        <p:spPr>
          <a:xfrm rot="16200000">
            <a:off x="6165523" y="2562810"/>
            <a:ext cx="1778000" cy="972924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Arithmetic Logic Unit</a:t>
            </a:r>
          </a:p>
        </p:txBody>
      </p:sp>
    </p:spTree>
    <p:extLst>
      <p:ext uri="{BB962C8B-B14F-4D97-AF65-F5344CB8AC3E}">
        <p14:creationId xmlns:p14="http://schemas.microsoft.com/office/powerpoint/2010/main" val="38164461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30BDCA-39C3-ABA0-5278-6C825ABD8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A83D17C-CED2-8CE1-455B-6CA9A3B9ED08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038ABDE-D6B4-F1F0-F298-A6DB7EAFF0DE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B4B7DCB-43A3-BBCA-4C43-583C9D0B69A7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CA9725C-59E2-DB7F-D834-B44F9A2C01F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EF2471-3473-1B05-C462-07C019365841}"/>
              </a:ext>
            </a:extLst>
          </p:cNvPr>
          <p:cNvSpPr/>
          <p:nvPr/>
        </p:nvSpPr>
        <p:spPr>
          <a:xfrm>
            <a:off x="630768" y="1299334"/>
            <a:ext cx="5153696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Registers:</a:t>
            </a:r>
            <a:endParaRPr lang="en-US" sz="2800" u="sng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Small amounts of storage available directly on CPU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Hold data the CPU is directly working with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5 important ones: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Instruction, Program Counter, Memory Address,  Memory Data, and Accumulator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79A83F5-48EE-4416-46D3-755CD9E08C6D}"/>
              </a:ext>
            </a:extLst>
          </p:cNvPr>
          <p:cNvSpPr/>
          <p:nvPr/>
        </p:nvSpPr>
        <p:spPr>
          <a:xfrm>
            <a:off x="-358628" y="155968"/>
            <a:ext cx="838502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CONSTRUCTING A CPU DIAGRAM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71C2E7-9D68-964F-6E69-CE04445FE554}"/>
              </a:ext>
            </a:extLst>
          </p:cNvPr>
          <p:cNvSpPr txBox="1"/>
          <p:nvPr/>
        </p:nvSpPr>
        <p:spPr>
          <a:xfrm>
            <a:off x="-23610" y="6966988"/>
            <a:ext cx="119360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https://images.hothardware.com/contentimages/article/3176/content/small_nvidia-ga106-gpu-die.jpg</a:t>
            </a:r>
          </a:p>
        </p:txBody>
      </p:sp>
      <p:pic>
        <p:nvPicPr>
          <p:cNvPr id="10" name="Picture 9" descr="Computer Cpu Pictures">
            <a:extLst>
              <a:ext uri="{FF2B5EF4-FFF2-40B4-BE49-F238E27FC236}">
                <a16:creationId xmlns:a16="http://schemas.microsoft.com/office/drawing/2014/main" id="{24F368C0-5975-2741-C0C5-72B2234DA4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4429" y="944571"/>
            <a:ext cx="5955173" cy="595630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5514000-E04E-9E14-0457-1B3CE4C4CED3}"/>
              </a:ext>
            </a:extLst>
          </p:cNvPr>
          <p:cNvSpPr/>
          <p:nvPr/>
        </p:nvSpPr>
        <p:spPr>
          <a:xfrm rot="16200000">
            <a:off x="6165523" y="4551249"/>
            <a:ext cx="1778000" cy="972924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Control Unit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19FE3C3-499D-2897-AD77-76DA4CDB91B0}"/>
              </a:ext>
            </a:extLst>
          </p:cNvPr>
          <p:cNvSpPr/>
          <p:nvPr/>
        </p:nvSpPr>
        <p:spPr>
          <a:xfrm rot="16200000">
            <a:off x="6165523" y="2562810"/>
            <a:ext cx="1778000" cy="972924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Arithmetic Logic Unit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928EFF6-BFBF-3F83-9CF5-0651F5A69CB5}"/>
              </a:ext>
            </a:extLst>
          </p:cNvPr>
          <p:cNvSpPr/>
          <p:nvPr/>
        </p:nvSpPr>
        <p:spPr>
          <a:xfrm>
            <a:off x="7738533" y="2160271"/>
            <a:ext cx="2590800" cy="15575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Registers</a:t>
            </a:r>
          </a:p>
        </p:txBody>
      </p:sp>
    </p:spTree>
    <p:extLst>
      <p:ext uri="{BB962C8B-B14F-4D97-AF65-F5344CB8AC3E}">
        <p14:creationId xmlns:p14="http://schemas.microsoft.com/office/powerpoint/2010/main" val="27825832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AC30F5-F977-1401-915B-880E2A777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046F2A64-E9F7-92F1-A107-1BE0DA4224CA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BF022A7-66AF-A1A0-226B-AE6FA1DA156D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6F4E013-B2FB-5F8F-864B-4A212F0E7E9F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4CC0A4F-01F6-8FA1-DCA5-7087267BD9EC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7B30B90-9472-E211-7CC7-19DF8B4D5980}"/>
              </a:ext>
            </a:extLst>
          </p:cNvPr>
          <p:cNvSpPr/>
          <p:nvPr/>
        </p:nvSpPr>
        <p:spPr>
          <a:xfrm>
            <a:off x="630768" y="1299334"/>
            <a:ext cx="5153696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Instruction Register: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When an instruction is fetched from memory, it is held in the IR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Holds instruction CPU is currently executing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ABF7BC-3C80-9093-C231-E534CCCD078D}"/>
              </a:ext>
            </a:extLst>
          </p:cNvPr>
          <p:cNvSpPr/>
          <p:nvPr/>
        </p:nvSpPr>
        <p:spPr>
          <a:xfrm>
            <a:off x="-358628" y="155968"/>
            <a:ext cx="838502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CONSTRUCTING A CPU DIAGRAM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343AAD6-16B2-0C56-F1B1-819BF00EDC69}"/>
              </a:ext>
            </a:extLst>
          </p:cNvPr>
          <p:cNvSpPr txBox="1"/>
          <p:nvPr/>
        </p:nvSpPr>
        <p:spPr>
          <a:xfrm>
            <a:off x="-23610" y="6966988"/>
            <a:ext cx="119360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https://images.hothardware.com/contentimages/article/3176/content/small_nvidia-ga106-gpu-die.jpg</a:t>
            </a:r>
          </a:p>
        </p:txBody>
      </p:sp>
      <p:pic>
        <p:nvPicPr>
          <p:cNvPr id="10" name="Picture 9" descr="Computer Cpu Pictures">
            <a:extLst>
              <a:ext uri="{FF2B5EF4-FFF2-40B4-BE49-F238E27FC236}">
                <a16:creationId xmlns:a16="http://schemas.microsoft.com/office/drawing/2014/main" id="{41E5801D-036F-7ACD-57E1-80E100C964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4429" y="944571"/>
            <a:ext cx="5955173" cy="595630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80CA574-2292-5C40-82D9-E72DB9D4C8EF}"/>
              </a:ext>
            </a:extLst>
          </p:cNvPr>
          <p:cNvSpPr/>
          <p:nvPr/>
        </p:nvSpPr>
        <p:spPr>
          <a:xfrm rot="16200000">
            <a:off x="6165523" y="4551249"/>
            <a:ext cx="1778000" cy="972924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Control Unit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5237507-087A-71A4-6D80-F77A3ED442B7}"/>
              </a:ext>
            </a:extLst>
          </p:cNvPr>
          <p:cNvSpPr/>
          <p:nvPr/>
        </p:nvSpPr>
        <p:spPr>
          <a:xfrm rot="16200000">
            <a:off x="6165523" y="2562810"/>
            <a:ext cx="1778000" cy="972924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Arithmetic Logic Unit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EF273C-23D9-E86B-DF23-21C9DBC41C55}"/>
              </a:ext>
            </a:extLst>
          </p:cNvPr>
          <p:cNvSpPr/>
          <p:nvPr/>
        </p:nvSpPr>
        <p:spPr>
          <a:xfrm>
            <a:off x="7738533" y="2160271"/>
            <a:ext cx="2590800" cy="15575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Registers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687B2AC-96AC-E787-B5CA-9ACA9BE15294}"/>
              </a:ext>
            </a:extLst>
          </p:cNvPr>
          <p:cNvSpPr/>
          <p:nvPr/>
        </p:nvSpPr>
        <p:spPr>
          <a:xfrm>
            <a:off x="7816582" y="2556933"/>
            <a:ext cx="700885" cy="39955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IR</a:t>
            </a:r>
          </a:p>
        </p:txBody>
      </p:sp>
    </p:spTree>
    <p:extLst>
      <p:ext uri="{BB962C8B-B14F-4D97-AF65-F5344CB8AC3E}">
        <p14:creationId xmlns:p14="http://schemas.microsoft.com/office/powerpoint/2010/main" val="5246735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D02DD2-84CF-7CD5-64B3-508349DDB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730C1380-46F5-BC04-CFB8-A9CF4BE13DEF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D6DC0E0-474C-A5C9-7292-6F6D8DF07463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5D5AB4E-9114-1414-4E31-A9BDD017C497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B72DDF7-AC6F-4168-5F42-A86BF84E9EDB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FA831DB-8C7B-AC06-AD47-2AAB218564D1}"/>
              </a:ext>
            </a:extLst>
          </p:cNvPr>
          <p:cNvSpPr/>
          <p:nvPr/>
        </p:nvSpPr>
        <p:spPr>
          <a:xfrm>
            <a:off x="630768" y="1299334"/>
            <a:ext cx="5153696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Program Counter: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Holds address of the next instruction to be fetched from memory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Once the instruction is fetched, PC updates to the next one needed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2D8EAC-002B-6500-EAF3-70A21505354E}"/>
              </a:ext>
            </a:extLst>
          </p:cNvPr>
          <p:cNvSpPr/>
          <p:nvPr/>
        </p:nvSpPr>
        <p:spPr>
          <a:xfrm>
            <a:off x="-358628" y="155968"/>
            <a:ext cx="838502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CONSTRUCTING A CPU DIAGRAM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A96E9A-B680-0800-B2D8-D6A7A616FB0C}"/>
              </a:ext>
            </a:extLst>
          </p:cNvPr>
          <p:cNvSpPr txBox="1"/>
          <p:nvPr/>
        </p:nvSpPr>
        <p:spPr>
          <a:xfrm>
            <a:off x="-23610" y="6966988"/>
            <a:ext cx="119360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https://images.hothardware.com/contentimages/article/3176/content/small_nvidia-ga106-gpu-die.jpg</a:t>
            </a:r>
          </a:p>
        </p:txBody>
      </p:sp>
      <p:pic>
        <p:nvPicPr>
          <p:cNvPr id="10" name="Picture 9" descr="Computer Cpu Pictures">
            <a:extLst>
              <a:ext uri="{FF2B5EF4-FFF2-40B4-BE49-F238E27FC236}">
                <a16:creationId xmlns:a16="http://schemas.microsoft.com/office/drawing/2014/main" id="{C525EE91-8C72-9DB1-FC8D-D7E314EC12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4429" y="944571"/>
            <a:ext cx="5955173" cy="595630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F195DE8-4C8F-938F-F480-5C9D4BAE409D}"/>
              </a:ext>
            </a:extLst>
          </p:cNvPr>
          <p:cNvSpPr/>
          <p:nvPr/>
        </p:nvSpPr>
        <p:spPr>
          <a:xfrm rot="16200000">
            <a:off x="6165523" y="4551249"/>
            <a:ext cx="1778000" cy="972924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Control Unit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B044F7-59C6-60C5-2C4A-7E9D8E867C20}"/>
              </a:ext>
            </a:extLst>
          </p:cNvPr>
          <p:cNvSpPr/>
          <p:nvPr/>
        </p:nvSpPr>
        <p:spPr>
          <a:xfrm rot="16200000">
            <a:off x="6165523" y="2562810"/>
            <a:ext cx="1778000" cy="972924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Arithmetic Logic Unit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1FECD2-6723-74F3-5381-ABA4A086B216}"/>
              </a:ext>
            </a:extLst>
          </p:cNvPr>
          <p:cNvSpPr/>
          <p:nvPr/>
        </p:nvSpPr>
        <p:spPr>
          <a:xfrm>
            <a:off x="7738533" y="2160271"/>
            <a:ext cx="2590800" cy="15575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Registers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C1CE5CB-B7BB-346E-5B11-0166F0754F91}"/>
              </a:ext>
            </a:extLst>
          </p:cNvPr>
          <p:cNvSpPr/>
          <p:nvPr/>
        </p:nvSpPr>
        <p:spPr>
          <a:xfrm>
            <a:off x="7816582" y="2556933"/>
            <a:ext cx="700885" cy="39955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EBB3D9E-8C77-61E5-3D1A-6F109F8C001D}"/>
              </a:ext>
            </a:extLst>
          </p:cNvPr>
          <p:cNvSpPr/>
          <p:nvPr/>
        </p:nvSpPr>
        <p:spPr>
          <a:xfrm>
            <a:off x="8683490" y="2556933"/>
            <a:ext cx="700885" cy="39955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PC</a:t>
            </a:r>
          </a:p>
        </p:txBody>
      </p:sp>
    </p:spTree>
    <p:extLst>
      <p:ext uri="{BB962C8B-B14F-4D97-AF65-F5344CB8AC3E}">
        <p14:creationId xmlns:p14="http://schemas.microsoft.com/office/powerpoint/2010/main" val="19204523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AF0B58-E01C-6BA8-D23A-F1C88473C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786536A3-A8DC-1E84-CB4B-BE5C5CE14294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21CA112-7AED-B3A1-A935-67FE0F4B91D1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E985AEB-74B6-F654-572E-AE5EDC939375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590850E-BFA5-D1DF-D267-5A91E6DE11C2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9BFFB0F-37DE-4D14-5C8D-A4EE7F40C80A}"/>
              </a:ext>
            </a:extLst>
          </p:cNvPr>
          <p:cNvSpPr/>
          <p:nvPr/>
        </p:nvSpPr>
        <p:spPr>
          <a:xfrm>
            <a:off x="630768" y="1299334"/>
            <a:ext cx="5153696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Memory Address Register: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Holds memory address currently being fetched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Content from PC is copied to MAR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MAR provides address to memory to get data and instructions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6B8BC4-18BA-B4AA-C071-20711AAA5975}"/>
              </a:ext>
            </a:extLst>
          </p:cNvPr>
          <p:cNvSpPr/>
          <p:nvPr/>
        </p:nvSpPr>
        <p:spPr>
          <a:xfrm>
            <a:off x="-358628" y="155968"/>
            <a:ext cx="838502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CONSTRUCTING A CPU DIAGRAM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4E5611-231F-59DA-A612-5C0D7F8F3CA1}"/>
              </a:ext>
            </a:extLst>
          </p:cNvPr>
          <p:cNvSpPr txBox="1"/>
          <p:nvPr/>
        </p:nvSpPr>
        <p:spPr>
          <a:xfrm>
            <a:off x="-23610" y="6966988"/>
            <a:ext cx="119360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https://images.hothardware.com/contentimages/article/3176/content/small_nvidia-ga106-gpu-die.jpg</a:t>
            </a:r>
          </a:p>
        </p:txBody>
      </p:sp>
      <p:pic>
        <p:nvPicPr>
          <p:cNvPr id="10" name="Picture 9" descr="Computer Cpu Pictures">
            <a:extLst>
              <a:ext uri="{FF2B5EF4-FFF2-40B4-BE49-F238E27FC236}">
                <a16:creationId xmlns:a16="http://schemas.microsoft.com/office/drawing/2014/main" id="{875D10FC-9E4A-DE5F-7E04-CAE35A7AE4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4429" y="944571"/>
            <a:ext cx="5955173" cy="595630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529ECEF-9CBD-4579-DA3A-2EB431C26571}"/>
              </a:ext>
            </a:extLst>
          </p:cNvPr>
          <p:cNvSpPr/>
          <p:nvPr/>
        </p:nvSpPr>
        <p:spPr>
          <a:xfrm rot="16200000">
            <a:off x="6165523" y="4551249"/>
            <a:ext cx="1778000" cy="972924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Control Unit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029731A-1EC9-7B30-A2AB-5059A5FF7C3D}"/>
              </a:ext>
            </a:extLst>
          </p:cNvPr>
          <p:cNvSpPr/>
          <p:nvPr/>
        </p:nvSpPr>
        <p:spPr>
          <a:xfrm rot="16200000">
            <a:off x="6165523" y="2562810"/>
            <a:ext cx="1778000" cy="972924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Arithmetic Logic Unit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CDD56E-ECAC-ABF9-F472-11650AC5B1A3}"/>
              </a:ext>
            </a:extLst>
          </p:cNvPr>
          <p:cNvSpPr/>
          <p:nvPr/>
        </p:nvSpPr>
        <p:spPr>
          <a:xfrm>
            <a:off x="7738533" y="2160271"/>
            <a:ext cx="2590800" cy="15575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Registers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6AA22F3-A159-0BCC-2E65-94AEDE776C92}"/>
              </a:ext>
            </a:extLst>
          </p:cNvPr>
          <p:cNvSpPr/>
          <p:nvPr/>
        </p:nvSpPr>
        <p:spPr>
          <a:xfrm>
            <a:off x="7816582" y="2556933"/>
            <a:ext cx="700885" cy="39955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EE36108-00ED-1CC6-3C65-E250A954A85B}"/>
              </a:ext>
            </a:extLst>
          </p:cNvPr>
          <p:cNvSpPr/>
          <p:nvPr/>
        </p:nvSpPr>
        <p:spPr>
          <a:xfrm>
            <a:off x="8683490" y="2556933"/>
            <a:ext cx="700885" cy="39955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PC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C1BB80A-903F-BD55-9A4F-8F187FE4C1C3}"/>
              </a:ext>
            </a:extLst>
          </p:cNvPr>
          <p:cNvSpPr/>
          <p:nvPr/>
        </p:nvSpPr>
        <p:spPr>
          <a:xfrm>
            <a:off x="9550398" y="2556933"/>
            <a:ext cx="700885" cy="39955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MAR</a:t>
            </a:r>
          </a:p>
        </p:txBody>
      </p:sp>
    </p:spTree>
    <p:extLst>
      <p:ext uri="{BB962C8B-B14F-4D97-AF65-F5344CB8AC3E}">
        <p14:creationId xmlns:p14="http://schemas.microsoft.com/office/powerpoint/2010/main" val="35799509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ECEDF9-9E6E-94E4-CAF9-612B459AD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B3F8C649-5C63-DACC-544C-B5DEC4EE8288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F50058F-6011-8597-2C0A-A8750FB49C5C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B29F664-39E5-FABC-5AE9-9C70185BA44E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8D88E66-67E0-7224-49AB-124D864B29DB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7F12BC-95CC-66B6-F499-AFB2E5D87845}"/>
              </a:ext>
            </a:extLst>
          </p:cNvPr>
          <p:cNvSpPr/>
          <p:nvPr/>
        </p:nvSpPr>
        <p:spPr>
          <a:xfrm>
            <a:off x="630768" y="1299334"/>
            <a:ext cx="4723661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Memory Data Register: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Holds data that has been fetched, or is about to be written back into memory at the address in the MAR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BBD4F2F-1898-24C6-7CC7-B5D9E9D414E7}"/>
              </a:ext>
            </a:extLst>
          </p:cNvPr>
          <p:cNvSpPr/>
          <p:nvPr/>
        </p:nvSpPr>
        <p:spPr>
          <a:xfrm>
            <a:off x="-358628" y="155968"/>
            <a:ext cx="838502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CONSTRUCTING A CPU DIAGRAM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4DC6E9-E385-3148-F74C-888BA45F6655}"/>
              </a:ext>
            </a:extLst>
          </p:cNvPr>
          <p:cNvSpPr txBox="1"/>
          <p:nvPr/>
        </p:nvSpPr>
        <p:spPr>
          <a:xfrm>
            <a:off x="-23610" y="6966988"/>
            <a:ext cx="119360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https://images.hothardware.com/contentimages/article/3176/content/small_nvidia-ga106-gpu-die.jpg</a:t>
            </a:r>
          </a:p>
        </p:txBody>
      </p:sp>
      <p:pic>
        <p:nvPicPr>
          <p:cNvPr id="10" name="Picture 9" descr="Computer Cpu Pictures">
            <a:extLst>
              <a:ext uri="{FF2B5EF4-FFF2-40B4-BE49-F238E27FC236}">
                <a16:creationId xmlns:a16="http://schemas.microsoft.com/office/drawing/2014/main" id="{F6099122-3D43-1A9F-EBD8-46835A993B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4429" y="944571"/>
            <a:ext cx="5955173" cy="595630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A91BC47-0339-EABB-2EA7-AB4DDD399942}"/>
              </a:ext>
            </a:extLst>
          </p:cNvPr>
          <p:cNvSpPr/>
          <p:nvPr/>
        </p:nvSpPr>
        <p:spPr>
          <a:xfrm rot="16200000">
            <a:off x="6165523" y="4551249"/>
            <a:ext cx="1778000" cy="972924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Control Unit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82F4BB-640B-1FCF-9333-6781BEF23D4D}"/>
              </a:ext>
            </a:extLst>
          </p:cNvPr>
          <p:cNvSpPr/>
          <p:nvPr/>
        </p:nvSpPr>
        <p:spPr>
          <a:xfrm rot="16200000">
            <a:off x="6165523" y="2562810"/>
            <a:ext cx="1778000" cy="972924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Arithmetic Logic Unit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446D0A-0C78-8C7E-D855-6EF69D940FA8}"/>
              </a:ext>
            </a:extLst>
          </p:cNvPr>
          <p:cNvSpPr/>
          <p:nvPr/>
        </p:nvSpPr>
        <p:spPr>
          <a:xfrm>
            <a:off x="7738533" y="2160271"/>
            <a:ext cx="2590800" cy="15575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Registers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70F5E5B-D431-B328-19D3-10A0C4A2BF9F}"/>
              </a:ext>
            </a:extLst>
          </p:cNvPr>
          <p:cNvSpPr/>
          <p:nvPr/>
        </p:nvSpPr>
        <p:spPr>
          <a:xfrm>
            <a:off x="7816582" y="2556933"/>
            <a:ext cx="700885" cy="39955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5B2A437-28C7-D826-DB97-3D466E4440E5}"/>
              </a:ext>
            </a:extLst>
          </p:cNvPr>
          <p:cNvSpPr/>
          <p:nvPr/>
        </p:nvSpPr>
        <p:spPr>
          <a:xfrm>
            <a:off x="8683490" y="2556933"/>
            <a:ext cx="700885" cy="39955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PC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A26212F-8901-712F-F643-5532C93B7355}"/>
              </a:ext>
            </a:extLst>
          </p:cNvPr>
          <p:cNvSpPr/>
          <p:nvPr/>
        </p:nvSpPr>
        <p:spPr>
          <a:xfrm>
            <a:off x="9550398" y="2556933"/>
            <a:ext cx="700885" cy="39955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MAR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75B2A16-5FDD-3459-5D07-9D2E6AA5629B}"/>
              </a:ext>
            </a:extLst>
          </p:cNvPr>
          <p:cNvSpPr/>
          <p:nvPr/>
        </p:nvSpPr>
        <p:spPr>
          <a:xfrm>
            <a:off x="9550398" y="3049271"/>
            <a:ext cx="700885" cy="39955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MDR</a:t>
            </a:r>
          </a:p>
        </p:txBody>
      </p:sp>
    </p:spTree>
    <p:extLst>
      <p:ext uri="{BB962C8B-B14F-4D97-AF65-F5344CB8AC3E}">
        <p14:creationId xmlns:p14="http://schemas.microsoft.com/office/powerpoint/2010/main" val="21609598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916104-23F0-2DD1-E55F-335EC81CE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A352A1A-5403-8FDA-0691-909F0FAC2ED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901CC82-EC81-7C67-0B32-9573B0C46EEF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C9811BE-1A28-F5DB-3EFD-545C854AB3C3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BA994DC-4198-0452-A96B-5AE17E2D42AC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DC48902-10FA-47D6-AE1A-E180E25FDF60}"/>
              </a:ext>
            </a:extLst>
          </p:cNvPr>
          <p:cNvSpPr/>
          <p:nvPr/>
        </p:nvSpPr>
        <p:spPr>
          <a:xfrm>
            <a:off x="630768" y="1299334"/>
            <a:ext cx="4723661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Accumulator: 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Stores intermediate arithmetic or logical results produced by the ALU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74DE1A3-5DCB-66A5-7CCD-DEB1272736F9}"/>
              </a:ext>
            </a:extLst>
          </p:cNvPr>
          <p:cNvSpPr/>
          <p:nvPr/>
        </p:nvSpPr>
        <p:spPr>
          <a:xfrm>
            <a:off x="-358628" y="155968"/>
            <a:ext cx="838502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CONSTRUCTING A CPU DIAGRAM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FC439DF-E9FE-F3C8-9B38-FA571749AC24}"/>
              </a:ext>
            </a:extLst>
          </p:cNvPr>
          <p:cNvSpPr txBox="1"/>
          <p:nvPr/>
        </p:nvSpPr>
        <p:spPr>
          <a:xfrm>
            <a:off x="-23610" y="6966988"/>
            <a:ext cx="119360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https://images.hothardware.com/contentimages/article/3176/content/small_nvidia-ga106-gpu-die.jpg</a:t>
            </a:r>
          </a:p>
        </p:txBody>
      </p:sp>
      <p:pic>
        <p:nvPicPr>
          <p:cNvPr id="10" name="Picture 9" descr="Computer Cpu Pictures">
            <a:extLst>
              <a:ext uri="{FF2B5EF4-FFF2-40B4-BE49-F238E27FC236}">
                <a16:creationId xmlns:a16="http://schemas.microsoft.com/office/drawing/2014/main" id="{EB603470-0F41-FA64-130B-74FC16B430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4429" y="944571"/>
            <a:ext cx="5955173" cy="595630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B311724-7E5D-317A-86A3-6F4DEB687707}"/>
              </a:ext>
            </a:extLst>
          </p:cNvPr>
          <p:cNvSpPr/>
          <p:nvPr/>
        </p:nvSpPr>
        <p:spPr>
          <a:xfrm rot="16200000">
            <a:off x="6165523" y="4551249"/>
            <a:ext cx="1778000" cy="972924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Control Unit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4BFFA1E-7079-310F-6E8E-FC4AF1A29650}"/>
              </a:ext>
            </a:extLst>
          </p:cNvPr>
          <p:cNvSpPr/>
          <p:nvPr/>
        </p:nvSpPr>
        <p:spPr>
          <a:xfrm rot="16200000">
            <a:off x="6165523" y="2562810"/>
            <a:ext cx="1778000" cy="972924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Arithmetic Logic Unit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57328E0-94F4-05AB-C58A-65CE7DDDA36B}"/>
              </a:ext>
            </a:extLst>
          </p:cNvPr>
          <p:cNvSpPr/>
          <p:nvPr/>
        </p:nvSpPr>
        <p:spPr>
          <a:xfrm>
            <a:off x="7738533" y="2160271"/>
            <a:ext cx="2590800" cy="15575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Registers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2D7EADC-3183-0FD5-FF81-F6015893759F}"/>
              </a:ext>
            </a:extLst>
          </p:cNvPr>
          <p:cNvSpPr/>
          <p:nvPr/>
        </p:nvSpPr>
        <p:spPr>
          <a:xfrm>
            <a:off x="7816582" y="2556933"/>
            <a:ext cx="700885" cy="39955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3DAE050-F414-0410-ED71-570649DE293B}"/>
              </a:ext>
            </a:extLst>
          </p:cNvPr>
          <p:cNvSpPr/>
          <p:nvPr/>
        </p:nvSpPr>
        <p:spPr>
          <a:xfrm>
            <a:off x="8683490" y="2556933"/>
            <a:ext cx="700885" cy="39955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PC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971761F-92C7-BA67-DFAD-0BFCD2995ACF}"/>
              </a:ext>
            </a:extLst>
          </p:cNvPr>
          <p:cNvSpPr/>
          <p:nvPr/>
        </p:nvSpPr>
        <p:spPr>
          <a:xfrm>
            <a:off x="9550398" y="2556933"/>
            <a:ext cx="700885" cy="39955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MAR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0757427-7ECE-3DAB-3B27-75A6BAEEA37A}"/>
              </a:ext>
            </a:extLst>
          </p:cNvPr>
          <p:cNvSpPr/>
          <p:nvPr/>
        </p:nvSpPr>
        <p:spPr>
          <a:xfrm>
            <a:off x="9550398" y="3049271"/>
            <a:ext cx="700885" cy="39955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MDR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5B6C352-4637-65C7-476B-934C3B07060C}"/>
              </a:ext>
            </a:extLst>
          </p:cNvPr>
          <p:cNvSpPr/>
          <p:nvPr/>
        </p:nvSpPr>
        <p:spPr>
          <a:xfrm>
            <a:off x="7816582" y="3049271"/>
            <a:ext cx="700885" cy="399558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AC</a:t>
            </a:r>
          </a:p>
        </p:txBody>
      </p:sp>
    </p:spTree>
    <p:extLst>
      <p:ext uri="{BB962C8B-B14F-4D97-AF65-F5344CB8AC3E}">
        <p14:creationId xmlns:p14="http://schemas.microsoft.com/office/powerpoint/2010/main" val="40963157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69ED20-BF62-DFB1-1117-777DF71D2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5D34144F-9A83-3C44-D46F-244FB6E5B84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F542536-B8FD-A0DD-517D-292A8A6206C2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5CFEAFD-7596-04F1-1878-79276780F855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7104E30-9BCB-17A6-426A-C172B3836417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A0B85A-B8DC-AE72-09D5-9268B96C1061}"/>
              </a:ext>
            </a:extLst>
          </p:cNvPr>
          <p:cNvSpPr/>
          <p:nvPr/>
        </p:nvSpPr>
        <p:spPr>
          <a:xfrm>
            <a:off x="630769" y="1299334"/>
            <a:ext cx="3023566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Let’s go ahead and add some memory to our diagram for the next step</a:t>
            </a:r>
            <a:endParaRPr lang="en-US" sz="2800" u="sng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0BD721-A5CE-7490-1E27-703BACF2AA7A}"/>
              </a:ext>
            </a:extLst>
          </p:cNvPr>
          <p:cNvSpPr/>
          <p:nvPr/>
        </p:nvSpPr>
        <p:spPr>
          <a:xfrm>
            <a:off x="-358628" y="155968"/>
            <a:ext cx="838502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CONSTRUCTING A CPU DIAGRAM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112B23-CC3F-2370-77F8-B49ED14203E0}"/>
              </a:ext>
            </a:extLst>
          </p:cNvPr>
          <p:cNvSpPr txBox="1"/>
          <p:nvPr/>
        </p:nvSpPr>
        <p:spPr>
          <a:xfrm>
            <a:off x="-23610" y="6966988"/>
            <a:ext cx="119360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https://images.hothardware.com/contentimages/article/3176/content/small_nvidia-ga106-gpu-die.jpg</a:t>
            </a:r>
          </a:p>
        </p:txBody>
      </p:sp>
      <p:pic>
        <p:nvPicPr>
          <p:cNvPr id="10" name="Picture 9" descr="Computer Cpu Pictures">
            <a:extLst>
              <a:ext uri="{FF2B5EF4-FFF2-40B4-BE49-F238E27FC236}">
                <a16:creationId xmlns:a16="http://schemas.microsoft.com/office/drawing/2014/main" id="{8ACB597C-4B22-A75F-C099-6036C057D9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1233" y="944571"/>
            <a:ext cx="5955173" cy="595630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49BA7A3-6CF0-9637-AB1F-0D4EE28ADFC0}"/>
              </a:ext>
            </a:extLst>
          </p:cNvPr>
          <p:cNvSpPr/>
          <p:nvPr/>
        </p:nvSpPr>
        <p:spPr>
          <a:xfrm rot="16200000">
            <a:off x="4692327" y="4551249"/>
            <a:ext cx="1778000" cy="972924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Control Unit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77DBAE3-4653-EE2E-BF44-5FE5EFC442EC}"/>
              </a:ext>
            </a:extLst>
          </p:cNvPr>
          <p:cNvSpPr/>
          <p:nvPr/>
        </p:nvSpPr>
        <p:spPr>
          <a:xfrm rot="16200000">
            <a:off x="4692327" y="2562810"/>
            <a:ext cx="1778000" cy="972924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Arithmetic Logic Unit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4E93863-80DD-7034-C094-842191D89403}"/>
              </a:ext>
            </a:extLst>
          </p:cNvPr>
          <p:cNvSpPr/>
          <p:nvPr/>
        </p:nvSpPr>
        <p:spPr>
          <a:xfrm>
            <a:off x="6265337" y="2160271"/>
            <a:ext cx="2590800" cy="15575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Registers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F2A92AD-186F-B4A7-0697-6665C50CDC2F}"/>
              </a:ext>
            </a:extLst>
          </p:cNvPr>
          <p:cNvSpPr/>
          <p:nvPr/>
        </p:nvSpPr>
        <p:spPr>
          <a:xfrm>
            <a:off x="6343386" y="2556933"/>
            <a:ext cx="700885" cy="39955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93929BD-5213-61C8-9F16-1753DDEB9DD3}"/>
              </a:ext>
            </a:extLst>
          </p:cNvPr>
          <p:cNvSpPr/>
          <p:nvPr/>
        </p:nvSpPr>
        <p:spPr>
          <a:xfrm>
            <a:off x="7210294" y="2556933"/>
            <a:ext cx="700885" cy="39955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PC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42200C9-EE01-B8E0-3FF0-5C7A685FFE62}"/>
              </a:ext>
            </a:extLst>
          </p:cNvPr>
          <p:cNvSpPr/>
          <p:nvPr/>
        </p:nvSpPr>
        <p:spPr>
          <a:xfrm>
            <a:off x="8077202" y="2556933"/>
            <a:ext cx="700885" cy="39955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MAR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7E42DEE-C4B0-0995-49D4-BD4765E2B720}"/>
              </a:ext>
            </a:extLst>
          </p:cNvPr>
          <p:cNvSpPr/>
          <p:nvPr/>
        </p:nvSpPr>
        <p:spPr>
          <a:xfrm>
            <a:off x="8077202" y="3049271"/>
            <a:ext cx="700885" cy="39955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MDR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A5EB532-8E85-E473-6523-9AC788CD11B1}"/>
              </a:ext>
            </a:extLst>
          </p:cNvPr>
          <p:cNvSpPr/>
          <p:nvPr/>
        </p:nvSpPr>
        <p:spPr>
          <a:xfrm>
            <a:off x="6343386" y="3049271"/>
            <a:ext cx="700885" cy="399558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AC</a:t>
            </a:r>
          </a:p>
        </p:txBody>
      </p:sp>
      <p:pic>
        <p:nvPicPr>
          <p:cNvPr id="18" name="Picture 17" descr="Premier Series DDR3L-1600 U-DIMM Memory Module (India)">
            <a:extLst>
              <a:ext uri="{FF2B5EF4-FFF2-40B4-BE49-F238E27FC236}">
                <a16:creationId xmlns:a16="http://schemas.microsoft.com/office/drawing/2014/main" id="{B8E429EE-E79A-B0F4-1C3D-E33D56BBC60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4398"/>
          <a:stretch>
            <a:fillRect/>
          </a:stretch>
        </p:blipFill>
        <p:spPr>
          <a:xfrm rot="5400000">
            <a:off x="9558908" y="1902881"/>
            <a:ext cx="5956302" cy="3907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6779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3E3CF7-4332-A6F4-EDA7-2F7B5280A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F09CEAEB-7470-8113-DD8A-0410B2880BDF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4D0E168-1EBE-4487-9DCF-158EEFA5D780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4FF5DF2-3E7A-7FD4-29D0-7BF81493D6B1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E0A53E6-F861-1EC5-2C7C-9214960CC4D9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C848D8-BB13-5514-E010-38EB85F8083F}"/>
              </a:ext>
            </a:extLst>
          </p:cNvPr>
          <p:cNvSpPr/>
          <p:nvPr/>
        </p:nvSpPr>
        <p:spPr>
          <a:xfrm>
            <a:off x="630769" y="1299334"/>
            <a:ext cx="3470596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Now, let’s add the buses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Buses transfer data between various devices, including the CPU, memory, storage, and peripherals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1261A7-28FD-707F-3B15-814565264378}"/>
              </a:ext>
            </a:extLst>
          </p:cNvPr>
          <p:cNvSpPr/>
          <p:nvPr/>
        </p:nvSpPr>
        <p:spPr>
          <a:xfrm>
            <a:off x="-358628" y="155968"/>
            <a:ext cx="838502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CONSTRUCTING A CPU DIAGRAM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5BDB5D-4C26-CF67-D90B-CA608E56C02B}"/>
              </a:ext>
            </a:extLst>
          </p:cNvPr>
          <p:cNvSpPr txBox="1"/>
          <p:nvPr/>
        </p:nvSpPr>
        <p:spPr>
          <a:xfrm>
            <a:off x="-23610" y="6966988"/>
            <a:ext cx="119360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https://images.hothardware.com/contentimages/article/3176/content/small_nvidia-ga106-gpu-die.jpg</a:t>
            </a:r>
          </a:p>
        </p:txBody>
      </p:sp>
      <p:pic>
        <p:nvPicPr>
          <p:cNvPr id="10" name="Picture 9" descr="Computer Cpu Pictures">
            <a:extLst>
              <a:ext uri="{FF2B5EF4-FFF2-40B4-BE49-F238E27FC236}">
                <a16:creationId xmlns:a16="http://schemas.microsoft.com/office/drawing/2014/main" id="{FA5132AE-50E2-D62E-FCCB-9EDDA57474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1233" y="944571"/>
            <a:ext cx="5955173" cy="595630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E8CDE3E-2378-E3DB-B3D3-79CA195470E7}"/>
              </a:ext>
            </a:extLst>
          </p:cNvPr>
          <p:cNvSpPr/>
          <p:nvPr/>
        </p:nvSpPr>
        <p:spPr>
          <a:xfrm rot="16200000">
            <a:off x="4692327" y="4551249"/>
            <a:ext cx="1778000" cy="972924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Control Unit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09EE2CF-B5DD-A100-8DF5-F412B3411BE3}"/>
              </a:ext>
            </a:extLst>
          </p:cNvPr>
          <p:cNvSpPr/>
          <p:nvPr/>
        </p:nvSpPr>
        <p:spPr>
          <a:xfrm rot="16200000">
            <a:off x="4692327" y="2562810"/>
            <a:ext cx="1778000" cy="972924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Arithmetic Logic Unit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492AAA1-560F-B1FA-66BA-03511BC396C6}"/>
              </a:ext>
            </a:extLst>
          </p:cNvPr>
          <p:cNvSpPr/>
          <p:nvPr/>
        </p:nvSpPr>
        <p:spPr>
          <a:xfrm>
            <a:off x="6265337" y="2160271"/>
            <a:ext cx="2590800" cy="15575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Registers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D15EA36-EB7B-BE03-36F5-84A19870D797}"/>
              </a:ext>
            </a:extLst>
          </p:cNvPr>
          <p:cNvSpPr/>
          <p:nvPr/>
        </p:nvSpPr>
        <p:spPr>
          <a:xfrm>
            <a:off x="6343386" y="2556933"/>
            <a:ext cx="700885" cy="39955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4FACDB9-57E4-0248-7B8F-BCF4CE96107F}"/>
              </a:ext>
            </a:extLst>
          </p:cNvPr>
          <p:cNvSpPr/>
          <p:nvPr/>
        </p:nvSpPr>
        <p:spPr>
          <a:xfrm>
            <a:off x="7210294" y="2556933"/>
            <a:ext cx="700885" cy="39955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PC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EEFD666-5346-21CE-0699-E16BF9DA1450}"/>
              </a:ext>
            </a:extLst>
          </p:cNvPr>
          <p:cNvSpPr/>
          <p:nvPr/>
        </p:nvSpPr>
        <p:spPr>
          <a:xfrm>
            <a:off x="8077202" y="2556933"/>
            <a:ext cx="700885" cy="39955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MAR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120FA6-D83F-E2D4-4A25-5932BEA28586}"/>
              </a:ext>
            </a:extLst>
          </p:cNvPr>
          <p:cNvSpPr/>
          <p:nvPr/>
        </p:nvSpPr>
        <p:spPr>
          <a:xfrm>
            <a:off x="8077202" y="3049271"/>
            <a:ext cx="700885" cy="39955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MDR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3BD515F-8B7B-B0B2-1299-B66ED971CC2B}"/>
              </a:ext>
            </a:extLst>
          </p:cNvPr>
          <p:cNvSpPr/>
          <p:nvPr/>
        </p:nvSpPr>
        <p:spPr>
          <a:xfrm>
            <a:off x="6343386" y="3049271"/>
            <a:ext cx="700885" cy="399558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AC</a:t>
            </a:r>
          </a:p>
        </p:txBody>
      </p:sp>
      <p:pic>
        <p:nvPicPr>
          <p:cNvPr id="18" name="Picture 17" descr="Premier Series DDR3L-1600 U-DIMM Memory Module (India)">
            <a:extLst>
              <a:ext uri="{FF2B5EF4-FFF2-40B4-BE49-F238E27FC236}">
                <a16:creationId xmlns:a16="http://schemas.microsoft.com/office/drawing/2014/main" id="{540521BB-86AA-F29A-DAF9-CFFD0C0F77A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4398"/>
          <a:stretch>
            <a:fillRect/>
          </a:stretch>
        </p:blipFill>
        <p:spPr>
          <a:xfrm rot="5400000">
            <a:off x="9558908" y="1902881"/>
            <a:ext cx="5956302" cy="3907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0511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9864BD-B910-2107-8A05-04D69EE74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FDCEDD3E-6C71-5E20-EE85-543C82F3715D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4450A00-031D-B284-B9F1-F0D32884A18F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4676671-FE5A-90EF-4B49-C45FA43235C0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40C1ABD-7AF8-DBB3-DAB2-7140A747989D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995591-BC4A-46FB-728B-0333B66D8E99}"/>
              </a:ext>
            </a:extLst>
          </p:cNvPr>
          <p:cNvSpPr/>
          <p:nvPr/>
        </p:nvSpPr>
        <p:spPr>
          <a:xfrm>
            <a:off x="630769" y="1299334"/>
            <a:ext cx="3470596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Buses have widths measured in bits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More width = more data at a time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33D3E4-117B-37A9-F5A5-731946FD1F4A}"/>
              </a:ext>
            </a:extLst>
          </p:cNvPr>
          <p:cNvSpPr/>
          <p:nvPr/>
        </p:nvSpPr>
        <p:spPr>
          <a:xfrm>
            <a:off x="-358628" y="155968"/>
            <a:ext cx="838502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CONSTRUCTING A CPU DIAGRAM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26AA80-1FC9-2D9B-E262-B1BAF4D9EAB4}"/>
              </a:ext>
            </a:extLst>
          </p:cNvPr>
          <p:cNvSpPr txBox="1"/>
          <p:nvPr/>
        </p:nvSpPr>
        <p:spPr>
          <a:xfrm>
            <a:off x="-23610" y="6966988"/>
            <a:ext cx="119360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https://images.hothardware.com/contentimages/article/3176/content/small_nvidia-ga106-gpu-die.jpg</a:t>
            </a:r>
          </a:p>
        </p:txBody>
      </p:sp>
      <p:pic>
        <p:nvPicPr>
          <p:cNvPr id="10" name="Picture 9" descr="Computer Cpu Pictures">
            <a:extLst>
              <a:ext uri="{FF2B5EF4-FFF2-40B4-BE49-F238E27FC236}">
                <a16:creationId xmlns:a16="http://schemas.microsoft.com/office/drawing/2014/main" id="{4801523B-5C75-BDE7-AD9B-61ED70A8E9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1233" y="944571"/>
            <a:ext cx="5955173" cy="595630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9E65E3D-96E5-784B-7206-FC2C84AE6E8F}"/>
              </a:ext>
            </a:extLst>
          </p:cNvPr>
          <p:cNvSpPr/>
          <p:nvPr/>
        </p:nvSpPr>
        <p:spPr>
          <a:xfrm rot="16200000">
            <a:off x="4692327" y="4551249"/>
            <a:ext cx="1778000" cy="972924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Control Unit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8ACCDB7-2CE6-B3CB-BE3B-8205F60EF185}"/>
              </a:ext>
            </a:extLst>
          </p:cNvPr>
          <p:cNvSpPr/>
          <p:nvPr/>
        </p:nvSpPr>
        <p:spPr>
          <a:xfrm rot="16200000">
            <a:off x="4692327" y="2562810"/>
            <a:ext cx="1778000" cy="972924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Arithmetic Logic Unit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A5100C-4361-923E-B63B-1A15DEF8EF00}"/>
              </a:ext>
            </a:extLst>
          </p:cNvPr>
          <p:cNvSpPr/>
          <p:nvPr/>
        </p:nvSpPr>
        <p:spPr>
          <a:xfrm>
            <a:off x="6265337" y="2160271"/>
            <a:ext cx="2590800" cy="15575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Registers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C6BE361-4EC5-AE4E-036F-8C07302CF5E9}"/>
              </a:ext>
            </a:extLst>
          </p:cNvPr>
          <p:cNvSpPr/>
          <p:nvPr/>
        </p:nvSpPr>
        <p:spPr>
          <a:xfrm>
            <a:off x="6343386" y="2556933"/>
            <a:ext cx="700885" cy="39955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DE96D6C-EBC0-C5E4-B299-637755998042}"/>
              </a:ext>
            </a:extLst>
          </p:cNvPr>
          <p:cNvSpPr/>
          <p:nvPr/>
        </p:nvSpPr>
        <p:spPr>
          <a:xfrm>
            <a:off x="7210294" y="2556933"/>
            <a:ext cx="700885" cy="39955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PC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F50DC9D-C5B5-3240-DB52-D09A74C7A024}"/>
              </a:ext>
            </a:extLst>
          </p:cNvPr>
          <p:cNvSpPr/>
          <p:nvPr/>
        </p:nvSpPr>
        <p:spPr>
          <a:xfrm>
            <a:off x="8077202" y="2556933"/>
            <a:ext cx="700885" cy="39955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MAR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E3BB20A-D613-A9A4-154D-60E73FA3CB4C}"/>
              </a:ext>
            </a:extLst>
          </p:cNvPr>
          <p:cNvSpPr/>
          <p:nvPr/>
        </p:nvSpPr>
        <p:spPr>
          <a:xfrm>
            <a:off x="8077202" y="3049271"/>
            <a:ext cx="700885" cy="39955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MDR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275A776-50F0-66EC-1829-B82274C9A985}"/>
              </a:ext>
            </a:extLst>
          </p:cNvPr>
          <p:cNvSpPr/>
          <p:nvPr/>
        </p:nvSpPr>
        <p:spPr>
          <a:xfrm>
            <a:off x="6343386" y="3049271"/>
            <a:ext cx="700885" cy="399558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AC</a:t>
            </a:r>
          </a:p>
        </p:txBody>
      </p:sp>
      <p:pic>
        <p:nvPicPr>
          <p:cNvPr id="18" name="Picture 17" descr="Premier Series DDR3L-1600 U-DIMM Memory Module (India)">
            <a:extLst>
              <a:ext uri="{FF2B5EF4-FFF2-40B4-BE49-F238E27FC236}">
                <a16:creationId xmlns:a16="http://schemas.microsoft.com/office/drawing/2014/main" id="{4496502D-7AA9-AA49-B07D-D2DC1243C90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4398"/>
          <a:stretch>
            <a:fillRect/>
          </a:stretch>
        </p:blipFill>
        <p:spPr>
          <a:xfrm rot="5400000">
            <a:off x="9558908" y="1902881"/>
            <a:ext cx="5956302" cy="3907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8602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275D88-0EB3-278C-BBFC-A674C0CF0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5E144E04-B3D7-32A4-0E6A-FD9CF9615D0F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B2691B6-FFE9-E4D4-BB76-43E3D2649DCA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6F185F0-B60D-97AD-3A74-5BA14AD1BA39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B659FCD-59B3-1613-F3CC-C875D3C12127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152383-9DF2-CA88-1471-D5AAA6D55958}"/>
              </a:ext>
            </a:extLst>
          </p:cNvPr>
          <p:cNvSpPr/>
          <p:nvPr/>
        </p:nvSpPr>
        <p:spPr>
          <a:xfrm>
            <a:off x="118533" y="1299334"/>
            <a:ext cx="3982832" cy="560153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Control Bus: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Transmit control signals to and from CPU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This bus is bidirectional, as it sends &amp; receives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Read/Write Operations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Interrupts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Synchronization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3EC3EE-80E7-8740-AC62-A6A3C9C7085E}"/>
              </a:ext>
            </a:extLst>
          </p:cNvPr>
          <p:cNvSpPr/>
          <p:nvPr/>
        </p:nvSpPr>
        <p:spPr>
          <a:xfrm>
            <a:off x="-358628" y="155968"/>
            <a:ext cx="838502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CONSTRUCTING A CPU DIAGRAM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F4995D-22EC-DDA4-14DF-635163711CCB}"/>
              </a:ext>
            </a:extLst>
          </p:cNvPr>
          <p:cNvSpPr txBox="1"/>
          <p:nvPr/>
        </p:nvSpPr>
        <p:spPr>
          <a:xfrm>
            <a:off x="-23610" y="6966988"/>
            <a:ext cx="119360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https://images.hothardware.com/contentimages/article/3176/content/small_nvidia-ga106-gpu-die.jpg</a:t>
            </a:r>
          </a:p>
        </p:txBody>
      </p:sp>
      <p:pic>
        <p:nvPicPr>
          <p:cNvPr id="10" name="Picture 9" descr="Computer Cpu Pictures">
            <a:extLst>
              <a:ext uri="{FF2B5EF4-FFF2-40B4-BE49-F238E27FC236}">
                <a16:creationId xmlns:a16="http://schemas.microsoft.com/office/drawing/2014/main" id="{AEEA947C-DC72-7479-3422-F812FF64A5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1233" y="944571"/>
            <a:ext cx="5955173" cy="595630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997D096-A981-F2EE-3437-3D54B78B866F}"/>
              </a:ext>
            </a:extLst>
          </p:cNvPr>
          <p:cNvSpPr/>
          <p:nvPr/>
        </p:nvSpPr>
        <p:spPr>
          <a:xfrm rot="16200000">
            <a:off x="4692327" y="4551249"/>
            <a:ext cx="1778000" cy="972924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Control Unit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E135531-1CD3-3726-F0B0-2D60F9B9EE10}"/>
              </a:ext>
            </a:extLst>
          </p:cNvPr>
          <p:cNvSpPr/>
          <p:nvPr/>
        </p:nvSpPr>
        <p:spPr>
          <a:xfrm rot="16200000">
            <a:off x="4692327" y="2562810"/>
            <a:ext cx="1778000" cy="972924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Arithmetic Logic Unit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C365DC0-A0A1-2BC2-F049-135ED6BCC790}"/>
              </a:ext>
            </a:extLst>
          </p:cNvPr>
          <p:cNvSpPr/>
          <p:nvPr/>
        </p:nvSpPr>
        <p:spPr>
          <a:xfrm>
            <a:off x="6265337" y="2160271"/>
            <a:ext cx="2590800" cy="15575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Registers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876E730-A4B2-B9E2-222B-DCCDA61C17F9}"/>
              </a:ext>
            </a:extLst>
          </p:cNvPr>
          <p:cNvSpPr/>
          <p:nvPr/>
        </p:nvSpPr>
        <p:spPr>
          <a:xfrm>
            <a:off x="6343386" y="2556933"/>
            <a:ext cx="700885" cy="39955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19E6C65-C6F2-872C-3CF4-A45375CC5206}"/>
              </a:ext>
            </a:extLst>
          </p:cNvPr>
          <p:cNvSpPr/>
          <p:nvPr/>
        </p:nvSpPr>
        <p:spPr>
          <a:xfrm>
            <a:off x="7210294" y="2556933"/>
            <a:ext cx="700885" cy="39955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PC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009C73B-C0C1-69F5-75EF-DE3A2EEFB4D8}"/>
              </a:ext>
            </a:extLst>
          </p:cNvPr>
          <p:cNvSpPr/>
          <p:nvPr/>
        </p:nvSpPr>
        <p:spPr>
          <a:xfrm>
            <a:off x="8077202" y="2556933"/>
            <a:ext cx="700885" cy="39955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MAR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760824-93A1-0D04-D1CD-B6D1DE3A626B}"/>
              </a:ext>
            </a:extLst>
          </p:cNvPr>
          <p:cNvSpPr/>
          <p:nvPr/>
        </p:nvSpPr>
        <p:spPr>
          <a:xfrm>
            <a:off x="8077202" y="3049271"/>
            <a:ext cx="700885" cy="39955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MDR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C3A5634-6D9C-D7B8-E906-FB5942F72045}"/>
              </a:ext>
            </a:extLst>
          </p:cNvPr>
          <p:cNvSpPr/>
          <p:nvPr/>
        </p:nvSpPr>
        <p:spPr>
          <a:xfrm>
            <a:off x="6343386" y="3049271"/>
            <a:ext cx="700885" cy="399558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AC</a:t>
            </a:r>
          </a:p>
        </p:txBody>
      </p:sp>
      <p:pic>
        <p:nvPicPr>
          <p:cNvPr id="18" name="Picture 17" descr="Premier Series DDR3L-1600 U-DIMM Memory Module (India)">
            <a:extLst>
              <a:ext uri="{FF2B5EF4-FFF2-40B4-BE49-F238E27FC236}">
                <a16:creationId xmlns:a16="http://schemas.microsoft.com/office/drawing/2014/main" id="{B6F3D816-A27D-BF09-9027-F41D3066997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4398"/>
          <a:stretch>
            <a:fillRect/>
          </a:stretch>
        </p:blipFill>
        <p:spPr>
          <a:xfrm rot="5400000">
            <a:off x="9558908" y="1902881"/>
            <a:ext cx="5956302" cy="3907452"/>
          </a:xfrm>
          <a:prstGeom prst="rect">
            <a:avLst/>
          </a:prstGeom>
        </p:spPr>
      </p:pic>
      <p:sp>
        <p:nvSpPr>
          <p:cNvPr id="24" name="Arrow: Left-Right 23">
            <a:extLst>
              <a:ext uri="{FF2B5EF4-FFF2-40B4-BE49-F238E27FC236}">
                <a16:creationId xmlns:a16="http://schemas.microsoft.com/office/drawing/2014/main" id="{0479AF5E-0D4F-6091-6754-60B6DFE70449}"/>
              </a:ext>
            </a:extLst>
          </p:cNvPr>
          <p:cNvSpPr/>
          <p:nvPr/>
        </p:nvSpPr>
        <p:spPr>
          <a:xfrm>
            <a:off x="9129024" y="2969592"/>
            <a:ext cx="2121329" cy="979030"/>
          </a:xfrm>
          <a:prstGeom prst="leftRightArrow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Control Bus</a:t>
            </a:r>
          </a:p>
        </p:txBody>
      </p:sp>
    </p:spTree>
    <p:extLst>
      <p:ext uri="{BB962C8B-B14F-4D97-AF65-F5344CB8AC3E}">
        <p14:creationId xmlns:p14="http://schemas.microsoft.com/office/powerpoint/2010/main" val="32485252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3DA882-45DA-6EA2-7A51-4CD15B8D6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942B80E5-D4EF-1099-079E-DAC7449F5322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E4197F9-CA7A-2B08-5D49-4B2373BC2C0A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D981580-102B-950C-0F6C-2C6C57531E66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1044008-37E7-425C-9AC8-A0ED2586F698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8BE558F-6077-F24E-551E-5AB2BC1A9FAF}"/>
              </a:ext>
            </a:extLst>
          </p:cNvPr>
          <p:cNvSpPr/>
          <p:nvPr/>
        </p:nvSpPr>
        <p:spPr>
          <a:xfrm>
            <a:off x="-167471" y="1299334"/>
            <a:ext cx="4229405" cy="560153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Data Bus: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Carries data between CPU, memory, peripherals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Width determines speed of data transfer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Data read from and written to memory – bidirectional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Size is often 8,16,32,64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839C557-E38C-9280-411D-7F34F3C63A0B}"/>
              </a:ext>
            </a:extLst>
          </p:cNvPr>
          <p:cNvSpPr/>
          <p:nvPr/>
        </p:nvSpPr>
        <p:spPr>
          <a:xfrm>
            <a:off x="-358628" y="155968"/>
            <a:ext cx="838502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CONSTRUCTING A CPU DIAGRAM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43875F-ADAC-5170-A8BC-4A185FABF0E3}"/>
              </a:ext>
            </a:extLst>
          </p:cNvPr>
          <p:cNvSpPr txBox="1"/>
          <p:nvPr/>
        </p:nvSpPr>
        <p:spPr>
          <a:xfrm>
            <a:off x="-23610" y="6966988"/>
            <a:ext cx="119360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https://images.hothardware.com/contentimages/article/3176/content/small_nvidia-ga106-gpu-die.jpg</a:t>
            </a:r>
          </a:p>
        </p:txBody>
      </p:sp>
      <p:pic>
        <p:nvPicPr>
          <p:cNvPr id="10" name="Picture 9" descr="Computer Cpu Pictures">
            <a:extLst>
              <a:ext uri="{FF2B5EF4-FFF2-40B4-BE49-F238E27FC236}">
                <a16:creationId xmlns:a16="http://schemas.microsoft.com/office/drawing/2014/main" id="{FC41A561-68E6-6516-E6AF-3518DC300B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1233" y="944571"/>
            <a:ext cx="5955173" cy="595630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88700B5-57BA-E512-59E2-1BE16BC6517A}"/>
              </a:ext>
            </a:extLst>
          </p:cNvPr>
          <p:cNvSpPr/>
          <p:nvPr/>
        </p:nvSpPr>
        <p:spPr>
          <a:xfrm rot="16200000">
            <a:off x="4692327" y="4551249"/>
            <a:ext cx="1778000" cy="972924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Control Unit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FBF56AE-523A-7C8F-7298-3E263FC04AB6}"/>
              </a:ext>
            </a:extLst>
          </p:cNvPr>
          <p:cNvSpPr/>
          <p:nvPr/>
        </p:nvSpPr>
        <p:spPr>
          <a:xfrm rot="16200000">
            <a:off x="4692327" y="2562810"/>
            <a:ext cx="1778000" cy="972924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Arithmetic Logic Unit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C70B7DC-DE92-B3F0-2FBD-BB18EDAB59F3}"/>
              </a:ext>
            </a:extLst>
          </p:cNvPr>
          <p:cNvSpPr/>
          <p:nvPr/>
        </p:nvSpPr>
        <p:spPr>
          <a:xfrm>
            <a:off x="6265337" y="2160271"/>
            <a:ext cx="2590800" cy="15575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Registers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4221DDA-EB3C-825C-F3C4-E7EC795A70C1}"/>
              </a:ext>
            </a:extLst>
          </p:cNvPr>
          <p:cNvSpPr/>
          <p:nvPr/>
        </p:nvSpPr>
        <p:spPr>
          <a:xfrm>
            <a:off x="6343386" y="2556933"/>
            <a:ext cx="700885" cy="39955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AB79134-8B97-BB13-196E-4285D6E2D635}"/>
              </a:ext>
            </a:extLst>
          </p:cNvPr>
          <p:cNvSpPr/>
          <p:nvPr/>
        </p:nvSpPr>
        <p:spPr>
          <a:xfrm>
            <a:off x="7210294" y="2556933"/>
            <a:ext cx="700885" cy="39955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PC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7A1557-5E99-0B08-7E62-B242A6644A27}"/>
              </a:ext>
            </a:extLst>
          </p:cNvPr>
          <p:cNvSpPr/>
          <p:nvPr/>
        </p:nvSpPr>
        <p:spPr>
          <a:xfrm>
            <a:off x="8077202" y="2556933"/>
            <a:ext cx="700885" cy="39955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MAR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443630C-E519-B625-6795-291292C27A75}"/>
              </a:ext>
            </a:extLst>
          </p:cNvPr>
          <p:cNvSpPr/>
          <p:nvPr/>
        </p:nvSpPr>
        <p:spPr>
          <a:xfrm>
            <a:off x="8077202" y="3049271"/>
            <a:ext cx="700885" cy="39955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MDR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1FE6F46-4F41-CD48-3980-3CF1847FA0E2}"/>
              </a:ext>
            </a:extLst>
          </p:cNvPr>
          <p:cNvSpPr/>
          <p:nvPr/>
        </p:nvSpPr>
        <p:spPr>
          <a:xfrm>
            <a:off x="6343386" y="3049271"/>
            <a:ext cx="700885" cy="399558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AC</a:t>
            </a:r>
          </a:p>
        </p:txBody>
      </p:sp>
      <p:pic>
        <p:nvPicPr>
          <p:cNvPr id="18" name="Picture 17" descr="Premier Series DDR3L-1600 U-DIMM Memory Module (India)">
            <a:extLst>
              <a:ext uri="{FF2B5EF4-FFF2-40B4-BE49-F238E27FC236}">
                <a16:creationId xmlns:a16="http://schemas.microsoft.com/office/drawing/2014/main" id="{1F1427A9-6B95-F7E7-8C85-A87A0B467C7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4398"/>
          <a:stretch>
            <a:fillRect/>
          </a:stretch>
        </p:blipFill>
        <p:spPr>
          <a:xfrm rot="5400000">
            <a:off x="9558908" y="1902881"/>
            <a:ext cx="5956302" cy="3907452"/>
          </a:xfrm>
          <a:prstGeom prst="rect">
            <a:avLst/>
          </a:prstGeom>
        </p:spPr>
      </p:pic>
      <p:sp>
        <p:nvSpPr>
          <p:cNvPr id="22" name="Arrow: Left-Right 21">
            <a:extLst>
              <a:ext uri="{FF2B5EF4-FFF2-40B4-BE49-F238E27FC236}">
                <a16:creationId xmlns:a16="http://schemas.microsoft.com/office/drawing/2014/main" id="{FD6394E0-DF68-4715-CDF3-49EC748A0817}"/>
              </a:ext>
            </a:extLst>
          </p:cNvPr>
          <p:cNvSpPr/>
          <p:nvPr/>
        </p:nvSpPr>
        <p:spPr>
          <a:xfrm>
            <a:off x="9144000" y="4910667"/>
            <a:ext cx="2121329" cy="979030"/>
          </a:xfrm>
          <a:prstGeom prst="left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 Bus</a:t>
            </a:r>
          </a:p>
        </p:txBody>
      </p:sp>
      <p:sp>
        <p:nvSpPr>
          <p:cNvPr id="24" name="Arrow: Left-Right 23">
            <a:extLst>
              <a:ext uri="{FF2B5EF4-FFF2-40B4-BE49-F238E27FC236}">
                <a16:creationId xmlns:a16="http://schemas.microsoft.com/office/drawing/2014/main" id="{5F748717-C6A0-68E7-BDCE-E95E22FE4A11}"/>
              </a:ext>
            </a:extLst>
          </p:cNvPr>
          <p:cNvSpPr/>
          <p:nvPr/>
        </p:nvSpPr>
        <p:spPr>
          <a:xfrm>
            <a:off x="9129024" y="2969592"/>
            <a:ext cx="2121329" cy="979030"/>
          </a:xfrm>
          <a:prstGeom prst="leftRightArrow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Control Bus</a:t>
            </a:r>
          </a:p>
        </p:txBody>
      </p:sp>
    </p:spTree>
    <p:extLst>
      <p:ext uri="{BB962C8B-B14F-4D97-AF65-F5344CB8AC3E}">
        <p14:creationId xmlns:p14="http://schemas.microsoft.com/office/powerpoint/2010/main" val="12460851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6D5157-B5D7-B291-EA28-B3DF6BC30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54B087E8-90C4-2B39-4FCE-B6FFAF79AA80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2338C3C-3618-F459-9125-8524574586F0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0986EF9-33B5-9D34-B165-A568DBB8A90F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E27AF6D-5EF4-7510-0484-15A69193FC37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5BBD3CB-D117-44C8-5D11-C9895D22A247}"/>
              </a:ext>
            </a:extLst>
          </p:cNvPr>
          <p:cNvSpPr/>
          <p:nvPr/>
        </p:nvSpPr>
        <p:spPr>
          <a:xfrm>
            <a:off x="0" y="1299334"/>
            <a:ext cx="4061934" cy="560153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Address Bus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Transmit address to read from or write to in memory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Width of address bus determines system memory capacity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32 bit bus = 2</a:t>
            </a:r>
            <a:r>
              <a:rPr lang="en-US" sz="2800" u="sng" baseline="30000" dirty="0">
                <a:solidFill>
                  <a:schemeClr val="bg1"/>
                </a:solidFill>
                <a:latin typeface="Bahnschrift" panose="020B0502040204020203" pitchFamily="34" charset="0"/>
              </a:rPr>
              <a:t>32</a:t>
            </a:r>
            <a:r>
              <a:rPr lang="en-US" sz="2800" u="sng" baseline="-25000" dirty="0">
                <a:solidFill>
                  <a:schemeClr val="bg1"/>
                </a:solidFill>
                <a:latin typeface="Bahnschrift" panose="020B0502040204020203" pitchFamily="34" charset="0"/>
              </a:rPr>
              <a:t> </a:t>
            </a: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memory locations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Unidirectional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BB6727-60C6-A67E-BC81-8AEFFC860459}"/>
              </a:ext>
            </a:extLst>
          </p:cNvPr>
          <p:cNvSpPr/>
          <p:nvPr/>
        </p:nvSpPr>
        <p:spPr>
          <a:xfrm>
            <a:off x="-358628" y="155968"/>
            <a:ext cx="838502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CONSTRUCTING A CPU DIAGRAM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79D6BF-AB72-DF6A-5DBA-1DD581F83EF4}"/>
              </a:ext>
            </a:extLst>
          </p:cNvPr>
          <p:cNvSpPr txBox="1"/>
          <p:nvPr/>
        </p:nvSpPr>
        <p:spPr>
          <a:xfrm>
            <a:off x="-23610" y="6966988"/>
            <a:ext cx="119360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https://images.hothardware.com/contentimages/article/3176/content/small_nvidia-ga106-gpu-die.jpg</a:t>
            </a:r>
          </a:p>
        </p:txBody>
      </p:sp>
      <p:pic>
        <p:nvPicPr>
          <p:cNvPr id="10" name="Picture 9" descr="Computer Cpu Pictures">
            <a:extLst>
              <a:ext uri="{FF2B5EF4-FFF2-40B4-BE49-F238E27FC236}">
                <a16:creationId xmlns:a16="http://schemas.microsoft.com/office/drawing/2014/main" id="{B16800CB-7368-B501-53BC-9E1059684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1233" y="944571"/>
            <a:ext cx="5955173" cy="595630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150311A-E558-5DC6-4EE8-0605EFCA8FF8}"/>
              </a:ext>
            </a:extLst>
          </p:cNvPr>
          <p:cNvSpPr/>
          <p:nvPr/>
        </p:nvSpPr>
        <p:spPr>
          <a:xfrm rot="16200000">
            <a:off x="4692327" y="4551249"/>
            <a:ext cx="1778000" cy="972924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Control Unit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508511-475A-9B04-9593-4E8DA0BA5192}"/>
              </a:ext>
            </a:extLst>
          </p:cNvPr>
          <p:cNvSpPr/>
          <p:nvPr/>
        </p:nvSpPr>
        <p:spPr>
          <a:xfrm rot="16200000">
            <a:off x="4692327" y="2562810"/>
            <a:ext cx="1778000" cy="972924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Arithmetic Logic Unit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085B6F-83A8-D2BE-1A6C-9F988F3C8B01}"/>
              </a:ext>
            </a:extLst>
          </p:cNvPr>
          <p:cNvSpPr/>
          <p:nvPr/>
        </p:nvSpPr>
        <p:spPr>
          <a:xfrm>
            <a:off x="6265337" y="2160271"/>
            <a:ext cx="2590800" cy="15575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Registers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E3AC53-8084-0C10-B75C-FD0E02469D65}"/>
              </a:ext>
            </a:extLst>
          </p:cNvPr>
          <p:cNvSpPr/>
          <p:nvPr/>
        </p:nvSpPr>
        <p:spPr>
          <a:xfrm>
            <a:off x="6343386" y="2556933"/>
            <a:ext cx="700885" cy="39955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3C2193D-2361-D66E-9BDD-564719D91245}"/>
              </a:ext>
            </a:extLst>
          </p:cNvPr>
          <p:cNvSpPr/>
          <p:nvPr/>
        </p:nvSpPr>
        <p:spPr>
          <a:xfrm>
            <a:off x="7210294" y="2556933"/>
            <a:ext cx="700885" cy="39955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PC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718D777-A1EF-613B-7F43-AC0AB37E5650}"/>
              </a:ext>
            </a:extLst>
          </p:cNvPr>
          <p:cNvSpPr/>
          <p:nvPr/>
        </p:nvSpPr>
        <p:spPr>
          <a:xfrm>
            <a:off x="8077202" y="2556933"/>
            <a:ext cx="700885" cy="39955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MAR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F7C8B79-E06A-235A-34BA-2E1E1CC72D78}"/>
              </a:ext>
            </a:extLst>
          </p:cNvPr>
          <p:cNvSpPr/>
          <p:nvPr/>
        </p:nvSpPr>
        <p:spPr>
          <a:xfrm>
            <a:off x="8077202" y="3049271"/>
            <a:ext cx="700885" cy="39955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MDR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2BFD2F7-D288-F970-4615-CEFED2D00E62}"/>
              </a:ext>
            </a:extLst>
          </p:cNvPr>
          <p:cNvSpPr/>
          <p:nvPr/>
        </p:nvSpPr>
        <p:spPr>
          <a:xfrm>
            <a:off x="6343386" y="3049271"/>
            <a:ext cx="700885" cy="399558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AC</a:t>
            </a:r>
          </a:p>
        </p:txBody>
      </p:sp>
      <p:pic>
        <p:nvPicPr>
          <p:cNvPr id="18" name="Picture 17" descr="Premier Series DDR3L-1600 U-DIMM Memory Module (India)">
            <a:extLst>
              <a:ext uri="{FF2B5EF4-FFF2-40B4-BE49-F238E27FC236}">
                <a16:creationId xmlns:a16="http://schemas.microsoft.com/office/drawing/2014/main" id="{18937817-4DA2-7E99-A732-5EDFB06786E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4398"/>
          <a:stretch>
            <a:fillRect/>
          </a:stretch>
        </p:blipFill>
        <p:spPr>
          <a:xfrm rot="5400000">
            <a:off x="9558908" y="1902881"/>
            <a:ext cx="5956302" cy="3907452"/>
          </a:xfrm>
          <a:prstGeom prst="rect">
            <a:avLst/>
          </a:prstGeom>
        </p:spPr>
      </p:pic>
      <p:sp>
        <p:nvSpPr>
          <p:cNvPr id="19" name="Arrow: Left-Right 18">
            <a:extLst>
              <a:ext uri="{FF2B5EF4-FFF2-40B4-BE49-F238E27FC236}">
                <a16:creationId xmlns:a16="http://schemas.microsoft.com/office/drawing/2014/main" id="{C39B26A3-4400-A324-4C95-612CC34B8434}"/>
              </a:ext>
            </a:extLst>
          </p:cNvPr>
          <p:cNvSpPr/>
          <p:nvPr/>
        </p:nvSpPr>
        <p:spPr>
          <a:xfrm>
            <a:off x="9144000" y="3965606"/>
            <a:ext cx="2121329" cy="979030"/>
          </a:xfrm>
          <a:prstGeom prst="left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Address Bus</a:t>
            </a:r>
          </a:p>
        </p:txBody>
      </p:sp>
      <p:sp>
        <p:nvSpPr>
          <p:cNvPr id="20" name="Arrow: Left-Right 19">
            <a:extLst>
              <a:ext uri="{FF2B5EF4-FFF2-40B4-BE49-F238E27FC236}">
                <a16:creationId xmlns:a16="http://schemas.microsoft.com/office/drawing/2014/main" id="{5DA02EEE-824D-3532-3272-35D9B8622AC0}"/>
              </a:ext>
            </a:extLst>
          </p:cNvPr>
          <p:cNvSpPr/>
          <p:nvPr/>
        </p:nvSpPr>
        <p:spPr>
          <a:xfrm>
            <a:off x="9144000" y="4910667"/>
            <a:ext cx="2121329" cy="979030"/>
          </a:xfrm>
          <a:prstGeom prst="left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 Bus</a:t>
            </a:r>
          </a:p>
        </p:txBody>
      </p:sp>
      <p:sp>
        <p:nvSpPr>
          <p:cNvPr id="21" name="Arrow: Left-Right 20">
            <a:extLst>
              <a:ext uri="{FF2B5EF4-FFF2-40B4-BE49-F238E27FC236}">
                <a16:creationId xmlns:a16="http://schemas.microsoft.com/office/drawing/2014/main" id="{AC30476B-9363-D6EF-1572-46DB7D11DE7D}"/>
              </a:ext>
            </a:extLst>
          </p:cNvPr>
          <p:cNvSpPr/>
          <p:nvPr/>
        </p:nvSpPr>
        <p:spPr>
          <a:xfrm>
            <a:off x="9129024" y="2969592"/>
            <a:ext cx="2121329" cy="979030"/>
          </a:xfrm>
          <a:prstGeom prst="leftRightArrow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Control Bus</a:t>
            </a:r>
          </a:p>
        </p:txBody>
      </p:sp>
    </p:spTree>
    <p:extLst>
      <p:ext uri="{BB962C8B-B14F-4D97-AF65-F5344CB8AC3E}">
        <p14:creationId xmlns:p14="http://schemas.microsoft.com/office/powerpoint/2010/main" val="7083299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FEF397-0E86-D3CD-4556-FDF883A0C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4ADD1A92-3D9B-8E5D-A334-9D48F15D328C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D6DC15B-EB1E-5754-5D76-EC6984C0CB2A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77D962A-75D3-1169-9603-BC0FEA37E7B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C2A4E1A-45A0-2C87-79A1-05A34BA87171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EBA5D8A-A579-2269-6B66-84BC2120A66E}"/>
              </a:ext>
            </a:extLst>
          </p:cNvPr>
          <p:cNvSpPr/>
          <p:nvPr/>
        </p:nvSpPr>
        <p:spPr>
          <a:xfrm>
            <a:off x="0" y="1299334"/>
            <a:ext cx="4061934" cy="560153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Where does the data carried in on the data bus go?</a:t>
            </a:r>
          </a:p>
          <a:p>
            <a:pPr>
              <a:spcBef>
                <a:spcPts val="1200"/>
              </a:spcBef>
            </a:pPr>
            <a:endParaRPr lang="en-US" sz="2800" u="sng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5469B95-6769-9503-DC73-F81BDEA9900E}"/>
              </a:ext>
            </a:extLst>
          </p:cNvPr>
          <p:cNvSpPr/>
          <p:nvPr/>
        </p:nvSpPr>
        <p:spPr>
          <a:xfrm>
            <a:off x="-358628" y="155968"/>
            <a:ext cx="838502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CONSTRUCTING A CPU DIAGRAM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74F4E7-0D36-9471-905B-B5D7B7726E43}"/>
              </a:ext>
            </a:extLst>
          </p:cNvPr>
          <p:cNvSpPr txBox="1"/>
          <p:nvPr/>
        </p:nvSpPr>
        <p:spPr>
          <a:xfrm>
            <a:off x="-23610" y="6966988"/>
            <a:ext cx="119360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https://images.hothardware.com/contentimages/article/3176/content/small_nvidia-ga106-gpu-die.jpg</a:t>
            </a:r>
          </a:p>
        </p:txBody>
      </p:sp>
      <p:pic>
        <p:nvPicPr>
          <p:cNvPr id="10" name="Picture 9" descr="Computer Cpu Pictures">
            <a:extLst>
              <a:ext uri="{FF2B5EF4-FFF2-40B4-BE49-F238E27FC236}">
                <a16:creationId xmlns:a16="http://schemas.microsoft.com/office/drawing/2014/main" id="{AA7555C8-3DB9-DCDA-CDF9-27D57F57EE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1233" y="944571"/>
            <a:ext cx="5955173" cy="595630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4C2D156-B093-B712-80E4-5C7C8FB711EA}"/>
              </a:ext>
            </a:extLst>
          </p:cNvPr>
          <p:cNvSpPr/>
          <p:nvPr/>
        </p:nvSpPr>
        <p:spPr>
          <a:xfrm rot="16200000">
            <a:off x="4692327" y="4551249"/>
            <a:ext cx="1778000" cy="972924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Control Unit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BAC75D6-F898-A614-15E2-262C4F79D200}"/>
              </a:ext>
            </a:extLst>
          </p:cNvPr>
          <p:cNvSpPr/>
          <p:nvPr/>
        </p:nvSpPr>
        <p:spPr>
          <a:xfrm rot="16200000">
            <a:off x="4692327" y="2562810"/>
            <a:ext cx="1778000" cy="972924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Arithmetic Logic Unit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0BCB939-2283-37AB-0AB0-7542164F7CB0}"/>
              </a:ext>
            </a:extLst>
          </p:cNvPr>
          <p:cNvSpPr/>
          <p:nvPr/>
        </p:nvSpPr>
        <p:spPr>
          <a:xfrm>
            <a:off x="6265337" y="2160271"/>
            <a:ext cx="2590800" cy="15575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Registers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04274C9-4B41-6E86-C401-5433403CC2B2}"/>
              </a:ext>
            </a:extLst>
          </p:cNvPr>
          <p:cNvSpPr/>
          <p:nvPr/>
        </p:nvSpPr>
        <p:spPr>
          <a:xfrm>
            <a:off x="6343386" y="2556933"/>
            <a:ext cx="700885" cy="39955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072EB08-D950-E749-4DD7-4536E381C968}"/>
              </a:ext>
            </a:extLst>
          </p:cNvPr>
          <p:cNvSpPr/>
          <p:nvPr/>
        </p:nvSpPr>
        <p:spPr>
          <a:xfrm>
            <a:off x="7210294" y="2556933"/>
            <a:ext cx="700885" cy="39955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PC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A2723A3-3900-87E0-AAA5-4378FAC4299E}"/>
              </a:ext>
            </a:extLst>
          </p:cNvPr>
          <p:cNvSpPr/>
          <p:nvPr/>
        </p:nvSpPr>
        <p:spPr>
          <a:xfrm>
            <a:off x="8077202" y="2556933"/>
            <a:ext cx="700885" cy="39955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MAR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93ABF8C-4392-C245-379B-263B83440595}"/>
              </a:ext>
            </a:extLst>
          </p:cNvPr>
          <p:cNvSpPr/>
          <p:nvPr/>
        </p:nvSpPr>
        <p:spPr>
          <a:xfrm>
            <a:off x="8077202" y="3049271"/>
            <a:ext cx="700885" cy="39955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MDR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1179C52-B434-6375-6118-C6154241E3A9}"/>
              </a:ext>
            </a:extLst>
          </p:cNvPr>
          <p:cNvSpPr/>
          <p:nvPr/>
        </p:nvSpPr>
        <p:spPr>
          <a:xfrm>
            <a:off x="6343386" y="3049271"/>
            <a:ext cx="700885" cy="399558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AC</a:t>
            </a:r>
          </a:p>
        </p:txBody>
      </p:sp>
      <p:pic>
        <p:nvPicPr>
          <p:cNvPr id="18" name="Picture 17" descr="Premier Series DDR3L-1600 U-DIMM Memory Module (India)">
            <a:extLst>
              <a:ext uri="{FF2B5EF4-FFF2-40B4-BE49-F238E27FC236}">
                <a16:creationId xmlns:a16="http://schemas.microsoft.com/office/drawing/2014/main" id="{EFCDF624-3599-46EE-DBEB-208D60F8202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4398"/>
          <a:stretch>
            <a:fillRect/>
          </a:stretch>
        </p:blipFill>
        <p:spPr>
          <a:xfrm rot="5400000">
            <a:off x="9558908" y="1902881"/>
            <a:ext cx="5956302" cy="3907452"/>
          </a:xfrm>
          <a:prstGeom prst="rect">
            <a:avLst/>
          </a:prstGeom>
        </p:spPr>
      </p:pic>
      <p:sp>
        <p:nvSpPr>
          <p:cNvPr id="19" name="Arrow: Left-Right 18">
            <a:extLst>
              <a:ext uri="{FF2B5EF4-FFF2-40B4-BE49-F238E27FC236}">
                <a16:creationId xmlns:a16="http://schemas.microsoft.com/office/drawing/2014/main" id="{4C33771C-C40F-DFBE-14C1-53360FBE0C5F}"/>
              </a:ext>
            </a:extLst>
          </p:cNvPr>
          <p:cNvSpPr/>
          <p:nvPr/>
        </p:nvSpPr>
        <p:spPr>
          <a:xfrm>
            <a:off x="9144000" y="3965606"/>
            <a:ext cx="2121329" cy="979030"/>
          </a:xfrm>
          <a:prstGeom prst="left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Address Bus</a:t>
            </a:r>
          </a:p>
        </p:txBody>
      </p:sp>
      <p:sp>
        <p:nvSpPr>
          <p:cNvPr id="20" name="Arrow: Left-Right 19">
            <a:extLst>
              <a:ext uri="{FF2B5EF4-FFF2-40B4-BE49-F238E27FC236}">
                <a16:creationId xmlns:a16="http://schemas.microsoft.com/office/drawing/2014/main" id="{757257EE-7CFC-BCCF-B616-DB2FCEC60D7F}"/>
              </a:ext>
            </a:extLst>
          </p:cNvPr>
          <p:cNvSpPr/>
          <p:nvPr/>
        </p:nvSpPr>
        <p:spPr>
          <a:xfrm>
            <a:off x="9144000" y="4910667"/>
            <a:ext cx="2121329" cy="979030"/>
          </a:xfrm>
          <a:prstGeom prst="left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 Bus</a:t>
            </a:r>
          </a:p>
        </p:txBody>
      </p:sp>
      <p:sp>
        <p:nvSpPr>
          <p:cNvPr id="21" name="Arrow: Left-Right 20">
            <a:extLst>
              <a:ext uri="{FF2B5EF4-FFF2-40B4-BE49-F238E27FC236}">
                <a16:creationId xmlns:a16="http://schemas.microsoft.com/office/drawing/2014/main" id="{F29FB3DD-B694-9B25-04EE-8E3E025C0510}"/>
              </a:ext>
            </a:extLst>
          </p:cNvPr>
          <p:cNvSpPr/>
          <p:nvPr/>
        </p:nvSpPr>
        <p:spPr>
          <a:xfrm>
            <a:off x="9129024" y="2969592"/>
            <a:ext cx="2121329" cy="979030"/>
          </a:xfrm>
          <a:prstGeom prst="leftRightArrow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Control Bus</a:t>
            </a:r>
          </a:p>
        </p:txBody>
      </p:sp>
    </p:spTree>
    <p:extLst>
      <p:ext uri="{BB962C8B-B14F-4D97-AF65-F5344CB8AC3E}">
        <p14:creationId xmlns:p14="http://schemas.microsoft.com/office/powerpoint/2010/main" val="8884299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692EEA-0BE5-576D-4165-09FEA7902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C15D691F-A3DC-0B8B-C35D-678CF08C9AED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8C31EF6-003F-D646-8E10-24F4FE9637AD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CBB521C-ABB6-A944-D81D-9931AB8919C3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613462A-9457-A83E-2A7F-C5F3A63DAB8E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2391454-882C-F9EF-ADE6-9E8826DDBF96}"/>
              </a:ext>
            </a:extLst>
          </p:cNvPr>
          <p:cNvSpPr/>
          <p:nvPr/>
        </p:nvSpPr>
        <p:spPr>
          <a:xfrm>
            <a:off x="0" y="1299334"/>
            <a:ext cx="4061934" cy="560153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Where do the addresses carried in on the address bus go?</a:t>
            </a:r>
            <a:endParaRPr lang="en-US" sz="2800" u="sng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F360F7-67FB-233C-0792-C5099AD21BBA}"/>
              </a:ext>
            </a:extLst>
          </p:cNvPr>
          <p:cNvSpPr/>
          <p:nvPr/>
        </p:nvSpPr>
        <p:spPr>
          <a:xfrm>
            <a:off x="-358628" y="155968"/>
            <a:ext cx="838502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CONSTRUCTING A CPU DIAGRAM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06A9C7-F503-82F8-0EDC-9534EE7FBC1D}"/>
              </a:ext>
            </a:extLst>
          </p:cNvPr>
          <p:cNvSpPr txBox="1"/>
          <p:nvPr/>
        </p:nvSpPr>
        <p:spPr>
          <a:xfrm>
            <a:off x="-23610" y="6966988"/>
            <a:ext cx="119360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https://images.hothardware.com/contentimages/article/3176/content/small_nvidia-ga106-gpu-die.jpg</a:t>
            </a:r>
          </a:p>
        </p:txBody>
      </p:sp>
      <p:pic>
        <p:nvPicPr>
          <p:cNvPr id="10" name="Picture 9" descr="Computer Cpu Pictures">
            <a:extLst>
              <a:ext uri="{FF2B5EF4-FFF2-40B4-BE49-F238E27FC236}">
                <a16:creationId xmlns:a16="http://schemas.microsoft.com/office/drawing/2014/main" id="{968160D9-7A2F-CFEC-6A25-8185D3F320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1233" y="944571"/>
            <a:ext cx="5955173" cy="595630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61D1E67-46EB-9CAF-EA9F-D8B3A6C0DBAE}"/>
              </a:ext>
            </a:extLst>
          </p:cNvPr>
          <p:cNvSpPr/>
          <p:nvPr/>
        </p:nvSpPr>
        <p:spPr>
          <a:xfrm rot="16200000">
            <a:off x="4692327" y="4551249"/>
            <a:ext cx="1778000" cy="972924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Control Unit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3EDA089-F8CB-8069-1A2E-8D56C5DD3C42}"/>
              </a:ext>
            </a:extLst>
          </p:cNvPr>
          <p:cNvSpPr/>
          <p:nvPr/>
        </p:nvSpPr>
        <p:spPr>
          <a:xfrm rot="16200000">
            <a:off x="4692327" y="2562810"/>
            <a:ext cx="1778000" cy="972924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Arithmetic Logic Unit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5F7EAE-043B-6E22-04B6-F03DF216304B}"/>
              </a:ext>
            </a:extLst>
          </p:cNvPr>
          <p:cNvSpPr/>
          <p:nvPr/>
        </p:nvSpPr>
        <p:spPr>
          <a:xfrm>
            <a:off x="6265337" y="2160271"/>
            <a:ext cx="2590800" cy="15575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/>
              <a:t>Registers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04A7172-8F53-0614-031E-5AE858F904F9}"/>
              </a:ext>
            </a:extLst>
          </p:cNvPr>
          <p:cNvSpPr/>
          <p:nvPr/>
        </p:nvSpPr>
        <p:spPr>
          <a:xfrm>
            <a:off x="6343386" y="2556933"/>
            <a:ext cx="700885" cy="39955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14C1B9D-7D07-6AB5-3D25-A5CD8E5ECC1B}"/>
              </a:ext>
            </a:extLst>
          </p:cNvPr>
          <p:cNvSpPr/>
          <p:nvPr/>
        </p:nvSpPr>
        <p:spPr>
          <a:xfrm>
            <a:off x="7210294" y="2556933"/>
            <a:ext cx="700885" cy="39955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PC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DE4470D-02E9-15DE-E440-904DE928DA0E}"/>
              </a:ext>
            </a:extLst>
          </p:cNvPr>
          <p:cNvSpPr/>
          <p:nvPr/>
        </p:nvSpPr>
        <p:spPr>
          <a:xfrm>
            <a:off x="8077202" y="2556933"/>
            <a:ext cx="700885" cy="39955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MAR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72D38C-9C52-1A0A-538A-969A476EFCFA}"/>
              </a:ext>
            </a:extLst>
          </p:cNvPr>
          <p:cNvSpPr/>
          <p:nvPr/>
        </p:nvSpPr>
        <p:spPr>
          <a:xfrm>
            <a:off x="8077202" y="3049271"/>
            <a:ext cx="700885" cy="39955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MDR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B4E410D-ED34-4B45-7D5C-630FB1D1D1C3}"/>
              </a:ext>
            </a:extLst>
          </p:cNvPr>
          <p:cNvSpPr/>
          <p:nvPr/>
        </p:nvSpPr>
        <p:spPr>
          <a:xfrm>
            <a:off x="6343386" y="3049271"/>
            <a:ext cx="700885" cy="399558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AC</a:t>
            </a:r>
          </a:p>
        </p:txBody>
      </p:sp>
      <p:pic>
        <p:nvPicPr>
          <p:cNvPr id="18" name="Picture 17" descr="Premier Series DDR3L-1600 U-DIMM Memory Module (India)">
            <a:extLst>
              <a:ext uri="{FF2B5EF4-FFF2-40B4-BE49-F238E27FC236}">
                <a16:creationId xmlns:a16="http://schemas.microsoft.com/office/drawing/2014/main" id="{CD2B4DA5-31F8-5AC1-6E4D-2E399B1035F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4398"/>
          <a:stretch>
            <a:fillRect/>
          </a:stretch>
        </p:blipFill>
        <p:spPr>
          <a:xfrm rot="5400000">
            <a:off x="9558908" y="1902881"/>
            <a:ext cx="5956302" cy="3907452"/>
          </a:xfrm>
          <a:prstGeom prst="rect">
            <a:avLst/>
          </a:prstGeom>
        </p:spPr>
      </p:pic>
      <p:sp>
        <p:nvSpPr>
          <p:cNvPr id="19" name="Arrow: Left-Right 18">
            <a:extLst>
              <a:ext uri="{FF2B5EF4-FFF2-40B4-BE49-F238E27FC236}">
                <a16:creationId xmlns:a16="http://schemas.microsoft.com/office/drawing/2014/main" id="{C9FC4638-689A-4030-834F-AE798F3C6AB5}"/>
              </a:ext>
            </a:extLst>
          </p:cNvPr>
          <p:cNvSpPr/>
          <p:nvPr/>
        </p:nvSpPr>
        <p:spPr>
          <a:xfrm>
            <a:off x="9144000" y="3965606"/>
            <a:ext cx="2121329" cy="979030"/>
          </a:xfrm>
          <a:prstGeom prst="left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Address Bus</a:t>
            </a:r>
          </a:p>
        </p:txBody>
      </p:sp>
      <p:sp>
        <p:nvSpPr>
          <p:cNvPr id="20" name="Arrow: Left-Right 19">
            <a:extLst>
              <a:ext uri="{FF2B5EF4-FFF2-40B4-BE49-F238E27FC236}">
                <a16:creationId xmlns:a16="http://schemas.microsoft.com/office/drawing/2014/main" id="{D5E1DC5F-579C-8D59-D0BE-6A867229E5B7}"/>
              </a:ext>
            </a:extLst>
          </p:cNvPr>
          <p:cNvSpPr/>
          <p:nvPr/>
        </p:nvSpPr>
        <p:spPr>
          <a:xfrm>
            <a:off x="9144000" y="4910667"/>
            <a:ext cx="2121329" cy="979030"/>
          </a:xfrm>
          <a:prstGeom prst="left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 Bus</a:t>
            </a:r>
          </a:p>
        </p:txBody>
      </p:sp>
      <p:sp>
        <p:nvSpPr>
          <p:cNvPr id="21" name="Arrow: Left-Right 20">
            <a:extLst>
              <a:ext uri="{FF2B5EF4-FFF2-40B4-BE49-F238E27FC236}">
                <a16:creationId xmlns:a16="http://schemas.microsoft.com/office/drawing/2014/main" id="{367079CF-763A-5350-456D-4933BC2C02FC}"/>
              </a:ext>
            </a:extLst>
          </p:cNvPr>
          <p:cNvSpPr/>
          <p:nvPr/>
        </p:nvSpPr>
        <p:spPr>
          <a:xfrm>
            <a:off x="9129024" y="2969592"/>
            <a:ext cx="2121329" cy="979030"/>
          </a:xfrm>
          <a:prstGeom prst="leftRightArrow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Control Bus</a:t>
            </a:r>
          </a:p>
        </p:txBody>
      </p:sp>
    </p:spTree>
    <p:extLst>
      <p:ext uri="{BB962C8B-B14F-4D97-AF65-F5344CB8AC3E}">
        <p14:creationId xmlns:p14="http://schemas.microsoft.com/office/powerpoint/2010/main" val="1239905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AD7B5B-5D28-5DBF-0962-69A770E51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B00A08D7-F3A9-1B34-26A6-0846D78D5649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FD6252B-4391-FDD7-D466-ADEDD9D5C551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DD46009-E685-F919-9C9E-23118C4D9714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E9FA3A7-518F-F53D-EF74-492A130BCD60}"/>
              </a:ext>
            </a:extLst>
          </p:cNvPr>
          <p:cNvSpPr/>
          <p:nvPr/>
        </p:nvSpPr>
        <p:spPr>
          <a:xfrm>
            <a:off x="467915" y="1160125"/>
            <a:ext cx="11300752" cy="560153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So far, we’ve looked </a:t>
            </a:r>
            <a:r>
              <a:rPr lang="en-US" sz="2800" b="1" u="sng" dirty="0">
                <a:solidFill>
                  <a:schemeClr val="bg1"/>
                </a:solidFill>
                <a:latin typeface="Bahnschrift" panose="020B0502040204020203" pitchFamily="34" charset="0"/>
              </a:rPr>
              <a:t>a single core processor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, meaning it can only handle </a:t>
            </a: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one task at a time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These are useful in low end machines but are uncommon nowadays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Best for tasks that don’t require multitasking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To multitask, the CPU has to share time between programs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u="sng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319B74-5645-47F0-5AF7-50EE318EA419}"/>
              </a:ext>
            </a:extLst>
          </p:cNvPr>
          <p:cNvSpPr/>
          <p:nvPr/>
        </p:nvSpPr>
        <p:spPr>
          <a:xfrm>
            <a:off x="-99064" y="155967"/>
            <a:ext cx="5453493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PROCESSOR TYPES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2C0AB8-8CE3-EF19-53CC-E8275796B620}"/>
              </a:ext>
            </a:extLst>
          </p:cNvPr>
          <p:cNvSpPr txBox="1"/>
          <p:nvPr/>
        </p:nvSpPr>
        <p:spPr>
          <a:xfrm>
            <a:off x="-23610" y="6966988"/>
            <a:ext cx="119360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https://images.hothardware.com/contentimages/article/3176/content/small_nvidia-ga106-gpu-die.jpg</a:t>
            </a:r>
          </a:p>
        </p:txBody>
      </p:sp>
      <p:pic>
        <p:nvPicPr>
          <p:cNvPr id="22" name="Picture 21" descr="Single-core CPU vs Multi-core CPU: Complete Comparison Guide">
            <a:extLst>
              <a:ext uri="{FF2B5EF4-FFF2-40B4-BE49-F238E27FC236}">
                <a16:creationId xmlns:a16="http://schemas.microsoft.com/office/drawing/2014/main" id="{91EC0F92-37C3-0392-095F-680BBE4CAB5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346" t="26413" r="56123" b="16110"/>
          <a:stretch>
            <a:fillRect/>
          </a:stretch>
        </p:blipFill>
        <p:spPr>
          <a:xfrm>
            <a:off x="4648453" y="4526667"/>
            <a:ext cx="2373563" cy="2019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55159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CE2F7D-7EC5-AD00-C8EA-30D5CB9DC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5B0E988B-3E77-8CD8-71A9-0E6460B91F6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829EB91-7A0F-B1C1-63D6-29F183D3500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E16FA3D-8A23-DD1B-F9CA-03AE5F22306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7A4C91D-E34A-FBA6-B6B4-8F01FA1850E4}"/>
              </a:ext>
            </a:extLst>
          </p:cNvPr>
          <p:cNvSpPr/>
          <p:nvPr/>
        </p:nvSpPr>
        <p:spPr>
          <a:xfrm>
            <a:off x="467915" y="1160125"/>
            <a:ext cx="11300752" cy="560153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bg1"/>
                </a:solidFill>
                <a:latin typeface="Bahnschrift" panose="020B0502040204020203" pitchFamily="34" charset="0"/>
              </a:rPr>
              <a:t>Multi-core CPUs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have </a:t>
            </a: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multiple cores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(think of them as multiple mini CPUs)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Performance is faster than single core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Ideal for </a:t>
            </a: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multitasking, gaming, servers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Software has to be written to take advantage of </a:t>
            </a: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multi-cores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Old software often sees no benefit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C5CF751-CE28-7568-A209-100C6972F4A1}"/>
              </a:ext>
            </a:extLst>
          </p:cNvPr>
          <p:cNvSpPr/>
          <p:nvPr/>
        </p:nvSpPr>
        <p:spPr>
          <a:xfrm>
            <a:off x="-99064" y="155967"/>
            <a:ext cx="5453493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PROCESSOR TYPES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410561-047E-CE77-B0A9-F3B88A85ACA6}"/>
              </a:ext>
            </a:extLst>
          </p:cNvPr>
          <p:cNvSpPr txBox="1"/>
          <p:nvPr/>
        </p:nvSpPr>
        <p:spPr>
          <a:xfrm>
            <a:off x="-23610" y="6966988"/>
            <a:ext cx="119360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https://images.hothardware.com/contentimages/article/3176/content/small_nvidia-ga106-gpu-die.jpg</a:t>
            </a:r>
          </a:p>
        </p:txBody>
      </p:sp>
      <p:pic>
        <p:nvPicPr>
          <p:cNvPr id="2" name="Picture 1" descr="Single-core CPU vs Multi-core CPU: Complete Comparison Guide">
            <a:extLst>
              <a:ext uri="{FF2B5EF4-FFF2-40B4-BE49-F238E27FC236}">
                <a16:creationId xmlns:a16="http://schemas.microsoft.com/office/drawing/2014/main" id="{1150C749-507A-C903-8CCC-E6956BF5F3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9679" t="27067" r="7531" b="16937"/>
          <a:stretch>
            <a:fillRect/>
          </a:stretch>
        </p:blipFill>
        <p:spPr>
          <a:xfrm>
            <a:off x="7382934" y="3960894"/>
            <a:ext cx="2810933" cy="2666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09368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3A2233-CDCF-4BA6-77C6-83BCC7349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E52EF44A-9346-CD1A-BFDF-7935C95E4CC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47A8460-601C-FC20-5BA9-2F9947DDAADC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79D46A3-B390-36B9-ACC8-C672FFAA7A0C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9243ACD-4219-824B-A9CE-59A027BF8FDD}"/>
              </a:ext>
            </a:extLst>
          </p:cNvPr>
          <p:cNvSpPr/>
          <p:nvPr/>
        </p:nvSpPr>
        <p:spPr>
          <a:xfrm>
            <a:off x="467915" y="1160125"/>
            <a:ext cx="11300752" cy="560153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bg1"/>
                </a:solidFill>
                <a:latin typeface="Bahnschrift" panose="020B0502040204020203" pitchFamily="34" charset="0"/>
              </a:rPr>
              <a:t>Parallel processors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are like multi-core systems, but instead </a:t>
            </a: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each processor has a separate job that it’s good at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An instance of parallel processing is the GPU, which we’ll talk about next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C9B0E55-76AC-0CC5-3D24-A7047D2BB869}"/>
              </a:ext>
            </a:extLst>
          </p:cNvPr>
          <p:cNvSpPr/>
          <p:nvPr/>
        </p:nvSpPr>
        <p:spPr>
          <a:xfrm>
            <a:off x="-99064" y="155967"/>
            <a:ext cx="5453493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PROCESSOR TYPES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F35F44-C587-4F40-0382-56481A5CDEE4}"/>
              </a:ext>
            </a:extLst>
          </p:cNvPr>
          <p:cNvSpPr txBox="1"/>
          <p:nvPr/>
        </p:nvSpPr>
        <p:spPr>
          <a:xfrm>
            <a:off x="-23610" y="6966988"/>
            <a:ext cx="119360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https://images.hothardware.com/contentimages/article/3176/content/small_nvidia-ga106-gpu-die.jpg</a:t>
            </a:r>
          </a:p>
        </p:txBody>
      </p:sp>
    </p:spTree>
    <p:extLst>
      <p:ext uri="{BB962C8B-B14F-4D97-AF65-F5344CB8AC3E}">
        <p14:creationId xmlns:p14="http://schemas.microsoft.com/office/powerpoint/2010/main" val="143731110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8962F9-43CB-D911-EBEC-100A04EB2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8746C481-B80B-F616-7700-3E8BBE554A0C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CAAFCB8-E451-A76C-97AF-AD80463E1069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CDA6EFF-368F-22C4-A133-54BB8DF64361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D0E779C-1669-69DF-F2EF-0583B1171A12}"/>
              </a:ext>
            </a:extLst>
          </p:cNvPr>
          <p:cNvSpPr/>
          <p:nvPr/>
        </p:nvSpPr>
        <p:spPr>
          <a:xfrm>
            <a:off x="467915" y="1160125"/>
            <a:ext cx="11300752" cy="560153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Take a quick 10 minute break before we get back to it!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1300B6E-A053-6076-1BF7-F1AB3086DA01}"/>
              </a:ext>
            </a:extLst>
          </p:cNvPr>
          <p:cNvSpPr/>
          <p:nvPr/>
        </p:nvSpPr>
        <p:spPr>
          <a:xfrm>
            <a:off x="-99064" y="155967"/>
            <a:ext cx="3753399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BREAK TIME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66BC8F-64DC-2C6B-E0A3-F3093A7F9986}"/>
              </a:ext>
            </a:extLst>
          </p:cNvPr>
          <p:cNvSpPr txBox="1"/>
          <p:nvPr/>
        </p:nvSpPr>
        <p:spPr>
          <a:xfrm>
            <a:off x="-23610" y="6966988"/>
            <a:ext cx="119360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https://images.hothardware.com/contentimages/article/3176/content/small_nvidia-ga106-gpu-die.jpg</a:t>
            </a:r>
          </a:p>
        </p:txBody>
      </p:sp>
    </p:spTree>
    <p:extLst>
      <p:ext uri="{BB962C8B-B14F-4D97-AF65-F5344CB8AC3E}">
        <p14:creationId xmlns:p14="http://schemas.microsoft.com/office/powerpoint/2010/main" val="144688746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258F7B-F408-D9A4-5012-6DE13AEE3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BDA56A66-0CCB-58CB-A1BD-316C053BD5DD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CCA51EE-8E25-7B88-3093-FC322F275ABF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F35AD81-3F92-F756-42B0-A02535F24991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FC74012-B5E2-CB0D-3535-F78C5FC508F9}"/>
              </a:ext>
            </a:extLst>
          </p:cNvPr>
          <p:cNvSpPr/>
          <p:nvPr/>
        </p:nvSpPr>
        <p:spPr>
          <a:xfrm>
            <a:off x="467915" y="1160125"/>
            <a:ext cx="11300752" cy="560153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</a:t>
            </a:r>
            <a:r>
              <a:rPr lang="en-US" sz="2800" b="1" i="1" u="sng" dirty="0">
                <a:solidFill>
                  <a:schemeClr val="bg1"/>
                </a:solidFill>
                <a:latin typeface="Bahnschrift" panose="020B0502040204020203" pitchFamily="34" charset="0"/>
              </a:rPr>
              <a:t>Graphics Processing Unit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is a </a:t>
            </a: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co-processor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to the CPU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It’s specialized to </a:t>
            </a: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render images, videos, and animations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by performing rapid mathematical calculations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structure of a GPU consists of </a:t>
            </a: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thousands of small, efficient cores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, allowing for efficient multitasking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Each of these squares has multiple cores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E34A80-DD61-1245-5420-6AF7743F2EAC}"/>
              </a:ext>
            </a:extLst>
          </p:cNvPr>
          <p:cNvSpPr/>
          <p:nvPr/>
        </p:nvSpPr>
        <p:spPr>
          <a:xfrm>
            <a:off x="19469" y="155967"/>
            <a:ext cx="2774531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THE GPU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71808D-26CA-9B56-F6E1-7E9BC80164BF}"/>
              </a:ext>
            </a:extLst>
          </p:cNvPr>
          <p:cNvSpPr txBox="1"/>
          <p:nvPr/>
        </p:nvSpPr>
        <p:spPr>
          <a:xfrm>
            <a:off x="-23610" y="6966988"/>
            <a:ext cx="119360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https://images.hothardware.com/contentimages/article/3176/content/small_nvidia-ga106-gpu-die.jpg</a:t>
            </a:r>
          </a:p>
        </p:txBody>
      </p:sp>
      <p:pic>
        <p:nvPicPr>
          <p:cNvPr id="3" name="Picture 2" descr="GeForce RTX 3050 Review With EVGA: Potent, Mainstream PC Gaming ...">
            <a:extLst>
              <a:ext uri="{FF2B5EF4-FFF2-40B4-BE49-F238E27FC236}">
                <a16:creationId xmlns:a16="http://schemas.microsoft.com/office/drawing/2014/main" id="{CD26E245-0A49-766B-6894-5C33119057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836" t="2748" r="7170" b="2903"/>
          <a:stretch>
            <a:fillRect/>
          </a:stretch>
        </p:blipFill>
        <p:spPr>
          <a:xfrm>
            <a:off x="7740651" y="3323297"/>
            <a:ext cx="3983434" cy="3438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024572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5782A5-6C52-A0B8-B1C9-1CFB93EF9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31D36E97-1875-C332-A488-54D96061F034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039AB1C-58F3-8A35-554D-C43EF402CE44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E1EE321-8D90-1165-9020-CDD800FAC6B1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E87D2A0-F1B9-62CD-094A-AE0EEF9E9F93}"/>
              </a:ext>
            </a:extLst>
          </p:cNvPr>
          <p:cNvSpPr/>
          <p:nvPr/>
        </p:nvSpPr>
        <p:spPr>
          <a:xfrm>
            <a:off x="467915" y="1160125"/>
            <a:ext cx="11300752" cy="560153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Originally, GPUs were created for video games and rendering, but they have been adopted widely for </a:t>
            </a: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research, machine learning, AI, and cryptocurrency mining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Applying </a:t>
            </a: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shaders, textures, and lighting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to 3D models 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GPUs are also efficient at encoding and decoding </a:t>
            </a: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video files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E5085D-A557-14EE-B31A-CEB27F3ACDC1}"/>
              </a:ext>
            </a:extLst>
          </p:cNvPr>
          <p:cNvSpPr/>
          <p:nvPr/>
        </p:nvSpPr>
        <p:spPr>
          <a:xfrm>
            <a:off x="19469" y="155967"/>
            <a:ext cx="2774531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THE GPU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9232CE-C956-4590-16A4-C0A140466957}"/>
              </a:ext>
            </a:extLst>
          </p:cNvPr>
          <p:cNvSpPr txBox="1"/>
          <p:nvPr/>
        </p:nvSpPr>
        <p:spPr>
          <a:xfrm>
            <a:off x="0" y="6571228"/>
            <a:ext cx="119360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https://www.aorus.com/upload/Product/F_20201230135856TD1TZv.JPG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0FD516-F95F-E5DF-B80F-FD944DB86C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5809" y="3818493"/>
            <a:ext cx="4514850" cy="253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27619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871E01-145C-648F-190B-1A247C402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C3A1AA44-62CE-8007-B70A-32C752300CE9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B411CD5-8826-A489-00DB-F43977C9F717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084A6CD-1813-4A3A-9875-9581A838017C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F14E2A2-440F-00E3-80AA-B728400395AF}"/>
              </a:ext>
            </a:extLst>
          </p:cNvPr>
          <p:cNvSpPr/>
          <p:nvPr/>
        </p:nvSpPr>
        <p:spPr>
          <a:xfrm>
            <a:off x="467915" y="1160125"/>
            <a:ext cx="11300752" cy="560153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AI and Machine Learning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Because </a:t>
            </a: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AI and Machine Learning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require many computations, and GPUs are good at making many computations, they are very effective at this task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Often, multiple GPUs will be run in parallel to maximize efficiency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A57144D-5A26-A4CD-F071-320DAD19608A}"/>
              </a:ext>
            </a:extLst>
          </p:cNvPr>
          <p:cNvSpPr/>
          <p:nvPr/>
        </p:nvSpPr>
        <p:spPr>
          <a:xfrm>
            <a:off x="19469" y="155967"/>
            <a:ext cx="2774531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THE GPU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C73AB0-F5C3-C579-9665-5B98B07A1E7E}"/>
              </a:ext>
            </a:extLst>
          </p:cNvPr>
          <p:cNvSpPr txBox="1"/>
          <p:nvPr/>
        </p:nvSpPr>
        <p:spPr>
          <a:xfrm>
            <a:off x="0" y="6571228"/>
            <a:ext cx="11936077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https://striking-kindness-e0d93214bb.media.strapiapp.com/Create_a_captivating_and_creative_cover_image_for_an_article_titled_Top_Free_AI_Tools_The_artwork_should_feature_a_female_face_with_the_brain_visib_d56eabd6f9.png</a:t>
            </a:r>
          </a:p>
        </p:txBody>
      </p:sp>
      <p:pic>
        <p:nvPicPr>
          <p:cNvPr id="2" name="Picture 1" descr="Best Free AI Tools (2026): No Subscription Needed">
            <a:extLst>
              <a:ext uri="{FF2B5EF4-FFF2-40B4-BE49-F238E27FC236}">
                <a16:creationId xmlns:a16="http://schemas.microsoft.com/office/drawing/2014/main" id="{ADFA6E72-2B0F-EC38-8314-A073FB0A98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7783" y="3966714"/>
            <a:ext cx="4786808" cy="2735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83072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528367-49A5-9DEE-BC03-537C2FD99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ED95EECF-B230-6651-F7C2-FA02F56E03F8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E50F4A8-E7F8-6078-24C3-F34637F8A60F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4C39F91-7A85-E705-DE7E-AE729E4EA4A8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58DE234-48B8-2BA2-7390-F2717F7C7A5E}"/>
              </a:ext>
            </a:extLst>
          </p:cNvPr>
          <p:cNvSpPr/>
          <p:nvPr/>
        </p:nvSpPr>
        <p:spPr>
          <a:xfrm>
            <a:off x="467915" y="1160125"/>
            <a:ext cx="11300752" cy="560153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Blockchain &amp; Cryptocurrency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Because GPUs outperform CPUs at solving </a:t>
            </a: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cryptographic puzzles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, they are used to mine cryptocurrency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This book was clearly written a few years ago lol this isn’t relevant anymore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This led to big shortages in the early 2020s, which have been replaced by AI-driven shortages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273286A-D75E-9A4E-10FE-54CA5AA36E66}"/>
              </a:ext>
            </a:extLst>
          </p:cNvPr>
          <p:cNvSpPr/>
          <p:nvPr/>
        </p:nvSpPr>
        <p:spPr>
          <a:xfrm>
            <a:off x="19469" y="155967"/>
            <a:ext cx="2774531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THE GPU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E8D05E-81B8-CB06-F501-57D9F62631C7}"/>
              </a:ext>
            </a:extLst>
          </p:cNvPr>
          <p:cNvSpPr txBox="1"/>
          <p:nvPr/>
        </p:nvSpPr>
        <p:spPr>
          <a:xfrm>
            <a:off x="0" y="6571228"/>
            <a:ext cx="119360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https://www.dunhamandcompany.com/wp-content/uploads/2020/05/GettyImages-1034363382-e1589830000885.jpg</a:t>
            </a:r>
          </a:p>
        </p:txBody>
      </p:sp>
      <p:pic>
        <p:nvPicPr>
          <p:cNvPr id="3" name="Picture 2" descr="Cryptocurrency: Why Use It? - Dunham + Company">
            <a:extLst>
              <a:ext uri="{FF2B5EF4-FFF2-40B4-BE49-F238E27FC236}">
                <a16:creationId xmlns:a16="http://schemas.microsoft.com/office/drawing/2014/main" id="{24544634-0942-0568-A3D5-EF68DE7427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4523" y="4742220"/>
            <a:ext cx="3974689" cy="2019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09460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EAD3F9-5C9F-9DEB-09A1-89F0030A1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D4A78FC3-75B5-8FAD-6E6C-99681FFED2FC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2A9AE1B-B882-455C-3F7E-1AE62D23E141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5CA05CF-5AA4-F06E-A539-459F1BFF3DE7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ECE655-DD26-AED4-21D5-DF6B9FA2048D}"/>
              </a:ext>
            </a:extLst>
          </p:cNvPr>
          <p:cNvSpPr/>
          <p:nvPr/>
        </p:nvSpPr>
        <p:spPr>
          <a:xfrm>
            <a:off x="467915" y="1160125"/>
            <a:ext cx="11300752" cy="560153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Pull the script “A1-CPU-vs-GPU-efficiency.py” off of the Resources tab on GitHub and run it to see real time how much more efficient the parallel nature of GPU tasks can be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CDE063-0ADF-99E7-6D9C-C49E77D201F5}"/>
              </a:ext>
            </a:extLst>
          </p:cNvPr>
          <p:cNvSpPr/>
          <p:nvPr/>
        </p:nvSpPr>
        <p:spPr>
          <a:xfrm>
            <a:off x="19469" y="155967"/>
            <a:ext cx="2774531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THE GPU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FADDA4-6AFE-61E4-FFDF-3BA300B5C1AE}"/>
              </a:ext>
            </a:extLst>
          </p:cNvPr>
          <p:cNvSpPr txBox="1"/>
          <p:nvPr/>
        </p:nvSpPr>
        <p:spPr>
          <a:xfrm>
            <a:off x="0" y="6571228"/>
            <a:ext cx="119360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https://www.dunhamandcompany.com/wp-content/uploads/2020/05/GettyImages-1034363382-e1589830000885.jpg</a:t>
            </a:r>
          </a:p>
        </p:txBody>
      </p:sp>
    </p:spTree>
    <p:extLst>
      <p:ext uri="{BB962C8B-B14F-4D97-AF65-F5344CB8AC3E}">
        <p14:creationId xmlns:p14="http://schemas.microsoft.com/office/powerpoint/2010/main" val="20467254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91C6FA-6179-B18F-ED03-8532FE43D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5B20EC23-8711-0650-F2FA-35A3EE308872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4E97A08-7C48-8A52-7B5F-DB63E3B86ED5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C4AC9D1-1D10-5619-028E-F3D3AD56E515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8FC5B35-6064-4382-690A-09DDF152977F}"/>
              </a:ext>
            </a:extLst>
          </p:cNvPr>
          <p:cNvSpPr/>
          <p:nvPr/>
        </p:nvSpPr>
        <p:spPr>
          <a:xfrm>
            <a:off x="467915" y="1160125"/>
            <a:ext cx="11300752" cy="560153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Check out this video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E75B3A5-B66C-C640-913D-4A66BCD7AFFC}"/>
              </a:ext>
            </a:extLst>
          </p:cNvPr>
          <p:cNvSpPr/>
          <p:nvPr/>
        </p:nvSpPr>
        <p:spPr>
          <a:xfrm>
            <a:off x="19469" y="155967"/>
            <a:ext cx="2774531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THE GPU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2567F0-DFCF-6B7C-6F4D-2C4FF48078AC}"/>
              </a:ext>
            </a:extLst>
          </p:cNvPr>
          <p:cNvSpPr txBox="1"/>
          <p:nvPr/>
        </p:nvSpPr>
        <p:spPr>
          <a:xfrm>
            <a:off x="0" y="6571228"/>
            <a:ext cx="119360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https://www.dunhamandcompany.com/wp-content/uploads/2020/05/GettyImages-1034363382-e1589830000885.jpg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A2F3FB-20D1-644D-A1F7-F61DA6F74A65}"/>
              </a:ext>
            </a:extLst>
          </p:cNvPr>
          <p:cNvSpPr txBox="1"/>
          <p:nvPr/>
        </p:nvSpPr>
        <p:spPr>
          <a:xfrm>
            <a:off x="1406734" y="1988205"/>
            <a:ext cx="8928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6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NVIDIA GPU vs CPU. '</a:t>
            </a:r>
            <a:r>
              <a:rPr lang="en-US" dirty="0" err="1">
                <a:solidFill>
                  <a:schemeClr val="accent6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Mythbusters</a:t>
            </a:r>
            <a:r>
              <a:rPr lang="en-US" dirty="0">
                <a:solidFill>
                  <a:schemeClr val="accent6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' stars paint the Mona Lisa in 80 Milliseconds!</a:t>
            </a:r>
            <a:endParaRPr lang="en-US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880664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8CF57E-73D8-7BB6-4C1D-A959CD748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F1A8E0F6-0868-E971-67DE-FC6067561ED3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98A6AFD-6123-8848-0C75-C2E2D291016D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5C9AAB7-18DD-37A6-0C26-012C99F1BE09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F73CC36-4BD0-A93B-2C89-356CDB41597E}"/>
              </a:ext>
            </a:extLst>
          </p:cNvPr>
          <p:cNvSpPr/>
          <p:nvPr/>
        </p:nvSpPr>
        <p:spPr>
          <a:xfrm>
            <a:off x="467915" y="1160125"/>
            <a:ext cx="11300752" cy="560153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With this said, why don’t we use the GPU for everything?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90105E-A701-1C0F-A69E-8174618D5666}"/>
              </a:ext>
            </a:extLst>
          </p:cNvPr>
          <p:cNvSpPr/>
          <p:nvPr/>
        </p:nvSpPr>
        <p:spPr>
          <a:xfrm>
            <a:off x="19469" y="155967"/>
            <a:ext cx="2774531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THE GPU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2B04D0-56D9-946D-0EDD-090D13142123}"/>
              </a:ext>
            </a:extLst>
          </p:cNvPr>
          <p:cNvSpPr txBox="1"/>
          <p:nvPr/>
        </p:nvSpPr>
        <p:spPr>
          <a:xfrm>
            <a:off x="0" y="6571228"/>
            <a:ext cx="119360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https://www.dunhamandcompany.com/wp-content/uploads/2020/05/GettyImages-1034363382-e1589830000885.jpg</a:t>
            </a:r>
          </a:p>
        </p:txBody>
      </p:sp>
    </p:spTree>
    <p:extLst>
      <p:ext uri="{BB962C8B-B14F-4D97-AF65-F5344CB8AC3E}">
        <p14:creationId xmlns:p14="http://schemas.microsoft.com/office/powerpoint/2010/main" val="248611521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31566B-EA16-01B4-8EC4-668C2A3D3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30E72066-C788-525D-BA40-970671955EE1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797E74D-C6D8-7ECF-044A-158032019D34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FD361E8-D233-CAFD-2767-E9687E604737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19C6537-4D87-D857-4451-6A2C1208F229}"/>
              </a:ext>
            </a:extLst>
          </p:cNvPr>
          <p:cNvSpPr/>
          <p:nvPr/>
        </p:nvSpPr>
        <p:spPr>
          <a:xfrm>
            <a:off x="467915" y="1160125"/>
            <a:ext cx="11300752" cy="560153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With this said, why don’t we use the GPU for everything?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437C18-3006-7A79-DD4D-9FC839737EC9}"/>
              </a:ext>
            </a:extLst>
          </p:cNvPr>
          <p:cNvSpPr/>
          <p:nvPr/>
        </p:nvSpPr>
        <p:spPr>
          <a:xfrm>
            <a:off x="19469" y="155967"/>
            <a:ext cx="2774531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THE GPU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52CEF9-10D4-7163-EE5A-01B2BA00E0CB}"/>
              </a:ext>
            </a:extLst>
          </p:cNvPr>
          <p:cNvSpPr txBox="1"/>
          <p:nvPr/>
        </p:nvSpPr>
        <p:spPr>
          <a:xfrm>
            <a:off x="0" y="6571228"/>
            <a:ext cx="119360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https://www.dunhamandcompany.com/wp-content/uploads/2020/05/GettyImages-1034363382-e1589830000885.jpg</a:t>
            </a:r>
          </a:p>
        </p:txBody>
      </p:sp>
    </p:spTree>
    <p:extLst>
      <p:ext uri="{BB962C8B-B14F-4D97-AF65-F5344CB8AC3E}">
        <p14:creationId xmlns:p14="http://schemas.microsoft.com/office/powerpoint/2010/main" val="27592071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1D8DB8-DD93-D822-BC28-0055D4B77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6C9110C8-1B8C-22DD-622B-E7ABB528A40A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21C0736-2668-A599-670A-81A1EAA1CD22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4FA76E6-BD3F-CFDC-AE2A-59CB0AF85671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5257505-A7B3-1B02-4D3C-525419E1C94B}"/>
              </a:ext>
            </a:extLst>
          </p:cNvPr>
          <p:cNvSpPr/>
          <p:nvPr/>
        </p:nvSpPr>
        <p:spPr>
          <a:xfrm>
            <a:off x="467915" y="1160125"/>
            <a:ext cx="11300752" cy="560153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GPU tends to be worse at tasks that aren’t parallelizable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Loading your operating system, running a single decision, branching program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72A4CC-CD99-9425-D90B-8127544E7832}"/>
              </a:ext>
            </a:extLst>
          </p:cNvPr>
          <p:cNvSpPr/>
          <p:nvPr/>
        </p:nvSpPr>
        <p:spPr>
          <a:xfrm>
            <a:off x="19469" y="155967"/>
            <a:ext cx="2774531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THE GPU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D6EB24-9744-1B0C-C893-56FCE731FACA}"/>
              </a:ext>
            </a:extLst>
          </p:cNvPr>
          <p:cNvSpPr txBox="1"/>
          <p:nvPr/>
        </p:nvSpPr>
        <p:spPr>
          <a:xfrm>
            <a:off x="0" y="6571228"/>
            <a:ext cx="119360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https://www.dunhamandcompany.com/wp-content/uploads/2020/05/GettyImages-1034363382-e1589830000885.jpg</a:t>
            </a:r>
          </a:p>
        </p:txBody>
      </p:sp>
    </p:spTree>
    <p:extLst>
      <p:ext uri="{BB962C8B-B14F-4D97-AF65-F5344CB8AC3E}">
        <p14:creationId xmlns:p14="http://schemas.microsoft.com/office/powerpoint/2010/main" val="14889288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EB9927-F363-8ED3-00F6-9C41855FF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D2192B87-0AC7-9A28-30E6-F8CA96A162BE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F1A8B33-6278-606A-3627-39A4C24D8FD3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ED18F2C-74E2-50D8-E44D-35D30349E502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7D9F294-696C-CD83-2398-C167DB46EC81}"/>
              </a:ext>
            </a:extLst>
          </p:cNvPr>
          <p:cNvSpPr/>
          <p:nvPr/>
        </p:nvSpPr>
        <p:spPr>
          <a:xfrm>
            <a:off x="467915" y="1160125"/>
            <a:ext cx="11300752" cy="560153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HL people, pair up for an activity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308F916-A7EA-4543-907B-B32378DA52E7}"/>
              </a:ext>
            </a:extLst>
          </p:cNvPr>
          <p:cNvSpPr/>
          <p:nvPr/>
        </p:nvSpPr>
        <p:spPr>
          <a:xfrm>
            <a:off x="-264818" y="155968"/>
            <a:ext cx="7312664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CPU AND GPU COMPARISON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9F6938-EDA4-16AE-E800-6D8988183828}"/>
              </a:ext>
            </a:extLst>
          </p:cNvPr>
          <p:cNvSpPr txBox="1"/>
          <p:nvPr/>
        </p:nvSpPr>
        <p:spPr>
          <a:xfrm>
            <a:off x="0" y="6571228"/>
            <a:ext cx="119360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https://www.dunhamandcompany.com/wp-content/uploads/2020/05/GettyImages-1034363382-e1589830000885.jpg</a:t>
            </a:r>
          </a:p>
        </p:txBody>
      </p:sp>
      <p:sp>
        <p:nvSpPr>
          <p:cNvPr id="3" name="Star: 12 Points 2">
            <a:extLst>
              <a:ext uri="{FF2B5EF4-FFF2-40B4-BE49-F238E27FC236}">
                <a16:creationId xmlns:a16="http://schemas.microsoft.com/office/drawing/2014/main" id="{B8F33210-59E3-DA96-F1EF-047D3AACD2B6}"/>
              </a:ext>
            </a:extLst>
          </p:cNvPr>
          <p:cNvSpPr/>
          <p:nvPr/>
        </p:nvSpPr>
        <p:spPr>
          <a:xfrm>
            <a:off x="6837573" y="-336995"/>
            <a:ext cx="1647265" cy="1647265"/>
          </a:xfrm>
          <a:prstGeom prst="star12">
            <a:avLst/>
          </a:prstGeom>
          <a:solidFill>
            <a:schemeClr val="accent5">
              <a:lumMod val="75000"/>
            </a:schemeClr>
          </a:solidFill>
          <a:ln>
            <a:noFill/>
          </a:ln>
          <a:scene3d>
            <a:camera prst="perspectiveHeroicExtremeRightFacing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HL ONLY</a:t>
            </a:r>
          </a:p>
        </p:txBody>
      </p:sp>
    </p:spTree>
    <p:extLst>
      <p:ext uri="{BB962C8B-B14F-4D97-AF65-F5344CB8AC3E}">
        <p14:creationId xmlns:p14="http://schemas.microsoft.com/office/powerpoint/2010/main" val="310907134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CC44F5-705E-1A96-D64D-0A34A83E4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FF29CDC4-E6C2-CECD-6982-BDA27D5ECE11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B0E5514-070B-7A5A-BBF9-61862A41F536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F5E5C16-DFE2-266F-0779-FCE9CCE9D5B8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1195B13-5A4A-CB44-FA83-C9E7C3193DF8}"/>
              </a:ext>
            </a:extLst>
          </p:cNvPr>
          <p:cNvSpPr/>
          <p:nvPr/>
        </p:nvSpPr>
        <p:spPr>
          <a:xfrm>
            <a:off x="467915" y="1160125"/>
            <a:ext cx="11300752" cy="560153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Compare and contrast the following topics for CPU and GPU using a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venn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diagram in your groups – 10 minutes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Group 1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Design philosophy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Core architecture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Group 2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Memory Access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Power Efficiency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Feel free to do this on your notes or on a table, or a piece of paper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idc</a:t>
            </a: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9E3AB4-C410-E327-3B98-059B38FB134D}"/>
              </a:ext>
            </a:extLst>
          </p:cNvPr>
          <p:cNvSpPr/>
          <p:nvPr/>
        </p:nvSpPr>
        <p:spPr>
          <a:xfrm>
            <a:off x="-264818" y="155968"/>
            <a:ext cx="7312664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CPU AND GPU COMPARISON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69EF76-7F4C-F00A-5227-715ABAB2BF59}"/>
              </a:ext>
            </a:extLst>
          </p:cNvPr>
          <p:cNvSpPr txBox="1"/>
          <p:nvPr/>
        </p:nvSpPr>
        <p:spPr>
          <a:xfrm>
            <a:off x="0" y="6571228"/>
            <a:ext cx="119360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https://www.dunhamandcompany.com/wp-content/uploads/2020/05/GettyImages-1034363382-e1589830000885.jpg</a:t>
            </a:r>
          </a:p>
        </p:txBody>
      </p:sp>
      <p:sp>
        <p:nvSpPr>
          <p:cNvPr id="3" name="Star: 12 Points 2">
            <a:extLst>
              <a:ext uri="{FF2B5EF4-FFF2-40B4-BE49-F238E27FC236}">
                <a16:creationId xmlns:a16="http://schemas.microsoft.com/office/drawing/2014/main" id="{739F1852-6BFE-2FBF-04D5-50E663ABEF87}"/>
              </a:ext>
            </a:extLst>
          </p:cNvPr>
          <p:cNvSpPr/>
          <p:nvPr/>
        </p:nvSpPr>
        <p:spPr>
          <a:xfrm>
            <a:off x="6837573" y="-336995"/>
            <a:ext cx="1647265" cy="1647265"/>
          </a:xfrm>
          <a:prstGeom prst="star12">
            <a:avLst/>
          </a:prstGeom>
          <a:solidFill>
            <a:schemeClr val="accent5">
              <a:lumMod val="75000"/>
            </a:schemeClr>
          </a:solidFill>
          <a:ln>
            <a:noFill/>
          </a:ln>
          <a:scene3d>
            <a:camera prst="perspectiveHeroicExtremeRightFacing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HL ONLY</a:t>
            </a:r>
          </a:p>
        </p:txBody>
      </p:sp>
    </p:spTree>
    <p:extLst>
      <p:ext uri="{BB962C8B-B14F-4D97-AF65-F5344CB8AC3E}">
        <p14:creationId xmlns:p14="http://schemas.microsoft.com/office/powerpoint/2010/main" val="169221333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FB5BDC-52DD-9934-8283-88DC97261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5672ECF0-3500-D377-0A6F-E450FFDCB439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02D0F5A-8CC0-3500-D9B0-DE6F981000DC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8E056DD-9FF6-285A-B0B9-6579D68D1470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FB2C447-B375-0D36-9EC1-F6055E3826D0}"/>
              </a:ext>
            </a:extLst>
          </p:cNvPr>
          <p:cNvSpPr/>
          <p:nvPr/>
        </p:nvSpPr>
        <p:spPr>
          <a:xfrm>
            <a:off x="467915" y="1160125"/>
            <a:ext cx="11300752" cy="560153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Now share your research!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11ECDC-0B0D-5D00-7C6C-AC38893146CA}"/>
              </a:ext>
            </a:extLst>
          </p:cNvPr>
          <p:cNvSpPr/>
          <p:nvPr/>
        </p:nvSpPr>
        <p:spPr>
          <a:xfrm>
            <a:off x="-264818" y="155968"/>
            <a:ext cx="7312664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CPU AND GPU COMPARISON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D6E490-CE05-9AD5-2958-440F5F7E932C}"/>
              </a:ext>
            </a:extLst>
          </p:cNvPr>
          <p:cNvSpPr txBox="1"/>
          <p:nvPr/>
        </p:nvSpPr>
        <p:spPr>
          <a:xfrm>
            <a:off x="0" y="6571228"/>
            <a:ext cx="119360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https://www.dunhamandcompany.com/wp-content/uploads/2020/05/GettyImages-1034363382-e1589830000885.jpg</a:t>
            </a:r>
          </a:p>
        </p:txBody>
      </p:sp>
      <p:sp>
        <p:nvSpPr>
          <p:cNvPr id="3" name="Star: 12 Points 2">
            <a:extLst>
              <a:ext uri="{FF2B5EF4-FFF2-40B4-BE49-F238E27FC236}">
                <a16:creationId xmlns:a16="http://schemas.microsoft.com/office/drawing/2014/main" id="{B09F9A9C-C83D-C440-29A5-D6877E477C78}"/>
              </a:ext>
            </a:extLst>
          </p:cNvPr>
          <p:cNvSpPr/>
          <p:nvPr/>
        </p:nvSpPr>
        <p:spPr>
          <a:xfrm>
            <a:off x="6837573" y="-336995"/>
            <a:ext cx="1647265" cy="1647265"/>
          </a:xfrm>
          <a:prstGeom prst="star12">
            <a:avLst/>
          </a:prstGeom>
          <a:solidFill>
            <a:schemeClr val="accent5">
              <a:lumMod val="75000"/>
            </a:schemeClr>
          </a:solidFill>
          <a:ln>
            <a:noFill/>
          </a:ln>
          <a:scene3d>
            <a:camera prst="perspectiveHeroicExtremeRightFacing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HL ONLY</a:t>
            </a:r>
          </a:p>
        </p:txBody>
      </p:sp>
    </p:spTree>
    <p:extLst>
      <p:ext uri="{BB962C8B-B14F-4D97-AF65-F5344CB8AC3E}">
        <p14:creationId xmlns:p14="http://schemas.microsoft.com/office/powerpoint/2010/main" val="38147996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D78FBF-5500-5E86-7C8C-7592FC485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218330AF-FF59-F857-9FA7-ED31C9943C14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3CFD51C-364F-0FA3-6295-2F5AF11B8ED1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D961E2D-9471-7F2E-CC72-C94058BD2358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F474ED-1D0A-9474-056D-257830BFC2EC}"/>
              </a:ext>
            </a:extLst>
          </p:cNvPr>
          <p:cNvSpPr/>
          <p:nvPr/>
        </p:nvSpPr>
        <p:spPr>
          <a:xfrm>
            <a:off x="467915" y="1160125"/>
            <a:ext cx="11300752" cy="560153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Almost all modern devices have both a CPU and a GPU, even if the GPU is very small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How would you divide labor between the coprocessors if you were the CPU? Answer this in your notes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0B7733F-2561-8867-B56A-633156F26952}"/>
              </a:ext>
            </a:extLst>
          </p:cNvPr>
          <p:cNvSpPr/>
          <p:nvPr/>
        </p:nvSpPr>
        <p:spPr>
          <a:xfrm>
            <a:off x="-264818" y="155968"/>
            <a:ext cx="7312664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CPU AND GPU COMPARISON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0EF7EC-FA0E-EACD-B853-526154718234}"/>
              </a:ext>
            </a:extLst>
          </p:cNvPr>
          <p:cNvSpPr txBox="1"/>
          <p:nvPr/>
        </p:nvSpPr>
        <p:spPr>
          <a:xfrm>
            <a:off x="0" y="6571228"/>
            <a:ext cx="1193607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https://www.dunhamandcompany.com/wp-content/uploads/2020/05/GettyImages-1034363382-e1589830000885.jpg</a:t>
            </a:r>
          </a:p>
        </p:txBody>
      </p:sp>
      <p:sp>
        <p:nvSpPr>
          <p:cNvPr id="3" name="Star: 12 Points 2">
            <a:extLst>
              <a:ext uri="{FF2B5EF4-FFF2-40B4-BE49-F238E27FC236}">
                <a16:creationId xmlns:a16="http://schemas.microsoft.com/office/drawing/2014/main" id="{09D7B1DF-6A80-A14D-168E-88055508A94A}"/>
              </a:ext>
            </a:extLst>
          </p:cNvPr>
          <p:cNvSpPr/>
          <p:nvPr/>
        </p:nvSpPr>
        <p:spPr>
          <a:xfrm>
            <a:off x="6837573" y="-336995"/>
            <a:ext cx="1647265" cy="1647265"/>
          </a:xfrm>
          <a:prstGeom prst="star12">
            <a:avLst/>
          </a:prstGeom>
          <a:solidFill>
            <a:schemeClr val="accent5">
              <a:lumMod val="75000"/>
            </a:schemeClr>
          </a:solidFill>
          <a:ln>
            <a:noFill/>
          </a:ln>
          <a:scene3d>
            <a:camera prst="perspectiveHeroicExtremeRightFacing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HL ONLY</a:t>
            </a:r>
          </a:p>
        </p:txBody>
      </p:sp>
    </p:spTree>
    <p:extLst>
      <p:ext uri="{BB962C8B-B14F-4D97-AF65-F5344CB8AC3E}">
        <p14:creationId xmlns:p14="http://schemas.microsoft.com/office/powerpoint/2010/main" val="200061582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5CD3B5-170F-97AD-0410-F384FE7C0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83FE1A68-D1F9-02F2-234B-384FB2CAF3B5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A650B93-27F9-95EF-CC45-7ACB75BD4447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71EA680-8DB0-FA54-3B5C-FF37F4702C87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704FD06-0B05-CC3A-1FD7-9BD7D7897E2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52852F-B36E-E7FC-1420-942FD2658AB5}"/>
              </a:ext>
            </a:extLst>
          </p:cNvPr>
          <p:cNvSpPr/>
          <p:nvPr/>
        </p:nvSpPr>
        <p:spPr>
          <a:xfrm>
            <a:off x="630768" y="1299334"/>
            <a:ext cx="10351176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800" b="1" dirty="0"/>
              <a:t>Q1.</a:t>
            </a:r>
            <a:r>
              <a:rPr lang="en-US" sz="2800" dirty="0"/>
              <a:t> </a:t>
            </a:r>
            <a:r>
              <a:rPr lang="en-US" sz="2800" i="1" dirty="0"/>
              <a:t>Identify</a:t>
            </a:r>
            <a:r>
              <a:rPr lang="en-US" sz="2800" dirty="0"/>
              <a:t> the register that holds the address of the next instruction to be executed. </a:t>
            </a:r>
            <a:r>
              <a:rPr lang="en-US" sz="2800" b="1" dirty="0"/>
              <a:t>[1]</a:t>
            </a:r>
            <a:endParaRPr lang="en-US" sz="2800" dirty="0"/>
          </a:p>
          <a:p>
            <a:r>
              <a:rPr lang="en-US" sz="2800" b="1" dirty="0"/>
              <a:t>Q2.</a:t>
            </a:r>
            <a:r>
              <a:rPr lang="en-US" sz="2800" dirty="0"/>
              <a:t> </a:t>
            </a:r>
            <a:r>
              <a:rPr lang="en-US" sz="2800" i="1" dirty="0"/>
              <a:t>Describe</a:t>
            </a:r>
            <a:r>
              <a:rPr lang="en-US" sz="2800" dirty="0"/>
              <a:t> the function of the Control Unit (CU) and explain how it differs from the Arithmetic Logic Unit (ALU). </a:t>
            </a:r>
            <a:r>
              <a:rPr lang="en-US" sz="2800" b="1" dirty="0"/>
              <a:t>[2]</a:t>
            </a:r>
            <a:endParaRPr lang="en-US" sz="2800" dirty="0"/>
          </a:p>
          <a:p>
            <a:r>
              <a:rPr lang="en-US" sz="2800" b="1" dirty="0"/>
              <a:t>Q3.</a:t>
            </a:r>
            <a:r>
              <a:rPr lang="en-US" sz="2800" dirty="0"/>
              <a:t> </a:t>
            </a:r>
            <a:r>
              <a:rPr lang="en-US" sz="2800" i="1" dirty="0"/>
              <a:t>Construct</a:t>
            </a:r>
            <a:r>
              <a:rPr lang="en-US" sz="2800" dirty="0"/>
              <a:t> a labelled diagram showing the ALU, CU, and the five specified registers (IR, PC, MAR, MDR, AC), with the address, data, and control buses connecting the CPU to memory. </a:t>
            </a:r>
            <a:r>
              <a:rPr lang="en-US" sz="2800" b="1" dirty="0"/>
              <a:t>[3]</a:t>
            </a:r>
            <a:endParaRPr lang="en-US" sz="2800" dirty="0"/>
          </a:p>
          <a:p>
            <a:r>
              <a:rPr lang="en-US" sz="2800" b="1" dirty="0"/>
              <a:t>Q4.</a:t>
            </a:r>
            <a:r>
              <a:rPr lang="en-US" sz="2800" dirty="0"/>
              <a:t> </a:t>
            </a:r>
            <a:r>
              <a:rPr lang="en-US" sz="2800" i="1" dirty="0"/>
              <a:t>Compare</a:t>
            </a:r>
            <a:r>
              <a:rPr lang="en-US" sz="2800" dirty="0"/>
              <a:t> the design goals of a CPU and a GPU, referring to at least one real-world scenario where a GPU's architecture provides a clear advantage. </a:t>
            </a:r>
            <a:r>
              <a:rPr lang="en-US" sz="2800" b="1" dirty="0"/>
              <a:t>[2]</a:t>
            </a:r>
            <a:endParaRPr lang="en-US" sz="28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2505AB8-465B-F5EF-C184-6171C417DCBD}"/>
              </a:ext>
            </a:extLst>
          </p:cNvPr>
          <p:cNvSpPr/>
          <p:nvPr/>
        </p:nvSpPr>
        <p:spPr>
          <a:xfrm>
            <a:off x="98573" y="155968"/>
            <a:ext cx="250916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LVB</a:t>
            </a:r>
          </a:p>
        </p:txBody>
      </p:sp>
    </p:spTree>
    <p:extLst>
      <p:ext uri="{BB962C8B-B14F-4D97-AF65-F5344CB8AC3E}">
        <p14:creationId xmlns:p14="http://schemas.microsoft.com/office/powerpoint/2010/main" val="1568277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C4770D-2655-8C26-4D48-F4A031986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721F651E-4940-E318-A076-228E3B8C31CD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51209F0-0749-0516-0209-4407FCF46774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8966181-5CE2-6722-3350-E00B81403346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E2CE7C8-7F63-E472-2606-75A39E14A58E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5BA143-CA8C-162E-8EE1-5979D9C12717}"/>
              </a:ext>
            </a:extLst>
          </p:cNvPr>
          <p:cNvSpPr/>
          <p:nvPr/>
        </p:nvSpPr>
        <p:spPr>
          <a:xfrm>
            <a:off x="604883" y="1034378"/>
            <a:ext cx="2646317" cy="5589538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CPU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CU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ALU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IR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MAR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MDR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AC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PC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GPU</a:t>
            </a:r>
          </a:p>
          <a:p>
            <a:pPr>
              <a:spcBef>
                <a:spcPts val="1200"/>
              </a:spcBef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4C4382-6508-C8FE-9226-90B3DD641032}"/>
              </a:ext>
            </a:extLst>
          </p:cNvPr>
          <p:cNvSpPr/>
          <p:nvPr/>
        </p:nvSpPr>
        <p:spPr>
          <a:xfrm>
            <a:off x="-383840" y="155968"/>
            <a:ext cx="769904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VOCABULARY TO REMEMBER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DF2185-2444-3B34-8D77-C197EB877E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30" b="640"/>
          <a:stretch>
            <a:fillRect/>
          </a:stretch>
        </p:blipFill>
        <p:spPr>
          <a:xfrm flipH="1">
            <a:off x="8394191" y="3429000"/>
            <a:ext cx="3278463" cy="298252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5D097DE-9DEB-EFD6-CEBF-2A006289FAC4}"/>
              </a:ext>
            </a:extLst>
          </p:cNvPr>
          <p:cNvSpPr/>
          <p:nvPr/>
        </p:nvSpPr>
        <p:spPr>
          <a:xfrm>
            <a:off x="3502467" y="1034378"/>
            <a:ext cx="2646317" cy="5589538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Multi-core system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Single-core system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Parallel computing</a:t>
            </a:r>
          </a:p>
        </p:txBody>
      </p:sp>
    </p:spTree>
    <p:extLst>
      <p:ext uri="{BB962C8B-B14F-4D97-AF65-F5344CB8AC3E}">
        <p14:creationId xmlns:p14="http://schemas.microsoft.com/office/powerpoint/2010/main" val="782115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95 0.0507 L 0.0095 0.0507 C 0.00833 -0.0368 0.00755 -0.09444 0.00729 -0.19467 C 0.00716 -0.23079 0.00781 -0.26667 0.00794 -0.30278 C 0.00729 -0.32986 0.00794 -0.35717 0.00573 -0.38403 C 0.00442 -0.40116 0.00065 -0.41713 -0.00248 -0.43333 C -0.00625 -0.45301 -0.01211 -0.47708 -0.02045 -0.49213 C -0.02591 -0.50185 -0.05482 -0.53241 -0.06029 -0.53611 C -0.07761 -0.54815 -0.09336 -0.55116 -0.1112 -0.55602 C -0.11602 -0.55463 -0.1211 -0.55532 -0.12552 -0.55208 C -0.13477 -0.54537 -0.14362 -0.53704 -0.1517 -0.52662 C -0.16341 -0.51204 -0.17578 -0.48588 -0.18555 -0.46667 C -0.18776 -0.45648 -0.19024 -0.44653 -0.19219 -0.43611 C -0.1974 -0.40856 -0.2056 -0.35486 -0.20873 -0.32801 C -0.21172 -0.30278 -0.21368 -0.27731 -0.21628 -0.25208 C -0.22071 -0.15972 -0.21966 -0.19884 -0.21771 -0.04815 C -0.21758 -0.03426 -0.21641 -0.02801 -0.21472 -0.01597 C -0.20951 -0.04838 -0.21146 -0.03194 -0.21849 -0.1 C -0.21966 -0.11204 -0.22227 -0.12338 -0.22448 -0.13472 C -0.2362 -0.19375 -0.23464 -0.18796 -0.253 -0.24005 C -0.25365 -0.2419 -0.26771 -0.28032 -0.27175 -0.28796 C -0.2737 -0.29167 -0.27618 -0.29421 -0.27852 -0.29745 C -0.28946 -0.28981 -0.30078 -0.28356 -0.31146 -0.27477 C -0.32591 -0.26296 -0.34375 -0.22292 -0.34974 -0.2081 C -0.35222 -0.20185 -0.35521 -0.19606 -0.35729 -0.18935 C -0.35977 -0.18102 -0.3612 -0.17153 -0.36328 -0.16273 C -0.36446 -0.14838 -0.36576 -0.13472 -0.36628 -0.12014 C -0.36719 -0.08403 -0.36745 -0.04815 -0.36849 -0.01204 C -0.36914 0.01412 -0.36836 0.00857 -0.37071 0.0213 C -0.37344 0.00648 -0.36966 0.02894 -0.36993 -0.01204 C -0.37019 -0.03032 -0.36953 -0.04907 -0.37227 -0.06667 C -0.37396 -0.07755 -0.37878 -0.08611 -0.38269 -0.09467 C -0.39284 -0.11643 -0.40443 -0.13125 -0.41875 -0.14398 C -0.42657 -0.15092 -0.42253 -0.14884 -0.43073 -0.15069 C -0.44427 -0.14977 -0.44584 -0.15393 -0.45469 -0.14398 C -0.45964 -0.13866 -0.46901 -0.12685 -0.46901 -0.12685 C -0.47149 -0.11875 -0.47487 -0.11134 -0.47644 -0.10278 C -0.47696 -0.1 -0.47761 -0.09745 -0.478 -0.09467 C -0.47904 -0.08634 -0.47956 -0.07662 -0.48021 -0.06805 C -0.47943 -0.05301 -0.48008 -0.0375 -0.478 -0.02268 C -0.47748 -0.01921 -0.47696 -0.01574 -0.47644 -0.01204 C -0.47487 0.00139 -0.47448 0.00833 -0.47344 0.02269 C -0.47396 0.0257 -0.47383 0.0294 -0.475 0.03195 C -0.47552 0.0331 -0.47644 0.03102 -0.47722 0.03056 C -0.47852 0.02963 -0.47969 0.0287 -0.48099 0.02801 C -0.48399 0.0213 -0.48828 0.01597 -0.48998 0.00787 C -0.49349 -0.00833 -0.49479 -0.01319 -0.49753 -0.03079 C -0.49857 -0.03819 -0.49948 -0.04583 -0.50052 -0.05347 C -0.49857 -0.07106 -0.49636 -0.10116 -0.49076 -0.11736 C -0.48516 -0.13333 -0.47839 -0.14768 -0.47123 -0.16134 C -0.46654 -0.17037 -0.46159 -0.17963 -0.45547 -0.18542 C -0.45078 -0.18981 -0.44493 -0.18889 -0.43972 -0.19074 C -0.42826 -0.1868 -0.41589 -0.1875 -0.40521 -0.1787 C -0.39987 -0.1743 -0.39714 -0.16296 -0.39466 -0.15347 C -0.38959 -0.13333 -0.38685 -0.09444 -0.38503 -0.07338 C -0.38594 -0.06551 -0.38568 -0.05648 -0.38802 -0.0493 C -0.39453 -0.02963 -0.40313 -0.0338 -0.4142 -0.03217 C -0.44675 -0.0419 -0.45834 -0.03773 -0.48477 -0.07338 C -0.49154 -0.08264 -0.49571 -0.09653 -0.50118 -0.1081 C -0.50378 -0.12222 -0.50808 -0.13588 -0.50873 -0.15069 C -0.51055 -0.19375 -0.50026 -0.21944 -0.4862 -0.25347 C -0.4694 -0.29398 -0.44662 -0.33333 -0.42175 -0.35741 C -0.40795 -0.3706 -0.39271 -0.3794 -0.37748 -0.38542 C -0.36472 -0.39051 -0.35144 -0.38889 -0.33854 -0.39074 C -0.32878 -0.3831 -0.31745 -0.37986 -0.30925 -0.36805 C -0.28464 -0.33287 -0.28425 -0.31458 -0.27552 -0.26944 C -0.27852 -0.24907 -0.27774 -0.22546 -0.28451 -0.2081 C -0.30417 -0.15764 -0.32318 -0.16366 -0.35274 -0.15602 C -0.36823 -0.1662 -0.38711 -0.16667 -0.39922 -0.1868 C -0.41237 -0.20833 -0.42045 -0.24074 -0.42318 -0.27199 C -0.42748 -0.31898 -0.4056 -0.37546 -0.38724 -0.40278 C -0.36602 -0.43426 -0.32552 -0.4588 -0.30026 -0.47083 C -0.28256 -0.47893 -0.2642 -0.4831 -0.24623 -0.48935 L -0.16224 -0.4868 C -0.11055 -0.47731 -0.09909 -0.46319 -0.05573 -0.43079 C -0.04974 -0.41597 -0.04089 -0.40393 -0.03776 -0.3868 C -0.03334 -0.3625 -0.03047 -0.33542 -0.03399 -0.31065 C -0.04466 -0.23518 -0.08073 -0.18565 -0.11875 -0.15602 C -0.13112 -0.1463 -0.14571 -0.15162 -0.15925 -0.1493 C -0.16771 -0.16852 -0.17891 -0.18472 -0.18477 -0.20671 C -0.19375 -0.2412 -0.19961 -0.27847 -0.20274 -0.31597 C -0.20508 -0.34467 -0.20534 -0.37477 -0.20118 -0.40278 C -0.19766 -0.42778 -0.18841 -0.4493 -0.18021 -0.47083 C -0.16302 -0.5162 -0.1487 -0.5375 -0.12019 -0.56134 C -0.11172 -0.56852 -0.07578 -0.58333 -0.06472 -0.58796 C -0.05821 -0.58727 -0.05131 -0.58958 -0.04519 -0.58542 C -0.03555 -0.57893 -0.01407 -0.55185 -0.00326 -0.53866 C 0.00026 -0.52893 0.0039 -0.51921 0.00729 -0.50949 C 0.01041 -0.50023 0.01302 -0.49051 0.01627 -0.48148 C 0.02578 -0.45509 0.01914 -0.48148 0.02669 -0.45347 C 0.02838 -0.44722 0.02968 -0.44097 0.03125 -0.43472 C 0.03242 -0.43032 0.03372 -0.42592 0.03502 -0.4213 C 0.03776 -0.41111 0.03932 -0.39977 0.04323 -0.39074 C 0.04674 -0.38264 0.05039 -0.37477 0.05377 -0.36667 C 0.05638 -0.36065 0.06562 -0.33495 0.06875 -0.33079 C 0.07513 -0.32199 0.08229 -0.31505 0.08971 -0.30949 C 0.09661 -0.30417 0.10416 -0.30185 0.11146 -0.29884 C 0.12304 -0.29398 0.13424 -0.29213 0.14596 -0.28935 C 0.16523 -0.2956 0.18489 -0.29907 0.20377 -0.3081 C 0.24127 -0.32616 0.26302 -0.33217 0.29752 -0.36667 C 0.3289 -0.39838 0.35833 -0.43565 0.38893 -0.46944 C 0.40208 -0.4838 0.41432 -0.50162 0.42877 -0.51065 C 0.44544 -0.5213 0.4625 -0.53102 0.47903 -0.54282 C 0.50494 -0.56111 0.52994 -0.58449 0.55625 -0.60139 C 0.57356 -0.6125 0.57031 -0.6088 0.58476 -0.62407 C 0.58698 -0.62662 0.59153 -0.63194 0.59153 -0.63194 " pathEditMode="relative" ptsTypes="AAAAAAAAAAAAAAAAAAAAAAAAAAAAAAAAAAAAAAAAAAAAAAAAAAAAAAAAAAAAAAAAAAAAAAAAAAAAAAAAAAAAAAAAAAAAAAAAAAAAAAAAAA">
                                      <p:cBhvr>
                                        <p:cTn id="6" dur="5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Custom 1">
      <a:majorFont>
        <a:latin typeface="Bahnschrift"/>
        <a:ea typeface=""/>
        <a:cs typeface=""/>
      </a:majorFont>
      <a:minorFont>
        <a:latin typeface="Bahnschrif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45203</TotalTime>
  <Words>2532</Words>
  <Application>Microsoft Office PowerPoint</Application>
  <PresentationFormat>Widescreen</PresentationFormat>
  <Paragraphs>350</Paragraphs>
  <Slides>49</Slides>
  <Notes>0</Notes>
  <HiddenSlides>2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4" baseType="lpstr">
      <vt:lpstr>Aptos</vt:lpstr>
      <vt:lpstr>Arial</vt:lpstr>
      <vt:lpstr>Bahnschrift</vt:lpstr>
      <vt:lpstr>Bahnschrift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Hill</dc:creator>
  <cp:lastModifiedBy>Michael Hill</cp:lastModifiedBy>
  <cp:revision>37</cp:revision>
  <dcterms:created xsi:type="dcterms:W3CDTF">2025-08-11T14:07:39Z</dcterms:created>
  <dcterms:modified xsi:type="dcterms:W3CDTF">2026-08-11T21:22:00Z</dcterms:modified>
</cp:coreProperties>
</file>